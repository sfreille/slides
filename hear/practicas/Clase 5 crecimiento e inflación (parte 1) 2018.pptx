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drawings/drawing1.xml" ContentType="application/vnd.openxmlformats-officedocument.drawingml.chartshapes+xml"/>
  <Override PartName="/ppt/charts/chart37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40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41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4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5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46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7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8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9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50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51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drawings/drawing2.xml" ContentType="application/vnd.openxmlformats-officedocument.drawingml.chartshapes+xml"/>
  <Override PartName="/ppt/charts/chart52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53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54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55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60.xml" ContentType="application/vnd.openxmlformats-officedocument.drawingml.chart+xml"/>
  <Override PartName="/ppt/drawings/drawing3.xml" ContentType="application/vnd.openxmlformats-officedocument.drawingml.chartshapes+xml"/>
  <Override PartName="/ppt/charts/chart61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62.xml" ContentType="application/vnd.openxmlformats-officedocument.drawingml.chart+xml"/>
  <Override PartName="/ppt/drawings/drawing4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80" r:id="rId2"/>
    <p:sldId id="355" r:id="rId3"/>
    <p:sldId id="384" r:id="rId4"/>
    <p:sldId id="329" r:id="rId5"/>
    <p:sldId id="394" r:id="rId6"/>
    <p:sldId id="395" r:id="rId7"/>
    <p:sldId id="330" r:id="rId8"/>
    <p:sldId id="396" r:id="rId9"/>
    <p:sldId id="397" r:id="rId10"/>
    <p:sldId id="398" r:id="rId11"/>
    <p:sldId id="311" r:id="rId12"/>
    <p:sldId id="387" r:id="rId13"/>
    <p:sldId id="399" r:id="rId14"/>
    <p:sldId id="331" r:id="rId15"/>
    <p:sldId id="357" r:id="rId16"/>
    <p:sldId id="358" r:id="rId17"/>
    <p:sldId id="359" r:id="rId18"/>
    <p:sldId id="400" r:id="rId19"/>
    <p:sldId id="401" r:id="rId20"/>
    <p:sldId id="374" r:id="rId21"/>
    <p:sldId id="375" r:id="rId22"/>
    <p:sldId id="363" r:id="rId23"/>
    <p:sldId id="364" r:id="rId24"/>
    <p:sldId id="361" r:id="rId25"/>
    <p:sldId id="362" r:id="rId26"/>
    <p:sldId id="402" r:id="rId27"/>
    <p:sldId id="360" r:id="rId28"/>
    <p:sldId id="322" r:id="rId29"/>
    <p:sldId id="323" r:id="rId30"/>
    <p:sldId id="365" r:id="rId31"/>
    <p:sldId id="367" r:id="rId32"/>
    <p:sldId id="376" r:id="rId33"/>
    <p:sldId id="377" r:id="rId34"/>
    <p:sldId id="378" r:id="rId35"/>
    <p:sldId id="321" r:id="rId36"/>
    <p:sldId id="325" r:id="rId37"/>
    <p:sldId id="326" r:id="rId38"/>
    <p:sldId id="327" r:id="rId39"/>
    <p:sldId id="328" r:id="rId40"/>
    <p:sldId id="385" r:id="rId41"/>
    <p:sldId id="368" r:id="rId42"/>
    <p:sldId id="403" r:id="rId43"/>
    <p:sldId id="404" r:id="rId44"/>
    <p:sldId id="405" r:id="rId45"/>
    <p:sldId id="406" r:id="rId46"/>
    <p:sldId id="407" r:id="rId47"/>
    <p:sldId id="408" r:id="rId48"/>
    <p:sldId id="409" r:id="rId49"/>
    <p:sldId id="260" r:id="rId50"/>
    <p:sldId id="264" r:id="rId51"/>
    <p:sldId id="265" r:id="rId52"/>
    <p:sldId id="410" r:id="rId53"/>
    <p:sldId id="412" r:id="rId54"/>
    <p:sldId id="411" r:id="rId55"/>
    <p:sldId id="413" r:id="rId56"/>
    <p:sldId id="386" r:id="rId57"/>
    <p:sldId id="414" r:id="rId58"/>
    <p:sldId id="266" r:id="rId59"/>
    <p:sldId id="267" r:id="rId60"/>
    <p:sldId id="415" r:id="rId61"/>
    <p:sldId id="416" r:id="rId62"/>
    <p:sldId id="417" r:id="rId63"/>
    <p:sldId id="418" r:id="rId64"/>
    <p:sldId id="272" r:id="rId65"/>
    <p:sldId id="273" r:id="rId66"/>
    <p:sldId id="274" r:id="rId67"/>
    <p:sldId id="419" r:id="rId68"/>
    <p:sldId id="275" r:id="rId69"/>
    <p:sldId id="379" r:id="rId70"/>
    <p:sldId id="382" r:id="rId71"/>
    <p:sldId id="383" r:id="rId72"/>
    <p:sldId id="261" r:id="rId73"/>
    <p:sldId id="279" r:id="rId74"/>
    <p:sldId id="277" r:id="rId75"/>
    <p:sldId id="366" r:id="rId76"/>
    <p:sldId id="281" r:id="rId77"/>
    <p:sldId id="282" r:id="rId78"/>
    <p:sldId id="283" r:id="rId79"/>
    <p:sldId id="369" r:id="rId80"/>
    <p:sldId id="370" r:id="rId81"/>
    <p:sldId id="371" r:id="rId82"/>
    <p:sldId id="372" r:id="rId83"/>
    <p:sldId id="269" r:id="rId84"/>
    <p:sldId id="270" r:id="rId85"/>
    <p:sldId id="388" r:id="rId86"/>
    <p:sldId id="389" r:id="rId87"/>
    <p:sldId id="390" r:id="rId88"/>
    <p:sldId id="391" r:id="rId89"/>
    <p:sldId id="392" r:id="rId90"/>
    <p:sldId id="393" r:id="rId91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Tossolini" initials="LT" lastIdx="2" clrIdx="0">
    <p:extLst>
      <p:ext uri="{19B8F6BF-5375-455C-9EA6-DF929625EA0E}">
        <p15:presenceInfo xmlns:p15="http://schemas.microsoft.com/office/powerpoint/2012/main" userId="82ff3cc4fadd8f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C1E2D-8C6D-40AD-BC48-AA88A7A56085}" v="611" dt="2019-10-10T19:29:20.133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2" autoAdjust="0"/>
    <p:restoredTop sz="94660"/>
  </p:normalViewPr>
  <p:slideViewPr>
    <p:cSldViewPr>
      <p:cViewPr varScale="1">
        <p:scale>
          <a:sx n="72" d="100"/>
          <a:sy n="72" d="100"/>
        </p:scale>
        <p:origin x="133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commentAuthors" Target="commentAuthors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ABBC1E2D-8C6D-40AD-BC48-AA88A7A56085}"/>
    <pc:docChg chg="undo custSel addSld delSld modSld sldOrd">
      <pc:chgData name="Lucas Tossolini" userId="82ff3cc4fadd8f44" providerId="LiveId" clId="{ABBC1E2D-8C6D-40AD-BC48-AA88A7A56085}" dt="2019-10-10T20:45:23.012" v="2539" actId="1076"/>
      <pc:docMkLst>
        <pc:docMk/>
      </pc:docMkLst>
      <pc:sldChg chg="addSp delSp modSp">
        <pc:chgData name="Lucas Tossolini" userId="82ff3cc4fadd8f44" providerId="LiveId" clId="{ABBC1E2D-8C6D-40AD-BC48-AA88A7A56085}" dt="2019-10-10T17:29:35.070" v="2464" actId="14100"/>
        <pc:sldMkLst>
          <pc:docMk/>
          <pc:sldMk cId="3005776037" sldId="260"/>
        </pc:sldMkLst>
        <pc:spChg chg="mod">
          <ac:chgData name="Lucas Tossolini" userId="82ff3cc4fadd8f44" providerId="LiveId" clId="{ABBC1E2D-8C6D-40AD-BC48-AA88A7A56085}" dt="2019-10-10T17:29:35.070" v="2464" actId="14100"/>
          <ac:spMkLst>
            <pc:docMk/>
            <pc:sldMk cId="3005776037" sldId="260"/>
            <ac:spMk id="9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29:29.963" v="2462" actId="478"/>
          <ac:spMkLst>
            <pc:docMk/>
            <pc:sldMk cId="3005776037" sldId="260"/>
            <ac:spMk id="10" creationId="{00000000-0000-0000-0000-000000000000}"/>
          </ac:spMkLst>
        </pc:spChg>
        <pc:spChg chg="add mod">
          <ac:chgData name="Lucas Tossolini" userId="82ff3cc4fadd8f44" providerId="LiveId" clId="{ABBC1E2D-8C6D-40AD-BC48-AA88A7A56085}" dt="2019-10-10T17:29:27.965" v="2461" actId="1076"/>
          <ac:spMkLst>
            <pc:docMk/>
            <pc:sldMk cId="3005776037" sldId="260"/>
            <ac:spMk id="14" creationId="{9D582C4B-9905-4B49-859B-200447ABC242}"/>
          </ac:spMkLst>
        </pc:spChg>
      </pc:sldChg>
      <pc:sldChg chg="addSp delSp modSp ord">
        <pc:chgData name="Lucas Tossolini" userId="82ff3cc4fadd8f44" providerId="LiveId" clId="{ABBC1E2D-8C6D-40AD-BC48-AA88A7A56085}" dt="2019-10-10T16:43:14.442" v="1768"/>
        <pc:sldMkLst>
          <pc:docMk/>
          <pc:sldMk cId="3911714798" sldId="265"/>
        </pc:sldMkLst>
        <pc:spChg chg="mod">
          <ac:chgData name="Lucas Tossolini" userId="82ff3cc4fadd8f44" providerId="LiveId" clId="{ABBC1E2D-8C6D-40AD-BC48-AA88A7A56085}" dt="2019-10-10T16:32:46.388" v="1642" actId="403"/>
          <ac:spMkLst>
            <pc:docMk/>
            <pc:sldMk cId="3911714798" sldId="265"/>
            <ac:spMk id="7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6:32:51.665" v="1644" actId="14100"/>
          <ac:spMkLst>
            <pc:docMk/>
            <pc:sldMk cId="3911714798" sldId="265"/>
            <ac:spMk id="8" creationId="{00000000-0000-0000-0000-000000000000}"/>
          </ac:spMkLst>
        </pc:spChg>
        <pc:spChg chg="add mod">
          <ac:chgData name="Lucas Tossolini" userId="82ff3cc4fadd8f44" providerId="LiveId" clId="{ABBC1E2D-8C6D-40AD-BC48-AA88A7A56085}" dt="2019-10-10T16:31:22.081" v="1617" actId="1076"/>
          <ac:spMkLst>
            <pc:docMk/>
            <pc:sldMk cId="3911714798" sldId="265"/>
            <ac:spMk id="9" creationId="{FDFAED98-97DB-476D-856D-AA097E3E6BFD}"/>
          </ac:spMkLst>
        </pc:spChg>
        <pc:spChg chg="mod">
          <ac:chgData name="Lucas Tossolini" userId="82ff3cc4fadd8f44" providerId="LiveId" clId="{ABBC1E2D-8C6D-40AD-BC48-AA88A7A56085}" dt="2019-10-10T16:32:53.444" v="1645" actId="403"/>
          <ac:spMkLst>
            <pc:docMk/>
            <pc:sldMk cId="3911714798" sldId="265"/>
            <ac:spMk id="11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6:31:49.843" v="1625" actId="1037"/>
          <ac:spMkLst>
            <pc:docMk/>
            <pc:sldMk cId="3911714798" sldId="265"/>
            <ac:spMk id="13" creationId="{00000000-0000-0000-0000-000000000000}"/>
          </ac:spMkLst>
        </pc:spChg>
        <pc:cxnChg chg="add mod">
          <ac:chgData name="Lucas Tossolini" userId="82ff3cc4fadd8f44" providerId="LiveId" clId="{ABBC1E2D-8C6D-40AD-BC48-AA88A7A56085}" dt="2019-10-10T16:31:59.396" v="1627" actId="208"/>
          <ac:cxnSpMkLst>
            <pc:docMk/>
            <pc:sldMk cId="3911714798" sldId="265"/>
            <ac:cxnSpMk id="3" creationId="{E367E6D4-C842-4C0F-9C0E-237CE179A82B}"/>
          </ac:cxnSpMkLst>
        </pc:cxnChg>
        <pc:cxnChg chg="add del mod">
          <ac:chgData name="Lucas Tossolini" userId="82ff3cc4fadd8f44" providerId="LiveId" clId="{ABBC1E2D-8C6D-40AD-BC48-AA88A7A56085}" dt="2019-10-10T16:32:20.762" v="1634" actId="478"/>
          <ac:cxnSpMkLst>
            <pc:docMk/>
            <pc:sldMk cId="3911714798" sldId="265"/>
            <ac:cxnSpMk id="15" creationId="{A1ED06FE-57DF-40FB-87B1-9CFECA82A655}"/>
          </ac:cxnSpMkLst>
        </pc:cxnChg>
        <pc:cxnChg chg="add mod">
          <ac:chgData name="Lucas Tossolini" userId="82ff3cc4fadd8f44" providerId="LiveId" clId="{ABBC1E2D-8C6D-40AD-BC48-AA88A7A56085}" dt="2019-10-10T16:32:51.665" v="1644" actId="14100"/>
          <ac:cxnSpMkLst>
            <pc:docMk/>
            <pc:sldMk cId="3911714798" sldId="265"/>
            <ac:cxnSpMk id="17" creationId="{A0B6C598-4845-490B-9054-9621D433A78A}"/>
          </ac:cxnSpMkLst>
        </pc:cxnChg>
        <pc:cxnChg chg="add mod">
          <ac:chgData name="Lucas Tossolini" userId="82ff3cc4fadd8f44" providerId="LiveId" clId="{ABBC1E2D-8C6D-40AD-BC48-AA88A7A56085}" dt="2019-10-10T16:32:33.625" v="1640" actId="14100"/>
          <ac:cxnSpMkLst>
            <pc:docMk/>
            <pc:sldMk cId="3911714798" sldId="265"/>
            <ac:cxnSpMk id="19" creationId="{140B7ED7-1B98-4DEC-8F11-E1A3498640AB}"/>
          </ac:cxnSpMkLst>
        </pc:cxnChg>
      </pc:sldChg>
      <pc:sldChg chg="addSp modSp ord">
        <pc:chgData name="Lucas Tossolini" userId="82ff3cc4fadd8f44" providerId="LiveId" clId="{ABBC1E2D-8C6D-40AD-BC48-AA88A7A56085}" dt="2019-10-10T19:29:24.162" v="2535" actId="1037"/>
        <pc:sldMkLst>
          <pc:docMk/>
          <pc:sldMk cId="1431967829" sldId="267"/>
        </pc:sldMkLst>
        <pc:spChg chg="add mod">
          <ac:chgData name="Lucas Tossolini" userId="82ff3cc4fadd8f44" providerId="LiveId" clId="{ABBC1E2D-8C6D-40AD-BC48-AA88A7A56085}" dt="2019-10-10T19:29:24.162" v="2535" actId="1037"/>
          <ac:spMkLst>
            <pc:docMk/>
            <pc:sldMk cId="1431967829" sldId="267"/>
            <ac:spMk id="5" creationId="{1FBDD8F2-FA78-4A06-81F6-52CE79145E2F}"/>
          </ac:spMkLst>
        </pc:spChg>
        <pc:spChg chg="mod">
          <ac:chgData name="Lucas Tossolini" userId="82ff3cc4fadd8f44" providerId="LiveId" clId="{ABBC1E2D-8C6D-40AD-BC48-AA88A7A56085}" dt="2019-10-10T16:42:29.104" v="1763" actId="1076"/>
          <ac:spMkLst>
            <pc:docMk/>
            <pc:sldMk cId="1431967829" sldId="267"/>
            <ac:spMk id="9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6:42:24.216" v="1761" actId="1076"/>
          <ac:spMkLst>
            <pc:docMk/>
            <pc:sldMk cId="1431967829" sldId="267"/>
            <ac:spMk id="10" creationId="{00000000-0000-0000-0000-000000000000}"/>
          </ac:spMkLst>
        </pc:spChg>
        <pc:cxnChg chg="add mod">
          <ac:chgData name="Lucas Tossolini" userId="82ff3cc4fadd8f44" providerId="LiveId" clId="{ABBC1E2D-8C6D-40AD-BC48-AA88A7A56085}" dt="2019-10-10T16:42:45.817" v="1766" actId="14100"/>
          <ac:cxnSpMkLst>
            <pc:docMk/>
            <pc:sldMk cId="1431967829" sldId="267"/>
            <ac:cxnSpMk id="11" creationId="{2806C793-119B-42DD-8280-2593038FC47B}"/>
          </ac:cxnSpMkLst>
        </pc:cxnChg>
        <pc:cxnChg chg="add mod">
          <ac:chgData name="Lucas Tossolini" userId="82ff3cc4fadd8f44" providerId="LiveId" clId="{ABBC1E2D-8C6D-40AD-BC48-AA88A7A56085}" dt="2019-10-10T19:29:11.088" v="2527" actId="14100"/>
          <ac:cxnSpMkLst>
            <pc:docMk/>
            <pc:sldMk cId="1431967829" sldId="267"/>
            <ac:cxnSpMk id="15" creationId="{6FCF3831-989E-464F-95C1-629AE6D89DC1}"/>
          </ac:cxnSpMkLst>
        </pc:cxnChg>
      </pc:sldChg>
      <pc:sldChg chg="del">
        <pc:chgData name="Lucas Tossolini" userId="82ff3cc4fadd8f44" providerId="LiveId" clId="{ABBC1E2D-8C6D-40AD-BC48-AA88A7A56085}" dt="2019-10-10T14:54:12.243" v="1086" actId="2696"/>
        <pc:sldMkLst>
          <pc:docMk/>
          <pc:sldMk cId="2095417830" sldId="271"/>
        </pc:sldMkLst>
      </pc:sldChg>
      <pc:sldChg chg="addSp delSp modSp">
        <pc:chgData name="Lucas Tossolini" userId="82ff3cc4fadd8f44" providerId="LiveId" clId="{ABBC1E2D-8C6D-40AD-BC48-AA88A7A56085}" dt="2019-10-10T17:09:41.274" v="2171" actId="20577"/>
        <pc:sldMkLst>
          <pc:docMk/>
          <pc:sldMk cId="3066857136" sldId="272"/>
        </pc:sldMkLst>
        <pc:spChg chg="add del mod">
          <ac:chgData name="Lucas Tossolini" userId="82ff3cc4fadd8f44" providerId="LiveId" clId="{ABBC1E2D-8C6D-40AD-BC48-AA88A7A56085}" dt="2019-10-10T17:03:18.988" v="2078" actId="478"/>
          <ac:spMkLst>
            <pc:docMk/>
            <pc:sldMk cId="3066857136" sldId="272"/>
            <ac:spMk id="2" creationId="{417F6D11-EBAA-4120-838C-4E77097EA230}"/>
          </ac:spMkLst>
        </pc:spChg>
        <pc:spChg chg="add del mod">
          <ac:chgData name="Lucas Tossolini" userId="82ff3cc4fadd8f44" providerId="LiveId" clId="{ABBC1E2D-8C6D-40AD-BC48-AA88A7A56085}" dt="2019-10-10T16:49:43.689" v="1890" actId="478"/>
          <ac:spMkLst>
            <pc:docMk/>
            <pc:sldMk cId="3066857136" sldId="272"/>
            <ac:spMk id="4" creationId="{66A243E4-DBB9-4C30-81BC-48DF954D5AEB}"/>
          </ac:spMkLst>
        </pc:spChg>
        <pc:spChg chg="add del mod">
          <ac:chgData name="Lucas Tossolini" userId="82ff3cc4fadd8f44" providerId="LiveId" clId="{ABBC1E2D-8C6D-40AD-BC48-AA88A7A56085}" dt="2019-10-10T16:49:10.010" v="1884" actId="478"/>
          <ac:spMkLst>
            <pc:docMk/>
            <pc:sldMk cId="3066857136" sldId="272"/>
            <ac:spMk id="5" creationId="{51258724-64F1-42AC-B117-3741F32B735F}"/>
          </ac:spMkLst>
        </pc:spChg>
        <pc:spChg chg="add mod">
          <ac:chgData name="Lucas Tossolini" userId="82ff3cc4fadd8f44" providerId="LiveId" clId="{ABBC1E2D-8C6D-40AD-BC48-AA88A7A56085}" dt="2019-10-10T16:49:08.125" v="1883" actId="108"/>
          <ac:spMkLst>
            <pc:docMk/>
            <pc:sldMk cId="3066857136" sldId="272"/>
            <ac:spMk id="12" creationId="{E2212A7D-006E-4801-8EF6-2D7EC2C906C3}"/>
          </ac:spMkLst>
        </pc:spChg>
        <pc:spChg chg="add del mod">
          <ac:chgData name="Lucas Tossolini" userId="82ff3cc4fadd8f44" providerId="LiveId" clId="{ABBC1E2D-8C6D-40AD-BC48-AA88A7A56085}" dt="2019-10-10T16:49:36.114" v="1888" actId="478"/>
          <ac:spMkLst>
            <pc:docMk/>
            <pc:sldMk cId="3066857136" sldId="272"/>
            <ac:spMk id="13" creationId="{3840A671-4FB3-4605-933D-776648FA3570}"/>
          </ac:spMkLst>
        </pc:spChg>
        <pc:spChg chg="mod">
          <ac:chgData name="Lucas Tossolini" userId="82ff3cc4fadd8f44" providerId="LiveId" clId="{ABBC1E2D-8C6D-40AD-BC48-AA88A7A56085}" dt="2019-10-10T17:03:16.034" v="2077" actId="5793"/>
          <ac:spMkLst>
            <pc:docMk/>
            <pc:sldMk cId="3066857136" sldId="272"/>
            <ac:spMk id="15" creationId="{AF11B109-51F4-4379-963C-0F060780628C}"/>
          </ac:spMkLst>
        </pc:spChg>
        <pc:spChg chg="add mod">
          <ac:chgData name="Lucas Tossolini" userId="82ff3cc4fadd8f44" providerId="LiveId" clId="{ABBC1E2D-8C6D-40AD-BC48-AA88A7A56085}" dt="2019-10-10T16:49:41.736" v="1889" actId="1076"/>
          <ac:spMkLst>
            <pc:docMk/>
            <pc:sldMk cId="3066857136" sldId="272"/>
            <ac:spMk id="16" creationId="{6F5F96E5-660E-4E80-94D6-28D7B3BE257B}"/>
          </ac:spMkLst>
        </pc:spChg>
        <pc:spChg chg="mod">
          <ac:chgData name="Lucas Tossolini" userId="82ff3cc4fadd8f44" providerId="LiveId" clId="{ABBC1E2D-8C6D-40AD-BC48-AA88A7A56085}" dt="2019-10-10T17:09:35.663" v="2156" actId="1076"/>
          <ac:spMkLst>
            <pc:docMk/>
            <pc:sldMk cId="3066857136" sldId="272"/>
            <ac:spMk id="17" creationId="{DFF71926-C237-47E2-9CAE-13CEBE8D1C4D}"/>
          </ac:spMkLst>
        </pc:spChg>
        <pc:spChg chg="add del mod">
          <ac:chgData name="Lucas Tossolini" userId="82ff3cc4fadd8f44" providerId="LiveId" clId="{ABBC1E2D-8C6D-40AD-BC48-AA88A7A56085}" dt="2019-10-10T16:50:06.054" v="1895" actId="478"/>
          <ac:spMkLst>
            <pc:docMk/>
            <pc:sldMk cId="3066857136" sldId="272"/>
            <ac:spMk id="19" creationId="{94F4B2B1-E16B-40CC-BB6A-769F4BAD1C72}"/>
          </ac:spMkLst>
        </pc:spChg>
        <pc:spChg chg="add del mod">
          <ac:chgData name="Lucas Tossolini" userId="82ff3cc4fadd8f44" providerId="LiveId" clId="{ABBC1E2D-8C6D-40AD-BC48-AA88A7A56085}" dt="2019-10-10T17:00:10.792" v="2003" actId="478"/>
          <ac:spMkLst>
            <pc:docMk/>
            <pc:sldMk cId="3066857136" sldId="272"/>
            <ac:spMk id="20" creationId="{CFB3E68D-5C80-4AF3-AE7B-6DC4C861FDB5}"/>
          </ac:spMkLst>
        </pc:spChg>
        <pc:spChg chg="mod">
          <ac:chgData name="Lucas Tossolini" userId="82ff3cc4fadd8f44" providerId="LiveId" clId="{ABBC1E2D-8C6D-40AD-BC48-AA88A7A56085}" dt="2019-10-10T16:49:41.736" v="1889" actId="1076"/>
          <ac:spMkLst>
            <pc:docMk/>
            <pc:sldMk cId="3066857136" sldId="272"/>
            <ac:spMk id="21" creationId="{31A33232-2FE6-495E-B43D-7F80C93E8DA5}"/>
          </ac:spMkLst>
        </pc:spChg>
        <pc:spChg chg="mod">
          <ac:chgData name="Lucas Tossolini" userId="82ff3cc4fadd8f44" providerId="LiveId" clId="{ABBC1E2D-8C6D-40AD-BC48-AA88A7A56085}" dt="2019-10-10T16:51:36.207" v="1925" actId="1076"/>
          <ac:spMkLst>
            <pc:docMk/>
            <pc:sldMk cId="3066857136" sldId="272"/>
            <ac:spMk id="22" creationId="{8953448E-D618-43CB-8D42-54706DFA10FE}"/>
          </ac:spMkLst>
        </pc:spChg>
        <pc:spChg chg="del">
          <ac:chgData name="Lucas Tossolini" userId="82ff3cc4fadd8f44" providerId="LiveId" clId="{ABBC1E2D-8C6D-40AD-BC48-AA88A7A56085}" dt="2019-10-10T16:45:40.922" v="1822" actId="478"/>
          <ac:spMkLst>
            <pc:docMk/>
            <pc:sldMk cId="3066857136" sldId="272"/>
            <ac:spMk id="23" creationId="{94E06FF4-8A68-4825-8549-C2197B0B97AF}"/>
          </ac:spMkLst>
        </pc:spChg>
        <pc:spChg chg="del mod">
          <ac:chgData name="Lucas Tossolini" userId="82ff3cc4fadd8f44" providerId="LiveId" clId="{ABBC1E2D-8C6D-40AD-BC48-AA88A7A56085}" dt="2019-10-10T16:50:56.515" v="1909" actId="478"/>
          <ac:spMkLst>
            <pc:docMk/>
            <pc:sldMk cId="3066857136" sldId="272"/>
            <ac:spMk id="24" creationId="{7281B17E-3E36-4340-8EFD-1ADF842393FF}"/>
          </ac:spMkLst>
        </pc:spChg>
        <pc:spChg chg="add mod">
          <ac:chgData name="Lucas Tossolini" userId="82ff3cc4fadd8f44" providerId="LiveId" clId="{ABBC1E2D-8C6D-40AD-BC48-AA88A7A56085}" dt="2019-10-10T16:50:50.935" v="1908" actId="20577"/>
          <ac:spMkLst>
            <pc:docMk/>
            <pc:sldMk cId="3066857136" sldId="272"/>
            <ac:spMk id="25" creationId="{FDD57286-6542-4C71-9C8D-CE634AC1CD4E}"/>
          </ac:spMkLst>
        </pc:spChg>
        <pc:spChg chg="add mod">
          <ac:chgData name="Lucas Tossolini" userId="82ff3cc4fadd8f44" providerId="LiveId" clId="{ABBC1E2D-8C6D-40AD-BC48-AA88A7A56085}" dt="2019-10-10T16:51:08.146" v="1921" actId="20577"/>
          <ac:spMkLst>
            <pc:docMk/>
            <pc:sldMk cId="3066857136" sldId="272"/>
            <ac:spMk id="26" creationId="{F1F8285E-B921-4812-99EE-CF14F99D14DA}"/>
          </ac:spMkLst>
        </pc:spChg>
        <pc:spChg chg="add mod">
          <ac:chgData name="Lucas Tossolini" userId="82ff3cc4fadd8f44" providerId="LiveId" clId="{ABBC1E2D-8C6D-40AD-BC48-AA88A7A56085}" dt="2019-10-10T16:51:31.926" v="1924" actId="108"/>
          <ac:spMkLst>
            <pc:docMk/>
            <pc:sldMk cId="3066857136" sldId="272"/>
            <ac:spMk id="27" creationId="{6FDE3D3A-5F2A-4071-A564-24A0134B830E}"/>
          </ac:spMkLst>
        </pc:spChg>
        <pc:spChg chg="add mod">
          <ac:chgData name="Lucas Tossolini" userId="82ff3cc4fadd8f44" providerId="LiveId" clId="{ABBC1E2D-8C6D-40AD-BC48-AA88A7A56085}" dt="2019-10-10T17:00:38.554" v="2005" actId="108"/>
          <ac:spMkLst>
            <pc:docMk/>
            <pc:sldMk cId="3066857136" sldId="272"/>
            <ac:spMk id="28" creationId="{ED01AD0F-2034-46DA-A583-A236DE82DE4B}"/>
          </ac:spMkLst>
        </pc:spChg>
        <pc:spChg chg="add mod">
          <ac:chgData name="Lucas Tossolini" userId="82ff3cc4fadd8f44" providerId="LiveId" clId="{ABBC1E2D-8C6D-40AD-BC48-AA88A7A56085}" dt="2019-10-10T17:09:41.274" v="2171" actId="20577"/>
          <ac:spMkLst>
            <pc:docMk/>
            <pc:sldMk cId="3066857136" sldId="272"/>
            <ac:spMk id="29" creationId="{866399A4-CF54-49AE-B8B1-7D63DAF97287}"/>
          </ac:spMkLst>
        </pc:spChg>
        <pc:graphicFrameChg chg="mod">
          <ac:chgData name="Lucas Tossolini" userId="82ff3cc4fadd8f44" providerId="LiveId" clId="{ABBC1E2D-8C6D-40AD-BC48-AA88A7A56085}" dt="2019-10-10T16:48:40.080" v="1877" actId="14100"/>
          <ac:graphicFrameMkLst>
            <pc:docMk/>
            <pc:sldMk cId="3066857136" sldId="272"/>
            <ac:graphicFrameMk id="7" creationId="{00000000-0000-0000-0000-000000000000}"/>
          </ac:graphicFrameMkLst>
        </pc:graphicFrameChg>
        <pc:cxnChg chg="del mod">
          <ac:chgData name="Lucas Tossolini" userId="82ff3cc4fadd8f44" providerId="LiveId" clId="{ABBC1E2D-8C6D-40AD-BC48-AA88A7A56085}" dt="2019-10-10T16:51:10.491" v="1922" actId="478"/>
          <ac:cxnSpMkLst>
            <pc:docMk/>
            <pc:sldMk cId="3066857136" sldId="272"/>
            <ac:cxnSpMk id="8" creationId="{00000000-0000-0000-0000-000000000000}"/>
          </ac:cxnSpMkLst>
        </pc:cxnChg>
        <pc:cxnChg chg="del mod">
          <ac:chgData name="Lucas Tossolini" userId="82ff3cc4fadd8f44" providerId="LiveId" clId="{ABBC1E2D-8C6D-40AD-BC48-AA88A7A56085}" dt="2019-10-10T16:47:11.151" v="1849" actId="478"/>
          <ac:cxnSpMkLst>
            <pc:docMk/>
            <pc:sldMk cId="3066857136" sldId="272"/>
            <ac:cxnSpMk id="10" creationId="{00000000-0000-0000-0000-000000000000}"/>
          </ac:cxnSpMkLst>
        </pc:cxnChg>
        <pc:cxnChg chg="del mod">
          <ac:chgData name="Lucas Tossolini" userId="82ff3cc4fadd8f44" providerId="LiveId" clId="{ABBC1E2D-8C6D-40AD-BC48-AA88A7A56085}" dt="2019-10-10T16:48:51.301" v="1881" actId="478"/>
          <ac:cxnSpMkLst>
            <pc:docMk/>
            <pc:sldMk cId="3066857136" sldId="272"/>
            <ac:cxnSpMk id="14" creationId="{00000000-0000-0000-0000-000000000000}"/>
          </ac:cxnSpMkLst>
        </pc:cxnChg>
        <pc:cxnChg chg="del mod">
          <ac:chgData name="Lucas Tossolini" userId="82ff3cc4fadd8f44" providerId="LiveId" clId="{ABBC1E2D-8C6D-40AD-BC48-AA88A7A56085}" dt="2019-10-10T16:47:12.632" v="1850" actId="478"/>
          <ac:cxnSpMkLst>
            <pc:docMk/>
            <pc:sldMk cId="3066857136" sldId="272"/>
            <ac:cxnSpMk id="18" creationId="{00000000-0000-0000-0000-000000000000}"/>
          </ac:cxnSpMkLst>
        </pc:cxnChg>
      </pc:sldChg>
      <pc:sldChg chg="addSp delSp modSp">
        <pc:chgData name="Lucas Tossolini" userId="82ff3cc4fadd8f44" providerId="LiveId" clId="{ABBC1E2D-8C6D-40AD-BC48-AA88A7A56085}" dt="2019-10-10T17:12:39.248" v="2219"/>
        <pc:sldMkLst>
          <pc:docMk/>
          <pc:sldMk cId="3190233367" sldId="273"/>
        </pc:sldMkLst>
        <pc:spChg chg="del mod">
          <ac:chgData name="Lucas Tossolini" userId="82ff3cc4fadd8f44" providerId="LiveId" clId="{ABBC1E2D-8C6D-40AD-BC48-AA88A7A56085}" dt="2019-10-10T16:55:45.183" v="1956" actId="478"/>
          <ac:spMkLst>
            <pc:docMk/>
            <pc:sldMk cId="3190233367" sldId="273"/>
            <ac:spMk id="2" creationId="{0CD31297-17E7-4424-B5EB-467D832661A2}"/>
          </ac:spMkLst>
        </pc:spChg>
        <pc:spChg chg="add del mod">
          <ac:chgData name="Lucas Tossolini" userId="82ff3cc4fadd8f44" providerId="LiveId" clId="{ABBC1E2D-8C6D-40AD-BC48-AA88A7A56085}" dt="2019-10-10T16:57:08.499" v="1969" actId="478"/>
          <ac:spMkLst>
            <pc:docMk/>
            <pc:sldMk cId="3190233367" sldId="273"/>
            <ac:spMk id="3" creationId="{2F4D2422-2CC8-4DD6-9341-6D95BCA0606C}"/>
          </ac:spMkLst>
        </pc:spChg>
        <pc:spChg chg="add mod">
          <ac:chgData name="Lucas Tossolini" userId="82ff3cc4fadd8f44" providerId="LiveId" clId="{ABBC1E2D-8C6D-40AD-BC48-AA88A7A56085}" dt="2019-10-10T16:57:05.240" v="1968" actId="108"/>
          <ac:spMkLst>
            <pc:docMk/>
            <pc:sldMk cId="3190233367" sldId="273"/>
            <ac:spMk id="4" creationId="{3427C225-F5D5-4AA3-BDA1-2D0A55EAAD8B}"/>
          </ac:spMkLst>
        </pc:spChg>
        <pc:spChg chg="add mod">
          <ac:chgData name="Lucas Tossolini" userId="82ff3cc4fadd8f44" providerId="LiveId" clId="{ABBC1E2D-8C6D-40AD-BC48-AA88A7A56085}" dt="2019-10-10T16:57:29.826" v="1971" actId="108"/>
          <ac:spMkLst>
            <pc:docMk/>
            <pc:sldMk cId="3190233367" sldId="273"/>
            <ac:spMk id="5" creationId="{9E6DB0E8-602B-4617-9E5D-4E901A0807AB}"/>
          </ac:spMkLst>
        </pc:spChg>
        <pc:spChg chg="add mod">
          <ac:chgData name="Lucas Tossolini" userId="82ff3cc4fadd8f44" providerId="LiveId" clId="{ABBC1E2D-8C6D-40AD-BC48-AA88A7A56085}" dt="2019-10-10T16:58:00.247" v="1973" actId="108"/>
          <ac:spMkLst>
            <pc:docMk/>
            <pc:sldMk cId="3190233367" sldId="273"/>
            <ac:spMk id="7" creationId="{1A213228-CE9B-4D93-9525-B08BD49B4E4B}"/>
          </ac:spMkLst>
        </pc:spChg>
        <pc:spChg chg="add mod">
          <ac:chgData name="Lucas Tossolini" userId="82ff3cc4fadd8f44" providerId="LiveId" clId="{ABBC1E2D-8C6D-40AD-BC48-AA88A7A56085}" dt="2019-10-10T16:58:26.252" v="1975" actId="108"/>
          <ac:spMkLst>
            <pc:docMk/>
            <pc:sldMk cId="3190233367" sldId="273"/>
            <ac:spMk id="8" creationId="{93DBA692-E91D-43EB-8411-C14EE22BB840}"/>
          </ac:spMkLst>
        </pc:spChg>
        <pc:spChg chg="add mod">
          <ac:chgData name="Lucas Tossolini" userId="82ff3cc4fadd8f44" providerId="LiveId" clId="{ABBC1E2D-8C6D-40AD-BC48-AA88A7A56085}" dt="2019-10-10T17:09:31.559" v="2154" actId="14100"/>
          <ac:spMkLst>
            <pc:docMk/>
            <pc:sldMk cId="3190233367" sldId="273"/>
            <ac:spMk id="9" creationId="{81D0F5F9-9AE3-4663-ADDE-6FE615635CA7}"/>
          </ac:spMkLst>
        </pc:spChg>
        <pc:spChg chg="add del mod">
          <ac:chgData name="Lucas Tossolini" userId="82ff3cc4fadd8f44" providerId="LiveId" clId="{ABBC1E2D-8C6D-40AD-BC48-AA88A7A56085}" dt="2019-10-10T16:58:29.416" v="1976" actId="478"/>
          <ac:spMkLst>
            <pc:docMk/>
            <pc:sldMk cId="3190233367" sldId="273"/>
            <ac:spMk id="10" creationId="{A3C07B2E-CF04-4278-8D98-A17F0A883372}"/>
          </ac:spMkLst>
        </pc:spChg>
        <pc:spChg chg="add mod">
          <ac:chgData name="Lucas Tossolini" userId="82ff3cc4fadd8f44" providerId="LiveId" clId="{ABBC1E2D-8C6D-40AD-BC48-AA88A7A56085}" dt="2019-10-10T16:59:02.777" v="1982"/>
          <ac:spMkLst>
            <pc:docMk/>
            <pc:sldMk cId="3190233367" sldId="273"/>
            <ac:spMk id="11" creationId="{E188ABF1-CBE5-4C81-A2C5-491CA46FC605}"/>
          </ac:spMkLst>
        </pc:spChg>
        <pc:spChg chg="del">
          <ac:chgData name="Lucas Tossolini" userId="82ff3cc4fadd8f44" providerId="LiveId" clId="{ABBC1E2D-8C6D-40AD-BC48-AA88A7A56085}" dt="2019-10-10T17:03:22.769" v="2079" actId="478"/>
          <ac:spMkLst>
            <pc:docMk/>
            <pc:sldMk cId="3190233367" sldId="273"/>
            <ac:spMk id="13" creationId="{D9164F25-36AD-4BDC-987B-E4E113D7C0F9}"/>
          </ac:spMkLst>
        </pc:spChg>
        <pc:spChg chg="mod">
          <ac:chgData name="Lucas Tossolini" userId="82ff3cc4fadd8f44" providerId="LiveId" clId="{ABBC1E2D-8C6D-40AD-BC48-AA88A7A56085}" dt="2019-10-10T16:55:29.832" v="1953" actId="1076"/>
          <ac:spMkLst>
            <pc:docMk/>
            <pc:sldMk cId="3190233367" sldId="273"/>
            <ac:spMk id="14" creationId="{CE9A9F1C-5BA1-4AD5-91E8-F12C59CB7D53}"/>
          </ac:spMkLst>
        </pc:spChg>
        <pc:spChg chg="add del mod">
          <ac:chgData name="Lucas Tossolini" userId="82ff3cc4fadd8f44" providerId="LiveId" clId="{ABBC1E2D-8C6D-40AD-BC48-AA88A7A56085}" dt="2019-10-10T16:59:28.356" v="1993" actId="478"/>
          <ac:spMkLst>
            <pc:docMk/>
            <pc:sldMk cId="3190233367" sldId="273"/>
            <ac:spMk id="16" creationId="{0A9712DB-A0DD-4D81-B9E4-92801EF016ED}"/>
          </ac:spMkLst>
        </pc:spChg>
        <pc:spChg chg="del mod">
          <ac:chgData name="Lucas Tossolini" userId="82ff3cc4fadd8f44" providerId="LiveId" clId="{ABBC1E2D-8C6D-40AD-BC48-AA88A7A56085}" dt="2019-10-10T16:55:48.229" v="1957" actId="478"/>
          <ac:spMkLst>
            <pc:docMk/>
            <pc:sldMk cId="3190233367" sldId="273"/>
            <ac:spMk id="17" creationId="{73C4A69F-E417-47E7-AC80-A923832489A2}"/>
          </ac:spMkLst>
        </pc:spChg>
        <pc:spChg chg="del mod">
          <ac:chgData name="Lucas Tossolini" userId="82ff3cc4fadd8f44" providerId="LiveId" clId="{ABBC1E2D-8C6D-40AD-BC48-AA88A7A56085}" dt="2019-10-10T16:55:45.183" v="1956" actId="478"/>
          <ac:spMkLst>
            <pc:docMk/>
            <pc:sldMk cId="3190233367" sldId="273"/>
            <ac:spMk id="18" creationId="{A9622710-0468-4D8C-A800-A8AABFCE970D}"/>
          </ac:spMkLst>
        </pc:spChg>
        <pc:spChg chg="del mod">
          <ac:chgData name="Lucas Tossolini" userId="82ff3cc4fadd8f44" providerId="LiveId" clId="{ABBC1E2D-8C6D-40AD-BC48-AA88A7A56085}" dt="2019-10-10T16:55:45.183" v="1956" actId="478"/>
          <ac:spMkLst>
            <pc:docMk/>
            <pc:sldMk cId="3190233367" sldId="273"/>
            <ac:spMk id="19" creationId="{137A79A2-5D9C-418B-A3AD-22EA5482FAF6}"/>
          </ac:spMkLst>
        </pc:spChg>
        <pc:spChg chg="add del mod">
          <ac:chgData name="Lucas Tossolini" userId="82ff3cc4fadd8f44" providerId="LiveId" clId="{ABBC1E2D-8C6D-40AD-BC48-AA88A7A56085}" dt="2019-10-10T16:59:51.512" v="2002" actId="478"/>
          <ac:spMkLst>
            <pc:docMk/>
            <pc:sldMk cId="3190233367" sldId="273"/>
            <ac:spMk id="20" creationId="{85B08988-D2A5-4345-B30B-C15A3BFD4BE8}"/>
          </ac:spMkLst>
        </pc:spChg>
        <pc:spChg chg="add del mod">
          <ac:chgData name="Lucas Tossolini" userId="82ff3cc4fadd8f44" providerId="LiveId" clId="{ABBC1E2D-8C6D-40AD-BC48-AA88A7A56085}" dt="2019-10-10T16:59:29.058" v="1994" actId="478"/>
          <ac:spMkLst>
            <pc:docMk/>
            <pc:sldMk cId="3190233367" sldId="273"/>
            <ac:spMk id="21" creationId="{D56D4151-AA86-4DEB-99BE-515BFF1D8004}"/>
          </ac:spMkLst>
        </pc:spChg>
        <pc:spChg chg="add del mod">
          <ac:chgData name="Lucas Tossolini" userId="82ff3cc4fadd8f44" providerId="LiveId" clId="{ABBC1E2D-8C6D-40AD-BC48-AA88A7A56085}" dt="2019-10-10T16:59:05.141" v="1983" actId="478"/>
          <ac:spMkLst>
            <pc:docMk/>
            <pc:sldMk cId="3190233367" sldId="273"/>
            <ac:spMk id="22" creationId="{F4359E1E-5DAE-46DC-B251-753AE5A2BAD0}"/>
          </ac:spMkLst>
        </pc:spChg>
        <pc:spChg chg="add del mod">
          <ac:chgData name="Lucas Tossolini" userId="82ff3cc4fadd8f44" providerId="LiveId" clId="{ABBC1E2D-8C6D-40AD-BC48-AA88A7A56085}" dt="2019-10-10T16:59:40.505" v="1998" actId="478"/>
          <ac:spMkLst>
            <pc:docMk/>
            <pc:sldMk cId="3190233367" sldId="273"/>
            <ac:spMk id="23" creationId="{86F4EE47-B0E0-4A36-9BDA-F46B1D532E11}"/>
          </ac:spMkLst>
        </pc:spChg>
        <pc:spChg chg="add mod">
          <ac:chgData name="Lucas Tossolini" userId="82ff3cc4fadd8f44" providerId="LiveId" clId="{ABBC1E2D-8C6D-40AD-BC48-AA88A7A56085}" dt="2019-10-10T16:59:19.823" v="1988" actId="1076"/>
          <ac:spMkLst>
            <pc:docMk/>
            <pc:sldMk cId="3190233367" sldId="273"/>
            <ac:spMk id="24" creationId="{756998CB-CAE9-4F66-93F0-5B7B0BF3A4D6}"/>
          </ac:spMkLst>
        </pc:spChg>
        <pc:spChg chg="add mod">
          <ac:chgData name="Lucas Tossolini" userId="82ff3cc4fadd8f44" providerId="LiveId" clId="{ABBC1E2D-8C6D-40AD-BC48-AA88A7A56085}" dt="2019-10-10T16:59:26.813" v="1992" actId="20577"/>
          <ac:spMkLst>
            <pc:docMk/>
            <pc:sldMk cId="3190233367" sldId="273"/>
            <ac:spMk id="25" creationId="{05E6D793-EDEF-4E45-98BC-BD080C3D0B01}"/>
          </ac:spMkLst>
        </pc:spChg>
        <pc:spChg chg="add mod">
          <ac:chgData name="Lucas Tossolini" userId="82ff3cc4fadd8f44" providerId="LiveId" clId="{ABBC1E2D-8C6D-40AD-BC48-AA88A7A56085}" dt="2019-10-10T16:59:38.340" v="1997"/>
          <ac:spMkLst>
            <pc:docMk/>
            <pc:sldMk cId="3190233367" sldId="273"/>
            <ac:spMk id="26" creationId="{9D68E4AA-B343-4C17-B683-7EA784B04C2F}"/>
          </ac:spMkLst>
        </pc:spChg>
        <pc:spChg chg="add mod">
          <ac:chgData name="Lucas Tossolini" userId="82ff3cc4fadd8f44" providerId="LiveId" clId="{ABBC1E2D-8C6D-40AD-BC48-AA88A7A56085}" dt="2019-10-10T16:59:49.423" v="2001"/>
          <ac:spMkLst>
            <pc:docMk/>
            <pc:sldMk cId="3190233367" sldId="273"/>
            <ac:spMk id="27" creationId="{916C8C63-4696-4F33-A8DE-B5B15C2A9F8A}"/>
          </ac:spMkLst>
        </pc:spChg>
        <pc:spChg chg="add">
          <ac:chgData name="Lucas Tossolini" userId="82ff3cc4fadd8f44" providerId="LiveId" clId="{ABBC1E2D-8C6D-40AD-BC48-AA88A7A56085}" dt="2019-10-10T17:03:23.626" v="2080"/>
          <ac:spMkLst>
            <pc:docMk/>
            <pc:sldMk cId="3190233367" sldId="273"/>
            <ac:spMk id="28" creationId="{D2BCAD0F-F592-49EC-AB70-45ABC516EA98}"/>
          </ac:spMkLst>
        </pc:spChg>
        <pc:graphicFrameChg chg="mod">
          <ac:chgData name="Lucas Tossolini" userId="82ff3cc4fadd8f44" providerId="LiveId" clId="{ABBC1E2D-8C6D-40AD-BC48-AA88A7A56085}" dt="2019-10-10T17:12:39.248" v="2219"/>
          <ac:graphicFrameMkLst>
            <pc:docMk/>
            <pc:sldMk cId="3190233367" sldId="273"/>
            <ac:graphicFrameMk id="6" creationId="{00000000-0000-0000-0000-000000000000}"/>
          </ac:graphicFrameMkLst>
        </pc:graphicFrameChg>
      </pc:sldChg>
      <pc:sldChg chg="addSp delSp modSp">
        <pc:chgData name="Lucas Tossolini" userId="82ff3cc4fadd8f44" providerId="LiveId" clId="{ABBC1E2D-8C6D-40AD-BC48-AA88A7A56085}" dt="2019-10-10T17:10:03.711" v="2191" actId="1076"/>
        <pc:sldMkLst>
          <pc:docMk/>
          <pc:sldMk cId="3414646331" sldId="274"/>
        </pc:sldMkLst>
        <pc:spChg chg="del">
          <ac:chgData name="Lucas Tossolini" userId="82ff3cc4fadd8f44" providerId="LiveId" clId="{ABBC1E2D-8C6D-40AD-BC48-AA88A7A56085}" dt="2019-10-10T17:03:33.192" v="2083" actId="478"/>
          <ac:spMkLst>
            <pc:docMk/>
            <pc:sldMk cId="3414646331" sldId="274"/>
            <ac:spMk id="14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6:10.633" v="2123" actId="478"/>
          <ac:spMkLst>
            <pc:docMk/>
            <pc:sldMk cId="3414646331" sldId="274"/>
            <ac:spMk id="15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6:11.775" v="2124" actId="478"/>
          <ac:spMkLst>
            <pc:docMk/>
            <pc:sldMk cId="3414646331" sldId="274"/>
            <ac:spMk id="16" creationId="{00000000-0000-0000-0000-000000000000}"/>
          </ac:spMkLst>
        </pc:spChg>
        <pc:spChg chg="del mod">
          <ac:chgData name="Lucas Tossolini" userId="82ff3cc4fadd8f44" providerId="LiveId" clId="{ABBC1E2D-8C6D-40AD-BC48-AA88A7A56085}" dt="2019-10-10T17:05:00.600" v="2093" actId="478"/>
          <ac:spMkLst>
            <pc:docMk/>
            <pc:sldMk cId="3414646331" sldId="274"/>
            <ac:spMk id="17" creationId="{00000000-0000-0000-0000-000000000000}"/>
          </ac:spMkLst>
        </pc:spChg>
        <pc:spChg chg="del mod">
          <ac:chgData name="Lucas Tossolini" userId="82ff3cc4fadd8f44" providerId="LiveId" clId="{ABBC1E2D-8C6D-40AD-BC48-AA88A7A56085}" dt="2019-10-10T17:07:04.842" v="2140" actId="478"/>
          <ac:spMkLst>
            <pc:docMk/>
            <pc:sldMk cId="3414646331" sldId="274"/>
            <ac:spMk id="18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7:03.008" v="2138" actId="478"/>
          <ac:spMkLst>
            <pc:docMk/>
            <pc:sldMk cId="3414646331" sldId="274"/>
            <ac:spMk id="19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6:13.018" v="2125" actId="478"/>
          <ac:spMkLst>
            <pc:docMk/>
            <pc:sldMk cId="3414646331" sldId="274"/>
            <ac:spMk id="20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7:03.982" v="2139" actId="478"/>
          <ac:spMkLst>
            <pc:docMk/>
            <pc:sldMk cId="3414646331" sldId="274"/>
            <ac:spMk id="21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03:26.291" v="2081" actId="478"/>
          <ac:spMkLst>
            <pc:docMk/>
            <pc:sldMk cId="3414646331" sldId="274"/>
            <ac:spMk id="22" creationId="{6328061E-4DFE-4030-A16C-3543BD002BB3}"/>
          </ac:spMkLst>
        </pc:spChg>
        <pc:spChg chg="mod">
          <ac:chgData name="Lucas Tossolini" userId="82ff3cc4fadd8f44" providerId="LiveId" clId="{ABBC1E2D-8C6D-40AD-BC48-AA88A7A56085}" dt="2019-10-10T17:09:48.791" v="2173" actId="1076"/>
          <ac:spMkLst>
            <pc:docMk/>
            <pc:sldMk cId="3414646331" sldId="274"/>
            <ac:spMk id="23" creationId="{CC49D5CF-ACA8-4E7E-9B8F-00A49B971134}"/>
          </ac:spMkLst>
        </pc:spChg>
        <pc:spChg chg="add">
          <ac:chgData name="Lucas Tossolini" userId="82ff3cc4fadd8f44" providerId="LiveId" clId="{ABBC1E2D-8C6D-40AD-BC48-AA88A7A56085}" dt="2019-10-10T17:03:26.753" v="2082"/>
          <ac:spMkLst>
            <pc:docMk/>
            <pc:sldMk cId="3414646331" sldId="274"/>
            <ac:spMk id="24" creationId="{BBE7BF0B-22DA-402D-8830-0ACF26394C97}"/>
          </ac:spMkLst>
        </pc:spChg>
        <pc:spChg chg="add mod">
          <ac:chgData name="Lucas Tossolini" userId="82ff3cc4fadd8f44" providerId="LiveId" clId="{ABBC1E2D-8C6D-40AD-BC48-AA88A7A56085}" dt="2019-10-10T17:06:26.094" v="2129" actId="1076"/>
          <ac:spMkLst>
            <pc:docMk/>
            <pc:sldMk cId="3414646331" sldId="274"/>
            <ac:spMk id="25" creationId="{10AE07D3-2FBB-4495-A8FB-39DA69C56D9C}"/>
          </ac:spMkLst>
        </pc:spChg>
        <pc:spChg chg="add mod">
          <ac:chgData name="Lucas Tossolini" userId="82ff3cc4fadd8f44" providerId="LiveId" clId="{ABBC1E2D-8C6D-40AD-BC48-AA88A7A56085}" dt="2019-10-10T17:06:28.871" v="2130" actId="1076"/>
          <ac:spMkLst>
            <pc:docMk/>
            <pc:sldMk cId="3414646331" sldId="274"/>
            <ac:spMk id="26" creationId="{86C00FEA-11F2-4E5B-B37C-41C0E8DBDD4E}"/>
          </ac:spMkLst>
        </pc:spChg>
        <pc:spChg chg="add mod">
          <ac:chgData name="Lucas Tossolini" userId="82ff3cc4fadd8f44" providerId="LiveId" clId="{ABBC1E2D-8C6D-40AD-BC48-AA88A7A56085}" dt="2019-10-10T17:06:42.239" v="2133" actId="1076"/>
          <ac:spMkLst>
            <pc:docMk/>
            <pc:sldMk cId="3414646331" sldId="274"/>
            <ac:spMk id="29" creationId="{137001E4-B6F9-41DA-9AAE-BE674FB7E7EF}"/>
          </ac:spMkLst>
        </pc:spChg>
        <pc:spChg chg="add mod">
          <ac:chgData name="Lucas Tossolini" userId="82ff3cc4fadd8f44" providerId="LiveId" clId="{ABBC1E2D-8C6D-40AD-BC48-AA88A7A56085}" dt="2019-10-10T17:06:56.671" v="2135" actId="1076"/>
          <ac:spMkLst>
            <pc:docMk/>
            <pc:sldMk cId="3414646331" sldId="274"/>
            <ac:spMk id="30" creationId="{74519012-D7DC-49C5-B820-02CD7A69F0A5}"/>
          </ac:spMkLst>
        </pc:spChg>
        <pc:spChg chg="add mod">
          <ac:chgData name="Lucas Tossolini" userId="82ff3cc4fadd8f44" providerId="LiveId" clId="{ABBC1E2D-8C6D-40AD-BC48-AA88A7A56085}" dt="2019-10-10T17:07:22.903" v="2145" actId="1076"/>
          <ac:spMkLst>
            <pc:docMk/>
            <pc:sldMk cId="3414646331" sldId="274"/>
            <ac:spMk id="32" creationId="{2A73229F-5562-4A35-BF0C-A8F0B4981C18}"/>
          </ac:spMkLst>
        </pc:spChg>
        <pc:spChg chg="add mod">
          <ac:chgData name="Lucas Tossolini" userId="82ff3cc4fadd8f44" providerId="LiveId" clId="{ABBC1E2D-8C6D-40AD-BC48-AA88A7A56085}" dt="2019-10-10T17:09:58.463" v="2190" actId="1076"/>
          <ac:spMkLst>
            <pc:docMk/>
            <pc:sldMk cId="3414646331" sldId="274"/>
            <ac:spMk id="34" creationId="{5B24FDC2-0555-4241-A2C3-3A29427CCE65}"/>
          </ac:spMkLst>
        </pc:spChg>
        <pc:spChg chg="add mod">
          <ac:chgData name="Lucas Tossolini" userId="82ff3cc4fadd8f44" providerId="LiveId" clId="{ABBC1E2D-8C6D-40AD-BC48-AA88A7A56085}" dt="2019-10-10T17:09:53.526" v="2187" actId="20577"/>
          <ac:spMkLst>
            <pc:docMk/>
            <pc:sldMk cId="3414646331" sldId="274"/>
            <ac:spMk id="35" creationId="{BB50825C-5FB6-44E3-8D9D-79908467C94D}"/>
          </ac:spMkLst>
        </pc:spChg>
        <pc:graphicFrameChg chg="mod">
          <ac:chgData name="Lucas Tossolini" userId="82ff3cc4fadd8f44" providerId="LiveId" clId="{ABBC1E2D-8C6D-40AD-BC48-AA88A7A56085}" dt="2019-10-10T17:06:18.855" v="2127" actId="14100"/>
          <ac:graphicFrameMkLst>
            <pc:docMk/>
            <pc:sldMk cId="3414646331" sldId="274"/>
            <ac:graphicFrameMk id="13" creationId="{00000000-0000-0000-0000-000000000000}"/>
          </ac:graphicFrameMkLst>
        </pc:graphicFrameChg>
        <pc:picChg chg="add mod">
          <ac:chgData name="Lucas Tossolini" userId="82ff3cc4fadd8f44" providerId="LiveId" clId="{ABBC1E2D-8C6D-40AD-BC48-AA88A7A56085}" dt="2019-10-10T17:06:24.327" v="2128" actId="1076"/>
          <ac:picMkLst>
            <pc:docMk/>
            <pc:sldMk cId="3414646331" sldId="274"/>
            <ac:picMk id="3" creationId="{E1718049-0434-4E27-9C93-3FF8D6C40A58}"/>
          </ac:picMkLst>
        </pc:picChg>
        <pc:picChg chg="add mod">
          <ac:chgData name="Lucas Tossolini" userId="82ff3cc4fadd8f44" providerId="LiveId" clId="{ABBC1E2D-8C6D-40AD-BC48-AA88A7A56085}" dt="2019-10-10T17:06:31.519" v="2131" actId="1076"/>
          <ac:picMkLst>
            <pc:docMk/>
            <pc:sldMk cId="3414646331" sldId="274"/>
            <ac:picMk id="5" creationId="{CA62B411-067C-49F0-A1E5-3661BE3FB609}"/>
          </ac:picMkLst>
        </pc:picChg>
        <pc:picChg chg="add mod">
          <ac:chgData name="Lucas Tossolini" userId="82ff3cc4fadd8f44" providerId="LiveId" clId="{ABBC1E2D-8C6D-40AD-BC48-AA88A7A56085}" dt="2019-10-10T17:10:03.711" v="2191" actId="1076"/>
          <ac:picMkLst>
            <pc:docMk/>
            <pc:sldMk cId="3414646331" sldId="274"/>
            <ac:picMk id="7" creationId="{BED2CBC5-9E16-4611-A667-8102A946FA13}"/>
          </ac:picMkLst>
        </pc:picChg>
        <pc:picChg chg="add del">
          <ac:chgData name="Lucas Tossolini" userId="82ff3cc4fadd8f44" providerId="LiveId" clId="{ABBC1E2D-8C6D-40AD-BC48-AA88A7A56085}" dt="2019-10-10T17:05:33.075" v="2112"/>
          <ac:picMkLst>
            <pc:docMk/>
            <pc:sldMk cId="3414646331" sldId="274"/>
            <ac:picMk id="27" creationId="{CE6AAE7D-42EC-4D65-B320-F656007EA392}"/>
          </ac:picMkLst>
        </pc:picChg>
        <pc:picChg chg="add mod">
          <ac:chgData name="Lucas Tossolini" userId="82ff3cc4fadd8f44" providerId="LiveId" clId="{ABBC1E2D-8C6D-40AD-BC48-AA88A7A56085}" dt="2019-10-10T17:06:39.559" v="2132" actId="1076"/>
          <ac:picMkLst>
            <pc:docMk/>
            <pc:sldMk cId="3414646331" sldId="274"/>
            <ac:picMk id="28" creationId="{40733AB0-43F7-46E2-927F-5B339D204E30}"/>
          </ac:picMkLst>
        </pc:picChg>
        <pc:picChg chg="add mod">
          <ac:chgData name="Lucas Tossolini" userId="82ff3cc4fadd8f44" providerId="LiveId" clId="{ABBC1E2D-8C6D-40AD-BC48-AA88A7A56085}" dt="2019-10-10T17:07:01.655" v="2137" actId="1076"/>
          <ac:picMkLst>
            <pc:docMk/>
            <pc:sldMk cId="3414646331" sldId="274"/>
            <ac:picMk id="31" creationId="{12E5717D-FE3D-49D9-81DD-B1A527CD07F5}"/>
          </ac:picMkLst>
        </pc:picChg>
        <pc:picChg chg="add mod">
          <ac:chgData name="Lucas Tossolini" userId="82ff3cc4fadd8f44" providerId="LiveId" clId="{ABBC1E2D-8C6D-40AD-BC48-AA88A7A56085}" dt="2019-10-10T17:07:19.710" v="2144" actId="1076"/>
          <ac:picMkLst>
            <pc:docMk/>
            <pc:sldMk cId="3414646331" sldId="274"/>
            <ac:picMk id="33" creationId="{5DEC3382-28B3-495A-98CC-E87990883475}"/>
          </ac:picMkLst>
        </pc:picChg>
      </pc:sldChg>
      <pc:sldChg chg="addSp delSp modSp">
        <pc:chgData name="Lucas Tossolini" userId="82ff3cc4fadd8f44" providerId="LiveId" clId="{ABBC1E2D-8C6D-40AD-BC48-AA88A7A56085}" dt="2019-10-10T17:27:33.839" v="2430" actId="20577"/>
        <pc:sldMkLst>
          <pc:docMk/>
          <pc:sldMk cId="807725415" sldId="275"/>
        </pc:sldMkLst>
        <pc:spChg chg="add mod">
          <ac:chgData name="Lucas Tossolini" userId="82ff3cc4fadd8f44" providerId="LiveId" clId="{ABBC1E2D-8C6D-40AD-BC48-AA88A7A56085}" dt="2019-10-10T17:23:14.557" v="2339" actId="108"/>
          <ac:spMkLst>
            <pc:docMk/>
            <pc:sldMk cId="807725415" sldId="275"/>
            <ac:spMk id="2" creationId="{FA62710A-9DBE-4C2B-8EB6-0635ADAA8C70}"/>
          </ac:spMkLst>
        </pc:spChg>
        <pc:spChg chg="add mod">
          <ac:chgData name="Lucas Tossolini" userId="82ff3cc4fadd8f44" providerId="LiveId" clId="{ABBC1E2D-8C6D-40AD-BC48-AA88A7A56085}" dt="2019-10-10T17:24:59.673" v="2342" actId="108"/>
          <ac:spMkLst>
            <pc:docMk/>
            <pc:sldMk cId="807725415" sldId="275"/>
            <ac:spMk id="3" creationId="{B968FD5A-0D53-459D-B371-51F96CBBB8F6}"/>
          </ac:spMkLst>
        </pc:spChg>
        <pc:spChg chg="add mod">
          <ac:chgData name="Lucas Tossolini" userId="82ff3cc4fadd8f44" providerId="LiveId" clId="{ABBC1E2D-8C6D-40AD-BC48-AA88A7A56085}" dt="2019-10-10T17:25:33.143" v="2344" actId="108"/>
          <ac:spMkLst>
            <pc:docMk/>
            <pc:sldMk cId="807725415" sldId="275"/>
            <ac:spMk id="4" creationId="{E2121550-CBC9-467F-8D85-A23887A7E91B}"/>
          </ac:spMkLst>
        </pc:spChg>
        <pc:spChg chg="add mod">
          <ac:chgData name="Lucas Tossolini" userId="82ff3cc4fadd8f44" providerId="LiveId" clId="{ABBC1E2D-8C6D-40AD-BC48-AA88A7A56085}" dt="2019-10-10T17:25:49.947" v="2346" actId="108"/>
          <ac:spMkLst>
            <pc:docMk/>
            <pc:sldMk cId="807725415" sldId="275"/>
            <ac:spMk id="5" creationId="{0DAD14A5-205B-406F-A5A0-322188691E7B}"/>
          </ac:spMkLst>
        </pc:spChg>
        <pc:spChg chg="add mod">
          <ac:chgData name="Lucas Tossolini" userId="82ff3cc4fadd8f44" providerId="LiveId" clId="{ABBC1E2D-8C6D-40AD-BC48-AA88A7A56085}" dt="2019-10-10T17:21:30.866" v="2331" actId="20577"/>
          <ac:spMkLst>
            <pc:docMk/>
            <pc:sldMk cId="807725415" sldId="275"/>
            <ac:spMk id="6" creationId="{AA276088-FB66-4758-901D-7ADE639E117E}"/>
          </ac:spMkLst>
        </pc:spChg>
        <pc:spChg chg="del">
          <ac:chgData name="Lucas Tossolini" userId="82ff3cc4fadd8f44" providerId="LiveId" clId="{ABBC1E2D-8C6D-40AD-BC48-AA88A7A56085}" dt="2019-10-10T17:21:51.243" v="2334" actId="478"/>
          <ac:spMkLst>
            <pc:docMk/>
            <pc:sldMk cId="807725415" sldId="275"/>
            <ac:spMk id="7" creationId="{F0F6F5B0-6A96-4D25-807F-A63145F33CF8}"/>
          </ac:spMkLst>
        </pc:spChg>
        <pc:spChg chg="mod">
          <ac:chgData name="Lucas Tossolini" userId="82ff3cc4fadd8f44" providerId="LiveId" clId="{ABBC1E2D-8C6D-40AD-BC48-AA88A7A56085}" dt="2019-10-10T17:21:00.894" v="2320" actId="1076"/>
          <ac:spMkLst>
            <pc:docMk/>
            <pc:sldMk cId="807725415" sldId="275"/>
            <ac:spMk id="8" creationId="{5F31D3A8-405E-470B-9FC7-D774DE5B73FA}"/>
          </ac:spMkLst>
        </pc:spChg>
        <pc:spChg chg="add">
          <ac:chgData name="Lucas Tossolini" userId="82ff3cc4fadd8f44" providerId="LiveId" clId="{ABBC1E2D-8C6D-40AD-BC48-AA88A7A56085}" dt="2019-10-10T17:21:51.861" v="2335"/>
          <ac:spMkLst>
            <pc:docMk/>
            <pc:sldMk cId="807725415" sldId="275"/>
            <ac:spMk id="9" creationId="{FCF28CB7-9A20-417E-BA2D-33B3B305D2AE}"/>
          </ac:spMkLst>
        </pc:spChg>
        <pc:spChg chg="add del mod">
          <ac:chgData name="Lucas Tossolini" userId="82ff3cc4fadd8f44" providerId="LiveId" clId="{ABBC1E2D-8C6D-40AD-BC48-AA88A7A56085}" dt="2019-10-10T17:23:17.270" v="2340" actId="478"/>
          <ac:spMkLst>
            <pc:docMk/>
            <pc:sldMk cId="807725415" sldId="275"/>
            <ac:spMk id="10" creationId="{F97521F4-446D-4F7E-A461-1AEC578A880F}"/>
          </ac:spMkLst>
        </pc:spChg>
        <pc:spChg chg="add mod">
          <ac:chgData name="Lucas Tossolini" userId="82ff3cc4fadd8f44" providerId="LiveId" clId="{ABBC1E2D-8C6D-40AD-BC48-AA88A7A56085}" dt="2019-10-10T17:26:11.166" v="2359" actId="1076"/>
          <ac:spMkLst>
            <pc:docMk/>
            <pc:sldMk cId="807725415" sldId="275"/>
            <ac:spMk id="13" creationId="{3FB64635-CF1C-4241-8128-6CCBE7ED23BC}"/>
          </ac:spMkLst>
        </pc:spChg>
        <pc:spChg chg="add mod">
          <ac:chgData name="Lucas Tossolini" userId="82ff3cc4fadd8f44" providerId="LiveId" clId="{ABBC1E2D-8C6D-40AD-BC48-AA88A7A56085}" dt="2019-10-10T17:27:00.285" v="2382" actId="20577"/>
          <ac:spMkLst>
            <pc:docMk/>
            <pc:sldMk cId="807725415" sldId="275"/>
            <ac:spMk id="18" creationId="{F40AA751-8E5E-423D-879A-A646D4706F36}"/>
          </ac:spMkLst>
        </pc:spChg>
        <pc:spChg chg="add mod">
          <ac:chgData name="Lucas Tossolini" userId="82ff3cc4fadd8f44" providerId="LiveId" clId="{ABBC1E2D-8C6D-40AD-BC48-AA88A7A56085}" dt="2019-10-10T17:27:24.437" v="2415" actId="1076"/>
          <ac:spMkLst>
            <pc:docMk/>
            <pc:sldMk cId="807725415" sldId="275"/>
            <ac:spMk id="19" creationId="{E441DE43-00B5-47B5-AEA3-DB492522EB14}"/>
          </ac:spMkLst>
        </pc:spChg>
        <pc:spChg chg="add mod">
          <ac:chgData name="Lucas Tossolini" userId="82ff3cc4fadd8f44" providerId="LiveId" clId="{ABBC1E2D-8C6D-40AD-BC48-AA88A7A56085}" dt="2019-10-10T17:27:33.839" v="2430" actId="20577"/>
          <ac:spMkLst>
            <pc:docMk/>
            <pc:sldMk cId="807725415" sldId="275"/>
            <ac:spMk id="20" creationId="{D722896F-FB6E-4805-8222-1096B30BD1F4}"/>
          </ac:spMkLst>
        </pc:spChg>
        <pc:spChg chg="del">
          <ac:chgData name="Lucas Tossolini" userId="82ff3cc4fadd8f44" providerId="LiveId" clId="{ABBC1E2D-8C6D-40AD-BC48-AA88A7A56085}" dt="2019-10-10T17:20:53.750" v="2317" actId="478"/>
          <ac:spMkLst>
            <pc:docMk/>
            <pc:sldMk cId="807725415" sldId="275"/>
            <ac:spMk id="24" creationId="{00000000-0000-0000-0000-000000000000}"/>
          </ac:spMkLst>
        </pc:spChg>
        <pc:graphicFrameChg chg="mod">
          <ac:chgData name="Lucas Tossolini" userId="82ff3cc4fadd8f44" providerId="LiveId" clId="{ABBC1E2D-8C6D-40AD-BC48-AA88A7A56085}" dt="2019-10-10T17:21:20.430" v="2322" actId="2085"/>
          <ac:graphicFrameMkLst>
            <pc:docMk/>
            <pc:sldMk cId="807725415" sldId="275"/>
            <ac:graphicFrameMk id="23" creationId="{00000000-0000-0000-0000-000000000000}"/>
          </ac:graphicFrameMkLst>
        </pc:graphicFrameChg>
        <pc:picChg chg="add mod">
          <ac:chgData name="Lucas Tossolini" userId="82ff3cc4fadd8f44" providerId="LiveId" clId="{ABBC1E2D-8C6D-40AD-BC48-AA88A7A56085}" dt="2019-10-10T17:26:51.958" v="2364" actId="1076"/>
          <ac:picMkLst>
            <pc:docMk/>
            <pc:sldMk cId="807725415" sldId="275"/>
            <ac:picMk id="12" creationId="{3180F890-08A7-4119-B46B-6356B2346840}"/>
          </ac:picMkLst>
        </pc:picChg>
        <pc:picChg chg="add mod">
          <ac:chgData name="Lucas Tossolini" userId="82ff3cc4fadd8f44" providerId="LiveId" clId="{ABBC1E2D-8C6D-40AD-BC48-AA88A7A56085}" dt="2019-10-10T17:26:49.374" v="2363" actId="1076"/>
          <ac:picMkLst>
            <pc:docMk/>
            <pc:sldMk cId="807725415" sldId="275"/>
            <ac:picMk id="15" creationId="{2C6640BE-F5FD-4193-BCE3-D184A6C6D10A}"/>
          </ac:picMkLst>
        </pc:picChg>
      </pc:sldChg>
      <pc:sldChg chg="modSp add">
        <pc:chgData name="Lucas Tossolini" userId="82ff3cc4fadd8f44" providerId="LiveId" clId="{ABBC1E2D-8C6D-40AD-BC48-AA88A7A56085}" dt="2019-10-09T19:27:48.709" v="447" actId="115"/>
        <pc:sldMkLst>
          <pc:docMk/>
          <pc:sldMk cId="0" sldId="311"/>
        </pc:sldMkLst>
        <pc:spChg chg="mod">
          <ac:chgData name="Lucas Tossolini" userId="82ff3cc4fadd8f44" providerId="LiveId" clId="{ABBC1E2D-8C6D-40AD-BC48-AA88A7A56085}" dt="2019-10-09T19:27:48.709" v="447" actId="115"/>
          <ac:spMkLst>
            <pc:docMk/>
            <pc:sldMk cId="0" sldId="311"/>
            <ac:spMk id="32" creationId="{4A9DF78E-FCF3-4E3B-B433-F85A3170B2DB}"/>
          </ac:spMkLst>
        </pc:spChg>
      </pc:sldChg>
      <pc:sldChg chg="addSp modSp">
        <pc:chgData name="Lucas Tossolini" userId="82ff3cc4fadd8f44" providerId="LiveId" clId="{ABBC1E2D-8C6D-40AD-BC48-AA88A7A56085}" dt="2019-10-09T19:48:18.090" v="554" actId="1076"/>
        <pc:sldMkLst>
          <pc:docMk/>
          <pc:sldMk cId="0" sldId="321"/>
        </pc:sldMkLst>
        <pc:spChg chg="add mod">
          <ac:chgData name="Lucas Tossolini" userId="82ff3cc4fadd8f44" providerId="LiveId" clId="{ABBC1E2D-8C6D-40AD-BC48-AA88A7A56085}" dt="2019-10-09T19:48:18.090" v="554" actId="1076"/>
          <ac:spMkLst>
            <pc:docMk/>
            <pc:sldMk cId="0" sldId="321"/>
            <ac:spMk id="24" creationId="{0A8A1055-D44F-43D5-AFBC-86FF9B20E075}"/>
          </ac:spMkLst>
        </pc:spChg>
      </pc:sldChg>
      <pc:sldChg chg="modSp">
        <pc:chgData name="Lucas Tossolini" userId="82ff3cc4fadd8f44" providerId="LiveId" clId="{ABBC1E2D-8C6D-40AD-BC48-AA88A7A56085}" dt="2019-10-09T19:50:54.767" v="638" actId="404"/>
        <pc:sldMkLst>
          <pc:docMk/>
          <pc:sldMk cId="0" sldId="322"/>
        </pc:sldMkLst>
        <pc:spChg chg="mod">
          <ac:chgData name="Lucas Tossolini" userId="82ff3cc4fadd8f44" providerId="LiveId" clId="{ABBC1E2D-8C6D-40AD-BC48-AA88A7A56085}" dt="2019-10-09T19:50:54.767" v="638" actId="404"/>
          <ac:spMkLst>
            <pc:docMk/>
            <pc:sldMk cId="0" sldId="322"/>
            <ac:spMk id="34" creationId="{00000000-0000-0000-0000-000000000000}"/>
          </ac:spMkLst>
        </pc:spChg>
      </pc:sldChg>
      <pc:sldChg chg="modSp">
        <pc:chgData name="Lucas Tossolini" userId="82ff3cc4fadd8f44" providerId="LiveId" clId="{ABBC1E2D-8C6D-40AD-BC48-AA88A7A56085}" dt="2019-10-09T19:51:05.143" v="654" actId="5793"/>
        <pc:sldMkLst>
          <pc:docMk/>
          <pc:sldMk cId="0" sldId="323"/>
        </pc:sldMkLst>
        <pc:spChg chg="mod">
          <ac:chgData name="Lucas Tossolini" userId="82ff3cc4fadd8f44" providerId="LiveId" clId="{ABBC1E2D-8C6D-40AD-BC48-AA88A7A56085}" dt="2019-10-09T19:51:05.143" v="654" actId="5793"/>
          <ac:spMkLst>
            <pc:docMk/>
            <pc:sldMk cId="0" sldId="323"/>
            <ac:spMk id="12" creationId="{EAB9B448-91ED-4F12-B09E-A966F8957228}"/>
          </ac:spMkLst>
        </pc:spChg>
      </pc:sldChg>
      <pc:sldChg chg="addSp delSp modSp">
        <pc:chgData name="Lucas Tossolini" userId="82ff3cc4fadd8f44" providerId="LiveId" clId="{ABBC1E2D-8C6D-40AD-BC48-AA88A7A56085}" dt="2019-10-09T19:25:16.881" v="309"/>
        <pc:sldMkLst>
          <pc:docMk/>
          <pc:sldMk cId="2389313152" sldId="330"/>
        </pc:sldMkLst>
        <pc:spChg chg="add mod">
          <ac:chgData name="Lucas Tossolini" userId="82ff3cc4fadd8f44" providerId="LiveId" clId="{ABBC1E2D-8C6D-40AD-BC48-AA88A7A56085}" dt="2019-10-09T19:20:27.592" v="236" actId="1076"/>
          <ac:spMkLst>
            <pc:docMk/>
            <pc:sldMk cId="2389313152" sldId="330"/>
            <ac:spMk id="15" creationId="{34EFBD20-8E9E-49D6-824C-AA53CF637669}"/>
          </ac:spMkLst>
        </pc:spChg>
        <pc:spChg chg="add">
          <ac:chgData name="Lucas Tossolini" userId="82ff3cc4fadd8f44" providerId="LiveId" clId="{ABBC1E2D-8C6D-40AD-BC48-AA88A7A56085}" dt="2019-10-09T19:25:16.881" v="309"/>
          <ac:spMkLst>
            <pc:docMk/>
            <pc:sldMk cId="2389313152" sldId="330"/>
            <ac:spMk id="17" creationId="{2ECEBC7B-7204-462A-94B5-6C3997F734BE}"/>
          </ac:spMkLst>
        </pc:spChg>
        <pc:spChg chg="del">
          <ac:chgData name="Lucas Tossolini" userId="82ff3cc4fadd8f44" providerId="LiveId" clId="{ABBC1E2D-8C6D-40AD-BC48-AA88A7A56085}" dt="2019-10-09T19:25:16.429" v="308" actId="478"/>
          <ac:spMkLst>
            <pc:docMk/>
            <pc:sldMk cId="2389313152" sldId="330"/>
            <ac:spMk id="57" creationId="{00000000-0000-0000-0000-000000000000}"/>
          </ac:spMkLst>
        </pc:spChg>
      </pc:sldChg>
      <pc:sldChg chg="addSp modSp">
        <pc:chgData name="Lucas Tossolini" userId="82ff3cc4fadd8f44" providerId="LiveId" clId="{ABBC1E2D-8C6D-40AD-BC48-AA88A7A56085}" dt="2019-10-09T19:47:12.328" v="546" actId="14100"/>
        <pc:sldMkLst>
          <pc:docMk/>
          <pc:sldMk cId="451408914" sldId="357"/>
        </pc:sldMkLst>
        <pc:spChg chg="mod">
          <ac:chgData name="Lucas Tossolini" userId="82ff3cc4fadd8f44" providerId="LiveId" clId="{ABBC1E2D-8C6D-40AD-BC48-AA88A7A56085}" dt="2019-10-09T19:32:42.106" v="479" actId="20577"/>
          <ac:spMkLst>
            <pc:docMk/>
            <pc:sldMk cId="451408914" sldId="357"/>
            <ac:spMk id="5" creationId="{00000000-0000-0000-0000-000000000000}"/>
          </ac:spMkLst>
        </pc:spChg>
        <pc:spChg chg="add mod">
          <ac:chgData name="Lucas Tossolini" userId="82ff3cc4fadd8f44" providerId="LiveId" clId="{ABBC1E2D-8C6D-40AD-BC48-AA88A7A56085}" dt="2019-10-09T19:47:12.328" v="546" actId="14100"/>
          <ac:spMkLst>
            <pc:docMk/>
            <pc:sldMk cId="451408914" sldId="357"/>
            <ac:spMk id="6" creationId="{CFD3B24A-2A6A-42C5-88AD-6688DC1783CB}"/>
          </ac:spMkLst>
        </pc:spChg>
      </pc:sldChg>
      <pc:sldChg chg="addSp modSp">
        <pc:chgData name="Lucas Tossolini" userId="82ff3cc4fadd8f44" providerId="LiveId" clId="{ABBC1E2D-8C6D-40AD-BC48-AA88A7A56085}" dt="2019-10-09T19:50:32.451" v="600" actId="20577"/>
        <pc:sldMkLst>
          <pc:docMk/>
          <pc:sldMk cId="3731004726" sldId="360"/>
        </pc:sldMkLst>
        <pc:spChg chg="add mod">
          <ac:chgData name="Lucas Tossolini" userId="82ff3cc4fadd8f44" providerId="LiveId" clId="{ABBC1E2D-8C6D-40AD-BC48-AA88A7A56085}" dt="2019-10-09T19:50:26.178" v="592" actId="1076"/>
          <ac:spMkLst>
            <pc:docMk/>
            <pc:sldMk cId="3731004726" sldId="360"/>
            <ac:spMk id="7" creationId="{F995DD21-6BFB-41F9-935B-6868BE433A3F}"/>
          </ac:spMkLst>
        </pc:spChg>
        <pc:spChg chg="add mod">
          <ac:chgData name="Lucas Tossolini" userId="82ff3cc4fadd8f44" providerId="LiveId" clId="{ABBC1E2D-8C6D-40AD-BC48-AA88A7A56085}" dt="2019-10-09T19:50:32.451" v="600" actId="20577"/>
          <ac:spMkLst>
            <pc:docMk/>
            <pc:sldMk cId="3731004726" sldId="360"/>
            <ac:spMk id="8" creationId="{363A9AB4-47A5-4A70-BF24-4F3488D6FD7F}"/>
          </ac:spMkLst>
        </pc:spChg>
      </pc:sldChg>
      <pc:sldChg chg="addSp delSp">
        <pc:chgData name="Lucas Tossolini" userId="82ff3cc4fadd8f44" providerId="LiveId" clId="{ABBC1E2D-8C6D-40AD-BC48-AA88A7A56085}" dt="2019-10-09T19:49:35.227" v="556" actId="478"/>
        <pc:sldMkLst>
          <pc:docMk/>
          <pc:sldMk cId="2154863944" sldId="362"/>
        </pc:sldMkLst>
        <pc:spChg chg="add del">
          <ac:chgData name="Lucas Tossolini" userId="82ff3cc4fadd8f44" providerId="LiveId" clId="{ABBC1E2D-8C6D-40AD-BC48-AA88A7A56085}" dt="2019-10-09T19:49:35.227" v="556" actId="478"/>
          <ac:spMkLst>
            <pc:docMk/>
            <pc:sldMk cId="2154863944" sldId="362"/>
            <ac:spMk id="5" creationId="{BA125420-BC5B-4D94-B7A5-A07A8A157DA8}"/>
          </ac:spMkLst>
        </pc:spChg>
      </pc:sldChg>
      <pc:sldChg chg="modSp">
        <pc:chgData name="Lucas Tossolini" userId="82ff3cc4fadd8f44" providerId="LiveId" clId="{ABBC1E2D-8C6D-40AD-BC48-AA88A7A56085}" dt="2019-10-09T19:51:28.637" v="671" actId="404"/>
        <pc:sldMkLst>
          <pc:docMk/>
          <pc:sldMk cId="2649075762" sldId="365"/>
        </pc:sldMkLst>
        <pc:spChg chg="mod">
          <ac:chgData name="Lucas Tossolini" userId="82ff3cc4fadd8f44" providerId="LiveId" clId="{ABBC1E2D-8C6D-40AD-BC48-AA88A7A56085}" dt="2019-10-09T19:51:28.637" v="671" actId="404"/>
          <ac:spMkLst>
            <pc:docMk/>
            <pc:sldMk cId="2649075762" sldId="365"/>
            <ac:spMk id="11" creationId="{EC7CA0D7-BB54-4038-894D-5B1C6E65B35F}"/>
          </ac:spMkLst>
        </pc:spChg>
      </pc:sldChg>
      <pc:sldChg chg="modSp">
        <pc:chgData name="Lucas Tossolini" userId="82ff3cc4fadd8f44" providerId="LiveId" clId="{ABBC1E2D-8C6D-40AD-BC48-AA88A7A56085}" dt="2019-10-09T19:53:14.252" v="716" actId="5793"/>
        <pc:sldMkLst>
          <pc:docMk/>
          <pc:sldMk cId="46493969" sldId="368"/>
        </pc:sldMkLst>
        <pc:spChg chg="mod">
          <ac:chgData name="Lucas Tossolini" userId="82ff3cc4fadd8f44" providerId="LiveId" clId="{ABBC1E2D-8C6D-40AD-BC48-AA88A7A56085}" dt="2019-10-09T19:53:14.252" v="716" actId="5793"/>
          <ac:spMkLst>
            <pc:docMk/>
            <pc:sldMk cId="46493969" sldId="368"/>
            <ac:spMk id="5" creationId="{00000000-0000-0000-0000-000000000000}"/>
          </ac:spMkLst>
        </pc:spChg>
      </pc:sldChg>
      <pc:sldChg chg="addSp modSp">
        <pc:chgData name="Lucas Tossolini" userId="82ff3cc4fadd8f44" providerId="LiveId" clId="{ABBC1E2D-8C6D-40AD-BC48-AA88A7A56085}" dt="2019-10-09T19:52:21.372" v="691" actId="20577"/>
        <pc:sldMkLst>
          <pc:docMk/>
          <pc:sldMk cId="1284534925" sldId="378"/>
        </pc:sldMkLst>
        <pc:spChg chg="mod">
          <ac:chgData name="Lucas Tossolini" userId="82ff3cc4fadd8f44" providerId="LiveId" clId="{ABBC1E2D-8C6D-40AD-BC48-AA88A7A56085}" dt="2019-10-09T19:51:58.365" v="672" actId="113"/>
          <ac:spMkLst>
            <pc:docMk/>
            <pc:sldMk cId="1284534925" sldId="378"/>
            <ac:spMk id="9" creationId="{D5C1AEE4-C633-41F5-B320-EA9F4CBBB476}"/>
          </ac:spMkLst>
        </pc:spChg>
        <pc:spChg chg="add mod">
          <ac:chgData name="Lucas Tossolini" userId="82ff3cc4fadd8f44" providerId="LiveId" clId="{ABBC1E2D-8C6D-40AD-BC48-AA88A7A56085}" dt="2019-10-09T19:52:11.511" v="683" actId="1036"/>
          <ac:spMkLst>
            <pc:docMk/>
            <pc:sldMk cId="1284534925" sldId="378"/>
            <ac:spMk id="11" creationId="{9437842D-7F84-4933-A847-E046CF9D219A}"/>
          </ac:spMkLst>
        </pc:spChg>
        <pc:spChg chg="add mod">
          <ac:chgData name="Lucas Tossolini" userId="82ff3cc4fadd8f44" providerId="LiveId" clId="{ABBC1E2D-8C6D-40AD-BC48-AA88A7A56085}" dt="2019-10-09T19:52:21.372" v="691" actId="20577"/>
          <ac:spMkLst>
            <pc:docMk/>
            <pc:sldMk cId="1284534925" sldId="378"/>
            <ac:spMk id="12" creationId="{BC117A65-3A81-4C1F-8752-70EC81859875}"/>
          </ac:spMkLst>
        </pc:spChg>
      </pc:sldChg>
      <pc:sldChg chg="addSp delSp modSp">
        <pc:chgData name="Lucas Tossolini" userId="82ff3cc4fadd8f44" providerId="LiveId" clId="{ABBC1E2D-8C6D-40AD-BC48-AA88A7A56085}" dt="2019-10-10T17:39:12.868" v="2511"/>
        <pc:sldMkLst>
          <pc:docMk/>
          <pc:sldMk cId="2041593016" sldId="379"/>
        </pc:sldMkLst>
        <pc:spChg chg="del">
          <ac:chgData name="Lucas Tossolini" userId="82ff3cc4fadd8f44" providerId="LiveId" clId="{ABBC1E2D-8C6D-40AD-BC48-AA88A7A56085}" dt="2019-10-10T17:39:12.413" v="2510" actId="478"/>
          <ac:spMkLst>
            <pc:docMk/>
            <pc:sldMk cId="2041593016" sldId="379"/>
            <ac:spMk id="7" creationId="{F0F6F5B0-6A96-4D25-807F-A63145F33CF8}"/>
          </ac:spMkLst>
        </pc:spChg>
        <pc:spChg chg="mod">
          <ac:chgData name="Lucas Tossolini" userId="82ff3cc4fadd8f44" providerId="LiveId" clId="{ABBC1E2D-8C6D-40AD-BC48-AA88A7A56085}" dt="2019-10-10T17:28:11.053" v="2434" actId="1076"/>
          <ac:spMkLst>
            <pc:docMk/>
            <pc:sldMk cId="2041593016" sldId="379"/>
            <ac:spMk id="9" creationId="{C1642E3C-667C-470A-94C4-1F4BAF00C7BE}"/>
          </ac:spMkLst>
        </pc:spChg>
        <pc:spChg chg="add mod">
          <ac:chgData name="Lucas Tossolini" userId="82ff3cc4fadd8f44" providerId="LiveId" clId="{ABBC1E2D-8C6D-40AD-BC48-AA88A7A56085}" dt="2019-10-10T17:28:01.349" v="2433" actId="1076"/>
          <ac:spMkLst>
            <pc:docMk/>
            <pc:sldMk cId="2041593016" sldId="379"/>
            <ac:spMk id="10" creationId="{470BA89B-F86D-4904-9AC4-896DDCFEB166}"/>
          </ac:spMkLst>
        </pc:spChg>
        <pc:spChg chg="add">
          <ac:chgData name="Lucas Tossolini" userId="82ff3cc4fadd8f44" providerId="LiveId" clId="{ABBC1E2D-8C6D-40AD-BC48-AA88A7A56085}" dt="2019-10-10T17:39:12.868" v="2511"/>
          <ac:spMkLst>
            <pc:docMk/>
            <pc:sldMk cId="2041593016" sldId="379"/>
            <ac:spMk id="11" creationId="{7CCC82CB-4459-4F51-8CE2-C77B1D62FE9F}"/>
          </ac:spMkLst>
        </pc:spChg>
      </pc:sldChg>
      <pc:sldChg chg="del">
        <pc:chgData name="Lucas Tossolini" userId="82ff3cc4fadd8f44" providerId="LiveId" clId="{ABBC1E2D-8C6D-40AD-BC48-AA88A7A56085}" dt="2019-10-10T17:28:26.135" v="2435" actId="2696"/>
        <pc:sldMkLst>
          <pc:docMk/>
          <pc:sldMk cId="1252443166" sldId="380"/>
        </pc:sldMkLst>
      </pc:sldChg>
      <pc:sldChg chg="del">
        <pc:chgData name="Lucas Tossolini" userId="82ff3cc4fadd8f44" providerId="LiveId" clId="{ABBC1E2D-8C6D-40AD-BC48-AA88A7A56085}" dt="2019-10-10T17:28:35.197" v="2436" actId="2696"/>
        <pc:sldMkLst>
          <pc:docMk/>
          <pc:sldMk cId="324367919" sldId="381"/>
        </pc:sldMkLst>
      </pc:sldChg>
      <pc:sldChg chg="addSp delSp modSp">
        <pc:chgData name="Lucas Tossolini" userId="82ff3cc4fadd8f44" providerId="LiveId" clId="{ABBC1E2D-8C6D-40AD-BC48-AA88A7A56085}" dt="2019-10-10T17:39:17.177" v="2513"/>
        <pc:sldMkLst>
          <pc:docMk/>
          <pc:sldMk cId="2546178444" sldId="382"/>
        </pc:sldMkLst>
        <pc:spChg chg="del">
          <ac:chgData name="Lucas Tossolini" userId="82ff3cc4fadd8f44" providerId="LiveId" clId="{ABBC1E2D-8C6D-40AD-BC48-AA88A7A56085}" dt="2019-10-10T17:39:16.364" v="2512" actId="478"/>
          <ac:spMkLst>
            <pc:docMk/>
            <pc:sldMk cId="2546178444" sldId="382"/>
            <ac:spMk id="7" creationId="{F0F6F5B0-6A96-4D25-807F-A63145F33CF8}"/>
          </ac:spMkLst>
        </pc:spChg>
        <pc:spChg chg="mod">
          <ac:chgData name="Lucas Tossolini" userId="82ff3cc4fadd8f44" providerId="LiveId" clId="{ABBC1E2D-8C6D-40AD-BC48-AA88A7A56085}" dt="2019-10-10T17:28:46.086" v="2437" actId="1076"/>
          <ac:spMkLst>
            <pc:docMk/>
            <pc:sldMk cId="2546178444" sldId="382"/>
            <ac:spMk id="9" creationId="{C1642E3C-667C-470A-94C4-1F4BAF00C7BE}"/>
          </ac:spMkLst>
        </pc:spChg>
        <pc:spChg chg="add">
          <ac:chgData name="Lucas Tossolini" userId="82ff3cc4fadd8f44" providerId="LiveId" clId="{ABBC1E2D-8C6D-40AD-BC48-AA88A7A56085}" dt="2019-10-10T17:39:17.177" v="2513"/>
          <ac:spMkLst>
            <pc:docMk/>
            <pc:sldMk cId="2546178444" sldId="382"/>
            <ac:spMk id="13" creationId="{C5613616-628C-4991-8F8E-B883B620420B}"/>
          </ac:spMkLst>
        </pc:spChg>
      </pc:sldChg>
      <pc:sldChg chg="del">
        <pc:chgData name="Lucas Tossolini" userId="82ff3cc4fadd8f44" providerId="LiveId" clId="{ABBC1E2D-8C6D-40AD-BC48-AA88A7A56085}" dt="2019-10-10T14:54:18.576" v="1087" actId="2696"/>
        <pc:sldMkLst>
          <pc:docMk/>
          <pc:sldMk cId="698211472" sldId="386"/>
        </pc:sldMkLst>
      </pc:sldChg>
      <pc:sldChg chg="delSp modSp add">
        <pc:chgData name="Lucas Tossolini" userId="82ff3cc4fadd8f44" providerId="LiveId" clId="{ABBC1E2D-8C6D-40AD-BC48-AA88A7A56085}" dt="2019-10-10T14:54:48.425" v="1097" actId="14100"/>
        <pc:sldMkLst>
          <pc:docMk/>
          <pc:sldMk cId="1339909991" sldId="386"/>
        </pc:sldMkLst>
        <pc:spChg chg="del">
          <ac:chgData name="Lucas Tossolini" userId="82ff3cc4fadd8f44" providerId="LiveId" clId="{ABBC1E2D-8C6D-40AD-BC48-AA88A7A56085}" dt="2019-10-10T14:54:29.214" v="1090" actId="478"/>
          <ac:spMkLst>
            <pc:docMk/>
            <pc:sldMk cId="1339909991" sldId="386"/>
            <ac:spMk id="2" creationId="{12E4BFFE-43DB-439B-8318-47A6C4633107}"/>
          </ac:spMkLst>
        </pc:spChg>
        <pc:spChg chg="mod">
          <ac:chgData name="Lucas Tossolini" userId="82ff3cc4fadd8f44" providerId="LiveId" clId="{ABBC1E2D-8C6D-40AD-BC48-AA88A7A56085}" dt="2019-10-10T14:54:26.930" v="1089" actId="20577"/>
          <ac:spMkLst>
            <pc:docMk/>
            <pc:sldMk cId="1339909991" sldId="386"/>
            <ac:spMk id="12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4:54:48.425" v="1097" actId="14100"/>
          <ac:spMkLst>
            <pc:docMk/>
            <pc:sldMk cId="1339909991" sldId="386"/>
            <ac:spMk id="13" creationId="{41675286-21E9-4971-A429-8CF275385D99}"/>
          </ac:spMkLst>
        </pc:spChg>
        <pc:graphicFrameChg chg="del">
          <ac:chgData name="Lucas Tossolini" userId="82ff3cc4fadd8f44" providerId="LiveId" clId="{ABBC1E2D-8C6D-40AD-BC48-AA88A7A56085}" dt="2019-10-10T14:54:29.214" v="1090" actId="478"/>
          <ac:graphicFrameMkLst>
            <pc:docMk/>
            <pc:sldMk cId="1339909991" sldId="386"/>
            <ac:graphicFrameMk id="10" creationId="{C0DC30B4-8FF9-4C7C-8D11-D18B4BE1DD0D}"/>
          </ac:graphicFrameMkLst>
        </pc:graphicFrameChg>
        <pc:graphicFrameChg chg="mod">
          <ac:chgData name="Lucas Tossolini" userId="82ff3cc4fadd8f44" providerId="LiveId" clId="{ABBC1E2D-8C6D-40AD-BC48-AA88A7A56085}" dt="2019-10-10T14:54:40.720" v="1095"/>
          <ac:graphicFrameMkLst>
            <pc:docMk/>
            <pc:sldMk cId="1339909991" sldId="386"/>
            <ac:graphicFrameMk id="11" creationId="{F7093F98-8242-4080-B52A-DBFAFB47D2D1}"/>
          </ac:graphicFrameMkLst>
        </pc:graphicFrameChg>
      </pc:sldChg>
      <pc:sldChg chg="addSp delSp modSp">
        <pc:chgData name="Lucas Tossolini" userId="82ff3cc4fadd8f44" providerId="LiveId" clId="{ABBC1E2D-8C6D-40AD-BC48-AA88A7A56085}" dt="2019-10-09T19:45:50.926" v="497" actId="1582"/>
        <pc:sldMkLst>
          <pc:docMk/>
          <pc:sldMk cId="1533140041" sldId="387"/>
        </pc:sldMkLst>
        <pc:spChg chg="add mod">
          <ac:chgData name="Lucas Tossolini" userId="82ff3cc4fadd8f44" providerId="LiveId" clId="{ABBC1E2D-8C6D-40AD-BC48-AA88A7A56085}" dt="2019-10-09T19:31:05.839" v="475" actId="1076"/>
          <ac:spMkLst>
            <pc:docMk/>
            <pc:sldMk cId="1533140041" sldId="387"/>
            <ac:spMk id="9" creationId="{ACEACF49-2EFD-4E42-AA4B-71C00E550687}"/>
          </ac:spMkLst>
        </pc:spChg>
        <pc:spChg chg="mod">
          <ac:chgData name="Lucas Tossolini" userId="82ff3cc4fadd8f44" providerId="LiveId" clId="{ABBC1E2D-8C6D-40AD-BC48-AA88A7A56085}" dt="2019-10-09T19:30:49.543" v="457" actId="14100"/>
          <ac:spMkLst>
            <pc:docMk/>
            <pc:sldMk cId="1533140041" sldId="387"/>
            <ac:spMk id="17" creationId="{3D47035B-96EB-4E1C-9243-746E2D2F5775}"/>
          </ac:spMkLst>
        </pc:spChg>
        <pc:spChg chg="mod">
          <ac:chgData name="Lucas Tossolini" userId="82ff3cc4fadd8f44" providerId="LiveId" clId="{ABBC1E2D-8C6D-40AD-BC48-AA88A7A56085}" dt="2019-10-09T19:31:14.405" v="477" actId="1076"/>
          <ac:spMkLst>
            <pc:docMk/>
            <pc:sldMk cId="1533140041" sldId="387"/>
            <ac:spMk id="20" creationId="{FB2AC789-45A3-4ED7-842A-4BD5A36F4FBC}"/>
          </ac:spMkLst>
        </pc:spChg>
        <pc:spChg chg="mod">
          <ac:chgData name="Lucas Tossolini" userId="82ff3cc4fadd8f44" providerId="LiveId" clId="{ABBC1E2D-8C6D-40AD-BC48-AA88A7A56085}" dt="2019-10-09T19:30:41.692" v="455" actId="1076"/>
          <ac:spMkLst>
            <pc:docMk/>
            <pc:sldMk cId="1533140041" sldId="387"/>
            <ac:spMk id="22" creationId="{B58EBC9E-7B2F-481B-9122-DA49AB4ED2F7}"/>
          </ac:spMkLst>
        </pc:spChg>
        <pc:graphicFrameChg chg="add mod">
          <ac:chgData name="Lucas Tossolini" userId="82ff3cc4fadd8f44" providerId="LiveId" clId="{ABBC1E2D-8C6D-40AD-BC48-AA88A7A56085}" dt="2019-10-09T19:45:50.926" v="497" actId="1582"/>
          <ac:graphicFrameMkLst>
            <pc:docMk/>
            <pc:sldMk cId="1533140041" sldId="387"/>
            <ac:graphicFrameMk id="8" creationId="{EF9B500D-2069-4A88-ADBD-35E264B2E783}"/>
          </ac:graphicFrameMkLst>
        </pc:graphicFrameChg>
        <pc:graphicFrameChg chg="del">
          <ac:chgData name="Lucas Tossolini" userId="82ff3cc4fadd8f44" providerId="LiveId" clId="{ABBC1E2D-8C6D-40AD-BC48-AA88A7A56085}" dt="2019-10-09T19:30:20.190" v="448" actId="478"/>
          <ac:graphicFrameMkLst>
            <pc:docMk/>
            <pc:sldMk cId="1533140041" sldId="387"/>
            <ac:graphicFrameMk id="15" creationId="{61FB83D3-ABD6-4CA2-888C-4E18AD092958}"/>
          </ac:graphicFrameMkLst>
        </pc:graphicFrameChg>
      </pc:sldChg>
      <pc:sldChg chg="addSp delSp modSp add mod">
        <pc:chgData name="Lucas Tossolini" userId="82ff3cc4fadd8f44" providerId="LiveId" clId="{ABBC1E2D-8C6D-40AD-BC48-AA88A7A56085}" dt="2019-10-10T14:17:50.560" v="720" actId="27918"/>
        <pc:sldMkLst>
          <pc:docMk/>
          <pc:sldMk cId="221579854" sldId="394"/>
        </pc:sldMkLst>
        <pc:spChg chg="add mod">
          <ac:chgData name="Lucas Tossolini" userId="82ff3cc4fadd8f44" providerId="LiveId" clId="{ABBC1E2D-8C6D-40AD-BC48-AA88A7A56085}" dt="2019-10-09T19:46:42.769" v="536" actId="1076"/>
          <ac:spMkLst>
            <pc:docMk/>
            <pc:sldMk cId="221579854" sldId="394"/>
            <ac:spMk id="4" creationId="{7F636FF0-E2F3-42A3-96EB-819C3E8AF11F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15" creationId="{1A692F5A-7F2F-49BA-91B0-CC17412754B2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65" creationId="{888A75E3-A6FB-45B9-9595-7FBD1E02E181}"/>
          </ac:spMkLst>
        </pc:spChg>
        <pc:spChg chg="mod">
          <ac:chgData name="Lucas Tossolini" userId="82ff3cc4fadd8f44" providerId="LiveId" clId="{ABBC1E2D-8C6D-40AD-BC48-AA88A7A56085}" dt="2019-10-09T19:09:13.506" v="68" actId="14100"/>
          <ac:spMkLst>
            <pc:docMk/>
            <pc:sldMk cId="221579854" sldId="394"/>
            <ac:spMk id="66" creationId="{658312DD-6EEA-46D8-B563-CD2BAD398268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67" creationId="{DCFFECA7-63CF-478D-A200-A52A2B5E1816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68" creationId="{204CAC3E-3CBF-4EFA-82C7-013B327FBE44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69" creationId="{35BB1817-F6C6-4D3A-B3FC-551304D66AFC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70" creationId="{1D2F3FC7-19E5-40D1-ADF4-27D792F60144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71" creationId="{00BDAB0F-C96A-4DCD-A087-77390D6250F0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72" creationId="{97ED0312-188B-41F2-A1A0-AC1036B1A6DD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73" creationId="{E54EBD9C-25B8-43D8-8FA0-0690D15D88D1}"/>
          </ac:spMkLst>
        </pc:spChg>
        <pc:spChg chg="del">
          <ac:chgData name="Lucas Tossolini" userId="82ff3cc4fadd8f44" providerId="LiveId" clId="{ABBC1E2D-8C6D-40AD-BC48-AA88A7A56085}" dt="2019-10-09T18:59:49.132" v="24" actId="478"/>
          <ac:spMkLst>
            <pc:docMk/>
            <pc:sldMk cId="221579854" sldId="394"/>
            <ac:spMk id="74" creationId="{18884B80-289F-44B8-ACBD-48AC4B610055}"/>
          </ac:spMkLst>
        </pc:spChg>
        <pc:graphicFrameChg chg="add mod">
          <ac:chgData name="Lucas Tossolini" userId="82ff3cc4fadd8f44" providerId="LiveId" clId="{ABBC1E2D-8C6D-40AD-BC48-AA88A7A56085}" dt="2019-10-09T19:09:38.278" v="74" actId="2085"/>
          <ac:graphicFrameMkLst>
            <pc:docMk/>
            <pc:sldMk cId="221579854" sldId="394"/>
            <ac:graphicFrameMk id="16" creationId="{0EE52591-D8E8-4F80-AFAB-EFCA73C8038C}"/>
          </ac:graphicFrameMkLst>
        </pc:graphicFrameChg>
        <pc:graphicFrameChg chg="del">
          <ac:chgData name="Lucas Tossolini" userId="82ff3cc4fadd8f44" providerId="LiveId" clId="{ABBC1E2D-8C6D-40AD-BC48-AA88A7A56085}" dt="2019-10-09T18:59:49.132" v="24" actId="478"/>
          <ac:graphicFrameMkLst>
            <pc:docMk/>
            <pc:sldMk cId="221579854" sldId="394"/>
            <ac:graphicFrameMk id="34" creationId="{2675AAD9-8800-42CF-B69B-ACD5927EA201}"/>
          </ac:graphicFrameMkLst>
        </pc:graphicFrameChg>
        <pc:picChg chg="add mod">
          <ac:chgData name="Lucas Tossolini" userId="82ff3cc4fadd8f44" providerId="LiveId" clId="{ABBC1E2D-8C6D-40AD-BC48-AA88A7A56085}" dt="2019-10-09T19:10:58.363" v="78" actId="1076"/>
          <ac:picMkLst>
            <pc:docMk/>
            <pc:sldMk cId="221579854" sldId="394"/>
            <ac:picMk id="3" creationId="{1C0F8018-8E51-4AE0-9956-B57171878D9E}"/>
          </ac:picMkLst>
        </pc:picChg>
        <pc:picChg chg="add mod">
          <ac:chgData name="Lucas Tossolini" userId="82ff3cc4fadd8f44" providerId="LiveId" clId="{ABBC1E2D-8C6D-40AD-BC48-AA88A7A56085}" dt="2019-10-09T19:11:01.691" v="80" actId="1076"/>
          <ac:picMkLst>
            <pc:docMk/>
            <pc:sldMk cId="221579854" sldId="394"/>
            <ac:picMk id="19" creationId="{80F6868B-A62E-4CCA-BE23-D7BFD539548E}"/>
          </ac:picMkLst>
        </pc:picChg>
        <pc:cxnChg chg="del">
          <ac:chgData name="Lucas Tossolini" userId="82ff3cc4fadd8f44" providerId="LiveId" clId="{ABBC1E2D-8C6D-40AD-BC48-AA88A7A56085}" dt="2019-10-09T18:59:49.132" v="24" actId="478"/>
          <ac:cxnSpMkLst>
            <pc:docMk/>
            <pc:sldMk cId="221579854" sldId="394"/>
            <ac:cxnSpMk id="42" creationId="{F2F6BA52-90DF-45C5-A60F-33C0D8AC9BCC}"/>
          </ac:cxnSpMkLst>
        </pc:cxnChg>
      </pc:sldChg>
      <pc:sldChg chg="addSp delSp modSp add">
        <pc:chgData name="Lucas Tossolini" userId="82ff3cc4fadd8f44" providerId="LiveId" clId="{ABBC1E2D-8C6D-40AD-BC48-AA88A7A56085}" dt="2019-10-09T19:19:44.795" v="204" actId="1076"/>
        <pc:sldMkLst>
          <pc:docMk/>
          <pc:sldMk cId="1646018108" sldId="395"/>
        </pc:sldMkLst>
        <pc:spChg chg="add mod">
          <ac:chgData name="Lucas Tossolini" userId="82ff3cc4fadd8f44" providerId="LiveId" clId="{ABBC1E2D-8C6D-40AD-BC48-AA88A7A56085}" dt="2019-10-09T19:19:44.795" v="204" actId="1076"/>
          <ac:spMkLst>
            <pc:docMk/>
            <pc:sldMk cId="1646018108" sldId="395"/>
            <ac:spMk id="2" creationId="{7BE03514-91CF-4450-8339-5BE4C8E1B1B8}"/>
          </ac:spMkLst>
        </pc:spChg>
        <pc:graphicFrameChg chg="add del mod">
          <ac:chgData name="Lucas Tossolini" userId="82ff3cc4fadd8f44" providerId="LiveId" clId="{ABBC1E2D-8C6D-40AD-BC48-AA88A7A56085}" dt="2019-10-09T19:15:07.174" v="87" actId="478"/>
          <ac:graphicFrameMkLst>
            <pc:docMk/>
            <pc:sldMk cId="1646018108" sldId="395"/>
            <ac:graphicFrameMk id="7" creationId="{FD0C04E8-5A40-408F-AD09-9AFAB669E6C5}"/>
          </ac:graphicFrameMkLst>
        </pc:graphicFrameChg>
        <pc:graphicFrameChg chg="add mod">
          <ac:chgData name="Lucas Tossolini" userId="82ff3cc4fadd8f44" providerId="LiveId" clId="{ABBC1E2D-8C6D-40AD-BC48-AA88A7A56085}" dt="2019-10-09T19:17:15.035" v="134"/>
          <ac:graphicFrameMkLst>
            <pc:docMk/>
            <pc:sldMk cId="1646018108" sldId="395"/>
            <ac:graphicFrameMk id="8" creationId="{FD0C04E8-5A40-408F-AD09-9AFAB669E6C5}"/>
          </ac:graphicFrameMkLst>
        </pc:graphicFrameChg>
        <pc:graphicFrameChg chg="del">
          <ac:chgData name="Lucas Tossolini" userId="82ff3cc4fadd8f44" providerId="LiveId" clId="{ABBC1E2D-8C6D-40AD-BC48-AA88A7A56085}" dt="2019-10-09T19:11:15.993" v="82" actId="478"/>
          <ac:graphicFrameMkLst>
            <pc:docMk/>
            <pc:sldMk cId="1646018108" sldId="395"/>
            <ac:graphicFrameMk id="16" creationId="{0EE52591-D8E8-4F80-AFAB-EFCA73C8038C}"/>
          </ac:graphicFrameMkLst>
        </pc:graphicFrameChg>
        <pc:picChg chg="del">
          <ac:chgData name="Lucas Tossolini" userId="82ff3cc4fadd8f44" providerId="LiveId" clId="{ABBC1E2D-8C6D-40AD-BC48-AA88A7A56085}" dt="2019-10-09T19:11:18.190" v="83" actId="478"/>
          <ac:picMkLst>
            <pc:docMk/>
            <pc:sldMk cId="1646018108" sldId="395"/>
            <ac:picMk id="3" creationId="{1C0F8018-8E51-4AE0-9956-B57171878D9E}"/>
          </ac:picMkLst>
        </pc:picChg>
        <pc:picChg chg="del">
          <ac:chgData name="Lucas Tossolini" userId="82ff3cc4fadd8f44" providerId="LiveId" clId="{ABBC1E2D-8C6D-40AD-BC48-AA88A7A56085}" dt="2019-10-09T19:11:18.190" v="83" actId="478"/>
          <ac:picMkLst>
            <pc:docMk/>
            <pc:sldMk cId="1646018108" sldId="395"/>
            <ac:picMk id="19" creationId="{80F6868B-A62E-4CCA-BE23-D7BFD539548E}"/>
          </ac:picMkLst>
        </pc:picChg>
        <pc:cxnChg chg="add mod">
          <ac:chgData name="Lucas Tossolini" userId="82ff3cc4fadd8f44" providerId="LiveId" clId="{ABBC1E2D-8C6D-40AD-BC48-AA88A7A56085}" dt="2019-10-09T19:18:34.468" v="146" actId="11529"/>
          <ac:cxnSpMkLst>
            <pc:docMk/>
            <pc:sldMk cId="1646018108" sldId="395"/>
            <ac:cxnSpMk id="5" creationId="{323B3DD2-6610-4F3D-A276-8505EC13EBFD}"/>
          </ac:cxnSpMkLst>
        </pc:cxnChg>
        <pc:cxnChg chg="add mod">
          <ac:chgData name="Lucas Tossolini" userId="82ff3cc4fadd8f44" providerId="LiveId" clId="{ABBC1E2D-8C6D-40AD-BC48-AA88A7A56085}" dt="2019-10-09T19:18:41.053" v="148" actId="1076"/>
          <ac:cxnSpMkLst>
            <pc:docMk/>
            <pc:sldMk cId="1646018108" sldId="395"/>
            <ac:cxnSpMk id="12" creationId="{2C442AF0-D547-46AB-8E90-52BBB30AD878}"/>
          </ac:cxnSpMkLst>
        </pc:cxnChg>
        <pc:cxnChg chg="add mod">
          <ac:chgData name="Lucas Tossolini" userId="82ff3cc4fadd8f44" providerId="LiveId" clId="{ABBC1E2D-8C6D-40AD-BC48-AA88A7A56085}" dt="2019-10-09T19:18:45.395" v="150" actId="1076"/>
          <ac:cxnSpMkLst>
            <pc:docMk/>
            <pc:sldMk cId="1646018108" sldId="395"/>
            <ac:cxnSpMk id="13" creationId="{AF75BDEA-AF7A-4459-A7CB-543614521A28}"/>
          </ac:cxnSpMkLst>
        </pc:cxnChg>
      </pc:sldChg>
      <pc:sldChg chg="addSp delSp modSp add">
        <pc:chgData name="Lucas Tossolini" userId="82ff3cc4fadd8f44" providerId="LiveId" clId="{ABBC1E2D-8C6D-40AD-BC48-AA88A7A56085}" dt="2019-10-09T19:25:23.131" v="311"/>
        <pc:sldMkLst>
          <pc:docMk/>
          <pc:sldMk cId="2745896006" sldId="396"/>
        </pc:sldMkLst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0" creationId="{295D3601-1F5C-4AE0-B924-ECAC4993C3FE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1" creationId="{8AE0971D-A13C-4459-A611-F061B34F06B5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2" creationId="{E398E23A-069D-46CB-B561-10E05B9DA7A9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3" creationId="{3947DFA8-80A7-4E75-A9C1-C7CFA947B99E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4" creationId="{22467457-F7CB-40B6-9A9D-8189F22ACFEE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5" creationId="{34EFBD20-8E9E-49D6-824C-AA53CF637669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6" creationId="{51231A95-DE39-4574-A00A-0338C67A0D1C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8" creationId="{E69257BB-A362-4099-9E80-BC7F68959610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19" creationId="{33CE61CF-B12A-4AA7-9FC1-87DC93A4DA19}"/>
          </ac:spMkLst>
        </pc:spChg>
        <pc:spChg chg="add mod">
          <ac:chgData name="Lucas Tossolini" userId="82ff3cc4fadd8f44" providerId="LiveId" clId="{ABBC1E2D-8C6D-40AD-BC48-AA88A7A56085}" dt="2019-10-09T19:21:42.800" v="247" actId="1076"/>
          <ac:spMkLst>
            <pc:docMk/>
            <pc:sldMk cId="2745896006" sldId="396"/>
            <ac:spMk id="20" creationId="{10354772-D33E-4B21-834E-ADE5A2B9325B}"/>
          </ac:spMkLst>
        </pc:spChg>
        <pc:spChg chg="del">
          <ac:chgData name="Lucas Tossolini" userId="82ff3cc4fadd8f44" providerId="LiveId" clId="{ABBC1E2D-8C6D-40AD-BC48-AA88A7A56085}" dt="2019-10-09T19:20:44.395" v="238" actId="478"/>
          <ac:spMkLst>
            <pc:docMk/>
            <pc:sldMk cId="2745896006" sldId="396"/>
            <ac:spMk id="21" creationId="{6FCC3436-2FA8-4CBA-95DE-69655B2514D4}"/>
          </ac:spMkLst>
        </pc:spChg>
        <pc:spChg chg="add mod">
          <ac:chgData name="Lucas Tossolini" userId="82ff3cc4fadd8f44" providerId="LiveId" clId="{ABBC1E2D-8C6D-40AD-BC48-AA88A7A56085}" dt="2019-10-09T19:21:48.103" v="249" actId="1076"/>
          <ac:spMkLst>
            <pc:docMk/>
            <pc:sldMk cId="2745896006" sldId="396"/>
            <ac:spMk id="22" creationId="{7FA0E253-102F-45CC-9AB0-55A2E0764679}"/>
          </ac:spMkLst>
        </pc:spChg>
        <pc:spChg chg="add mod">
          <ac:chgData name="Lucas Tossolini" userId="82ff3cc4fadd8f44" providerId="LiveId" clId="{ABBC1E2D-8C6D-40AD-BC48-AA88A7A56085}" dt="2019-10-09T19:21:52.258" v="251" actId="1076"/>
          <ac:spMkLst>
            <pc:docMk/>
            <pc:sldMk cId="2745896006" sldId="396"/>
            <ac:spMk id="23" creationId="{A164B3E3-D9E4-478E-B18A-4D8FBF197631}"/>
          </ac:spMkLst>
        </pc:spChg>
        <pc:spChg chg="add mod">
          <ac:chgData name="Lucas Tossolini" userId="82ff3cc4fadd8f44" providerId="LiveId" clId="{ABBC1E2D-8C6D-40AD-BC48-AA88A7A56085}" dt="2019-10-09T19:21:57.915" v="253" actId="1076"/>
          <ac:spMkLst>
            <pc:docMk/>
            <pc:sldMk cId="2745896006" sldId="396"/>
            <ac:spMk id="24" creationId="{620458B8-9D28-4984-B674-5F94E186D5FC}"/>
          </ac:spMkLst>
        </pc:spChg>
        <pc:spChg chg="add mod">
          <ac:chgData name="Lucas Tossolini" userId="82ff3cc4fadd8f44" providerId="LiveId" clId="{ABBC1E2D-8C6D-40AD-BC48-AA88A7A56085}" dt="2019-10-09T19:22:03.949" v="255" actId="1076"/>
          <ac:spMkLst>
            <pc:docMk/>
            <pc:sldMk cId="2745896006" sldId="396"/>
            <ac:spMk id="25" creationId="{BF0C30DB-6377-46C7-ACED-1CEEFB372BEC}"/>
          </ac:spMkLst>
        </pc:spChg>
        <pc:spChg chg="add mod">
          <ac:chgData name="Lucas Tossolini" userId="82ff3cc4fadd8f44" providerId="LiveId" clId="{ABBC1E2D-8C6D-40AD-BC48-AA88A7A56085}" dt="2019-10-09T19:22:08.778" v="257" actId="1076"/>
          <ac:spMkLst>
            <pc:docMk/>
            <pc:sldMk cId="2745896006" sldId="396"/>
            <ac:spMk id="26" creationId="{51C617B8-ACB2-4C8E-BD6C-664CC1B832EA}"/>
          </ac:spMkLst>
        </pc:spChg>
        <pc:spChg chg="add mod">
          <ac:chgData name="Lucas Tossolini" userId="82ff3cc4fadd8f44" providerId="LiveId" clId="{ABBC1E2D-8C6D-40AD-BC48-AA88A7A56085}" dt="2019-10-09T19:22:12.192" v="259" actId="1076"/>
          <ac:spMkLst>
            <pc:docMk/>
            <pc:sldMk cId="2745896006" sldId="396"/>
            <ac:spMk id="27" creationId="{5C1299D5-6428-435E-981F-D4260031B42F}"/>
          </ac:spMkLst>
        </pc:spChg>
        <pc:spChg chg="add mod">
          <ac:chgData name="Lucas Tossolini" userId="82ff3cc4fadd8f44" providerId="LiveId" clId="{ABBC1E2D-8C6D-40AD-BC48-AA88A7A56085}" dt="2019-10-09T19:22:40.127" v="286" actId="1076"/>
          <ac:spMkLst>
            <pc:docMk/>
            <pc:sldMk cId="2745896006" sldId="396"/>
            <ac:spMk id="28" creationId="{E73987EC-D00D-418E-BCEE-951640AB0733}"/>
          </ac:spMkLst>
        </pc:spChg>
        <pc:spChg chg="add">
          <ac:chgData name="Lucas Tossolini" userId="82ff3cc4fadd8f44" providerId="LiveId" clId="{ABBC1E2D-8C6D-40AD-BC48-AA88A7A56085}" dt="2019-10-09T19:25:23.131" v="311"/>
          <ac:spMkLst>
            <pc:docMk/>
            <pc:sldMk cId="2745896006" sldId="396"/>
            <ac:spMk id="29" creationId="{E3C873A0-3C98-427C-ADAD-476A26B98F02}"/>
          </ac:spMkLst>
        </pc:spChg>
        <pc:spChg chg="del">
          <ac:chgData name="Lucas Tossolini" userId="82ff3cc4fadd8f44" providerId="LiveId" clId="{ABBC1E2D-8C6D-40AD-BC48-AA88A7A56085}" dt="2019-10-09T19:25:22.561" v="310" actId="478"/>
          <ac:spMkLst>
            <pc:docMk/>
            <pc:sldMk cId="2745896006" sldId="396"/>
            <ac:spMk id="57" creationId="{00000000-0000-0000-0000-000000000000}"/>
          </ac:spMkLst>
        </pc:spChg>
        <pc:graphicFrameChg chg="del">
          <ac:chgData name="Lucas Tossolini" userId="82ff3cc4fadd8f44" providerId="LiveId" clId="{ABBC1E2D-8C6D-40AD-BC48-AA88A7A56085}" dt="2019-10-09T19:20:44.395" v="238" actId="478"/>
          <ac:graphicFrameMkLst>
            <pc:docMk/>
            <pc:sldMk cId="2745896006" sldId="396"/>
            <ac:graphicFrameMk id="9" creationId="{DF65B6CF-69B5-4D49-AE56-DB7CC7929970}"/>
          </ac:graphicFrameMkLst>
        </pc:graphicFrameChg>
        <pc:graphicFrameChg chg="add mod">
          <ac:chgData name="Lucas Tossolini" userId="82ff3cc4fadd8f44" providerId="LiveId" clId="{ABBC1E2D-8C6D-40AD-BC48-AA88A7A56085}" dt="2019-10-09T19:21:27.109" v="245" actId="113"/>
          <ac:graphicFrameMkLst>
            <pc:docMk/>
            <pc:sldMk cId="2745896006" sldId="396"/>
            <ac:graphicFrameMk id="17" creationId="{1A45548E-2A93-4175-95CB-CD60CD87CB4E}"/>
          </ac:graphicFrameMkLst>
        </pc:graphicFrameChg>
      </pc:sldChg>
      <pc:sldChg chg="addSp delSp modSp add">
        <pc:chgData name="Lucas Tossolini" userId="82ff3cc4fadd8f44" providerId="LiveId" clId="{ABBC1E2D-8C6D-40AD-BC48-AA88A7A56085}" dt="2019-10-09T19:25:28.091" v="313"/>
        <pc:sldMkLst>
          <pc:docMk/>
          <pc:sldMk cId="3200201893" sldId="397"/>
        </pc:sldMkLst>
        <pc:spChg chg="add mod">
          <ac:chgData name="Lucas Tossolini" userId="82ff3cc4fadd8f44" providerId="LiveId" clId="{ABBC1E2D-8C6D-40AD-BC48-AA88A7A56085}" dt="2019-10-09T19:24:06.948" v="295" actId="1076"/>
          <ac:spMkLst>
            <pc:docMk/>
            <pc:sldMk cId="3200201893" sldId="397"/>
            <ac:spMk id="13" creationId="{00105D53-9D8C-45BD-98FD-D85B88D49CE7}"/>
          </ac:spMkLst>
        </pc:spChg>
        <pc:spChg chg="add mod">
          <ac:chgData name="Lucas Tossolini" userId="82ff3cc4fadd8f44" providerId="LiveId" clId="{ABBC1E2D-8C6D-40AD-BC48-AA88A7A56085}" dt="2019-10-09T19:24:10.785" v="297" actId="1076"/>
          <ac:spMkLst>
            <pc:docMk/>
            <pc:sldMk cId="3200201893" sldId="397"/>
            <ac:spMk id="14" creationId="{9F7D3F28-4943-439F-B3F4-52F10D038FF2}"/>
          </ac:spMkLst>
        </pc:spChg>
        <pc:spChg chg="add mod">
          <ac:chgData name="Lucas Tossolini" userId="82ff3cc4fadd8f44" providerId="LiveId" clId="{ABBC1E2D-8C6D-40AD-BC48-AA88A7A56085}" dt="2019-10-09T19:24:13.949" v="299" actId="1076"/>
          <ac:spMkLst>
            <pc:docMk/>
            <pc:sldMk cId="3200201893" sldId="397"/>
            <ac:spMk id="15" creationId="{74A62DD6-4282-41FC-B630-8CCCDC752F84}"/>
          </ac:spMkLst>
        </pc:spChg>
        <pc:spChg chg="add mod">
          <ac:chgData name="Lucas Tossolini" userId="82ff3cc4fadd8f44" providerId="LiveId" clId="{ABBC1E2D-8C6D-40AD-BC48-AA88A7A56085}" dt="2019-10-09T19:24:21.422" v="301" actId="1076"/>
          <ac:spMkLst>
            <pc:docMk/>
            <pc:sldMk cId="3200201893" sldId="397"/>
            <ac:spMk id="16" creationId="{045352F3-CA8B-4350-878E-8A110737D002}"/>
          </ac:spMkLst>
        </pc:spChg>
        <pc:spChg chg="add mod">
          <ac:chgData name="Lucas Tossolini" userId="82ff3cc4fadd8f44" providerId="LiveId" clId="{ABBC1E2D-8C6D-40AD-BC48-AA88A7A56085}" dt="2019-10-09T19:24:36.144" v="303" actId="1076"/>
          <ac:spMkLst>
            <pc:docMk/>
            <pc:sldMk cId="3200201893" sldId="397"/>
            <ac:spMk id="18" creationId="{A1A1D695-AAD9-4EE8-9540-DFAAE9A95EE5}"/>
          </ac:spMkLst>
        </pc:spChg>
        <pc:spChg chg="add mod">
          <ac:chgData name="Lucas Tossolini" userId="82ff3cc4fadd8f44" providerId="LiveId" clId="{ABBC1E2D-8C6D-40AD-BC48-AA88A7A56085}" dt="2019-10-09T19:24:49.498" v="305" actId="1076"/>
          <ac:spMkLst>
            <pc:docMk/>
            <pc:sldMk cId="3200201893" sldId="397"/>
            <ac:spMk id="19" creationId="{D1FB9D49-E922-4744-A65F-5C27A1E8A2DF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0" creationId="{10354772-D33E-4B21-834E-ADE5A2B9325B}"/>
          </ac:spMkLst>
        </pc:spChg>
        <pc:spChg chg="add mod">
          <ac:chgData name="Lucas Tossolini" userId="82ff3cc4fadd8f44" providerId="LiveId" clId="{ABBC1E2D-8C6D-40AD-BC48-AA88A7A56085}" dt="2019-10-09T19:24:53.636" v="307" actId="1076"/>
          <ac:spMkLst>
            <pc:docMk/>
            <pc:sldMk cId="3200201893" sldId="397"/>
            <ac:spMk id="21" creationId="{DB2C7448-974E-4565-A623-E41E5803E39D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2" creationId="{7FA0E253-102F-45CC-9AB0-55A2E0764679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3" creationId="{A164B3E3-D9E4-478E-B18A-4D8FBF197631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4" creationId="{620458B8-9D28-4984-B674-5F94E186D5FC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5" creationId="{BF0C30DB-6377-46C7-ACED-1CEEFB372BEC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6" creationId="{51C617B8-ACB2-4C8E-BD6C-664CC1B832EA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7" creationId="{5C1299D5-6428-435E-981F-D4260031B42F}"/>
          </ac:spMkLst>
        </pc:spChg>
        <pc:spChg chg="del">
          <ac:chgData name="Lucas Tossolini" userId="82ff3cc4fadd8f44" providerId="LiveId" clId="{ABBC1E2D-8C6D-40AD-BC48-AA88A7A56085}" dt="2019-10-09T19:23:09.934" v="288" actId="478"/>
          <ac:spMkLst>
            <pc:docMk/>
            <pc:sldMk cId="3200201893" sldId="397"/>
            <ac:spMk id="28" creationId="{E73987EC-D00D-418E-BCEE-951640AB0733}"/>
          </ac:spMkLst>
        </pc:spChg>
        <pc:spChg chg="add">
          <ac:chgData name="Lucas Tossolini" userId="82ff3cc4fadd8f44" providerId="LiveId" clId="{ABBC1E2D-8C6D-40AD-BC48-AA88A7A56085}" dt="2019-10-09T19:25:28.091" v="313"/>
          <ac:spMkLst>
            <pc:docMk/>
            <pc:sldMk cId="3200201893" sldId="397"/>
            <ac:spMk id="29" creationId="{C4F66460-9C21-47FB-816A-B03CDA253D96}"/>
          </ac:spMkLst>
        </pc:spChg>
        <pc:spChg chg="del">
          <ac:chgData name="Lucas Tossolini" userId="82ff3cc4fadd8f44" providerId="LiveId" clId="{ABBC1E2D-8C6D-40AD-BC48-AA88A7A56085}" dt="2019-10-09T19:25:27.546" v="312" actId="478"/>
          <ac:spMkLst>
            <pc:docMk/>
            <pc:sldMk cId="3200201893" sldId="397"/>
            <ac:spMk id="57" creationId="{00000000-0000-0000-0000-000000000000}"/>
          </ac:spMkLst>
        </pc:spChg>
        <pc:graphicFrameChg chg="add mod">
          <ac:chgData name="Lucas Tossolini" userId="82ff3cc4fadd8f44" providerId="LiveId" clId="{ABBC1E2D-8C6D-40AD-BC48-AA88A7A56085}" dt="2019-10-09T19:23:56.718" v="293" actId="113"/>
          <ac:graphicFrameMkLst>
            <pc:docMk/>
            <pc:sldMk cId="3200201893" sldId="397"/>
            <ac:graphicFrameMk id="12" creationId="{246F8133-B441-4868-82CF-297D9A8D9F65}"/>
          </ac:graphicFrameMkLst>
        </pc:graphicFrameChg>
        <pc:graphicFrameChg chg="del">
          <ac:chgData name="Lucas Tossolini" userId="82ff3cc4fadd8f44" providerId="LiveId" clId="{ABBC1E2D-8C6D-40AD-BC48-AA88A7A56085}" dt="2019-10-09T19:23:09.934" v="288" actId="478"/>
          <ac:graphicFrameMkLst>
            <pc:docMk/>
            <pc:sldMk cId="3200201893" sldId="397"/>
            <ac:graphicFrameMk id="17" creationId="{1A45548E-2A93-4175-95CB-CD60CD87CB4E}"/>
          </ac:graphicFrameMkLst>
        </pc:graphicFrameChg>
      </pc:sldChg>
      <pc:sldChg chg="modSp add">
        <pc:chgData name="Lucas Tossolini" userId="82ff3cc4fadd8f44" providerId="LiveId" clId="{ABBC1E2D-8C6D-40AD-BC48-AA88A7A56085}" dt="2019-10-09T19:26:09.243" v="353" actId="20577"/>
        <pc:sldMkLst>
          <pc:docMk/>
          <pc:sldMk cId="4100798426" sldId="398"/>
        </pc:sldMkLst>
        <pc:spChg chg="mod">
          <ac:chgData name="Lucas Tossolini" userId="82ff3cc4fadd8f44" providerId="LiveId" clId="{ABBC1E2D-8C6D-40AD-BC48-AA88A7A56085}" dt="2019-10-09T19:26:09.243" v="353" actId="20577"/>
          <ac:spMkLst>
            <pc:docMk/>
            <pc:sldMk cId="4100798426" sldId="398"/>
            <ac:spMk id="3" creationId="{930B8ED8-F49A-48E7-8EA6-C980C0677E4D}"/>
          </ac:spMkLst>
        </pc:spChg>
      </pc:sldChg>
      <pc:sldChg chg="add">
        <pc:chgData name="Lucas Tossolini" userId="82ff3cc4fadd8f44" providerId="LiveId" clId="{ABBC1E2D-8C6D-40AD-BC48-AA88A7A56085}" dt="2019-10-09T19:31:57.697" v="478"/>
        <pc:sldMkLst>
          <pc:docMk/>
          <pc:sldMk cId="0" sldId="399"/>
        </pc:sldMkLst>
      </pc:sldChg>
      <pc:sldChg chg="addSp delSp modSp add">
        <pc:chgData name="Lucas Tossolini" userId="82ff3cc4fadd8f44" providerId="LiveId" clId="{ABBC1E2D-8C6D-40AD-BC48-AA88A7A56085}" dt="2019-10-09T19:34:27.334" v="484" actId="1076"/>
        <pc:sldMkLst>
          <pc:docMk/>
          <pc:sldMk cId="1453482661" sldId="400"/>
        </pc:sldMkLst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10" creationId="{ACBCEAAB-2D24-4164-97AB-B2FD4B54C39E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11" creationId="{AEB8BC40-7DDF-4422-9A70-E79FDD09EE22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13" creationId="{491FE8BC-6821-4DE8-AA67-D51E8BB426AF}"/>
          </ac:spMkLst>
        </pc:spChg>
        <pc:spChg chg="add mod">
          <ac:chgData name="Lucas Tossolini" userId="82ff3cc4fadd8f44" providerId="LiveId" clId="{ABBC1E2D-8C6D-40AD-BC48-AA88A7A56085}" dt="2019-10-09T19:34:27.334" v="484" actId="1076"/>
          <ac:spMkLst>
            <pc:docMk/>
            <pc:sldMk cId="1453482661" sldId="400"/>
            <ac:spMk id="14" creationId="{B7668493-7BBE-4FA4-A8AC-7F4CE551C420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18" creationId="{E0776925-1C89-45F8-8B62-4C2FB7C2655C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19" creationId="{02EEC116-8F54-441B-90C7-D8ECF97EB898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20" creationId="{0AECB277-B2AC-4302-8CEF-48D10EE8A2B8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22" creationId="{BE5E08EA-57BF-4541-BBC8-F19D5A64C190}"/>
          </ac:spMkLst>
        </pc:spChg>
        <pc:spChg chg="del">
          <ac:chgData name="Lucas Tossolini" userId="82ff3cc4fadd8f44" providerId="LiveId" clId="{ABBC1E2D-8C6D-40AD-BC48-AA88A7A56085}" dt="2019-10-09T19:34:17.520" v="481" actId="478"/>
          <ac:spMkLst>
            <pc:docMk/>
            <pc:sldMk cId="1453482661" sldId="400"/>
            <ac:spMk id="45" creationId="{70F38780-7239-477D-BD6D-87B4CB08C419}"/>
          </ac:spMkLst>
        </pc:spChg>
        <pc:graphicFrameChg chg="add mod">
          <ac:chgData name="Lucas Tossolini" userId="82ff3cc4fadd8f44" providerId="LiveId" clId="{ABBC1E2D-8C6D-40AD-BC48-AA88A7A56085}" dt="2019-10-09T19:34:23.702" v="483" actId="14100"/>
          <ac:graphicFrameMkLst>
            <pc:docMk/>
            <pc:sldMk cId="1453482661" sldId="400"/>
            <ac:graphicFrameMk id="12" creationId="{C21EF65A-FA3A-4526-8664-3CC8C7DC7BBB}"/>
          </ac:graphicFrameMkLst>
        </pc:graphicFrameChg>
      </pc:sldChg>
      <pc:sldChg chg="addSp delSp modSp add">
        <pc:chgData name="Lucas Tossolini" userId="82ff3cc4fadd8f44" providerId="LiveId" clId="{ABBC1E2D-8C6D-40AD-BC48-AA88A7A56085}" dt="2019-10-09T19:44:05.193" v="496" actId="1076"/>
        <pc:sldMkLst>
          <pc:docMk/>
          <pc:sldMk cId="609789249" sldId="401"/>
        </pc:sldMkLst>
        <pc:spChg chg="add mod">
          <ac:chgData name="Lucas Tossolini" userId="82ff3cc4fadd8f44" providerId="LiveId" clId="{ABBC1E2D-8C6D-40AD-BC48-AA88A7A56085}" dt="2019-10-09T19:44:05.193" v="496" actId="1076"/>
          <ac:spMkLst>
            <pc:docMk/>
            <pc:sldMk cId="609789249" sldId="401"/>
            <ac:spMk id="2" creationId="{6D46D771-C90C-4E65-9B80-2216D431E107}"/>
          </ac:spMkLst>
        </pc:spChg>
        <pc:spChg chg="del">
          <ac:chgData name="Lucas Tossolini" userId="82ff3cc4fadd8f44" providerId="LiveId" clId="{ABBC1E2D-8C6D-40AD-BC48-AA88A7A56085}" dt="2019-10-09T19:42:12.079" v="489" actId="478"/>
          <ac:spMkLst>
            <pc:docMk/>
            <pc:sldMk cId="609789249" sldId="401"/>
            <ac:spMk id="14" creationId="{B7668493-7BBE-4FA4-A8AC-7F4CE551C420}"/>
          </ac:spMkLst>
        </pc:spChg>
        <pc:graphicFrameChg chg="add mod">
          <ac:chgData name="Lucas Tossolini" userId="82ff3cc4fadd8f44" providerId="LiveId" clId="{ABBC1E2D-8C6D-40AD-BC48-AA88A7A56085}" dt="2019-10-09T19:44:00.738" v="495"/>
          <ac:graphicFrameMkLst>
            <pc:docMk/>
            <pc:sldMk cId="609789249" sldId="401"/>
            <ac:graphicFrameMk id="5" creationId="{F74342BC-E119-4AC9-AF5E-13A7DFFE8C02}"/>
          </ac:graphicFrameMkLst>
        </pc:graphicFrameChg>
        <pc:graphicFrameChg chg="del">
          <ac:chgData name="Lucas Tossolini" userId="82ff3cc4fadd8f44" providerId="LiveId" clId="{ABBC1E2D-8C6D-40AD-BC48-AA88A7A56085}" dt="2019-10-09T19:42:06.388" v="486" actId="478"/>
          <ac:graphicFrameMkLst>
            <pc:docMk/>
            <pc:sldMk cId="609789249" sldId="401"/>
            <ac:graphicFrameMk id="12" creationId="{C21EF65A-FA3A-4526-8664-3CC8C7DC7BBB}"/>
          </ac:graphicFrameMkLst>
        </pc:graphicFrameChg>
      </pc:sldChg>
      <pc:sldChg chg="addSp delSp modSp add">
        <pc:chgData name="Lucas Tossolini" userId="82ff3cc4fadd8f44" providerId="LiveId" clId="{ABBC1E2D-8C6D-40AD-BC48-AA88A7A56085}" dt="2019-10-09T19:50:11.944" v="583"/>
        <pc:sldMkLst>
          <pc:docMk/>
          <pc:sldMk cId="3152472918" sldId="402"/>
        </pc:sldMkLst>
        <pc:spChg chg="mod">
          <ac:chgData name="Lucas Tossolini" userId="82ff3cc4fadd8f44" providerId="LiveId" clId="{ABBC1E2D-8C6D-40AD-BC48-AA88A7A56085}" dt="2019-10-09T19:50:02.277" v="581" actId="20577"/>
          <ac:spMkLst>
            <pc:docMk/>
            <pc:sldMk cId="3152472918" sldId="402"/>
            <ac:spMk id="5" creationId="{00000000-0000-0000-0000-000000000000}"/>
          </ac:spMkLst>
        </pc:spChg>
        <pc:spChg chg="del">
          <ac:chgData name="Lucas Tossolini" userId="82ff3cc4fadd8f44" providerId="LiveId" clId="{ABBC1E2D-8C6D-40AD-BC48-AA88A7A56085}" dt="2019-10-09T19:49:50.135" v="558" actId="478"/>
          <ac:spMkLst>
            <pc:docMk/>
            <pc:sldMk cId="3152472918" sldId="402"/>
            <ac:spMk id="6" creationId="{CFD3B24A-2A6A-42C5-88AD-6688DC1783CB}"/>
          </ac:spMkLst>
        </pc:spChg>
        <pc:spChg chg="add">
          <ac:chgData name="Lucas Tossolini" userId="82ff3cc4fadd8f44" providerId="LiveId" clId="{ABBC1E2D-8C6D-40AD-BC48-AA88A7A56085}" dt="2019-10-09T19:50:11.944" v="583"/>
          <ac:spMkLst>
            <pc:docMk/>
            <pc:sldMk cId="3152472918" sldId="402"/>
            <ac:spMk id="7" creationId="{82854AEC-5962-4FC9-8DCF-06B80A9F7471}"/>
          </ac:spMkLst>
        </pc:spChg>
      </pc:sldChg>
      <pc:sldChg chg="add">
        <pc:chgData name="Lucas Tossolini" userId="82ff3cc4fadd8f44" providerId="LiveId" clId="{ABBC1E2D-8C6D-40AD-BC48-AA88A7A56085}" dt="2019-10-09T19:53:06.177" v="692"/>
        <pc:sldMkLst>
          <pc:docMk/>
          <pc:sldMk cId="1086848203" sldId="403"/>
        </pc:sldMkLst>
      </pc:sldChg>
      <pc:sldChg chg="add del">
        <pc:chgData name="Lucas Tossolini" userId="82ff3cc4fadd8f44" providerId="LiveId" clId="{ABBC1E2D-8C6D-40AD-BC48-AA88A7A56085}" dt="2019-10-09T19:50:13.682" v="584" actId="2696"/>
        <pc:sldMkLst>
          <pc:docMk/>
          <pc:sldMk cId="2825163557" sldId="403"/>
        </pc:sldMkLst>
      </pc:sldChg>
      <pc:sldChg chg="addSp delSp modSp add">
        <pc:chgData name="Lucas Tossolini" userId="82ff3cc4fadd8f44" providerId="LiveId" clId="{ABBC1E2D-8C6D-40AD-BC48-AA88A7A56085}" dt="2019-10-10T19:16:49.677" v="2520" actId="1076"/>
        <pc:sldMkLst>
          <pc:docMk/>
          <pc:sldMk cId="4030350304" sldId="404"/>
        </pc:sldMkLst>
        <pc:spChg chg="add del">
          <ac:chgData name="Lucas Tossolini" userId="82ff3cc4fadd8f44" providerId="LiveId" clId="{ABBC1E2D-8C6D-40AD-BC48-AA88A7A56085}" dt="2019-10-10T16:05:07.984" v="1110" actId="478"/>
          <ac:spMkLst>
            <pc:docMk/>
            <pc:sldMk cId="4030350304" sldId="404"/>
            <ac:spMk id="16" creationId="{71C91F87-6C30-4516-AFF2-EFADF98E100F}"/>
          </ac:spMkLst>
        </pc:spChg>
        <pc:spChg chg="mod">
          <ac:chgData name="Lucas Tossolini" userId="82ff3cc4fadd8f44" providerId="LiveId" clId="{ABBC1E2D-8C6D-40AD-BC48-AA88A7A56085}" dt="2019-10-10T19:16:48.070" v="2519" actId="1076"/>
          <ac:spMkLst>
            <pc:docMk/>
            <pc:sldMk cId="4030350304" sldId="404"/>
            <ac:spMk id="65" creationId="{888A75E3-A6FB-45B9-9595-7FBD1E02E181}"/>
          </ac:spMkLst>
        </pc:spChg>
        <pc:spChg chg="mod ord">
          <ac:chgData name="Lucas Tossolini" userId="82ff3cc4fadd8f44" providerId="LiveId" clId="{ABBC1E2D-8C6D-40AD-BC48-AA88A7A56085}" dt="2019-10-10T19:16:49.677" v="2520" actId="1076"/>
          <ac:spMkLst>
            <pc:docMk/>
            <pc:sldMk cId="4030350304" sldId="404"/>
            <ac:spMk id="66" creationId="{658312DD-6EEA-46D8-B563-CD2BAD398268}"/>
          </ac:spMkLst>
        </pc:spChg>
        <pc:spChg chg="mod">
          <ac:chgData name="Lucas Tossolini" userId="82ff3cc4fadd8f44" providerId="LiveId" clId="{ABBC1E2D-8C6D-40AD-BC48-AA88A7A56085}" dt="2019-10-10T16:05:00.917" v="1108" actId="1076"/>
          <ac:spMkLst>
            <pc:docMk/>
            <pc:sldMk cId="4030350304" sldId="404"/>
            <ac:spMk id="67" creationId="{DCFFECA7-63CF-478D-A200-A52A2B5E1816}"/>
          </ac:spMkLst>
        </pc:spChg>
        <pc:spChg chg="del">
          <ac:chgData name="Lucas Tossolini" userId="82ff3cc4fadd8f44" providerId="LiveId" clId="{ABBC1E2D-8C6D-40AD-BC48-AA88A7A56085}" dt="2019-10-10T16:04:33.553" v="1099" actId="478"/>
          <ac:spMkLst>
            <pc:docMk/>
            <pc:sldMk cId="4030350304" sldId="404"/>
            <ac:spMk id="68" creationId="{204CAC3E-3CBF-4EFA-82C7-013B327FBE44}"/>
          </ac:spMkLst>
        </pc:spChg>
        <pc:graphicFrameChg chg="mod">
          <ac:chgData name="Lucas Tossolini" userId="82ff3cc4fadd8f44" providerId="LiveId" clId="{ABBC1E2D-8C6D-40AD-BC48-AA88A7A56085}" dt="2019-10-10T19:16:42.426" v="2518"/>
          <ac:graphicFrameMkLst>
            <pc:docMk/>
            <pc:sldMk cId="4030350304" sldId="404"/>
            <ac:graphicFrameMk id="34" creationId="{2675AAD9-8800-42CF-B69B-ACD5927EA201}"/>
          </ac:graphicFrameMkLst>
        </pc:graphicFrameChg>
        <pc:cxnChg chg="add mod">
          <ac:chgData name="Lucas Tossolini" userId="82ff3cc4fadd8f44" providerId="LiveId" clId="{ABBC1E2D-8C6D-40AD-BC48-AA88A7A56085}" dt="2019-10-10T16:05:13.659" v="1112" actId="1076"/>
          <ac:cxnSpMkLst>
            <pc:docMk/>
            <pc:sldMk cId="4030350304" sldId="404"/>
            <ac:cxnSpMk id="17" creationId="{860FA383-BAFC-4958-858B-624AC05EAEF5}"/>
          </ac:cxnSpMkLst>
        </pc:cxnChg>
        <pc:cxnChg chg="mod">
          <ac:chgData name="Lucas Tossolini" userId="82ff3cc4fadd8f44" providerId="LiveId" clId="{ABBC1E2D-8C6D-40AD-BC48-AA88A7A56085}" dt="2019-10-10T16:04:28.862" v="1098" actId="1076"/>
          <ac:cxnSpMkLst>
            <pc:docMk/>
            <pc:sldMk cId="4030350304" sldId="404"/>
            <ac:cxnSpMk id="42" creationId="{F2F6BA52-90DF-45C5-A60F-33C0D8AC9BCC}"/>
          </ac:cxnSpMkLst>
        </pc:cxnChg>
      </pc:sldChg>
      <pc:sldChg chg="addSp delSp modSp add">
        <pc:chgData name="Lucas Tossolini" userId="82ff3cc4fadd8f44" providerId="LiveId" clId="{ABBC1E2D-8C6D-40AD-BC48-AA88A7A56085}" dt="2019-10-10T19:18:08.357" v="2522" actId="1076"/>
        <pc:sldMkLst>
          <pc:docMk/>
          <pc:sldMk cId="3861665744" sldId="405"/>
        </pc:sldMkLst>
        <pc:spChg chg="del">
          <ac:chgData name="Lucas Tossolini" userId="82ff3cc4fadd8f44" providerId="LiveId" clId="{ABBC1E2D-8C6D-40AD-BC48-AA88A7A56085}" dt="2019-10-10T14:18:03.788" v="724" actId="478"/>
          <ac:spMkLst>
            <pc:docMk/>
            <pc:sldMk cId="3861665744" sldId="405"/>
            <ac:spMk id="4" creationId="{7F636FF0-E2F3-42A3-96EB-819C3E8AF11F}"/>
          </ac:spMkLst>
        </pc:spChg>
        <pc:spChg chg="add mod">
          <ac:chgData name="Lucas Tossolini" userId="82ff3cc4fadd8f44" providerId="LiveId" clId="{ABBC1E2D-8C6D-40AD-BC48-AA88A7A56085}" dt="2019-10-10T16:11:58.846" v="1290" actId="120"/>
          <ac:spMkLst>
            <pc:docMk/>
            <pc:sldMk cId="3861665744" sldId="405"/>
            <ac:spMk id="6" creationId="{B64A7CAF-7166-42E5-B718-78633299895E}"/>
          </ac:spMkLst>
        </pc:spChg>
        <pc:spChg chg="add mod">
          <ac:chgData name="Lucas Tossolini" userId="82ff3cc4fadd8f44" providerId="LiveId" clId="{ABBC1E2D-8C6D-40AD-BC48-AA88A7A56085}" dt="2019-10-10T19:18:08.357" v="2522" actId="1076"/>
          <ac:spMkLst>
            <pc:docMk/>
            <pc:sldMk cId="3861665744" sldId="405"/>
            <ac:spMk id="12" creationId="{59ECAD74-6197-48EB-8485-11A2F7D55244}"/>
          </ac:spMkLst>
        </pc:spChg>
        <pc:spChg chg="add mod">
          <ac:chgData name="Lucas Tossolini" userId="82ff3cc4fadd8f44" providerId="LiveId" clId="{ABBC1E2D-8C6D-40AD-BC48-AA88A7A56085}" dt="2019-10-10T16:11:52.129" v="1288" actId="1076"/>
          <ac:spMkLst>
            <pc:docMk/>
            <pc:sldMk cId="3861665744" sldId="405"/>
            <ac:spMk id="13" creationId="{B97EC89B-B137-4C2E-BBEE-588F2475622B}"/>
          </ac:spMkLst>
        </pc:spChg>
        <pc:spChg chg="mod">
          <ac:chgData name="Lucas Tossolini" userId="82ff3cc4fadd8f44" providerId="LiveId" clId="{ABBC1E2D-8C6D-40AD-BC48-AA88A7A56085}" dt="2019-10-10T14:18:45.644" v="785" actId="20577"/>
          <ac:spMkLst>
            <pc:docMk/>
            <pc:sldMk cId="3861665744" sldId="405"/>
            <ac:spMk id="57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4:18:03.304" v="723" actId="478"/>
          <ac:spMkLst>
            <pc:docMk/>
            <pc:sldMk cId="3861665744" sldId="405"/>
            <ac:spMk id="66" creationId="{658312DD-6EEA-46D8-B563-CD2BAD398268}"/>
          </ac:spMkLst>
        </pc:spChg>
        <pc:graphicFrameChg chg="add mod">
          <ac:chgData name="Lucas Tossolini" userId="82ff3cc4fadd8f44" providerId="LiveId" clId="{ABBC1E2D-8C6D-40AD-BC48-AA88A7A56085}" dt="2019-10-10T16:05:42.187" v="1114" actId="207"/>
          <ac:graphicFrameMkLst>
            <pc:docMk/>
            <pc:sldMk cId="3861665744" sldId="405"/>
            <ac:graphicFrameMk id="8" creationId="{840E33A2-4EF5-41B7-8800-4B08E0B94C6C}"/>
          </ac:graphicFrameMkLst>
        </pc:graphicFrameChg>
        <pc:graphicFrameChg chg="del">
          <ac:chgData name="Lucas Tossolini" userId="82ff3cc4fadd8f44" providerId="LiveId" clId="{ABBC1E2D-8C6D-40AD-BC48-AA88A7A56085}" dt="2019-10-10T14:17:59.691" v="722" actId="478"/>
          <ac:graphicFrameMkLst>
            <pc:docMk/>
            <pc:sldMk cId="3861665744" sldId="405"/>
            <ac:graphicFrameMk id="16" creationId="{0EE52591-D8E8-4F80-AFAB-EFCA73C8038C}"/>
          </ac:graphicFrameMkLst>
        </pc:graphicFrameChg>
        <pc:picChg chg="mod">
          <ac:chgData name="Lucas Tossolini" userId="82ff3cc4fadd8f44" providerId="LiveId" clId="{ABBC1E2D-8C6D-40AD-BC48-AA88A7A56085}" dt="2019-10-10T16:10:17.916" v="1170" actId="207"/>
          <ac:picMkLst>
            <pc:docMk/>
            <pc:sldMk cId="3861665744" sldId="405"/>
            <ac:picMk id="3" creationId="{1C0F8018-8E51-4AE0-9956-B57171878D9E}"/>
          </ac:picMkLst>
        </pc:picChg>
        <pc:picChg chg="add mod">
          <ac:chgData name="Lucas Tossolini" userId="82ff3cc4fadd8f44" providerId="LiveId" clId="{ABBC1E2D-8C6D-40AD-BC48-AA88A7A56085}" dt="2019-10-10T16:09:16.371" v="1118" actId="1076"/>
          <ac:picMkLst>
            <pc:docMk/>
            <pc:sldMk cId="3861665744" sldId="405"/>
            <ac:picMk id="5" creationId="{28369D48-92FA-4DBD-B9E0-4C15B39DC116}"/>
          </ac:picMkLst>
        </pc:picChg>
        <pc:picChg chg="del mod">
          <ac:chgData name="Lucas Tossolini" userId="82ff3cc4fadd8f44" providerId="LiveId" clId="{ABBC1E2D-8C6D-40AD-BC48-AA88A7A56085}" dt="2019-10-10T14:19:31.263" v="799" actId="478"/>
          <ac:picMkLst>
            <pc:docMk/>
            <pc:sldMk cId="3861665744" sldId="405"/>
            <ac:picMk id="19" creationId="{80F6868B-A62E-4CCA-BE23-D7BFD539548E}"/>
          </ac:picMkLst>
        </pc:picChg>
      </pc:sldChg>
      <pc:sldChg chg="addSp delSp modSp add">
        <pc:chgData name="Lucas Tossolini" userId="82ff3cc4fadd8f44" providerId="LiveId" clId="{ABBC1E2D-8C6D-40AD-BC48-AA88A7A56085}" dt="2019-10-10T16:16:48.050" v="1381" actId="1076"/>
        <pc:sldMkLst>
          <pc:docMk/>
          <pc:sldMk cId="2741896623" sldId="406"/>
        </pc:sldMkLst>
        <pc:spChg chg="mod">
          <ac:chgData name="Lucas Tossolini" userId="82ff3cc4fadd8f44" providerId="LiveId" clId="{ABBC1E2D-8C6D-40AD-BC48-AA88A7A56085}" dt="2019-10-10T16:14:32.495" v="1322" actId="114"/>
          <ac:spMkLst>
            <pc:docMk/>
            <pc:sldMk cId="2741896623" sldId="406"/>
            <ac:spMk id="2" creationId="{7BE03514-91CF-4450-8339-5BE4C8E1B1B8}"/>
          </ac:spMkLst>
        </pc:spChg>
        <pc:spChg chg="add mod">
          <ac:chgData name="Lucas Tossolini" userId="82ff3cc4fadd8f44" providerId="LiveId" clId="{ABBC1E2D-8C6D-40AD-BC48-AA88A7A56085}" dt="2019-10-10T16:12:44.242" v="1305" actId="1076"/>
          <ac:spMkLst>
            <pc:docMk/>
            <pc:sldMk cId="2741896623" sldId="406"/>
            <ac:spMk id="10" creationId="{D6AD01EB-4468-426A-9C1F-5D6FFC6DE2DE}"/>
          </ac:spMkLst>
        </pc:spChg>
        <pc:spChg chg="add mod">
          <ac:chgData name="Lucas Tossolini" userId="82ff3cc4fadd8f44" providerId="LiveId" clId="{ABBC1E2D-8C6D-40AD-BC48-AA88A7A56085}" dt="2019-10-10T16:14:10.554" v="1319" actId="1076"/>
          <ac:spMkLst>
            <pc:docMk/>
            <pc:sldMk cId="2741896623" sldId="406"/>
            <ac:spMk id="11" creationId="{916C393E-EE3B-46E3-92DA-58E8ED88A7CE}"/>
          </ac:spMkLst>
        </pc:spChg>
        <pc:spChg chg="add mod">
          <ac:chgData name="Lucas Tossolini" userId="82ff3cc4fadd8f44" providerId="LiveId" clId="{ABBC1E2D-8C6D-40AD-BC48-AA88A7A56085}" dt="2019-10-10T16:14:26.194" v="1321" actId="1076"/>
          <ac:spMkLst>
            <pc:docMk/>
            <pc:sldMk cId="2741896623" sldId="406"/>
            <ac:spMk id="14" creationId="{EAEAE1D8-DCBD-4525-AD5F-8FD964D57B10}"/>
          </ac:spMkLst>
        </pc:spChg>
        <pc:spChg chg="add mod">
          <ac:chgData name="Lucas Tossolini" userId="82ff3cc4fadd8f44" providerId="LiveId" clId="{ABBC1E2D-8C6D-40AD-BC48-AA88A7A56085}" dt="2019-10-10T16:16:48.050" v="1381" actId="1076"/>
          <ac:spMkLst>
            <pc:docMk/>
            <pc:sldMk cId="2741896623" sldId="406"/>
            <ac:spMk id="15" creationId="{382A1224-1C45-467C-A3E5-66BE0B5DB4ED}"/>
          </ac:spMkLst>
        </pc:spChg>
        <pc:spChg chg="del">
          <ac:chgData name="Lucas Tossolini" userId="82ff3cc4fadd8f44" providerId="LiveId" clId="{ABBC1E2D-8C6D-40AD-BC48-AA88A7A56085}" dt="2019-10-10T14:19:42.516" v="801" actId="478"/>
          <ac:spMkLst>
            <pc:docMk/>
            <pc:sldMk cId="2741896623" sldId="406"/>
            <ac:spMk id="66" creationId="{658312DD-6EEA-46D8-B563-CD2BAD398268}"/>
          </ac:spMkLst>
        </pc:spChg>
        <pc:graphicFrameChg chg="del">
          <ac:chgData name="Lucas Tossolini" userId="82ff3cc4fadd8f44" providerId="LiveId" clId="{ABBC1E2D-8C6D-40AD-BC48-AA88A7A56085}" dt="2019-10-10T14:19:40.157" v="800" actId="478"/>
          <ac:graphicFrameMkLst>
            <pc:docMk/>
            <pc:sldMk cId="2741896623" sldId="406"/>
            <ac:graphicFrameMk id="8" creationId="{FD0C04E8-5A40-408F-AD09-9AFAB669E6C5}"/>
          </ac:graphicFrameMkLst>
        </pc:graphicFrameChg>
        <pc:graphicFrameChg chg="add mod">
          <ac:chgData name="Lucas Tossolini" userId="82ff3cc4fadd8f44" providerId="LiveId" clId="{ABBC1E2D-8C6D-40AD-BC48-AA88A7A56085}" dt="2019-10-10T14:21:05.455" v="832" actId="167"/>
          <ac:graphicFrameMkLst>
            <pc:docMk/>
            <pc:sldMk cId="2741896623" sldId="406"/>
            <ac:graphicFrameMk id="9" creationId="{F872768E-8DA7-48DE-A5AD-644A2E0A202C}"/>
          </ac:graphicFrameMkLst>
        </pc:graphicFrameChg>
        <pc:cxnChg chg="mod">
          <ac:chgData name="Lucas Tossolini" userId="82ff3cc4fadd8f44" providerId="LiveId" clId="{ABBC1E2D-8C6D-40AD-BC48-AA88A7A56085}" dt="2019-10-10T14:21:51.915" v="844" actId="1038"/>
          <ac:cxnSpMkLst>
            <pc:docMk/>
            <pc:sldMk cId="2741896623" sldId="406"/>
            <ac:cxnSpMk id="5" creationId="{323B3DD2-6610-4F3D-A276-8505EC13EBFD}"/>
          </ac:cxnSpMkLst>
        </pc:cxnChg>
        <pc:cxnChg chg="mod">
          <ac:chgData name="Lucas Tossolini" userId="82ff3cc4fadd8f44" providerId="LiveId" clId="{ABBC1E2D-8C6D-40AD-BC48-AA88A7A56085}" dt="2019-10-10T14:21:48.650" v="841" actId="1037"/>
          <ac:cxnSpMkLst>
            <pc:docMk/>
            <pc:sldMk cId="2741896623" sldId="406"/>
            <ac:cxnSpMk id="12" creationId="{2C442AF0-D547-46AB-8E90-52BBB30AD878}"/>
          </ac:cxnSpMkLst>
        </pc:cxnChg>
        <pc:cxnChg chg="del">
          <ac:chgData name="Lucas Tossolini" userId="82ff3cc4fadd8f44" providerId="LiveId" clId="{ABBC1E2D-8C6D-40AD-BC48-AA88A7A56085}" dt="2019-10-10T14:21:19.019" v="836" actId="478"/>
          <ac:cxnSpMkLst>
            <pc:docMk/>
            <pc:sldMk cId="2741896623" sldId="406"/>
            <ac:cxnSpMk id="13" creationId="{AF75BDEA-AF7A-4459-A7CB-543614521A28}"/>
          </ac:cxnSpMkLst>
        </pc:cxnChg>
      </pc:sldChg>
      <pc:sldChg chg="addSp modSp add">
        <pc:chgData name="Lucas Tossolini" userId="82ff3cc4fadd8f44" providerId="LiveId" clId="{ABBC1E2D-8C6D-40AD-BC48-AA88A7A56085}" dt="2019-10-10T14:22:51.883" v="863" actId="207"/>
        <pc:sldMkLst>
          <pc:docMk/>
          <pc:sldMk cId="2429860444" sldId="407"/>
        </pc:sldMkLst>
        <pc:spChg chg="add mod">
          <ac:chgData name="Lucas Tossolini" userId="82ff3cc4fadd8f44" providerId="LiveId" clId="{ABBC1E2D-8C6D-40AD-BC48-AA88A7A56085}" dt="2019-10-10T14:22:51.883" v="863" actId="207"/>
          <ac:spMkLst>
            <pc:docMk/>
            <pc:sldMk cId="2429860444" sldId="407"/>
            <ac:spMk id="2" creationId="{E794B819-82A9-49C3-B617-AE402F86E6A5}"/>
          </ac:spMkLst>
        </pc:spChg>
      </pc:sldChg>
      <pc:sldChg chg="addSp modSp add">
        <pc:chgData name="Lucas Tossolini" userId="82ff3cc4fadd8f44" providerId="LiveId" clId="{ABBC1E2D-8C6D-40AD-BC48-AA88A7A56085}" dt="2019-10-10T16:18:56.539" v="1403" actId="403"/>
        <pc:sldMkLst>
          <pc:docMk/>
          <pc:sldMk cId="3147827798" sldId="408"/>
        </pc:sldMkLst>
        <pc:spChg chg="add mod">
          <ac:chgData name="Lucas Tossolini" userId="82ff3cc4fadd8f44" providerId="LiveId" clId="{ABBC1E2D-8C6D-40AD-BC48-AA88A7A56085}" dt="2019-10-10T16:18:15.210" v="1395" actId="14100"/>
          <ac:spMkLst>
            <pc:docMk/>
            <pc:sldMk cId="3147827798" sldId="408"/>
            <ac:spMk id="12" creationId="{BAD7AF47-9529-4D0D-9577-32E0523CDA6B}"/>
          </ac:spMkLst>
        </pc:spChg>
        <pc:spChg chg="mod">
          <ac:chgData name="Lucas Tossolini" userId="82ff3cc4fadd8f44" providerId="LiveId" clId="{ABBC1E2D-8C6D-40AD-BC48-AA88A7A56085}" dt="2019-10-10T16:17:32.025" v="1390" actId="1076"/>
          <ac:spMkLst>
            <pc:docMk/>
            <pc:sldMk cId="3147827798" sldId="408"/>
            <ac:spMk id="28" creationId="{E73987EC-D00D-418E-BCEE-951640AB0733}"/>
          </ac:spMkLst>
        </pc:spChg>
        <pc:graphicFrameChg chg="mod">
          <ac:chgData name="Lucas Tossolini" userId="82ff3cc4fadd8f44" providerId="LiveId" clId="{ABBC1E2D-8C6D-40AD-BC48-AA88A7A56085}" dt="2019-10-10T16:18:56.539" v="1403" actId="403"/>
          <ac:graphicFrameMkLst>
            <pc:docMk/>
            <pc:sldMk cId="3147827798" sldId="408"/>
            <ac:graphicFrameMk id="17" creationId="{1A45548E-2A93-4175-95CB-CD60CD87CB4E}"/>
          </ac:graphicFrameMkLst>
        </pc:graphicFrameChg>
      </pc:sldChg>
      <pc:sldChg chg="addSp modSp add">
        <pc:chgData name="Lucas Tossolini" userId="82ff3cc4fadd8f44" providerId="LiveId" clId="{ABBC1E2D-8C6D-40AD-BC48-AA88A7A56085}" dt="2019-10-10T16:19:00.458" v="1404" actId="403"/>
        <pc:sldMkLst>
          <pc:docMk/>
          <pc:sldMk cId="1000554496" sldId="409"/>
        </pc:sldMkLst>
        <pc:spChg chg="add mod">
          <ac:chgData name="Lucas Tossolini" userId="82ff3cc4fadd8f44" providerId="LiveId" clId="{ABBC1E2D-8C6D-40AD-BC48-AA88A7A56085}" dt="2019-10-10T16:18:43.674" v="1399" actId="14100"/>
          <ac:spMkLst>
            <pc:docMk/>
            <pc:sldMk cId="1000554496" sldId="409"/>
            <ac:spMk id="11" creationId="{D8BB11BF-FE56-433E-8D89-C7B57F6AC792}"/>
          </ac:spMkLst>
        </pc:spChg>
        <pc:graphicFrameChg chg="mod">
          <ac:chgData name="Lucas Tossolini" userId="82ff3cc4fadd8f44" providerId="LiveId" clId="{ABBC1E2D-8C6D-40AD-BC48-AA88A7A56085}" dt="2019-10-10T16:19:00.458" v="1404" actId="403"/>
          <ac:graphicFrameMkLst>
            <pc:docMk/>
            <pc:sldMk cId="1000554496" sldId="409"/>
            <ac:graphicFrameMk id="12" creationId="{246F8133-B441-4868-82CF-297D9A8D9F65}"/>
          </ac:graphicFrameMkLst>
        </pc:graphicFrameChg>
      </pc:sldChg>
      <pc:sldChg chg="addSp delSp modSp add">
        <pc:chgData name="Lucas Tossolini" userId="82ff3cc4fadd8f44" providerId="LiveId" clId="{ABBC1E2D-8C6D-40AD-BC48-AA88A7A56085}" dt="2019-10-10T17:34:02.918" v="2487" actId="108"/>
        <pc:sldMkLst>
          <pc:docMk/>
          <pc:sldMk cId="3106574654" sldId="410"/>
        </pc:sldMkLst>
        <pc:spChg chg="add mod">
          <ac:chgData name="Lucas Tossolini" userId="82ff3cc4fadd8f44" providerId="LiveId" clId="{ABBC1E2D-8C6D-40AD-BC48-AA88A7A56085}" dt="2019-10-10T17:31:31.157" v="2473" actId="108"/>
          <ac:spMkLst>
            <pc:docMk/>
            <pc:sldMk cId="3106574654" sldId="410"/>
            <ac:spMk id="8" creationId="{C9C69171-8D73-4019-ABB6-6AB5A2E45F13}"/>
          </ac:spMkLst>
        </pc:spChg>
        <pc:spChg chg="add">
          <ac:chgData name="Lucas Tossolini" userId="82ff3cc4fadd8f44" providerId="LiveId" clId="{ABBC1E2D-8C6D-40AD-BC48-AA88A7A56085}" dt="2019-10-10T14:41:26.636" v="978"/>
          <ac:spMkLst>
            <pc:docMk/>
            <pc:sldMk cId="3106574654" sldId="410"/>
            <ac:spMk id="9" creationId="{430EEBED-14F0-419D-BCF5-A35C1C1AC100}"/>
          </ac:spMkLst>
        </pc:spChg>
        <pc:spChg chg="del">
          <ac:chgData name="Lucas Tossolini" userId="82ff3cc4fadd8f44" providerId="LiveId" clId="{ABBC1E2D-8C6D-40AD-BC48-AA88A7A56085}" dt="2019-10-10T14:41:26.246" v="977" actId="478"/>
          <ac:spMkLst>
            <pc:docMk/>
            <pc:sldMk cId="3106574654" sldId="410"/>
            <ac:spMk id="10" creationId="{7D7449A3-B745-41E6-BE92-E0920547096E}"/>
          </ac:spMkLst>
        </pc:spChg>
        <pc:spChg chg="add mod">
          <ac:chgData name="Lucas Tossolini" userId="82ff3cc4fadd8f44" providerId="LiveId" clId="{ABBC1E2D-8C6D-40AD-BC48-AA88A7A56085}" dt="2019-10-10T17:31:46.443" v="2475" actId="108"/>
          <ac:spMkLst>
            <pc:docMk/>
            <pc:sldMk cId="3106574654" sldId="410"/>
            <ac:spMk id="11" creationId="{B6D12991-6939-4F06-A5B3-70E5D3FB54F2}"/>
          </ac:spMkLst>
        </pc:spChg>
        <pc:spChg chg="add del mod">
          <ac:chgData name="Lucas Tossolini" userId="82ff3cc4fadd8f44" providerId="LiveId" clId="{ABBC1E2D-8C6D-40AD-BC48-AA88A7A56085}" dt="2019-10-10T17:32:07.988" v="2477" actId="478"/>
          <ac:spMkLst>
            <pc:docMk/>
            <pc:sldMk cId="3106574654" sldId="410"/>
            <ac:spMk id="16" creationId="{98785CFA-55D1-4C4C-8996-9EB277243B33}"/>
          </ac:spMkLst>
        </pc:spChg>
        <pc:spChg chg="add mod">
          <ac:chgData name="Lucas Tossolini" userId="82ff3cc4fadd8f44" providerId="LiveId" clId="{ABBC1E2D-8C6D-40AD-BC48-AA88A7A56085}" dt="2019-10-10T17:32:22.196" v="2479" actId="108"/>
          <ac:spMkLst>
            <pc:docMk/>
            <pc:sldMk cId="3106574654" sldId="410"/>
            <ac:spMk id="17" creationId="{1C407CA7-4BF9-4A7E-8F76-60A7E20681C2}"/>
          </ac:spMkLst>
        </pc:spChg>
        <pc:spChg chg="add mod">
          <ac:chgData name="Lucas Tossolini" userId="82ff3cc4fadd8f44" providerId="LiveId" clId="{ABBC1E2D-8C6D-40AD-BC48-AA88A7A56085}" dt="2019-10-10T17:33:06.182" v="2481" actId="108"/>
          <ac:spMkLst>
            <pc:docMk/>
            <pc:sldMk cId="3106574654" sldId="410"/>
            <ac:spMk id="18" creationId="{2A38781E-E2D1-4250-B729-FC4BCFDD99C6}"/>
          </ac:spMkLst>
        </pc:spChg>
        <pc:spChg chg="add mod">
          <ac:chgData name="Lucas Tossolini" userId="82ff3cc4fadd8f44" providerId="LiveId" clId="{ABBC1E2D-8C6D-40AD-BC48-AA88A7A56085}" dt="2019-10-10T17:33:26.278" v="2483" actId="108"/>
          <ac:spMkLst>
            <pc:docMk/>
            <pc:sldMk cId="3106574654" sldId="410"/>
            <ac:spMk id="20" creationId="{1D6872C4-72DB-43CB-BFE8-578D7B60C981}"/>
          </ac:spMkLst>
        </pc:spChg>
        <pc:spChg chg="add del mod">
          <ac:chgData name="Lucas Tossolini" userId="82ff3cc4fadd8f44" providerId="LiveId" clId="{ABBC1E2D-8C6D-40AD-BC48-AA88A7A56085}" dt="2019-10-10T17:33:40.985" v="2485" actId="478"/>
          <ac:spMkLst>
            <pc:docMk/>
            <pc:sldMk cId="3106574654" sldId="410"/>
            <ac:spMk id="22" creationId="{988BD1E3-6843-4149-B555-DD445A814248}"/>
          </ac:spMkLst>
        </pc:spChg>
        <pc:spChg chg="add mod">
          <ac:chgData name="Lucas Tossolini" userId="82ff3cc4fadd8f44" providerId="LiveId" clId="{ABBC1E2D-8C6D-40AD-BC48-AA88A7A56085}" dt="2019-10-10T17:34:02.918" v="2487" actId="108"/>
          <ac:spMkLst>
            <pc:docMk/>
            <pc:sldMk cId="3106574654" sldId="410"/>
            <ac:spMk id="23" creationId="{F6BBFDC5-C614-4465-8CC7-59BD869DA16D}"/>
          </ac:spMkLst>
        </pc:spChg>
        <pc:spChg chg="mod">
          <ac:chgData name="Lucas Tossolini" userId="82ff3cc4fadd8f44" providerId="LiveId" clId="{ABBC1E2D-8C6D-40AD-BC48-AA88A7A56085}" dt="2019-10-10T16:20:05.332" v="1439" actId="20577"/>
          <ac:spMkLst>
            <pc:docMk/>
            <pc:sldMk cId="3106574654" sldId="410"/>
            <ac:spMk id="34" creationId="{00000000-0000-0000-0000-000000000000}"/>
          </ac:spMkLst>
        </pc:spChg>
        <pc:graphicFrameChg chg="mod">
          <ac:chgData name="Lucas Tossolini" userId="82ff3cc4fadd8f44" providerId="LiveId" clId="{ABBC1E2D-8C6D-40AD-BC48-AA88A7A56085}" dt="2019-10-10T17:30:15.061" v="2466" actId="2085"/>
          <ac:graphicFrameMkLst>
            <pc:docMk/>
            <pc:sldMk cId="3106574654" sldId="410"/>
            <ac:graphicFrameMk id="12" creationId="{00000000-0000-0000-0000-000000000000}"/>
          </ac:graphicFrameMkLst>
        </pc:graphicFrameChg>
        <pc:cxnChg chg="add del mod">
          <ac:chgData name="Lucas Tossolini" userId="82ff3cc4fadd8f44" providerId="LiveId" clId="{ABBC1E2D-8C6D-40AD-BC48-AA88A7A56085}" dt="2019-10-10T17:30:19.368" v="2468" actId="478"/>
          <ac:cxnSpMkLst>
            <pc:docMk/>
            <pc:sldMk cId="3106574654" sldId="410"/>
            <ac:cxnSpMk id="13" creationId="{0D4C35F4-724B-4307-A786-D2D308DF5F94}"/>
          </ac:cxnSpMkLst>
        </pc:cxnChg>
        <pc:cxnChg chg="del mod">
          <ac:chgData name="Lucas Tossolini" userId="82ff3cc4fadd8f44" providerId="LiveId" clId="{ABBC1E2D-8C6D-40AD-BC48-AA88A7A56085}" dt="2019-10-10T17:30:17.830" v="2467" actId="478"/>
          <ac:cxnSpMkLst>
            <pc:docMk/>
            <pc:sldMk cId="3106574654" sldId="410"/>
            <ac:cxnSpMk id="14" creationId="{00000000-0000-0000-0000-000000000000}"/>
          </ac:cxnSpMkLst>
        </pc:cxnChg>
        <pc:cxnChg chg="del">
          <ac:chgData name="Lucas Tossolini" userId="82ff3cc4fadd8f44" providerId="LiveId" clId="{ABBC1E2D-8C6D-40AD-BC48-AA88A7A56085}" dt="2019-10-10T16:19:54.886" v="1426" actId="478"/>
          <ac:cxnSpMkLst>
            <pc:docMk/>
            <pc:sldMk cId="3106574654" sldId="410"/>
            <ac:cxnSpMk id="15" creationId="{00000000-0000-0000-0000-000000000000}"/>
          </ac:cxnSpMkLst>
        </pc:cxnChg>
        <pc:cxnChg chg="mod">
          <ac:chgData name="Lucas Tossolini" userId="82ff3cc4fadd8f44" providerId="LiveId" clId="{ABBC1E2D-8C6D-40AD-BC48-AA88A7A56085}" dt="2019-10-10T17:30:28.765" v="2471" actId="14100"/>
          <ac:cxnSpMkLst>
            <pc:docMk/>
            <pc:sldMk cId="3106574654" sldId="410"/>
            <ac:cxnSpMk id="19" creationId="{00000000-0000-0000-0000-000000000000}"/>
          </ac:cxnSpMkLst>
        </pc:cxnChg>
      </pc:sldChg>
      <pc:sldChg chg="addSp delSp modSp add">
        <pc:chgData name="Lucas Tossolini" userId="82ff3cc4fadd8f44" providerId="LiveId" clId="{ABBC1E2D-8C6D-40AD-BC48-AA88A7A56085}" dt="2019-10-10T17:35:06.359" v="2491" actId="207"/>
        <pc:sldMkLst>
          <pc:docMk/>
          <pc:sldMk cId="3678575768" sldId="411"/>
        </pc:sldMkLst>
        <pc:spChg chg="add mod">
          <ac:chgData name="Lucas Tossolini" userId="82ff3cc4fadd8f44" providerId="LiveId" clId="{ABBC1E2D-8C6D-40AD-BC48-AA88A7A56085}" dt="2019-10-10T14:33:23.470" v="948" actId="14100"/>
          <ac:spMkLst>
            <pc:docMk/>
            <pc:sldMk cId="3678575768" sldId="411"/>
            <ac:spMk id="2" creationId="{5CD90DD4-B468-46EF-B129-72071BDF6581}"/>
          </ac:spMkLst>
        </pc:spChg>
        <pc:spChg chg="add mod">
          <ac:chgData name="Lucas Tossolini" userId="82ff3cc4fadd8f44" providerId="LiveId" clId="{ABBC1E2D-8C6D-40AD-BC48-AA88A7A56085}" dt="2019-10-10T16:30:03.306" v="1606" actId="1076"/>
          <ac:spMkLst>
            <pc:docMk/>
            <pc:sldMk cId="3678575768" sldId="411"/>
            <ac:spMk id="4" creationId="{60AF684A-9E3D-4902-9A85-C0A99C3DB006}"/>
          </ac:spMkLst>
        </pc:spChg>
        <pc:spChg chg="del">
          <ac:chgData name="Lucas Tossolini" userId="82ff3cc4fadd8f44" providerId="LiveId" clId="{ABBC1E2D-8C6D-40AD-BC48-AA88A7A56085}" dt="2019-10-10T14:41:32.185" v="981" actId="478"/>
          <ac:spMkLst>
            <pc:docMk/>
            <pc:sldMk cId="3678575768" sldId="411"/>
            <ac:spMk id="10" creationId="{7D7449A3-B745-41E6-BE92-E0920547096E}"/>
          </ac:spMkLst>
        </pc:spChg>
        <pc:spChg chg="add">
          <ac:chgData name="Lucas Tossolini" userId="82ff3cc4fadd8f44" providerId="LiveId" clId="{ABBC1E2D-8C6D-40AD-BC48-AA88A7A56085}" dt="2019-10-10T14:41:32.514" v="982"/>
          <ac:spMkLst>
            <pc:docMk/>
            <pc:sldMk cId="3678575768" sldId="411"/>
            <ac:spMk id="13" creationId="{7886745F-18B0-4390-B5BA-D76AE73280B6}"/>
          </ac:spMkLst>
        </pc:spChg>
        <pc:spChg chg="add mod">
          <ac:chgData name="Lucas Tossolini" userId="82ff3cc4fadd8f44" providerId="LiveId" clId="{ABBC1E2D-8C6D-40AD-BC48-AA88A7A56085}" dt="2019-10-10T16:30:08.433" v="1607" actId="1076"/>
          <ac:spMkLst>
            <pc:docMk/>
            <pc:sldMk cId="3678575768" sldId="411"/>
            <ac:spMk id="17" creationId="{D661F654-6758-45EB-B46D-B9F12627CFCA}"/>
          </ac:spMkLst>
        </pc:spChg>
        <pc:spChg chg="del">
          <ac:chgData name="Lucas Tossolini" userId="82ff3cc4fadd8f44" providerId="LiveId" clId="{ABBC1E2D-8C6D-40AD-BC48-AA88A7A56085}" dt="2019-10-10T14:30:55.717" v="882" actId="478"/>
          <ac:spMkLst>
            <pc:docMk/>
            <pc:sldMk cId="3678575768" sldId="411"/>
            <ac:spMk id="21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6:28:25.930" v="1560" actId="20577"/>
          <ac:spMkLst>
            <pc:docMk/>
            <pc:sldMk cId="3678575768" sldId="411"/>
            <ac:spMk id="34" creationId="{00000000-0000-0000-0000-000000000000}"/>
          </ac:spMkLst>
        </pc:spChg>
        <pc:graphicFrameChg chg="add del mod">
          <ac:chgData name="Lucas Tossolini" userId="82ff3cc4fadd8f44" providerId="LiveId" clId="{ABBC1E2D-8C6D-40AD-BC48-AA88A7A56085}" dt="2019-10-10T14:32:21.105" v="916" actId="478"/>
          <ac:graphicFrameMkLst>
            <pc:docMk/>
            <pc:sldMk cId="3678575768" sldId="411"/>
            <ac:graphicFrameMk id="9" creationId="{AA84D49A-6AD0-4B27-8A38-BAF99E722993}"/>
          </ac:graphicFrameMkLst>
        </pc:graphicFrameChg>
        <pc:graphicFrameChg chg="add mod">
          <ac:chgData name="Lucas Tossolini" userId="82ff3cc4fadd8f44" providerId="LiveId" clId="{ABBC1E2D-8C6D-40AD-BC48-AA88A7A56085}" dt="2019-10-10T17:35:06.359" v="2491" actId="207"/>
          <ac:graphicFrameMkLst>
            <pc:docMk/>
            <pc:sldMk cId="3678575768" sldId="411"/>
            <ac:graphicFrameMk id="11" creationId="{AA84D49A-6AD0-4B27-8A38-BAF99E722993}"/>
          </ac:graphicFrameMkLst>
        </pc:graphicFrameChg>
        <pc:graphicFrameChg chg="del">
          <ac:chgData name="Lucas Tossolini" userId="82ff3cc4fadd8f44" providerId="LiveId" clId="{ABBC1E2D-8C6D-40AD-BC48-AA88A7A56085}" dt="2019-10-10T14:30:42.804" v="865" actId="478"/>
          <ac:graphicFrameMkLst>
            <pc:docMk/>
            <pc:sldMk cId="3678575768" sldId="411"/>
            <ac:graphicFrameMk id="12" creationId="{00000000-0000-0000-0000-000000000000}"/>
          </ac:graphicFrameMkLst>
        </pc:graphicFrameChg>
        <pc:cxnChg chg="del">
          <ac:chgData name="Lucas Tossolini" userId="82ff3cc4fadd8f44" providerId="LiveId" clId="{ABBC1E2D-8C6D-40AD-BC48-AA88A7A56085}" dt="2019-10-10T14:30:54.009" v="881" actId="478"/>
          <ac:cxnSpMkLst>
            <pc:docMk/>
            <pc:sldMk cId="3678575768" sldId="411"/>
            <ac:cxnSpMk id="14" creationId="{00000000-0000-0000-0000-000000000000}"/>
          </ac:cxnSpMkLst>
        </pc:cxnChg>
        <pc:cxnChg chg="del">
          <ac:chgData name="Lucas Tossolini" userId="82ff3cc4fadd8f44" providerId="LiveId" clId="{ABBC1E2D-8C6D-40AD-BC48-AA88A7A56085}" dt="2019-10-10T14:30:54.009" v="881" actId="478"/>
          <ac:cxnSpMkLst>
            <pc:docMk/>
            <pc:sldMk cId="3678575768" sldId="411"/>
            <ac:cxnSpMk id="15" creationId="{00000000-0000-0000-0000-000000000000}"/>
          </ac:cxnSpMkLst>
        </pc:cxnChg>
        <pc:cxnChg chg="add mod">
          <ac:chgData name="Lucas Tossolini" userId="82ff3cc4fadd8f44" providerId="LiveId" clId="{ABBC1E2D-8C6D-40AD-BC48-AA88A7A56085}" dt="2019-10-10T16:29:19.170" v="1564" actId="14100"/>
          <ac:cxnSpMkLst>
            <pc:docMk/>
            <pc:sldMk cId="3678575768" sldId="411"/>
            <ac:cxnSpMk id="16" creationId="{55E32F8D-372A-4168-8D11-4C2F4B551675}"/>
          </ac:cxnSpMkLst>
        </pc:cxnChg>
        <pc:cxnChg chg="del">
          <ac:chgData name="Lucas Tossolini" userId="82ff3cc4fadd8f44" providerId="LiveId" clId="{ABBC1E2D-8C6D-40AD-BC48-AA88A7A56085}" dt="2019-10-10T14:30:54.009" v="881" actId="478"/>
          <ac:cxnSpMkLst>
            <pc:docMk/>
            <pc:sldMk cId="3678575768" sldId="411"/>
            <ac:cxnSpMk id="19" creationId="{00000000-0000-0000-0000-000000000000}"/>
          </ac:cxnSpMkLst>
        </pc:cxnChg>
      </pc:sldChg>
      <pc:sldChg chg="addSp delSp modSp add ord">
        <pc:chgData name="Lucas Tossolini" userId="82ff3cc4fadd8f44" providerId="LiveId" clId="{ABBC1E2D-8C6D-40AD-BC48-AA88A7A56085}" dt="2019-10-10T16:28:13.745" v="1559" actId="1076"/>
        <pc:sldMkLst>
          <pc:docMk/>
          <pc:sldMk cId="1506500014" sldId="412"/>
        </pc:sldMkLst>
        <pc:spChg chg="mod">
          <ac:chgData name="Lucas Tossolini" userId="82ff3cc4fadd8f44" providerId="LiveId" clId="{ABBC1E2D-8C6D-40AD-BC48-AA88A7A56085}" dt="2019-10-10T14:36:37.743" v="973" actId="14100"/>
          <ac:spMkLst>
            <pc:docMk/>
            <pc:sldMk cId="1506500014" sldId="412"/>
            <ac:spMk id="2" creationId="{5CD90DD4-B468-46EF-B129-72071BDF6581}"/>
          </ac:spMkLst>
        </pc:spChg>
        <pc:spChg chg="add">
          <ac:chgData name="Lucas Tossolini" userId="82ff3cc4fadd8f44" providerId="LiveId" clId="{ABBC1E2D-8C6D-40AD-BC48-AA88A7A56085}" dt="2019-10-10T14:41:29.889" v="980"/>
          <ac:spMkLst>
            <pc:docMk/>
            <pc:sldMk cId="1506500014" sldId="412"/>
            <ac:spMk id="7" creationId="{3BCC187B-F12D-400C-9F5A-C6D50363F3A3}"/>
          </ac:spMkLst>
        </pc:spChg>
        <pc:spChg chg="add mod">
          <ac:chgData name="Lucas Tossolini" userId="82ff3cc4fadd8f44" providerId="LiveId" clId="{ABBC1E2D-8C6D-40AD-BC48-AA88A7A56085}" dt="2019-10-10T16:27:39.712" v="1513" actId="1076"/>
          <ac:spMkLst>
            <pc:docMk/>
            <pc:sldMk cId="1506500014" sldId="412"/>
            <ac:spMk id="8" creationId="{47E4F816-1B41-4AA5-8C82-C1800EAAA7AB}"/>
          </ac:spMkLst>
        </pc:spChg>
        <pc:spChg chg="del">
          <ac:chgData name="Lucas Tossolini" userId="82ff3cc4fadd8f44" providerId="LiveId" clId="{ABBC1E2D-8C6D-40AD-BC48-AA88A7A56085}" dt="2019-10-10T14:41:29.436" v="979" actId="478"/>
          <ac:spMkLst>
            <pc:docMk/>
            <pc:sldMk cId="1506500014" sldId="412"/>
            <ac:spMk id="10" creationId="{7D7449A3-B745-41E6-BE92-E0920547096E}"/>
          </ac:spMkLst>
        </pc:spChg>
        <pc:spChg chg="add mod">
          <ac:chgData name="Lucas Tossolini" userId="82ff3cc4fadd8f44" providerId="LiveId" clId="{ABBC1E2D-8C6D-40AD-BC48-AA88A7A56085}" dt="2019-10-10T16:28:13.745" v="1559" actId="1076"/>
          <ac:spMkLst>
            <pc:docMk/>
            <pc:sldMk cId="1506500014" sldId="412"/>
            <ac:spMk id="12" creationId="{765C0A54-743B-4AD5-B0BE-7ADDA9305AD3}"/>
          </ac:spMkLst>
        </pc:spChg>
        <pc:spChg chg="mod">
          <ac:chgData name="Lucas Tossolini" userId="82ff3cc4fadd8f44" providerId="LiveId" clId="{ABBC1E2D-8C6D-40AD-BC48-AA88A7A56085}" dt="2019-10-10T16:26:24.657" v="1490" actId="1076"/>
          <ac:spMkLst>
            <pc:docMk/>
            <pc:sldMk cId="1506500014" sldId="412"/>
            <ac:spMk id="34" creationId="{00000000-0000-0000-0000-000000000000}"/>
          </ac:spMkLst>
        </pc:spChg>
        <pc:graphicFrameChg chg="add mod modGraphic">
          <ac:chgData name="Lucas Tossolini" userId="82ff3cc4fadd8f44" providerId="LiveId" clId="{ABBC1E2D-8C6D-40AD-BC48-AA88A7A56085}" dt="2019-10-10T16:26:29.465" v="1491" actId="1076"/>
          <ac:graphicFrameMkLst>
            <pc:docMk/>
            <pc:sldMk cId="1506500014" sldId="412"/>
            <ac:graphicFrameMk id="3" creationId="{93CB64DB-C432-4BD6-8E7B-2B394EF730A7}"/>
          </ac:graphicFrameMkLst>
        </pc:graphicFrameChg>
        <pc:graphicFrameChg chg="add mod">
          <ac:chgData name="Lucas Tossolini" userId="82ff3cc4fadd8f44" providerId="LiveId" clId="{ABBC1E2D-8C6D-40AD-BC48-AA88A7A56085}" dt="2019-10-10T16:25:56.233" v="1481" actId="14100"/>
          <ac:graphicFrameMkLst>
            <pc:docMk/>
            <pc:sldMk cId="1506500014" sldId="412"/>
            <ac:graphicFrameMk id="6" creationId="{222720C2-1233-47D3-B479-C74F7E6120DA}"/>
          </ac:graphicFrameMkLst>
        </pc:graphicFrameChg>
        <pc:graphicFrameChg chg="del">
          <ac:chgData name="Lucas Tossolini" userId="82ff3cc4fadd8f44" providerId="LiveId" clId="{ABBC1E2D-8C6D-40AD-BC48-AA88A7A56085}" dt="2019-10-10T14:36:09.644" v="950" actId="478"/>
          <ac:graphicFrameMkLst>
            <pc:docMk/>
            <pc:sldMk cId="1506500014" sldId="412"/>
            <ac:graphicFrameMk id="11" creationId="{AA84D49A-6AD0-4B27-8A38-BAF99E722993}"/>
          </ac:graphicFrameMkLst>
        </pc:graphicFrameChg>
        <pc:picChg chg="add mod">
          <ac:chgData name="Lucas Tossolini" userId="82ff3cc4fadd8f44" providerId="LiveId" clId="{ABBC1E2D-8C6D-40AD-BC48-AA88A7A56085}" dt="2019-10-10T16:27:21.260" v="1505" actId="1038"/>
          <ac:picMkLst>
            <pc:docMk/>
            <pc:sldMk cId="1506500014" sldId="412"/>
            <ac:picMk id="5" creationId="{CF728223-F776-4ECD-AA63-9C73CA13BB40}"/>
          </ac:picMkLst>
        </pc:picChg>
      </pc:sldChg>
      <pc:sldChg chg="addSp delSp modSp add">
        <pc:chgData name="Lucas Tossolini" userId="82ff3cc4fadd8f44" providerId="LiveId" clId="{ABBC1E2D-8C6D-40AD-BC48-AA88A7A56085}" dt="2019-10-10T17:35:48.077" v="2499" actId="1076"/>
        <pc:sldMkLst>
          <pc:docMk/>
          <pc:sldMk cId="1519929021" sldId="413"/>
        </pc:sldMkLst>
        <pc:spChg chg="del">
          <ac:chgData name="Lucas Tossolini" userId="82ff3cc4fadd8f44" providerId="LiveId" clId="{ABBC1E2D-8C6D-40AD-BC48-AA88A7A56085}" dt="2019-10-10T14:41:44.698" v="983" actId="478"/>
          <ac:spMkLst>
            <pc:docMk/>
            <pc:sldMk cId="1519929021" sldId="413"/>
            <ac:spMk id="7" creationId="{00000000-0000-0000-0000-000000000000}"/>
          </ac:spMkLst>
        </pc:spChg>
        <pc:spChg chg="mod">
          <ac:chgData name="Lucas Tossolini" userId="82ff3cc4fadd8f44" providerId="LiveId" clId="{ABBC1E2D-8C6D-40AD-BC48-AA88A7A56085}" dt="2019-10-10T16:33:00.657" v="1646" actId="14100"/>
          <ac:spMkLst>
            <pc:docMk/>
            <pc:sldMk cId="1519929021" sldId="413"/>
            <ac:spMk id="8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4:41:44.698" v="983" actId="478"/>
          <ac:spMkLst>
            <pc:docMk/>
            <pc:sldMk cId="1519929021" sldId="413"/>
            <ac:spMk id="10" creationId="{AC7D5C7E-9057-42C5-9DC0-4C8101902892}"/>
          </ac:spMkLst>
        </pc:spChg>
        <pc:spChg chg="del">
          <ac:chgData name="Lucas Tossolini" userId="82ff3cc4fadd8f44" providerId="LiveId" clId="{ABBC1E2D-8C6D-40AD-BC48-AA88A7A56085}" dt="2019-10-10T14:42:07.914" v="989" actId="478"/>
          <ac:spMkLst>
            <pc:docMk/>
            <pc:sldMk cId="1519929021" sldId="413"/>
            <ac:spMk id="11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4:41:44.698" v="983" actId="478"/>
          <ac:spMkLst>
            <pc:docMk/>
            <pc:sldMk cId="1519929021" sldId="413"/>
            <ac:spMk id="12" creationId="{08484345-761D-4FA1-928F-42DD07B0AC89}"/>
          </ac:spMkLst>
        </pc:spChg>
        <pc:spChg chg="del">
          <ac:chgData name="Lucas Tossolini" userId="82ff3cc4fadd8f44" providerId="LiveId" clId="{ABBC1E2D-8C6D-40AD-BC48-AA88A7A56085}" dt="2019-10-10T14:41:44.698" v="983" actId="478"/>
          <ac:spMkLst>
            <pc:docMk/>
            <pc:sldMk cId="1519929021" sldId="413"/>
            <ac:spMk id="13" creationId="{00000000-0000-0000-0000-000000000000}"/>
          </ac:spMkLst>
        </pc:spChg>
        <pc:spChg chg="add mod">
          <ac:chgData name="Lucas Tossolini" userId="82ff3cc4fadd8f44" providerId="LiveId" clId="{ABBC1E2D-8C6D-40AD-BC48-AA88A7A56085}" dt="2019-10-10T14:43:17.287" v="1003" actId="1076"/>
          <ac:spMkLst>
            <pc:docMk/>
            <pc:sldMk cId="1519929021" sldId="413"/>
            <ac:spMk id="15" creationId="{4754A2FB-ED97-40D8-9A68-8AFF6F56D247}"/>
          </ac:spMkLst>
        </pc:spChg>
        <pc:spChg chg="add mod">
          <ac:chgData name="Lucas Tossolini" userId="82ff3cc4fadd8f44" providerId="LiveId" clId="{ABBC1E2D-8C6D-40AD-BC48-AA88A7A56085}" dt="2019-10-10T14:43:23.540" v="1005" actId="1076"/>
          <ac:spMkLst>
            <pc:docMk/>
            <pc:sldMk cId="1519929021" sldId="413"/>
            <ac:spMk id="16" creationId="{6B5D2F90-7322-4133-AA0D-97477DF44F68}"/>
          </ac:spMkLst>
        </pc:spChg>
        <pc:spChg chg="add mod">
          <ac:chgData name="Lucas Tossolini" userId="82ff3cc4fadd8f44" providerId="LiveId" clId="{ABBC1E2D-8C6D-40AD-BC48-AA88A7A56085}" dt="2019-10-10T14:43:51.179" v="1020" actId="1037"/>
          <ac:spMkLst>
            <pc:docMk/>
            <pc:sldMk cId="1519929021" sldId="413"/>
            <ac:spMk id="17" creationId="{9CCD440D-6CAE-4F58-A14E-7DFA2D35AB56}"/>
          </ac:spMkLst>
        </pc:spChg>
        <pc:spChg chg="add mod">
          <ac:chgData name="Lucas Tossolini" userId="82ff3cc4fadd8f44" providerId="LiveId" clId="{ABBC1E2D-8C6D-40AD-BC48-AA88A7A56085}" dt="2019-10-10T14:43:48.602" v="1017" actId="1038"/>
          <ac:spMkLst>
            <pc:docMk/>
            <pc:sldMk cId="1519929021" sldId="413"/>
            <ac:spMk id="18" creationId="{76772350-F445-4765-96B2-BFB0A351BAF1}"/>
          </ac:spMkLst>
        </pc:spChg>
        <pc:spChg chg="add mod">
          <ac:chgData name="Lucas Tossolini" userId="82ff3cc4fadd8f44" providerId="LiveId" clId="{ABBC1E2D-8C6D-40AD-BC48-AA88A7A56085}" dt="2019-10-10T14:43:47.412" v="1016" actId="1038"/>
          <ac:spMkLst>
            <pc:docMk/>
            <pc:sldMk cId="1519929021" sldId="413"/>
            <ac:spMk id="19" creationId="{330AAFEC-052D-4814-AA3B-8F5193E346CE}"/>
          </ac:spMkLst>
        </pc:spChg>
        <pc:spChg chg="add mod">
          <ac:chgData name="Lucas Tossolini" userId="82ff3cc4fadd8f44" providerId="LiveId" clId="{ABBC1E2D-8C6D-40AD-BC48-AA88A7A56085}" dt="2019-10-10T14:44:00.197" v="1022" actId="1076"/>
          <ac:spMkLst>
            <pc:docMk/>
            <pc:sldMk cId="1519929021" sldId="413"/>
            <ac:spMk id="20" creationId="{3D51E54F-73EB-419B-AB44-220C59860479}"/>
          </ac:spMkLst>
        </pc:spChg>
        <pc:spChg chg="add mod">
          <ac:chgData name="Lucas Tossolini" userId="82ff3cc4fadd8f44" providerId="LiveId" clId="{ABBC1E2D-8C6D-40AD-BC48-AA88A7A56085}" dt="2019-10-10T17:35:37.341" v="2494" actId="1076"/>
          <ac:spMkLst>
            <pc:docMk/>
            <pc:sldMk cId="1519929021" sldId="413"/>
            <ac:spMk id="21" creationId="{A1D9DC9A-F5B9-4A2A-B944-84105FB32082}"/>
          </ac:spMkLst>
        </pc:spChg>
        <pc:spChg chg="add mod">
          <ac:chgData name="Lucas Tossolini" userId="82ff3cc4fadd8f44" providerId="LiveId" clId="{ABBC1E2D-8C6D-40AD-BC48-AA88A7A56085}" dt="2019-10-10T17:35:46.589" v="2498" actId="1076"/>
          <ac:spMkLst>
            <pc:docMk/>
            <pc:sldMk cId="1519929021" sldId="413"/>
            <ac:spMk id="22" creationId="{13520FB4-A1EE-4148-B77A-8394CC5E81E6}"/>
          </ac:spMkLst>
        </pc:spChg>
        <pc:graphicFrameChg chg="add mod">
          <ac:chgData name="Lucas Tossolini" userId="82ff3cc4fadd8f44" providerId="LiveId" clId="{ABBC1E2D-8C6D-40AD-BC48-AA88A7A56085}" dt="2019-10-10T16:33:17.939" v="1649" actId="207"/>
          <ac:graphicFrameMkLst>
            <pc:docMk/>
            <pc:sldMk cId="1519929021" sldId="413"/>
            <ac:graphicFrameMk id="9" creationId="{D94C9111-1C20-4829-B3E6-13B434C5187B}"/>
          </ac:graphicFrameMkLst>
        </pc:graphicFrameChg>
        <pc:picChg chg="add mod">
          <ac:chgData name="Lucas Tossolini" userId="82ff3cc4fadd8f44" providerId="LiveId" clId="{ABBC1E2D-8C6D-40AD-BC48-AA88A7A56085}" dt="2019-10-10T17:35:40.800" v="2496" actId="207"/>
          <ac:picMkLst>
            <pc:docMk/>
            <pc:sldMk cId="1519929021" sldId="413"/>
            <ac:picMk id="3" creationId="{46D9F704-160E-4E33-9BB5-53A6AE596EC9}"/>
          </ac:picMkLst>
        </pc:picChg>
        <pc:picChg chg="add mod">
          <ac:chgData name="Lucas Tossolini" userId="82ff3cc4fadd8f44" providerId="LiveId" clId="{ABBC1E2D-8C6D-40AD-BC48-AA88A7A56085}" dt="2019-10-10T17:35:48.077" v="2499" actId="1076"/>
          <ac:picMkLst>
            <pc:docMk/>
            <pc:sldMk cId="1519929021" sldId="413"/>
            <ac:picMk id="23" creationId="{DD677B96-2A22-4CE6-94AD-4967645132C5}"/>
          </ac:picMkLst>
        </pc:picChg>
        <pc:cxnChg chg="add mod">
          <ac:chgData name="Lucas Tossolini" userId="82ff3cc4fadd8f44" providerId="LiveId" clId="{ABBC1E2D-8C6D-40AD-BC48-AA88A7A56085}" dt="2019-10-10T17:35:33.549" v="2493" actId="1076"/>
          <ac:cxnSpMkLst>
            <pc:docMk/>
            <pc:sldMk cId="1519929021" sldId="413"/>
            <ac:cxnSpMk id="24" creationId="{BCDCC218-D6F1-4F5E-A8A7-04619D914FD7}"/>
          </ac:cxnSpMkLst>
        </pc:cxnChg>
      </pc:sldChg>
      <pc:sldChg chg="addSp delSp modSp add">
        <pc:chgData name="Lucas Tossolini" userId="82ff3cc4fadd8f44" providerId="LiveId" clId="{ABBC1E2D-8C6D-40AD-BC48-AA88A7A56085}" dt="2019-10-10T19:27:47.732" v="2523" actId="478"/>
        <pc:sldMkLst>
          <pc:docMk/>
          <pc:sldMk cId="3923818807" sldId="414"/>
        </pc:sldMkLst>
        <pc:spChg chg="add mod">
          <ac:chgData name="Lucas Tossolini" userId="82ff3cc4fadd8f44" providerId="LiveId" clId="{ABBC1E2D-8C6D-40AD-BC48-AA88A7A56085}" dt="2019-10-10T16:38:54.361" v="1735" actId="14100"/>
          <ac:spMkLst>
            <pc:docMk/>
            <pc:sldMk cId="3923818807" sldId="414"/>
            <ac:spMk id="2" creationId="{DD574C0B-7759-4C4E-8752-28022554FDEA}"/>
          </ac:spMkLst>
        </pc:spChg>
        <pc:spChg chg="del">
          <ac:chgData name="Lucas Tossolini" userId="82ff3cc4fadd8f44" providerId="LiveId" clId="{ABBC1E2D-8C6D-40AD-BC48-AA88A7A56085}" dt="2019-10-10T14:41:55.442" v="985" actId="478"/>
          <ac:spMkLst>
            <pc:docMk/>
            <pc:sldMk cId="3923818807" sldId="414"/>
            <ac:spMk id="8" creationId="{00000000-0000-0000-0000-000000000000}"/>
          </ac:spMkLst>
        </pc:spChg>
        <pc:spChg chg="add mod">
          <ac:chgData name="Lucas Tossolini" userId="82ff3cc4fadd8f44" providerId="LiveId" clId="{ABBC1E2D-8C6D-40AD-BC48-AA88A7A56085}" dt="2019-10-10T16:38:21.577" v="1733" actId="1076"/>
          <ac:spMkLst>
            <pc:docMk/>
            <pc:sldMk cId="3923818807" sldId="414"/>
            <ac:spMk id="9" creationId="{321DEFDE-D721-4B9E-A4BF-6564A45FB8BB}"/>
          </ac:spMkLst>
        </pc:spChg>
        <pc:spChg chg="add del mod">
          <ac:chgData name="Lucas Tossolini" userId="82ff3cc4fadd8f44" providerId="LiveId" clId="{ABBC1E2D-8C6D-40AD-BC48-AA88A7A56085}" dt="2019-10-10T17:10:37.519" v="2203" actId="478"/>
          <ac:spMkLst>
            <pc:docMk/>
            <pc:sldMk cId="3923818807" sldId="414"/>
            <ac:spMk id="10" creationId="{4A176865-55C8-4E6B-8210-BBDD2FC8367A}"/>
          </ac:spMkLst>
        </pc:spChg>
        <pc:spChg chg="mod">
          <ac:chgData name="Lucas Tossolini" userId="82ff3cc4fadd8f44" providerId="LiveId" clId="{ABBC1E2D-8C6D-40AD-BC48-AA88A7A56085}" dt="2019-10-10T16:37:57.785" v="1711" actId="14100"/>
          <ac:spMkLst>
            <pc:docMk/>
            <pc:sldMk cId="3923818807" sldId="414"/>
            <ac:spMk id="11" creationId="{00000000-0000-0000-0000-000000000000}"/>
          </ac:spMkLst>
        </pc:spChg>
        <pc:spChg chg="add mod ord">
          <ac:chgData name="Lucas Tossolini" userId="82ff3cc4fadd8f44" providerId="LiveId" clId="{ABBC1E2D-8C6D-40AD-BC48-AA88A7A56085}" dt="2019-10-10T16:41:37.432" v="1750" actId="1076"/>
          <ac:spMkLst>
            <pc:docMk/>
            <pc:sldMk cId="3923818807" sldId="414"/>
            <ac:spMk id="12" creationId="{17D51771-BD2F-4F11-A111-8666968BECBE}"/>
          </ac:spMkLst>
        </pc:spChg>
        <pc:spChg chg="add mod">
          <ac:chgData name="Lucas Tossolini" userId="82ff3cc4fadd8f44" providerId="LiveId" clId="{ABBC1E2D-8C6D-40AD-BC48-AA88A7A56085}" dt="2019-10-10T17:36:08.624" v="2500" actId="207"/>
          <ac:spMkLst>
            <pc:docMk/>
            <pc:sldMk cId="3923818807" sldId="414"/>
            <ac:spMk id="13" creationId="{14431265-04E3-45B7-94D0-80E3FFFC666A}"/>
          </ac:spMkLst>
        </pc:spChg>
        <pc:graphicFrameChg chg="add mod">
          <ac:chgData name="Lucas Tossolini" userId="82ff3cc4fadd8f44" providerId="LiveId" clId="{ABBC1E2D-8C6D-40AD-BC48-AA88A7A56085}" dt="2019-10-10T16:39:54.058" v="1745" actId="207"/>
          <ac:graphicFrameMkLst>
            <pc:docMk/>
            <pc:sldMk cId="3923818807" sldId="414"/>
            <ac:graphicFrameMk id="5" creationId="{6402A949-9619-4BBE-9581-DEED705439A2}"/>
          </ac:graphicFrameMkLst>
        </pc:graphicFrameChg>
        <pc:picChg chg="add mod">
          <ac:chgData name="Lucas Tossolini" userId="82ff3cc4fadd8f44" providerId="LiveId" clId="{ABBC1E2D-8C6D-40AD-BC48-AA88A7A56085}" dt="2019-10-10T16:41:34.744" v="1749" actId="1076"/>
          <ac:picMkLst>
            <pc:docMk/>
            <pc:sldMk cId="3923818807" sldId="414"/>
            <ac:picMk id="4" creationId="{09124F55-64D7-465C-A819-7D8F40804D14}"/>
          </ac:picMkLst>
        </pc:picChg>
        <pc:picChg chg="add del mod">
          <ac:chgData name="Lucas Tossolini" userId="82ff3cc4fadd8f44" providerId="LiveId" clId="{ABBC1E2D-8C6D-40AD-BC48-AA88A7A56085}" dt="2019-10-10T19:27:47.732" v="2523" actId="478"/>
          <ac:picMkLst>
            <pc:docMk/>
            <pc:sldMk cId="3923818807" sldId="414"/>
            <ac:picMk id="7" creationId="{EDBADD07-6819-49E8-B042-EFA344DD1ABA}"/>
          </ac:picMkLst>
        </pc:picChg>
      </pc:sldChg>
      <pc:sldChg chg="addSp delSp modSp add">
        <pc:chgData name="Lucas Tossolini" userId="82ff3cc4fadd8f44" providerId="LiveId" clId="{ABBC1E2D-8C6D-40AD-BC48-AA88A7A56085}" dt="2019-10-10T16:41:43.137" v="1751" actId="14100"/>
        <pc:sldMkLst>
          <pc:docMk/>
          <pc:sldMk cId="2368972835" sldId="415"/>
        </pc:sldMkLst>
        <pc:spChg chg="mod">
          <ac:chgData name="Lucas Tossolini" userId="82ff3cc4fadd8f44" providerId="LiveId" clId="{ABBC1E2D-8C6D-40AD-BC48-AA88A7A56085}" dt="2019-10-10T16:41:43.137" v="1751" actId="14100"/>
          <ac:spMkLst>
            <pc:docMk/>
            <pc:sldMk cId="2368972835" sldId="415"/>
            <ac:spMk id="2" creationId="{DD574C0B-7759-4C4E-8752-28022554FDEA}"/>
          </ac:spMkLst>
        </pc:spChg>
        <pc:spChg chg="add mod">
          <ac:chgData name="Lucas Tossolini" userId="82ff3cc4fadd8f44" providerId="LiveId" clId="{ABBC1E2D-8C6D-40AD-BC48-AA88A7A56085}" dt="2019-10-10T14:51:27.813" v="1046" actId="1076"/>
          <ac:spMkLst>
            <pc:docMk/>
            <pc:sldMk cId="2368972835" sldId="415"/>
            <ac:spMk id="7" creationId="{718FD41F-2640-4B9E-83A2-E535B425B276}"/>
          </ac:spMkLst>
        </pc:spChg>
        <pc:spChg chg="del">
          <ac:chgData name="Lucas Tossolini" userId="82ff3cc4fadd8f44" providerId="LiveId" clId="{ABBC1E2D-8C6D-40AD-BC48-AA88A7A56085}" dt="2019-10-10T14:51:20.232" v="1044" actId="478"/>
          <ac:spMkLst>
            <pc:docMk/>
            <pc:sldMk cId="2368972835" sldId="415"/>
            <ac:spMk id="11" creationId="{00000000-0000-0000-0000-000000000000}"/>
          </ac:spMkLst>
        </pc:spChg>
        <pc:graphicFrameChg chg="mod">
          <ac:chgData name="Lucas Tossolini" userId="82ff3cc4fadd8f44" providerId="LiveId" clId="{ABBC1E2D-8C6D-40AD-BC48-AA88A7A56085}" dt="2019-10-10T16:40:19.681" v="1746" actId="207"/>
          <ac:graphicFrameMkLst>
            <pc:docMk/>
            <pc:sldMk cId="2368972835" sldId="415"/>
            <ac:graphicFrameMk id="5" creationId="{6402A949-9619-4BBE-9581-DEED705439A2}"/>
          </ac:graphicFrameMkLst>
        </pc:graphicFrameChg>
        <pc:picChg chg="mod">
          <ac:chgData name="Lucas Tossolini" userId="82ff3cc4fadd8f44" providerId="LiveId" clId="{ABBC1E2D-8C6D-40AD-BC48-AA88A7A56085}" dt="2019-10-10T16:41:26.784" v="1748" actId="1076"/>
          <ac:picMkLst>
            <pc:docMk/>
            <pc:sldMk cId="2368972835" sldId="415"/>
            <ac:picMk id="4" creationId="{09124F55-64D7-465C-A819-7D8F40804D14}"/>
          </ac:picMkLst>
        </pc:picChg>
        <pc:picChg chg="add">
          <ac:chgData name="Lucas Tossolini" userId="82ff3cc4fadd8f44" providerId="LiveId" clId="{ABBC1E2D-8C6D-40AD-BC48-AA88A7A56085}" dt="2019-10-10T16:41:14.840" v="1747"/>
          <ac:picMkLst>
            <pc:docMk/>
            <pc:sldMk cId="2368972835" sldId="415"/>
            <ac:picMk id="8" creationId="{85A18C89-3DBA-43BB-8CA8-7E5D631D6DCD}"/>
          </ac:picMkLst>
        </pc:picChg>
      </pc:sldChg>
      <pc:sldChg chg="addSp delSp modSp add">
        <pc:chgData name="Lucas Tossolini" userId="82ff3cc4fadd8f44" providerId="LiveId" clId="{ABBC1E2D-8C6D-40AD-BC48-AA88A7A56085}" dt="2019-10-10T16:42:09.863" v="1760" actId="1036"/>
        <pc:sldMkLst>
          <pc:docMk/>
          <pc:sldMk cId="1424297437" sldId="416"/>
        </pc:sldMkLst>
        <pc:spChg chg="del">
          <ac:chgData name="Lucas Tossolini" userId="82ff3cc4fadd8f44" providerId="LiveId" clId="{ABBC1E2D-8C6D-40AD-BC48-AA88A7A56085}" dt="2019-10-10T14:51:12.278" v="1043" actId="478"/>
          <ac:spMkLst>
            <pc:docMk/>
            <pc:sldMk cId="1424297437" sldId="416"/>
            <ac:spMk id="2" creationId="{DD574C0B-7759-4C4E-8752-28022554FDEA}"/>
          </ac:spMkLst>
        </pc:spChg>
        <pc:spChg chg="add del">
          <ac:chgData name="Lucas Tossolini" userId="82ff3cc4fadd8f44" providerId="LiveId" clId="{ABBC1E2D-8C6D-40AD-BC48-AA88A7A56085}" dt="2019-10-10T14:51:38.735" v="1049" actId="478"/>
          <ac:spMkLst>
            <pc:docMk/>
            <pc:sldMk cId="1424297437" sldId="416"/>
            <ac:spMk id="7" creationId="{A17032C5-FF12-4FB9-8456-EA560294D74F}"/>
          </ac:spMkLst>
        </pc:spChg>
        <pc:spChg chg="add mod">
          <ac:chgData name="Lucas Tossolini" userId="82ff3cc4fadd8f44" providerId="LiveId" clId="{ABBC1E2D-8C6D-40AD-BC48-AA88A7A56085}" dt="2019-10-10T16:42:09.863" v="1760" actId="1036"/>
          <ac:spMkLst>
            <pc:docMk/>
            <pc:sldMk cId="1424297437" sldId="416"/>
            <ac:spMk id="8" creationId="{8413CE16-BCD7-4901-B0E9-A84E1A1B9D19}"/>
          </ac:spMkLst>
        </pc:spChg>
        <pc:spChg chg="del">
          <ac:chgData name="Lucas Tossolini" userId="82ff3cc4fadd8f44" providerId="LiveId" clId="{ABBC1E2D-8C6D-40AD-BC48-AA88A7A56085}" dt="2019-10-10T14:51:37.907" v="1048" actId="478"/>
          <ac:spMkLst>
            <pc:docMk/>
            <pc:sldMk cId="1424297437" sldId="416"/>
            <ac:spMk id="11" creationId="{00000000-0000-0000-0000-000000000000}"/>
          </ac:spMkLst>
        </pc:spChg>
        <pc:graphicFrameChg chg="del">
          <ac:chgData name="Lucas Tossolini" userId="82ff3cc4fadd8f44" providerId="LiveId" clId="{ABBC1E2D-8C6D-40AD-BC48-AA88A7A56085}" dt="2019-10-10T14:51:12.278" v="1043" actId="478"/>
          <ac:graphicFrameMkLst>
            <pc:docMk/>
            <pc:sldMk cId="1424297437" sldId="416"/>
            <ac:graphicFrameMk id="5" creationId="{6402A949-9619-4BBE-9581-DEED705439A2}"/>
          </ac:graphicFrameMkLst>
        </pc:graphicFrameChg>
        <pc:graphicFrameChg chg="add mod">
          <ac:chgData name="Lucas Tossolini" userId="82ff3cc4fadd8f44" providerId="LiveId" clId="{ABBC1E2D-8C6D-40AD-BC48-AA88A7A56085}" dt="2019-10-10T14:52:19.586" v="1056" actId="1582"/>
          <ac:graphicFrameMkLst>
            <pc:docMk/>
            <pc:sldMk cId="1424297437" sldId="416"/>
            <ac:graphicFrameMk id="9" creationId="{EF9B500D-2069-4A88-ADBD-35E264B2E783}"/>
          </ac:graphicFrameMkLst>
        </pc:graphicFrameChg>
        <pc:picChg chg="del">
          <ac:chgData name="Lucas Tossolini" userId="82ff3cc4fadd8f44" providerId="LiveId" clId="{ABBC1E2D-8C6D-40AD-BC48-AA88A7A56085}" dt="2019-10-10T14:51:12.278" v="1043" actId="478"/>
          <ac:picMkLst>
            <pc:docMk/>
            <pc:sldMk cId="1424297437" sldId="416"/>
            <ac:picMk id="4" creationId="{09124F55-64D7-465C-A819-7D8F40804D14}"/>
          </ac:picMkLst>
        </pc:picChg>
        <pc:picChg chg="add mod">
          <ac:chgData name="Lucas Tossolini" userId="82ff3cc4fadd8f44" providerId="LiveId" clId="{ABBC1E2D-8C6D-40AD-BC48-AA88A7A56085}" dt="2019-10-10T14:52:43.118" v="1059" actId="207"/>
          <ac:picMkLst>
            <pc:docMk/>
            <pc:sldMk cId="1424297437" sldId="416"/>
            <ac:picMk id="6" creationId="{DC3289C8-7A42-481D-B763-DD86E583FF75}"/>
          </ac:picMkLst>
        </pc:picChg>
      </pc:sldChg>
      <pc:sldChg chg="addSp modSp add">
        <pc:chgData name="Lucas Tossolini" userId="82ff3cc4fadd8f44" providerId="LiveId" clId="{ABBC1E2D-8C6D-40AD-BC48-AA88A7A56085}" dt="2019-10-10T20:45:23.012" v="2539" actId="1076"/>
        <pc:sldMkLst>
          <pc:docMk/>
          <pc:sldMk cId="3893338222" sldId="417"/>
        </pc:sldMkLst>
        <pc:spChg chg="mod">
          <ac:chgData name="Lucas Tossolini" userId="82ff3cc4fadd8f44" providerId="LiveId" clId="{ABBC1E2D-8C6D-40AD-BC48-AA88A7A56085}" dt="2019-10-10T20:45:22.637" v="2538" actId="1076"/>
          <ac:spMkLst>
            <pc:docMk/>
            <pc:sldMk cId="3893338222" sldId="417"/>
            <ac:spMk id="2" creationId="{5CD90DD4-B468-46EF-B129-72071BDF6581}"/>
          </ac:spMkLst>
        </pc:spChg>
        <pc:spChg chg="add mod">
          <ac:chgData name="Lucas Tossolini" userId="82ff3cc4fadd8f44" providerId="LiveId" clId="{ABBC1E2D-8C6D-40AD-BC48-AA88A7A56085}" dt="2019-10-10T17:38:23.135" v="2508" actId="208"/>
          <ac:spMkLst>
            <pc:docMk/>
            <pc:sldMk cId="3893338222" sldId="417"/>
            <ac:spMk id="3" creationId="{6C6C8AE3-73BE-4C3A-A15B-9B49C28A8025}"/>
          </ac:spMkLst>
        </pc:spChg>
        <pc:spChg chg="add mod">
          <ac:chgData name="Lucas Tossolini" userId="82ff3cc4fadd8f44" providerId="LiveId" clId="{ABBC1E2D-8C6D-40AD-BC48-AA88A7A56085}" dt="2019-10-10T17:38:29.358" v="2509" actId="1582"/>
          <ac:spMkLst>
            <pc:docMk/>
            <pc:sldMk cId="3893338222" sldId="417"/>
            <ac:spMk id="4" creationId="{C22EE534-90C4-431B-81F6-D25B4BC4EA42}"/>
          </ac:spMkLst>
        </pc:spChg>
        <pc:spChg chg="mod">
          <ac:chgData name="Lucas Tossolini" userId="82ff3cc4fadd8f44" providerId="LiveId" clId="{ABBC1E2D-8C6D-40AD-BC48-AA88A7A56085}" dt="2019-10-10T16:55:06.425" v="1928" actId="1076"/>
          <ac:spMkLst>
            <pc:docMk/>
            <pc:sldMk cId="3893338222" sldId="417"/>
            <ac:spMk id="34" creationId="{00000000-0000-0000-0000-000000000000}"/>
          </ac:spMkLst>
        </pc:spChg>
        <pc:graphicFrameChg chg="mod">
          <ac:chgData name="Lucas Tossolini" userId="82ff3cc4fadd8f44" providerId="LiveId" clId="{ABBC1E2D-8C6D-40AD-BC48-AA88A7A56085}" dt="2019-10-10T17:37:03.759" v="2502" actId="207"/>
          <ac:graphicFrameMkLst>
            <pc:docMk/>
            <pc:sldMk cId="3893338222" sldId="417"/>
            <ac:graphicFrameMk id="11" creationId="{AA84D49A-6AD0-4B27-8A38-BAF99E722993}"/>
          </ac:graphicFrameMkLst>
        </pc:graphicFrameChg>
        <pc:picChg chg="add mod">
          <ac:chgData name="Lucas Tossolini" userId="82ff3cc4fadd8f44" providerId="LiveId" clId="{ABBC1E2D-8C6D-40AD-BC48-AA88A7A56085}" dt="2019-10-10T20:45:23.012" v="2539" actId="1076"/>
          <ac:picMkLst>
            <pc:docMk/>
            <pc:sldMk cId="3893338222" sldId="417"/>
            <ac:picMk id="6" creationId="{5B546F1C-4D5D-4177-B3DF-4695091BFE0B}"/>
          </ac:picMkLst>
        </pc:picChg>
      </pc:sldChg>
      <pc:sldChg chg="modSp add">
        <pc:chgData name="Lucas Tossolini" userId="82ff3cc4fadd8f44" providerId="LiveId" clId="{ABBC1E2D-8C6D-40AD-BC48-AA88A7A56085}" dt="2019-10-10T17:01:53.604" v="2051" actId="20577"/>
        <pc:sldMkLst>
          <pc:docMk/>
          <pc:sldMk cId="1557537361" sldId="418"/>
        </pc:sldMkLst>
        <pc:spChg chg="mod">
          <ac:chgData name="Lucas Tossolini" userId="82ff3cc4fadd8f44" providerId="LiveId" clId="{ABBC1E2D-8C6D-40AD-BC48-AA88A7A56085}" dt="2019-10-10T17:01:41.837" v="2028" actId="20577"/>
          <ac:spMkLst>
            <pc:docMk/>
            <pc:sldMk cId="1557537361" sldId="418"/>
            <ac:spMk id="4" creationId="{99A035AB-0185-4BE0-801D-0226503014CE}"/>
          </ac:spMkLst>
        </pc:spChg>
        <pc:spChg chg="mod">
          <ac:chgData name="Lucas Tossolini" userId="82ff3cc4fadd8f44" providerId="LiveId" clId="{ABBC1E2D-8C6D-40AD-BC48-AA88A7A56085}" dt="2019-10-10T17:01:53.604" v="2051" actId="20577"/>
          <ac:spMkLst>
            <pc:docMk/>
            <pc:sldMk cId="1557537361" sldId="418"/>
            <ac:spMk id="5" creationId="{00000000-0000-0000-0000-000000000000}"/>
          </ac:spMkLst>
        </pc:spChg>
      </pc:sldChg>
      <pc:sldChg chg="addSp delSp modSp add ord">
        <pc:chgData name="Lucas Tossolini" userId="82ff3cc4fadd8f44" providerId="LiveId" clId="{ABBC1E2D-8C6D-40AD-BC48-AA88A7A56085}" dt="2019-10-10T17:21:44.165" v="2333"/>
        <pc:sldMkLst>
          <pc:docMk/>
          <pc:sldMk cId="1666852322" sldId="419"/>
        </pc:sldMkLst>
        <pc:spChg chg="del">
          <ac:chgData name="Lucas Tossolini" userId="82ff3cc4fadd8f44" providerId="LiveId" clId="{ABBC1E2D-8C6D-40AD-BC48-AA88A7A56085}" dt="2019-10-10T17:10:51.461" v="2205" actId="478"/>
          <ac:spMkLst>
            <pc:docMk/>
            <pc:sldMk cId="1666852322" sldId="419"/>
            <ac:spMk id="2" creationId="{DD574C0B-7759-4C4E-8752-28022554FDEA}"/>
          </ac:spMkLst>
        </pc:spChg>
        <pc:spChg chg="add mod">
          <ac:chgData name="Lucas Tossolini" userId="82ff3cc4fadd8f44" providerId="LiveId" clId="{ABBC1E2D-8C6D-40AD-BC48-AA88A7A56085}" dt="2019-10-10T17:13:12.545" v="2224" actId="108"/>
          <ac:spMkLst>
            <pc:docMk/>
            <pc:sldMk cId="1666852322" sldId="419"/>
            <ac:spMk id="3" creationId="{1C4BB10D-8482-4FDB-905C-9AFF5510C342}"/>
          </ac:spMkLst>
        </pc:spChg>
        <pc:spChg chg="add del mod">
          <ac:chgData name="Lucas Tossolini" userId="82ff3cc4fadd8f44" providerId="LiveId" clId="{ABBC1E2D-8C6D-40AD-BC48-AA88A7A56085}" dt="2019-10-10T17:13:47.719" v="2227" actId="11529"/>
          <ac:spMkLst>
            <pc:docMk/>
            <pc:sldMk cId="1666852322" sldId="419"/>
            <ac:spMk id="6" creationId="{DDEA3918-BC51-49E1-ACE9-819E1580EE45}"/>
          </ac:spMkLst>
        </pc:spChg>
        <pc:spChg chg="add mod">
          <ac:chgData name="Lucas Tossolini" userId="82ff3cc4fadd8f44" providerId="LiveId" clId="{ABBC1E2D-8C6D-40AD-BC48-AA88A7A56085}" dt="2019-10-10T17:14:03.703" v="2229" actId="108"/>
          <ac:spMkLst>
            <pc:docMk/>
            <pc:sldMk cId="1666852322" sldId="419"/>
            <ac:spMk id="8" creationId="{7CCCA3CE-888D-41AD-8439-F93F160801CE}"/>
          </ac:spMkLst>
        </pc:spChg>
        <pc:spChg chg="del">
          <ac:chgData name="Lucas Tossolini" userId="82ff3cc4fadd8f44" providerId="LiveId" clId="{ABBC1E2D-8C6D-40AD-BC48-AA88A7A56085}" dt="2019-10-10T17:11:27.169" v="2206" actId="478"/>
          <ac:spMkLst>
            <pc:docMk/>
            <pc:sldMk cId="1666852322" sldId="419"/>
            <ac:spMk id="9" creationId="{321DEFDE-D721-4B9E-A4BF-6564A45FB8BB}"/>
          </ac:spMkLst>
        </pc:spChg>
        <pc:spChg chg="del">
          <ac:chgData name="Lucas Tossolini" userId="82ff3cc4fadd8f44" providerId="LiveId" clId="{ABBC1E2D-8C6D-40AD-BC48-AA88A7A56085}" dt="2019-10-10T17:11:27.169" v="2206" actId="478"/>
          <ac:spMkLst>
            <pc:docMk/>
            <pc:sldMk cId="1666852322" sldId="419"/>
            <ac:spMk id="10" creationId="{4A176865-55C8-4E6B-8210-BBDD2FC8367A}"/>
          </ac:spMkLst>
        </pc:spChg>
        <pc:spChg chg="del">
          <ac:chgData name="Lucas Tossolini" userId="82ff3cc4fadd8f44" providerId="LiveId" clId="{ABBC1E2D-8C6D-40AD-BC48-AA88A7A56085}" dt="2019-10-10T17:10:21.297" v="2192" actId="478"/>
          <ac:spMkLst>
            <pc:docMk/>
            <pc:sldMk cId="1666852322" sldId="419"/>
            <ac:spMk id="11" creationId="{00000000-0000-0000-0000-000000000000}"/>
          </ac:spMkLst>
        </pc:spChg>
        <pc:spChg chg="del">
          <ac:chgData name="Lucas Tossolini" userId="82ff3cc4fadd8f44" providerId="LiveId" clId="{ABBC1E2D-8C6D-40AD-BC48-AA88A7A56085}" dt="2019-10-10T17:11:29.265" v="2207" actId="478"/>
          <ac:spMkLst>
            <pc:docMk/>
            <pc:sldMk cId="1666852322" sldId="419"/>
            <ac:spMk id="12" creationId="{17D51771-BD2F-4F11-A111-8666968BECBE}"/>
          </ac:spMkLst>
        </pc:spChg>
        <pc:spChg chg="del">
          <ac:chgData name="Lucas Tossolini" userId="82ff3cc4fadd8f44" providerId="LiveId" clId="{ABBC1E2D-8C6D-40AD-BC48-AA88A7A56085}" dt="2019-10-10T17:10:32.399" v="2202" actId="478"/>
          <ac:spMkLst>
            <pc:docMk/>
            <pc:sldMk cId="1666852322" sldId="419"/>
            <ac:spMk id="13" creationId="{14431265-04E3-45B7-94D0-80E3FFFC666A}"/>
          </ac:spMkLst>
        </pc:spChg>
        <pc:spChg chg="del">
          <ac:chgData name="Lucas Tossolini" userId="82ff3cc4fadd8f44" providerId="LiveId" clId="{ABBC1E2D-8C6D-40AD-BC48-AA88A7A56085}" dt="2019-10-10T17:21:43.830" v="2332" actId="478"/>
          <ac:spMkLst>
            <pc:docMk/>
            <pc:sldMk cId="1666852322" sldId="419"/>
            <ac:spMk id="14" creationId="{38092AB9-78E3-41AB-9B7D-688C8768B2E5}"/>
          </ac:spMkLst>
        </pc:spChg>
        <pc:spChg chg="add mod">
          <ac:chgData name="Lucas Tossolini" userId="82ff3cc4fadd8f44" providerId="LiveId" clId="{ABBC1E2D-8C6D-40AD-BC48-AA88A7A56085}" dt="2019-10-10T17:10:29.442" v="2201" actId="20577"/>
          <ac:spMkLst>
            <pc:docMk/>
            <pc:sldMk cId="1666852322" sldId="419"/>
            <ac:spMk id="15" creationId="{7CA9C998-AF8D-47EB-B458-48A4594ADEA8}"/>
          </ac:spMkLst>
        </pc:spChg>
        <pc:spChg chg="add del mod">
          <ac:chgData name="Lucas Tossolini" userId="82ff3cc4fadd8f44" providerId="LiveId" clId="{ABBC1E2D-8C6D-40AD-BC48-AA88A7A56085}" dt="2019-10-10T17:13:15.071" v="2225" actId="478"/>
          <ac:spMkLst>
            <pc:docMk/>
            <pc:sldMk cId="1666852322" sldId="419"/>
            <ac:spMk id="17" creationId="{571F49EA-8180-4DBA-84FE-AEFCBD1E6DAD}"/>
          </ac:spMkLst>
        </pc:spChg>
        <pc:spChg chg="add mod">
          <ac:chgData name="Lucas Tossolini" userId="82ff3cc4fadd8f44" providerId="LiveId" clId="{ABBC1E2D-8C6D-40AD-BC48-AA88A7A56085}" dt="2019-10-10T17:14:26.919" v="2231" actId="108"/>
          <ac:spMkLst>
            <pc:docMk/>
            <pc:sldMk cId="1666852322" sldId="419"/>
            <ac:spMk id="18" creationId="{B1F15619-490A-42BD-8780-B43B2288A469}"/>
          </ac:spMkLst>
        </pc:spChg>
        <pc:spChg chg="add mod">
          <ac:chgData name="Lucas Tossolini" userId="82ff3cc4fadd8f44" providerId="LiveId" clId="{ABBC1E2D-8C6D-40AD-BC48-AA88A7A56085}" dt="2019-10-10T17:15:00.058" v="2233" actId="108"/>
          <ac:spMkLst>
            <pc:docMk/>
            <pc:sldMk cId="1666852322" sldId="419"/>
            <ac:spMk id="19" creationId="{C10EC402-B70B-4334-842F-32A384C79FDB}"/>
          </ac:spMkLst>
        </pc:spChg>
        <pc:spChg chg="add mod">
          <ac:chgData name="Lucas Tossolini" userId="82ff3cc4fadd8f44" providerId="LiveId" clId="{ABBC1E2D-8C6D-40AD-BC48-AA88A7A56085}" dt="2019-10-10T17:15:27.138" v="2235" actId="108"/>
          <ac:spMkLst>
            <pc:docMk/>
            <pc:sldMk cId="1666852322" sldId="419"/>
            <ac:spMk id="20" creationId="{E45412F8-10C3-4704-B109-69EF5EA5B49B}"/>
          </ac:spMkLst>
        </pc:spChg>
        <pc:spChg chg="add del mod">
          <ac:chgData name="Lucas Tossolini" userId="82ff3cc4fadd8f44" providerId="LiveId" clId="{ABBC1E2D-8C6D-40AD-BC48-AA88A7A56085}" dt="2019-10-10T17:16:16.662" v="2240" actId="11529"/>
          <ac:spMkLst>
            <pc:docMk/>
            <pc:sldMk cId="1666852322" sldId="419"/>
            <ac:spMk id="21" creationId="{DB5A0190-C087-499E-919D-80B9DCB8EC75}"/>
          </ac:spMkLst>
        </pc:spChg>
        <pc:spChg chg="add del mod">
          <ac:chgData name="Lucas Tossolini" userId="82ff3cc4fadd8f44" providerId="LiveId" clId="{ABBC1E2D-8C6D-40AD-BC48-AA88A7A56085}" dt="2019-10-10T17:16:33.006" v="2242" actId="11529"/>
          <ac:spMkLst>
            <pc:docMk/>
            <pc:sldMk cId="1666852322" sldId="419"/>
            <ac:spMk id="22" creationId="{1A26297D-28B7-4896-A4F1-68081513C7C1}"/>
          </ac:spMkLst>
        </pc:spChg>
        <pc:spChg chg="add mod">
          <ac:chgData name="Lucas Tossolini" userId="82ff3cc4fadd8f44" providerId="LiveId" clId="{ABBC1E2D-8C6D-40AD-BC48-AA88A7A56085}" dt="2019-10-10T17:16:51.601" v="2244" actId="108"/>
          <ac:spMkLst>
            <pc:docMk/>
            <pc:sldMk cId="1666852322" sldId="419"/>
            <ac:spMk id="23" creationId="{7B196959-F044-45A6-88F8-1B100F3A014E}"/>
          </ac:spMkLst>
        </pc:spChg>
        <pc:spChg chg="add mod">
          <ac:chgData name="Lucas Tossolini" userId="82ff3cc4fadd8f44" providerId="LiveId" clId="{ABBC1E2D-8C6D-40AD-BC48-AA88A7A56085}" dt="2019-10-10T17:17:19.790" v="2247" actId="1076"/>
          <ac:spMkLst>
            <pc:docMk/>
            <pc:sldMk cId="1666852322" sldId="419"/>
            <ac:spMk id="24" creationId="{5A16F9A4-9667-4E8E-A5B9-10E58707BE50}"/>
          </ac:spMkLst>
        </pc:spChg>
        <pc:spChg chg="add mod">
          <ac:chgData name="Lucas Tossolini" userId="82ff3cc4fadd8f44" providerId="LiveId" clId="{ABBC1E2D-8C6D-40AD-BC48-AA88A7A56085}" dt="2019-10-10T17:18:14.470" v="2265" actId="1076"/>
          <ac:spMkLst>
            <pc:docMk/>
            <pc:sldMk cId="1666852322" sldId="419"/>
            <ac:spMk id="29" creationId="{8B244ADE-869C-49E2-BC46-302A662C41EA}"/>
          </ac:spMkLst>
        </pc:spChg>
        <pc:spChg chg="add mod">
          <ac:chgData name="Lucas Tossolini" userId="82ff3cc4fadd8f44" providerId="LiveId" clId="{ABBC1E2D-8C6D-40AD-BC48-AA88A7A56085}" dt="2019-10-10T17:18:39.966" v="2282" actId="1076"/>
          <ac:spMkLst>
            <pc:docMk/>
            <pc:sldMk cId="1666852322" sldId="419"/>
            <ac:spMk id="30" creationId="{5EA125E2-554B-4411-B9FC-CEC80EB0483C}"/>
          </ac:spMkLst>
        </pc:spChg>
        <pc:spChg chg="add mod">
          <ac:chgData name="Lucas Tossolini" userId="82ff3cc4fadd8f44" providerId="LiveId" clId="{ABBC1E2D-8C6D-40AD-BC48-AA88A7A56085}" dt="2019-10-10T17:19:44.037" v="2292" actId="1076"/>
          <ac:spMkLst>
            <pc:docMk/>
            <pc:sldMk cId="1666852322" sldId="419"/>
            <ac:spMk id="33" creationId="{F9EF4447-55FB-4D5C-99E9-666E6D63EEE1}"/>
          </ac:spMkLst>
        </pc:spChg>
        <pc:spChg chg="add mod">
          <ac:chgData name="Lucas Tossolini" userId="82ff3cc4fadd8f44" providerId="LiveId" clId="{ABBC1E2D-8C6D-40AD-BC48-AA88A7A56085}" dt="2019-10-10T17:20:25.054" v="2312" actId="1076"/>
          <ac:spMkLst>
            <pc:docMk/>
            <pc:sldMk cId="1666852322" sldId="419"/>
            <ac:spMk id="35" creationId="{72BFB9E9-6115-4CAF-9523-9CDA93C8365F}"/>
          </ac:spMkLst>
        </pc:spChg>
        <pc:spChg chg="add mod">
          <ac:chgData name="Lucas Tossolini" userId="82ff3cc4fadd8f44" providerId="LiveId" clId="{ABBC1E2D-8C6D-40AD-BC48-AA88A7A56085}" dt="2019-10-10T17:20:32.686" v="2314" actId="1076"/>
          <ac:spMkLst>
            <pc:docMk/>
            <pc:sldMk cId="1666852322" sldId="419"/>
            <ac:spMk id="36" creationId="{A923F450-1DD9-4DAE-817B-9B9998961B16}"/>
          </ac:spMkLst>
        </pc:spChg>
        <pc:spChg chg="add">
          <ac:chgData name="Lucas Tossolini" userId="82ff3cc4fadd8f44" providerId="LiveId" clId="{ABBC1E2D-8C6D-40AD-BC48-AA88A7A56085}" dt="2019-10-10T17:21:44.165" v="2333"/>
          <ac:spMkLst>
            <pc:docMk/>
            <pc:sldMk cId="1666852322" sldId="419"/>
            <ac:spMk id="38" creationId="{1F16A00F-F2A7-4266-9646-A5245717C9B4}"/>
          </ac:spMkLst>
        </pc:spChg>
        <pc:graphicFrameChg chg="del">
          <ac:chgData name="Lucas Tossolini" userId="82ff3cc4fadd8f44" providerId="LiveId" clId="{ABBC1E2D-8C6D-40AD-BC48-AA88A7A56085}" dt="2019-10-10T17:11:27.169" v="2206" actId="478"/>
          <ac:graphicFrameMkLst>
            <pc:docMk/>
            <pc:sldMk cId="1666852322" sldId="419"/>
            <ac:graphicFrameMk id="5" creationId="{6402A949-9619-4BBE-9581-DEED705439A2}"/>
          </ac:graphicFrameMkLst>
        </pc:graphicFrameChg>
        <pc:graphicFrameChg chg="add mod">
          <ac:chgData name="Lucas Tossolini" userId="82ff3cc4fadd8f44" providerId="LiveId" clId="{ABBC1E2D-8C6D-40AD-BC48-AA88A7A56085}" dt="2019-10-10T17:17:04.048" v="2245" actId="693"/>
          <ac:graphicFrameMkLst>
            <pc:docMk/>
            <pc:sldMk cId="1666852322" sldId="419"/>
            <ac:graphicFrameMk id="16" creationId="{6402A949-9619-4BBE-9581-DEED705439A2}"/>
          </ac:graphicFrameMkLst>
        </pc:graphicFrameChg>
        <pc:picChg chg="del">
          <ac:chgData name="Lucas Tossolini" userId="82ff3cc4fadd8f44" providerId="LiveId" clId="{ABBC1E2D-8C6D-40AD-BC48-AA88A7A56085}" dt="2019-10-10T17:10:47.971" v="2204" actId="478"/>
          <ac:picMkLst>
            <pc:docMk/>
            <pc:sldMk cId="1666852322" sldId="419"/>
            <ac:picMk id="4" creationId="{09124F55-64D7-465C-A819-7D8F40804D14}"/>
          </ac:picMkLst>
        </pc:picChg>
        <pc:picChg chg="del">
          <ac:chgData name="Lucas Tossolini" userId="82ff3cc4fadd8f44" providerId="LiveId" clId="{ABBC1E2D-8C6D-40AD-BC48-AA88A7A56085}" dt="2019-10-10T17:11:27.169" v="2206" actId="478"/>
          <ac:picMkLst>
            <pc:docMk/>
            <pc:sldMk cId="1666852322" sldId="419"/>
            <ac:picMk id="7" creationId="{EDBADD07-6819-49E8-B042-EFA344DD1ABA}"/>
          </ac:picMkLst>
        </pc:picChg>
        <pc:picChg chg="add mod">
          <ac:chgData name="Lucas Tossolini" userId="82ff3cc4fadd8f44" providerId="LiveId" clId="{ABBC1E2D-8C6D-40AD-BC48-AA88A7A56085}" dt="2019-10-10T17:17:45.390" v="2251" actId="1076"/>
          <ac:picMkLst>
            <pc:docMk/>
            <pc:sldMk cId="1666852322" sldId="419"/>
            <ac:picMk id="28" creationId="{CFA17A97-DB47-400D-AC70-34573EDF7DF8}"/>
          </ac:picMkLst>
        </pc:picChg>
        <pc:picChg chg="add mod">
          <ac:chgData name="Lucas Tossolini" userId="82ff3cc4fadd8f44" providerId="LiveId" clId="{ABBC1E2D-8C6D-40AD-BC48-AA88A7A56085}" dt="2019-10-10T17:19:22.918" v="2288" actId="1076"/>
          <ac:picMkLst>
            <pc:docMk/>
            <pc:sldMk cId="1666852322" sldId="419"/>
            <ac:picMk id="32" creationId="{BE710689-A3CB-433D-BDB8-5AA81F91CB03}"/>
          </ac:picMkLst>
        </pc:picChg>
        <pc:picChg chg="add mod">
          <ac:chgData name="Lucas Tossolini" userId="82ff3cc4fadd8f44" providerId="LiveId" clId="{ABBC1E2D-8C6D-40AD-BC48-AA88A7A56085}" dt="2019-10-10T17:20:03.806" v="2295" actId="1076"/>
          <ac:picMkLst>
            <pc:docMk/>
            <pc:sldMk cId="1666852322" sldId="419"/>
            <ac:picMk id="34" creationId="{9F5D2F5E-6AC4-4880-96C8-20968F9F64F8}"/>
          </ac:picMkLst>
        </pc:picChg>
        <pc:picChg chg="add mod">
          <ac:chgData name="Lucas Tossolini" userId="82ff3cc4fadd8f44" providerId="LiveId" clId="{ABBC1E2D-8C6D-40AD-BC48-AA88A7A56085}" dt="2019-10-10T17:20:37.662" v="2316" actId="1076"/>
          <ac:picMkLst>
            <pc:docMk/>
            <pc:sldMk cId="1666852322" sldId="419"/>
            <ac:picMk id="37" creationId="{4BDFCFDA-E088-4B50-B3CA-99AC4D074FB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revista/crisis%20del%2049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revista/crisis%20del%204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rev%20libe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Datos%20Plan%20Econ&#243;mico%20195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Datos%20Plan%20Econ&#243;mico%20195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infla%20y%20crecimient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&#225;tedra\clase%20post%20peronism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infla%20y%20crecimiento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6.2%20-%20Sector%20Publico%20-%20Valores.xls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6.2%20-%20Sector%20Publico%20-%20Valores.xls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8.2%20-%20Sector%20Externo%20-%20Valores.xls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\Datos\Dos%20Siglos%20completo\fscommand\C8.2%20-%20Sector%20Externo%20-%20Valores.xls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rev%20liber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rev%20liber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revista/crisis%20del%2049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revista/crisis%20del%2049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rev%20liber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Datos%20Plan%20Econ&#243;mico%201952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Datos%20Plan%20Econ&#243;mico%201952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Datos/Dos%20Siglos%20completo/fscommand/C8.2%20-%20Sector%20Externo%20-%20Valores.xls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6.2%20-%20Sector%20Publico%20-%20Valores.xls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8.2%20-%20Sector%20Externo%20-%20Valores.xls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rev%20liber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5.2%20-%20Precios%20-%20Valores.xls" TargetMode="External"/></Relationships>
</file>

<file path=ppt/charts/_rels/chart3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https://d.docs.live.net/82ff3cc4fadd8f44/HEAnuevo/Datos/Dos%20Siglos%20completo/fscommand/C5.2%20-%20Precios%20-%20Valores.xls" TargetMode="Externa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C&#225;tedra/infla%20y%20crecimiento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6.2%20-%20Sector%20Publico%20-%20Valores.xls" TargetMode="Externa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6.2%20-%20Sector%20Publico%20-%20Valores.xls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7.2%20-%20Sector%20Financiero%20-%20Valores.xls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&#225;tedra\clase%20post%20peronismo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5.2%20-%20Precios%20-%20Valores.xls" TargetMode="Externa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&#225;tedra\clase%20post%20peronismo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&#225;tedra\clase%20post%20peronismo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C&#225;tedra\clase%20post%20peronismo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4.2%20-%20Producci&#243;n%20-%20Valores.xls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\Datos\Dos%20Siglos%20completo\fscommand\C4.2%20-%20Producci&#243;n%20-%20Valores.xls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chartUserShapes" Target="../drawings/drawing2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3.2%20-%20Cuentas%20Nacionales%20-%20Valores.xls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6.2%20-%20Sector%20Publico%20-%20Valores.xls" TargetMode="External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6.2%20-%20Sector%20Publico%20-%20Valores.xls" TargetMode="External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5.2%20-%20Precios%20-%20Valores.xls" TargetMode="Externa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FRONDIZI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6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lucat\Dropbox\HEAnuevo\Datos\Dos%20Siglos%20completo\fscommand\C8.2%20-%20Sector%20Externo%20-%20Valores.xls" TargetMode="Externa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Datos\Dos%20Siglos%20completo\fscommand\C8.2%20-%20Sector%20Externo%20-%20Valores.xls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6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lucat\Dropbox\HEAnuevo\Datos\Dos%20Siglos%20completo\fscommand\C3.2%20-%20Cuentas%20Nacionales%20-%20Valores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171360436202932E-2"/>
          <c:y val="5.0925925925925923E-2"/>
          <c:w val="0.89689086866897771"/>
          <c:h val="0.79685914260717405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var de res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57150">
              <a:noFill/>
            </a:ln>
            <a:effectLst/>
          </c:spPr>
          <c:invertIfNegative val="0"/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Hoja1!$E$2:$E$25</c:f>
              <c:numCache>
                <c:formatCode>#,##0.00\ \ </c:formatCode>
                <c:ptCount val="24"/>
                <c:pt idx="0">
                  <c:v>21.5</c:v>
                </c:pt>
                <c:pt idx="1">
                  <c:v>92.1</c:v>
                </c:pt>
                <c:pt idx="2">
                  <c:v>122.1</c:v>
                </c:pt>
                <c:pt idx="3">
                  <c:v>288.7</c:v>
                </c:pt>
                <c:pt idx="4">
                  <c:v>300.2</c:v>
                </c:pt>
                <c:pt idx="5">
                  <c:v>343.2</c:v>
                </c:pt>
                <c:pt idx="6">
                  <c:v>71.3</c:v>
                </c:pt>
                <c:pt idx="7">
                  <c:v>-285.7</c:v>
                </c:pt>
                <c:pt idx="8">
                  <c:v>-489.5</c:v>
                </c:pt>
                <c:pt idx="9">
                  <c:v>-286.39999999999998</c:v>
                </c:pt>
                <c:pt idx="10">
                  <c:v>164.4</c:v>
                </c:pt>
                <c:pt idx="11">
                  <c:v>-204.6</c:v>
                </c:pt>
                <c:pt idx="12">
                  <c:v>-173.4</c:v>
                </c:pt>
                <c:pt idx="13">
                  <c:v>312.2</c:v>
                </c:pt>
                <c:pt idx="14">
                  <c:v>-16.899999999999999</c:v>
                </c:pt>
                <c:pt idx="15">
                  <c:v>-233.5</c:v>
                </c:pt>
                <c:pt idx="16">
                  <c:v>-5.5</c:v>
                </c:pt>
                <c:pt idx="17">
                  <c:v>119.3</c:v>
                </c:pt>
                <c:pt idx="18">
                  <c:v>-190.8</c:v>
                </c:pt>
                <c:pt idx="19">
                  <c:v>246.7</c:v>
                </c:pt>
                <c:pt idx="20">
                  <c:v>317.8</c:v>
                </c:pt>
                <c:pt idx="21">
                  <c:v>-201.3</c:v>
                </c:pt>
                <c:pt idx="22">
                  <c:v>-304.5</c:v>
                </c:pt>
                <c:pt idx="23">
                  <c:v>130.6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ED-413B-A59C-56997EEFB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2504448"/>
        <c:axId val="362505432"/>
      </c:barChar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Exportaciones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Hoja1!$B$2:$B$25</c:f>
              <c:numCache>
                <c:formatCode>#,##0.00\ \ </c:formatCode>
                <c:ptCount val="24"/>
                <c:pt idx="0">
                  <c:v>430.2</c:v>
                </c:pt>
                <c:pt idx="1">
                  <c:v>458.3</c:v>
                </c:pt>
                <c:pt idx="2">
                  <c:v>505.3</c:v>
                </c:pt>
                <c:pt idx="3">
                  <c:v>611.4</c:v>
                </c:pt>
                <c:pt idx="4">
                  <c:v>686.5</c:v>
                </c:pt>
                <c:pt idx="5">
                  <c:v>737.6</c:v>
                </c:pt>
                <c:pt idx="6" formatCode="#,##0.0\ \ ">
                  <c:v>1175.3</c:v>
                </c:pt>
                <c:pt idx="7" formatCode="#,##0.0\ \ ">
                  <c:v>1614.3</c:v>
                </c:pt>
                <c:pt idx="8" formatCode="#,##0.0\ \ ">
                  <c:v>1626.8</c:v>
                </c:pt>
                <c:pt idx="9">
                  <c:v>933.8</c:v>
                </c:pt>
                <c:pt idx="10" formatCode="#,##0.0\ \ ">
                  <c:v>1167.5999999999999</c:v>
                </c:pt>
                <c:pt idx="11" formatCode="#,##0.0\ \ ">
                  <c:v>1169.4000000000001</c:v>
                </c:pt>
                <c:pt idx="12">
                  <c:v>687.8</c:v>
                </c:pt>
                <c:pt idx="13" formatCode="#,##0.0\ \ ">
                  <c:v>1125.0999999999999</c:v>
                </c:pt>
                <c:pt idx="14" formatCode="#,##0.0\ \ ">
                  <c:v>1026.5999999999999</c:v>
                </c:pt>
                <c:pt idx="15">
                  <c:v>928.6</c:v>
                </c:pt>
                <c:pt idx="16">
                  <c:v>943.8</c:v>
                </c:pt>
                <c:pt idx="17">
                  <c:v>974.8</c:v>
                </c:pt>
                <c:pt idx="18">
                  <c:v>993.9</c:v>
                </c:pt>
                <c:pt idx="19" formatCode="#,##0.0\ \ ">
                  <c:v>1000.6</c:v>
                </c:pt>
                <c:pt idx="20" formatCode="#,##0.0\ \ ">
                  <c:v>1079.2</c:v>
                </c:pt>
                <c:pt idx="21">
                  <c:v>964.1</c:v>
                </c:pt>
                <c:pt idx="22" formatCode="#,##0.0\ \ ">
                  <c:v>1216</c:v>
                </c:pt>
                <c:pt idx="23" formatCode="#,##0.0\ \ ">
                  <c:v>1365.5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ED-413B-A59C-56997EEFB3F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Importaciones</c:v>
                </c:pt>
              </c:strCache>
            </c:strRef>
          </c:tx>
          <c:spPr>
            <a:ln w="571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Hoja1!$C$2:$C$25</c:f>
              <c:numCache>
                <c:formatCode>#,##0.00\ \ </c:formatCode>
                <c:ptCount val="24"/>
                <c:pt idx="0">
                  <c:v>350.69849162384043</c:v>
                </c:pt>
                <c:pt idx="1">
                  <c:v>299.23079490088776</c:v>
                </c:pt>
                <c:pt idx="2">
                  <c:v>293.70653407194828</c:v>
                </c:pt>
                <c:pt idx="3">
                  <c:v>219.95765200560641</c:v>
                </c:pt>
                <c:pt idx="4">
                  <c:v>246.10581992925322</c:v>
                </c:pt>
                <c:pt idx="5">
                  <c:v>283.76286457985719</c:v>
                </c:pt>
                <c:pt idx="6">
                  <c:v>621.84762731095248</c:v>
                </c:pt>
                <c:pt idx="7" formatCode="#,##0.0\ \ ">
                  <c:v>1458.8652139090971</c:v>
                </c:pt>
                <c:pt idx="8" formatCode="#,##0.0\ \ ">
                  <c:v>1464.2974037242211</c:v>
                </c:pt>
                <c:pt idx="9">
                  <c:v>987.55369418674502</c:v>
                </c:pt>
                <c:pt idx="10">
                  <c:v>962.51037842888627</c:v>
                </c:pt>
                <c:pt idx="11" formatCode="#,##0.0\ \ ">
                  <c:v>1362.8351464993661</c:v>
                </c:pt>
                <c:pt idx="12" formatCode="#,##0.0\ \ ">
                  <c:v>1085.793465928052</c:v>
                </c:pt>
                <c:pt idx="13">
                  <c:v>732.05663084829496</c:v>
                </c:pt>
                <c:pt idx="14">
                  <c:v>901.37522525528959</c:v>
                </c:pt>
                <c:pt idx="15" formatCode="#,##0.0\ \ ">
                  <c:v>1079.6247080024029</c:v>
                </c:pt>
                <c:pt idx="16" formatCode="#,##0.0\ \ ">
                  <c:v>1038.1927517853569</c:v>
                </c:pt>
                <c:pt idx="17" formatCode="#,##0.0\ \ ">
                  <c:v>1206.4985650403794</c:v>
                </c:pt>
                <c:pt idx="18" formatCode="#,##0.0\ \ ">
                  <c:v>1134.8673162917976</c:v>
                </c:pt>
                <c:pt idx="19">
                  <c:v>905.61049189080995</c:v>
                </c:pt>
                <c:pt idx="20" formatCode="#,##0.0\ \ ">
                  <c:v>1150.2431755990126</c:v>
                </c:pt>
                <c:pt idx="21" formatCode="#,##0.0\ \ ">
                  <c:v>1344.5130147500506</c:v>
                </c:pt>
                <c:pt idx="22" formatCode="#,##0.0\ \ ">
                  <c:v>1248.9433024093978</c:v>
                </c:pt>
                <c:pt idx="23">
                  <c:v>902.9404324901559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ED-413B-A59C-56997EEFB3F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Cta. Cap</c:v>
                </c:pt>
              </c:strCache>
            </c:strRef>
          </c:tx>
          <c:spPr>
            <a:ln w="57150" cap="rnd">
              <a:solidFill>
                <a:schemeClr val="accent1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Hoja1!$D$2:$D$25</c:f>
              <c:numCache>
                <c:formatCode>#,##0.00\ \ </c:formatCode>
                <c:ptCount val="24"/>
                <c:pt idx="0">
                  <c:v>59.8</c:v>
                </c:pt>
                <c:pt idx="1">
                  <c:v>39.5</c:v>
                </c:pt>
                <c:pt idx="2">
                  <c:v>1.6</c:v>
                </c:pt>
                <c:pt idx="3">
                  <c:v>-74.3</c:v>
                </c:pt>
                <c:pt idx="4">
                  <c:v>-67</c:v>
                </c:pt>
                <c:pt idx="5">
                  <c:v>-44</c:v>
                </c:pt>
                <c:pt idx="6">
                  <c:v>-328.1</c:v>
                </c:pt>
                <c:pt idx="7">
                  <c:v>-381.2</c:v>
                </c:pt>
                <c:pt idx="8">
                  <c:v>-543</c:v>
                </c:pt>
                <c:pt idx="9">
                  <c:v>-237</c:v>
                </c:pt>
                <c:pt idx="10">
                  <c:v>32.799999999999997</c:v>
                </c:pt>
                <c:pt idx="11">
                  <c:v>151.1</c:v>
                </c:pt>
                <c:pt idx="12">
                  <c:v>287.5</c:v>
                </c:pt>
                <c:pt idx="13">
                  <c:v>-18.3</c:v>
                </c:pt>
                <c:pt idx="14">
                  <c:v>-76.099999999999994</c:v>
                </c:pt>
                <c:pt idx="15" formatCode="#,##0.000\ \ ">
                  <c:v>-0.1</c:v>
                </c:pt>
                <c:pt idx="16">
                  <c:v>112.9</c:v>
                </c:pt>
                <c:pt idx="17">
                  <c:v>423.1</c:v>
                </c:pt>
                <c:pt idx="18">
                  <c:v>84.4</c:v>
                </c:pt>
                <c:pt idx="19">
                  <c:v>235.8</c:v>
                </c:pt>
                <c:pt idx="20">
                  <c:v>524.6</c:v>
                </c:pt>
                <c:pt idx="21">
                  <c:v>385.6</c:v>
                </c:pt>
                <c:pt idx="22">
                  <c:v>-25.1</c:v>
                </c:pt>
                <c:pt idx="23">
                  <c:v>-109.7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ED-413B-A59C-56997EEFB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504448"/>
        <c:axId val="362505432"/>
      </c:lineChart>
      <c:catAx>
        <c:axId val="3625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62505432"/>
        <c:crosses val="autoZero"/>
        <c:auto val="1"/>
        <c:lblAlgn val="ctr"/>
        <c:lblOffset val="100"/>
        <c:noMultiLvlLbl val="0"/>
      </c:catAx>
      <c:valAx>
        <c:axId val="36250543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6250444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12848556430446195"/>
          <c:y val="3.8193350831146104E-2"/>
          <c:w val="0.22984776902887138"/>
          <c:h val="0.261576261300670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v>Prom. Precios int PESOS</c:v>
          </c:tx>
          <c:spPr>
            <a:solidFill>
              <a:schemeClr val="accent5">
                <a:lumMod val="75000"/>
                <a:alpha val="58000"/>
              </a:schemeClr>
            </a:solidFill>
            <a:ln>
              <a:noFill/>
            </a:ln>
            <a:effectLst/>
          </c:spPr>
          <c:cat>
            <c:numRef>
              <c:f>'Punto 3.2 (cont)'!$D$5:$D$30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'Punto 3.2 (cont)'!$R$5:$R$30</c:f>
              <c:numCache>
                <c:formatCode>General</c:formatCode>
                <c:ptCount val="26"/>
                <c:pt idx="0">
                  <c:v>39.6</c:v>
                </c:pt>
                <c:pt idx="1">
                  <c:v>43.2</c:v>
                </c:pt>
                <c:pt idx="2">
                  <c:v>38.299999999999997</c:v>
                </c:pt>
                <c:pt idx="3">
                  <c:v>53.499999999999993</c:v>
                </c:pt>
                <c:pt idx="4">
                  <c:v>45.300000000000004</c:v>
                </c:pt>
                <c:pt idx="5">
                  <c:v>49.900000000000006</c:v>
                </c:pt>
                <c:pt idx="6">
                  <c:v>65.8</c:v>
                </c:pt>
                <c:pt idx="7">
                  <c:v>75.8</c:v>
                </c:pt>
                <c:pt idx="8">
                  <c:v>62.9</c:v>
                </c:pt>
                <c:pt idx="9">
                  <c:v>41.300000000000004</c:v>
                </c:pt>
                <c:pt idx="10">
                  <c:v>19.5</c:v>
                </c:pt>
                <c:pt idx="11">
                  <c:v>29.4</c:v>
                </c:pt>
                <c:pt idx="12">
                  <c:v>61.2</c:v>
                </c:pt>
                <c:pt idx="13">
                  <c:v>49.800000000000004</c:v>
                </c:pt>
                <c:pt idx="14">
                  <c:v>106.9</c:v>
                </c:pt>
                <c:pt idx="15">
                  <c:v>202</c:v>
                </c:pt>
                <c:pt idx="16">
                  <c:v>114.99999999999999</c:v>
                </c:pt>
                <c:pt idx="17">
                  <c:v>140</c:v>
                </c:pt>
                <c:pt idx="18">
                  <c:v>155</c:v>
                </c:pt>
                <c:pt idx="19">
                  <c:v>160</c:v>
                </c:pt>
                <c:pt idx="20">
                  <c:v>320</c:v>
                </c:pt>
                <c:pt idx="21">
                  <c:v>320</c:v>
                </c:pt>
                <c:pt idx="22">
                  <c:v>400</c:v>
                </c:pt>
                <c:pt idx="23">
                  <c:v>450</c:v>
                </c:pt>
                <c:pt idx="24">
                  <c:v>450</c:v>
                </c:pt>
                <c:pt idx="25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9C-41AB-8583-3C20C637D87C}"/>
            </c:ext>
          </c:extLst>
        </c:ser>
        <c:ser>
          <c:idx val="1"/>
          <c:order val="1"/>
          <c:tx>
            <c:v>Prom. Precios ext. PESOS</c:v>
          </c:tx>
          <c:spPr>
            <a:solidFill>
              <a:schemeClr val="accent6">
                <a:lumMod val="75000"/>
                <a:alpha val="52000"/>
              </a:schemeClr>
            </a:solidFill>
            <a:ln>
              <a:noFill/>
            </a:ln>
            <a:effectLst/>
          </c:spPr>
          <c:cat>
            <c:numRef>
              <c:f>'Punto 3.2 (cont)'!$D$5:$D$30</c:f>
              <c:numCache>
                <c:formatCode>@</c:formatCode>
                <c:ptCount val="26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</c:numCache>
            </c:numRef>
          </c:cat>
          <c:val>
            <c:numRef>
              <c:f>'Punto 3.2 (cont)'!$O$5:$O$30</c:f>
              <c:numCache>
                <c:formatCode>0.00</c:formatCode>
                <c:ptCount val="26"/>
                <c:pt idx="0">
                  <c:v>23.792246226019099</c:v>
                </c:pt>
                <c:pt idx="1">
                  <c:v>17.991856487738879</c:v>
                </c:pt>
                <c:pt idx="2">
                  <c:v>20.767789249102169</c:v>
                </c:pt>
                <c:pt idx="3">
                  <c:v>40.77015610993741</c:v>
                </c:pt>
                <c:pt idx="4">
                  <c:v>57.237801056109973</c:v>
                </c:pt>
                <c:pt idx="5">
                  <c:v>47.359791076574417</c:v>
                </c:pt>
                <c:pt idx="6">
                  <c:v>55.154837359718456</c:v>
                </c:pt>
                <c:pt idx="7">
                  <c:v>68.375175249071674</c:v>
                </c:pt>
                <c:pt idx="8">
                  <c:v>70.935630563186166</c:v>
                </c:pt>
                <c:pt idx="9">
                  <c:v>65.804982864464819</c:v>
                </c:pt>
                <c:pt idx="10">
                  <c:v>47.231421848943619</c:v>
                </c:pt>
                <c:pt idx="11">
                  <c:v>41.052317274498883</c:v>
                </c:pt>
                <c:pt idx="12">
                  <c:v>44.365389946088413</c:v>
                </c:pt>
                <c:pt idx="13">
                  <c:v>80.851699457125406</c:v>
                </c:pt>
                <c:pt idx="14">
                  <c:v>81.584036971325759</c:v>
                </c:pt>
                <c:pt idx="15">
                  <c:v>107.25426888116817</c:v>
                </c:pt>
                <c:pt idx="16">
                  <c:v>183.50450134267734</c:v>
                </c:pt>
                <c:pt idx="17">
                  <c:v>295.89736850376607</c:v>
                </c:pt>
                <c:pt idx="18">
                  <c:v>339.72005350840368</c:v>
                </c:pt>
                <c:pt idx="19">
                  <c:v>241.00663172162575</c:v>
                </c:pt>
                <c:pt idx="20">
                  <c:v>208.51904581798297</c:v>
                </c:pt>
                <c:pt idx="21">
                  <c:v>495.54278224614956</c:v>
                </c:pt>
                <c:pt idx="22">
                  <c:v>533.05386706202546</c:v>
                </c:pt>
                <c:pt idx="23">
                  <c:v>360.28443156926778</c:v>
                </c:pt>
                <c:pt idx="24">
                  <c:v>278.77636225103879</c:v>
                </c:pt>
                <c:pt idx="25">
                  <c:v>334.34964228365152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9C-41AB-8583-3C20C637D8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3961552"/>
        <c:axId val="1169567872"/>
      </c:areaChart>
      <c:catAx>
        <c:axId val="10939615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9567872"/>
        <c:crosses val="autoZero"/>
        <c:auto val="1"/>
        <c:lblAlgn val="ctr"/>
        <c:lblOffset val="100"/>
        <c:noMultiLvlLbl val="0"/>
      </c:catAx>
      <c:valAx>
        <c:axId val="1169567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939615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v>Prom. Precios int dólares</c:v>
          </c:tx>
          <c:spPr>
            <a:solidFill>
              <a:schemeClr val="accent5">
                <a:lumMod val="75000"/>
                <a:alpha val="72000"/>
              </a:schemeClr>
            </a:solidFill>
            <a:ln w="38100">
              <a:noFill/>
              <a:prstDash val="sysDash"/>
            </a:ln>
            <a:effectLst/>
          </c:spPr>
          <c:cat>
            <c:numRef>
              <c:f>'[crisis del 49.xlsx]Punto 3.2 (cont)'!$D$5:$D$34</c:f>
              <c:numCache>
                <c:formatCode>@</c:formatCode>
                <c:ptCount val="30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  <c:pt idx="26">
                  <c:v>1956</c:v>
                </c:pt>
                <c:pt idx="27">
                  <c:v>1957</c:v>
                </c:pt>
                <c:pt idx="28">
                  <c:v>1958</c:v>
                </c:pt>
                <c:pt idx="29">
                  <c:v>1959</c:v>
                </c:pt>
              </c:numCache>
            </c:numRef>
          </c:cat>
          <c:val>
            <c:numRef>
              <c:f>'[crisis del 49.xlsx]Punto 3.2 (cont)'!$AB$5:$AB$30</c:f>
              <c:numCache>
                <c:formatCode>0.0</c:formatCode>
                <c:ptCount val="26"/>
                <c:pt idx="0">
                  <c:v>16.587591240875909</c:v>
                </c:pt>
                <c:pt idx="1">
                  <c:v>14.971098265895957</c:v>
                </c:pt>
                <c:pt idx="2">
                  <c:v>11.426735218508995</c:v>
                </c:pt>
                <c:pt idx="3">
                  <c:v>18.429113671172669</c:v>
                </c:pt>
                <c:pt idx="4">
                  <c:v>19.192665480068509</c:v>
                </c:pt>
                <c:pt idx="5">
                  <c:v>23.657707147995552</c:v>
                </c:pt>
                <c:pt idx="6">
                  <c:v>32.481982131588566</c:v>
                </c:pt>
                <c:pt idx="7">
                  <c:v>26.868773503991555</c:v>
                </c:pt>
                <c:pt idx="8">
                  <c:v>20.636523552022933</c:v>
                </c:pt>
                <c:pt idx="9">
                  <c:v>17.053268543137442</c:v>
                </c:pt>
                <c:pt idx="10">
                  <c:v>12.223810374605442</c:v>
                </c:pt>
                <c:pt idx="11">
                  <c:v>13.772258948246083</c:v>
                </c:pt>
                <c:pt idx="12">
                  <c:v>18.536716097909597</c:v>
                </c:pt>
                <c:pt idx="13">
                  <c:v>19.65338574236198</c:v>
                </c:pt>
                <c:pt idx="14">
                  <c:v>31.832529331189328</c:v>
                </c:pt>
                <c:pt idx="15">
                  <c:v>54.031921862902749</c:v>
                </c:pt>
                <c:pt idx="16">
                  <c:v>42.433446489190629</c:v>
                </c:pt>
                <c:pt idx="17">
                  <c:v>50.622357215174802</c:v>
                </c:pt>
                <c:pt idx="18">
                  <c:v>57.322375081889099</c:v>
                </c:pt>
                <c:pt idx="19">
                  <c:v>58.81126794115896</c:v>
                </c:pt>
                <c:pt idx="20">
                  <c:v>80.015362949686335</c:v>
                </c:pt>
                <c:pt idx="21">
                  <c:v>62.5</c:v>
                </c:pt>
                <c:pt idx="22">
                  <c:v>74</c:v>
                </c:pt>
                <c:pt idx="23">
                  <c:v>95</c:v>
                </c:pt>
                <c:pt idx="24">
                  <c:v>95</c:v>
                </c:pt>
                <c:pt idx="25">
                  <c:v>69.090909090909065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63-4EFE-9173-792AD119426E}"/>
            </c:ext>
          </c:extLst>
        </c:ser>
        <c:ser>
          <c:idx val="2"/>
          <c:order val="2"/>
          <c:tx>
            <c:v>Prom precio ext Dólares</c:v>
          </c:tx>
          <c:spPr>
            <a:solidFill>
              <a:schemeClr val="accent6">
                <a:lumMod val="75000"/>
                <a:alpha val="70000"/>
              </a:schemeClr>
            </a:solidFill>
            <a:ln w="57150">
              <a:noFill/>
              <a:prstDash val="sysDot"/>
            </a:ln>
            <a:effectLst/>
          </c:spPr>
          <c:val>
            <c:numRef>
              <c:f>'[crisis del 49.xlsx]Punto 3.2 (cont)'!$G$5:$G$30</c:f>
              <c:numCache>
                <c:formatCode>_ * #,##0.00_ ;_ * \-#,##0.00_ ;_ * "-"??_ ;_ @_ </c:formatCode>
                <c:ptCount val="26"/>
                <c:pt idx="0">
                  <c:v>12.078341210077387</c:v>
                </c:pt>
                <c:pt idx="1">
                  <c:v>6.3270849822193309</c:v>
                </c:pt>
                <c:pt idx="2">
                  <c:v>6.4662945668112322</c:v>
                </c:pt>
                <c:pt idx="3">
                  <c:v>16.160769611343877</c:v>
                </c:pt>
                <c:pt idx="4">
                  <c:v>20.182726867107981</c:v>
                </c:pt>
                <c:pt idx="5">
                  <c:v>19.596816350483898</c:v>
                </c:pt>
                <c:pt idx="6">
                  <c:v>27.082975770959461</c:v>
                </c:pt>
                <c:pt idx="7">
                  <c:v>31.903373723498554</c:v>
                </c:pt>
                <c:pt idx="8">
                  <c:v>27.291032002040055</c:v>
                </c:pt>
                <c:pt idx="9">
                  <c:v>19.090173874543833</c:v>
                </c:pt>
                <c:pt idx="10">
                  <c:v>18.891034722208978</c:v>
                </c:pt>
                <c:pt idx="11">
                  <c:v>16.118910575999518</c:v>
                </c:pt>
                <c:pt idx="12">
                  <c:v>17.754205086044042</c:v>
                </c:pt>
                <c:pt idx="13">
                  <c:v>24.683076460512751</c:v>
                </c:pt>
                <c:pt idx="14">
                  <c:v>28.587244098036127</c:v>
                </c:pt>
                <c:pt idx="15">
                  <c:v>37.311918775828872</c:v>
                </c:pt>
                <c:pt idx="16">
                  <c:v>60.542378867644452</c:v>
                </c:pt>
                <c:pt idx="17">
                  <c:v>113.28881990335822</c:v>
                </c:pt>
                <c:pt idx="18">
                  <c:v>146.97672578903857</c:v>
                </c:pt>
                <c:pt idx="19">
                  <c:v>105.02027300762944</c:v>
                </c:pt>
                <c:pt idx="20">
                  <c:v>62.636255262187454</c:v>
                </c:pt>
                <c:pt idx="21">
                  <c:v>91.317073105847641</c:v>
                </c:pt>
                <c:pt idx="22">
                  <c:v>101.45572351298915</c:v>
                </c:pt>
                <c:pt idx="23">
                  <c:v>85.28256356442165</c:v>
                </c:pt>
                <c:pt idx="24">
                  <c:v>63.542974674992003</c:v>
                </c:pt>
                <c:pt idx="25">
                  <c:v>50.962983605933303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63-4EFE-9173-792AD11942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3961552"/>
        <c:axId val="1169567872"/>
      </c:areaChart>
      <c:lineChart>
        <c:grouping val="standard"/>
        <c:varyColors val="0"/>
        <c:ser>
          <c:idx val="1"/>
          <c:order val="1"/>
          <c:tx>
            <c:v>Dólar Expo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2">
                  <a:lumMod val="60000"/>
                  <a:lumOff val="40000"/>
                  <a:alpha val="56000"/>
                </a:schemeClr>
              </a:solidFill>
              <a:ln w="22225">
                <a:solidFill>
                  <a:schemeClr val="accent2">
                    <a:lumMod val="50000"/>
                    <a:alpha val="56000"/>
                  </a:schemeClr>
                </a:solidFill>
              </a:ln>
              <a:effectLst/>
            </c:spPr>
          </c:marker>
          <c:val>
            <c:numRef>
              <c:f>'[crisis del 49.xlsx]Punto 3.2 (cont)'!$I$5:$I$30</c:f>
              <c:numCache>
                <c:formatCode>General</c:formatCode>
                <c:ptCount val="26"/>
                <c:pt idx="0">
                  <c:v>2.7400000000000007</c:v>
                </c:pt>
                <c:pt idx="1">
                  <c:v>3.46</c:v>
                </c:pt>
                <c:pt idx="2">
                  <c:v>3.8900000000000006</c:v>
                </c:pt>
                <c:pt idx="3">
                  <c:v>3.0034000000000001</c:v>
                </c:pt>
                <c:pt idx="4">
                  <c:v>2.9777</c:v>
                </c:pt>
                <c:pt idx="5">
                  <c:v>3.0582000000000003</c:v>
                </c:pt>
                <c:pt idx="6">
                  <c:v>3.0108999999999999</c:v>
                </c:pt>
                <c:pt idx="7">
                  <c:v>3.0314000000000001</c:v>
                </c:pt>
                <c:pt idx="8">
                  <c:v>3.0697999999999999</c:v>
                </c:pt>
                <c:pt idx="9">
                  <c:v>3.2720999999999996</c:v>
                </c:pt>
                <c:pt idx="10">
                  <c:v>3.3582000000000001</c:v>
                </c:pt>
                <c:pt idx="11">
                  <c:v>3.3582000000000001</c:v>
                </c:pt>
                <c:pt idx="12">
                  <c:v>3.3582000000000001</c:v>
                </c:pt>
                <c:pt idx="13">
                  <c:v>3.3582000000000001</c:v>
                </c:pt>
                <c:pt idx="14">
                  <c:v>3.3582000000000001</c:v>
                </c:pt>
                <c:pt idx="15">
                  <c:v>3.3582000000000001</c:v>
                </c:pt>
                <c:pt idx="16">
                  <c:v>3.3582000000000001</c:v>
                </c:pt>
                <c:pt idx="17">
                  <c:v>3.3582000000000001</c:v>
                </c:pt>
                <c:pt idx="18">
                  <c:v>3.3582000000000001</c:v>
                </c:pt>
                <c:pt idx="19">
                  <c:v>3.3582000000000001</c:v>
                </c:pt>
                <c:pt idx="20">
                  <c:v>3.9055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6.8750000000000009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63-4EFE-9173-792AD11942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084016"/>
        <c:axId val="1169577856"/>
      </c:lineChart>
      <c:catAx>
        <c:axId val="10939615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9567872"/>
        <c:crosses val="autoZero"/>
        <c:auto val="1"/>
        <c:lblAlgn val="ctr"/>
        <c:lblOffset val="100"/>
        <c:noMultiLvlLbl val="0"/>
      </c:catAx>
      <c:valAx>
        <c:axId val="1169567872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93961552"/>
        <c:crosses val="autoZero"/>
        <c:crossBetween val="between"/>
      </c:valAx>
      <c:valAx>
        <c:axId val="11695778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5084016"/>
        <c:crosses val="max"/>
        <c:crossBetween val="between"/>
      </c:valAx>
      <c:catAx>
        <c:axId val="1165084016"/>
        <c:scaling>
          <c:orientation val="minMax"/>
        </c:scaling>
        <c:delete val="1"/>
        <c:axPos val="b"/>
        <c:majorTickMark val="out"/>
        <c:minorTickMark val="none"/>
        <c:tickLblPos val="nextTo"/>
        <c:crossAx val="11695778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Hoja4!$E$2</c:f>
              <c:strCache>
                <c:ptCount val="1"/>
                <c:pt idx="0">
                  <c:v>libre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Hoja4!$E$3:$E$20</c:f>
              <c:numCache>
                <c:formatCode>#,#00%</c:formatCode>
                <c:ptCount val="18"/>
                <c:pt idx="0">
                  <c:v>1.2635021306114158E-2</c:v>
                </c:pt>
                <c:pt idx="1">
                  <c:v>0.10828399471546724</c:v>
                </c:pt>
                <c:pt idx="2">
                  <c:v>0.54083885209713034</c:v>
                </c:pt>
                <c:pt idx="3">
                  <c:v>0.67765042979942702</c:v>
                </c:pt>
                <c:pt idx="4">
                  <c:v>0.36549957301451719</c:v>
                </c:pt>
                <c:pt idx="5">
                  <c:v>0.48467792370231377</c:v>
                </c:pt>
                <c:pt idx="6">
                  <c:v>-3.3698399326031914E-2</c:v>
                </c:pt>
                <c:pt idx="7">
                  <c:v>-1.6564952048823245E-2</c:v>
                </c:pt>
                <c:pt idx="8">
                  <c:v>0.12145390070921991</c:v>
                </c:pt>
                <c:pt idx="9">
                  <c:v>0.20513833992094876</c:v>
                </c:pt>
                <c:pt idx="10">
                  <c:v>0.16562807477861585</c:v>
                </c:pt>
                <c:pt idx="11">
                  <c:v>0.11480022509848054</c:v>
                </c:pt>
                <c:pt idx="12">
                  <c:v>0.26451287228672404</c:v>
                </c:pt>
                <c:pt idx="13">
                  <c:v>0.59281437125748493</c:v>
                </c:pt>
                <c:pt idx="14">
                  <c:v>3.7593984962406068E-2</c:v>
                </c:pt>
                <c:pt idx="15">
                  <c:v>9.6618357487932016E-4</c:v>
                </c:pt>
                <c:pt idx="16">
                  <c:v>0.39901061776061764</c:v>
                </c:pt>
                <c:pt idx="17">
                  <c:v>0.19542906425183282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52-4500-AF8A-D1F5BA128F33}"/>
            </c:ext>
          </c:extLst>
        </c:ser>
        <c:ser>
          <c:idx val="1"/>
          <c:order val="1"/>
          <c:tx>
            <c:strRef>
              <c:f>Hoja4!$F$2</c:f>
              <c:strCache>
                <c:ptCount val="1"/>
                <c:pt idx="0">
                  <c:v>exportacion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Hoja4!$F$3:$F$20</c:f>
              <c:numCache>
                <c:formatCode>#,#00%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0.16297421237567722</c:v>
                </c:pt>
                <c:pt idx="5">
                  <c:v>0.28024580719498138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0.37500000000000022</c:v>
                </c:pt>
                <c:pt idx="10">
                  <c:v>1.6181818181818182</c:v>
                </c:pt>
                <c:pt idx="11">
                  <c:v>0</c:v>
                </c:pt>
                <c:pt idx="12">
                  <c:v>0</c:v>
                </c:pt>
                <c:pt idx="13">
                  <c:v>3.4794444444444439</c:v>
                </c:pt>
                <c:pt idx="14">
                  <c:v>2.6913059655215177E-2</c:v>
                </c:pt>
                <c:pt idx="15">
                  <c:v>3.9855072463768071E-3</c:v>
                </c:pt>
                <c:pt idx="16">
                  <c:v>0.39516420064958502</c:v>
                </c:pt>
                <c:pt idx="17">
                  <c:v>0.1951198482496983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52-4500-AF8A-D1F5BA128F33}"/>
            </c:ext>
          </c:extLst>
        </c:ser>
        <c:ser>
          <c:idx val="2"/>
          <c:order val="2"/>
          <c:tx>
            <c:strRef>
              <c:f>Hoja4!$G$2</c:f>
              <c:strCache>
                <c:ptCount val="1"/>
                <c:pt idx="0">
                  <c:v>importacion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Hoja4!$G$3:$G$20</c:f>
              <c:numCache>
                <c:formatCode>#,#00%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0.14635011468703452</c:v>
                </c:pt>
                <c:pt idx="4">
                  <c:v>0.35259292875118597</c:v>
                </c:pt>
                <c:pt idx="5">
                  <c:v>0.14379832547925142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0.34999999999999987</c:v>
                </c:pt>
                <c:pt idx="10">
                  <c:v>0.7777777777777779</c:v>
                </c:pt>
                <c:pt idx="11">
                  <c:v>0</c:v>
                </c:pt>
                <c:pt idx="12">
                  <c:v>0</c:v>
                </c:pt>
                <c:pt idx="13">
                  <c:v>3.4794444444444439</c:v>
                </c:pt>
                <c:pt idx="14">
                  <c:v>2.6913059655215177E-2</c:v>
                </c:pt>
                <c:pt idx="15">
                  <c:v>3.9855072463768071E-3</c:v>
                </c:pt>
                <c:pt idx="16">
                  <c:v>0.39516420064958502</c:v>
                </c:pt>
                <c:pt idx="17">
                  <c:v>0.1951198482496983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52-4500-AF8A-D1F5BA128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8199807"/>
        <c:axId val="1480049599"/>
      </c:barChart>
      <c:catAx>
        <c:axId val="1478199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480049599"/>
        <c:crosses val="autoZero"/>
        <c:auto val="1"/>
        <c:lblAlgn val="ctr"/>
        <c:lblOffset val="100"/>
        <c:noMultiLvlLbl val="0"/>
      </c:catAx>
      <c:valAx>
        <c:axId val="1480049599"/>
        <c:scaling>
          <c:orientation val="minMax"/>
        </c:scaling>
        <c:delete val="0"/>
        <c:axPos val="l"/>
        <c:numFmt formatCode="#,#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478199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Tipo de Cambio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'[Datos Plan Económico 1952.xlsx]Tipo de Cambio'!$A$2:$B$241</c:f>
              <c:multiLvlStrCache>
                <c:ptCount val="240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 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 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 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 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</c:lvl>
                <c:lvl>
                  <c:pt idx="0">
                    <c:v>1943 </c:v>
                  </c:pt>
                  <c:pt idx="12">
                    <c:v>1944 </c:v>
                  </c:pt>
                  <c:pt idx="24">
                    <c:v>1945 </c:v>
                  </c:pt>
                  <c:pt idx="36">
                    <c:v>1946 </c:v>
                  </c:pt>
                  <c:pt idx="48">
                    <c:v>1947 </c:v>
                  </c:pt>
                  <c:pt idx="60">
                    <c:v>1948 </c:v>
                  </c:pt>
                  <c:pt idx="72">
                    <c:v>1949 </c:v>
                  </c:pt>
                  <c:pt idx="84">
                    <c:v>1950 </c:v>
                  </c:pt>
                  <c:pt idx="96">
                    <c:v>1951 </c:v>
                  </c:pt>
                  <c:pt idx="108">
                    <c:v>1952 </c:v>
                  </c:pt>
                  <c:pt idx="120">
                    <c:v>1953 </c:v>
                  </c:pt>
                  <c:pt idx="132">
                    <c:v>1954 </c:v>
                  </c:pt>
                  <c:pt idx="144">
                    <c:v>1955 </c:v>
                  </c:pt>
                  <c:pt idx="156">
                    <c:v>1956 </c:v>
                  </c:pt>
                  <c:pt idx="168">
                    <c:v>1957 </c:v>
                  </c:pt>
                  <c:pt idx="180">
                    <c:v>1958 </c:v>
                  </c:pt>
                  <c:pt idx="192">
                    <c:v>1959 </c:v>
                  </c:pt>
                  <c:pt idx="204">
                    <c:v>1960 </c:v>
                  </c:pt>
                  <c:pt idx="216">
                    <c:v>1961 </c:v>
                  </c:pt>
                  <c:pt idx="228">
                    <c:v>1962 </c:v>
                  </c:pt>
                </c:lvl>
              </c:multiLvlStrCache>
            </c:multiLvlStrRef>
          </c:cat>
          <c:val>
            <c:numRef>
              <c:f>'[Datos Plan Económico 1952.xlsx]Tipo de Cambio'!$C$2:$C$241</c:f>
              <c:numCache>
                <c:formatCode>_ * #,##0.0000_ ;_ * \-#,##0.0000_ ;_ * "-"????_ ;_ @_ </c:formatCode>
                <c:ptCount val="240"/>
                <c:pt idx="0">
                  <c:v>4.2420999999999998</c:v>
                </c:pt>
                <c:pt idx="1">
                  <c:v>4.2306999999999997</c:v>
                </c:pt>
                <c:pt idx="2">
                  <c:v>4.1962000000000002</c:v>
                </c:pt>
                <c:pt idx="3">
                  <c:v>4.0923999999999996</c:v>
                </c:pt>
                <c:pt idx="4">
                  <c:v>4.0008999999999997</c:v>
                </c:pt>
                <c:pt idx="5">
                  <c:v>3.9891999999999999</c:v>
                </c:pt>
                <c:pt idx="6">
                  <c:v>3.9904000000000002</c:v>
                </c:pt>
                <c:pt idx="7">
                  <c:v>3.9990999999999999</c:v>
                </c:pt>
                <c:pt idx="8">
                  <c:v>3.9996999999999998</c:v>
                </c:pt>
                <c:pt idx="9">
                  <c:v>3.9981</c:v>
                </c:pt>
                <c:pt idx="10">
                  <c:v>3.9965999999999999</c:v>
                </c:pt>
                <c:pt idx="11">
                  <c:v>3.9912000000000001</c:v>
                </c:pt>
                <c:pt idx="12">
                  <c:v>3.9899</c:v>
                </c:pt>
                <c:pt idx="13">
                  <c:v>3.9940000000000002</c:v>
                </c:pt>
                <c:pt idx="14">
                  <c:v>4.0152000000000001</c:v>
                </c:pt>
                <c:pt idx="15">
                  <c:v>4.0180999999999996</c:v>
                </c:pt>
                <c:pt idx="16">
                  <c:v>4.0293000000000001</c:v>
                </c:pt>
                <c:pt idx="17">
                  <c:v>4.0277000000000003</c:v>
                </c:pt>
                <c:pt idx="18">
                  <c:v>4.0488999999999997</c:v>
                </c:pt>
                <c:pt idx="19">
                  <c:v>4.0423999999999998</c:v>
                </c:pt>
                <c:pt idx="20">
                  <c:v>4.0293999999999999</c:v>
                </c:pt>
                <c:pt idx="21">
                  <c:v>4.0330000000000004</c:v>
                </c:pt>
                <c:pt idx="22">
                  <c:v>4.0269000000000004</c:v>
                </c:pt>
                <c:pt idx="23">
                  <c:v>4.0407000000000002</c:v>
                </c:pt>
                <c:pt idx="24">
                  <c:v>4.0431999999999997</c:v>
                </c:pt>
                <c:pt idx="25">
                  <c:v>4.0442999999999998</c:v>
                </c:pt>
                <c:pt idx="26">
                  <c:v>4.0152999999999999</c:v>
                </c:pt>
                <c:pt idx="27">
                  <c:v>4.0339</c:v>
                </c:pt>
                <c:pt idx="28">
                  <c:v>4.0395000000000003</c:v>
                </c:pt>
                <c:pt idx="29">
                  <c:v>4.0324999999999998</c:v>
                </c:pt>
                <c:pt idx="30">
                  <c:v>4.0242000000000004</c:v>
                </c:pt>
                <c:pt idx="31">
                  <c:v>4.0225</c:v>
                </c:pt>
                <c:pt idx="32">
                  <c:v>4.0289000000000001</c:v>
                </c:pt>
                <c:pt idx="33">
                  <c:v>4.0342000000000002</c:v>
                </c:pt>
                <c:pt idx="34">
                  <c:v>4.0697999999999999</c:v>
                </c:pt>
                <c:pt idx="35">
                  <c:v>4.0590000000000002</c:v>
                </c:pt>
                <c:pt idx="36">
                  <c:v>4.0796999999999999</c:v>
                </c:pt>
                <c:pt idx="37">
                  <c:v>4.1006</c:v>
                </c:pt>
                <c:pt idx="38">
                  <c:v>4.1041999999999996</c:v>
                </c:pt>
                <c:pt idx="39">
                  <c:v>4.1050000000000004</c:v>
                </c:pt>
                <c:pt idx="40">
                  <c:v>4.0952000000000002</c:v>
                </c:pt>
                <c:pt idx="41">
                  <c:v>4.0914999999999999</c:v>
                </c:pt>
                <c:pt idx="42">
                  <c:v>4.0750000000000002</c:v>
                </c:pt>
                <c:pt idx="43">
                  <c:v>4.056</c:v>
                </c:pt>
                <c:pt idx="44">
                  <c:v>4.0613000000000001</c:v>
                </c:pt>
                <c:pt idx="45">
                  <c:v>4.0774999999999997</c:v>
                </c:pt>
                <c:pt idx="46">
                  <c:v>4.0983000000000001</c:v>
                </c:pt>
                <c:pt idx="47">
                  <c:v>4.1050000000000004</c:v>
                </c:pt>
                <c:pt idx="48">
                  <c:v>4.1050000000000004</c:v>
                </c:pt>
                <c:pt idx="49">
                  <c:v>4.1050000000000004</c:v>
                </c:pt>
                <c:pt idx="50">
                  <c:v>4.1040999999999999</c:v>
                </c:pt>
                <c:pt idx="51">
                  <c:v>4.1050000000000004</c:v>
                </c:pt>
                <c:pt idx="52">
                  <c:v>4.1050000000000004</c:v>
                </c:pt>
                <c:pt idx="53">
                  <c:v>4.1050000000000004</c:v>
                </c:pt>
                <c:pt idx="54">
                  <c:v>4.0824999999999996</c:v>
                </c:pt>
                <c:pt idx="55">
                  <c:v>4.0575000000000001</c:v>
                </c:pt>
                <c:pt idx="56">
                  <c:v>4.0475000000000003</c:v>
                </c:pt>
                <c:pt idx="57">
                  <c:v>4.0384000000000002</c:v>
                </c:pt>
                <c:pt idx="58">
                  <c:v>4.0316000000000001</c:v>
                </c:pt>
                <c:pt idx="59">
                  <c:v>4.0228000000000002</c:v>
                </c:pt>
                <c:pt idx="60">
                  <c:v>4.0298999999999996</c:v>
                </c:pt>
                <c:pt idx="61">
                  <c:v>4.0258000000000003</c:v>
                </c:pt>
                <c:pt idx="62">
                  <c:v>4.0134999999999996</c:v>
                </c:pt>
                <c:pt idx="63">
                  <c:v>4.0106000000000002</c:v>
                </c:pt>
                <c:pt idx="64">
                  <c:v>4.0167000000000002</c:v>
                </c:pt>
                <c:pt idx="65">
                  <c:v>4.0172999999999996</c:v>
                </c:pt>
                <c:pt idx="66">
                  <c:v>4.8612000000000002</c:v>
                </c:pt>
                <c:pt idx="67">
                  <c:v>4.8094999999999999</c:v>
                </c:pt>
                <c:pt idx="68">
                  <c:v>4.8346999999999998</c:v>
                </c:pt>
                <c:pt idx="69">
                  <c:v>4.8849</c:v>
                </c:pt>
                <c:pt idx="70">
                  <c:v>4.8573000000000004</c:v>
                </c:pt>
                <c:pt idx="71">
                  <c:v>4.8135000000000003</c:v>
                </c:pt>
                <c:pt idx="72">
                  <c:v>4.8517000000000001</c:v>
                </c:pt>
                <c:pt idx="73">
                  <c:v>4.8099999999999996</c:v>
                </c:pt>
                <c:pt idx="74">
                  <c:v>4.8099999999999996</c:v>
                </c:pt>
                <c:pt idx="75">
                  <c:v>4.8099999999999996</c:v>
                </c:pt>
                <c:pt idx="76">
                  <c:v>4.8099999999999996</c:v>
                </c:pt>
                <c:pt idx="77">
                  <c:v>4.8099999999999996</c:v>
                </c:pt>
                <c:pt idx="78">
                  <c:v>4.8099999999999996</c:v>
                </c:pt>
                <c:pt idx="79">
                  <c:v>4.8099999999999996</c:v>
                </c:pt>
                <c:pt idx="80">
                  <c:v>4.8099999999999996</c:v>
                </c:pt>
                <c:pt idx="81">
                  <c:v>9.02</c:v>
                </c:pt>
                <c:pt idx="82">
                  <c:v>9.02</c:v>
                </c:pt>
                <c:pt idx="83">
                  <c:v>9.02</c:v>
                </c:pt>
                <c:pt idx="84">
                  <c:v>9.02</c:v>
                </c:pt>
                <c:pt idx="85">
                  <c:v>9.02</c:v>
                </c:pt>
                <c:pt idx="86">
                  <c:v>9.02</c:v>
                </c:pt>
                <c:pt idx="87">
                  <c:v>9.02</c:v>
                </c:pt>
                <c:pt idx="88">
                  <c:v>9.02</c:v>
                </c:pt>
                <c:pt idx="89">
                  <c:v>9.02</c:v>
                </c:pt>
                <c:pt idx="90">
                  <c:v>9.02</c:v>
                </c:pt>
                <c:pt idx="91">
                  <c:v>9.7705000000000002</c:v>
                </c:pt>
                <c:pt idx="92">
                  <c:v>13.679399999999999</c:v>
                </c:pt>
                <c:pt idx="93">
                  <c:v>13.633599999999999</c:v>
                </c:pt>
                <c:pt idx="94">
                  <c:v>14.078200000000001</c:v>
                </c:pt>
                <c:pt idx="95">
                  <c:v>14.3842</c:v>
                </c:pt>
                <c:pt idx="96">
                  <c:v>14.0481</c:v>
                </c:pt>
                <c:pt idx="97">
                  <c:v>14.03</c:v>
                </c:pt>
                <c:pt idx="98">
                  <c:v>14.0771</c:v>
                </c:pt>
                <c:pt idx="99">
                  <c:v>14.0463</c:v>
                </c:pt>
                <c:pt idx="100">
                  <c:v>14.1732</c:v>
                </c:pt>
                <c:pt idx="101">
                  <c:v>14.1409</c:v>
                </c:pt>
                <c:pt idx="102">
                  <c:v>14.058299999999999</c:v>
                </c:pt>
                <c:pt idx="103">
                  <c:v>14.152200000000001</c:v>
                </c:pt>
                <c:pt idx="104">
                  <c:v>14.4176</c:v>
                </c:pt>
                <c:pt idx="105">
                  <c:v>14.407299999999999</c:v>
                </c:pt>
                <c:pt idx="106">
                  <c:v>14.4552</c:v>
                </c:pt>
                <c:pt idx="107">
                  <c:v>14.3437</c:v>
                </c:pt>
                <c:pt idx="108">
                  <c:v>14.344099999999999</c:v>
                </c:pt>
                <c:pt idx="109">
                  <c:v>14.138199999999999</c:v>
                </c:pt>
                <c:pt idx="110">
                  <c:v>14.030099999999999</c:v>
                </c:pt>
                <c:pt idx="111">
                  <c:v>14.03</c:v>
                </c:pt>
                <c:pt idx="112">
                  <c:v>14.0098</c:v>
                </c:pt>
                <c:pt idx="113">
                  <c:v>13.977399999999999</c:v>
                </c:pt>
                <c:pt idx="114">
                  <c:v>13.9755</c:v>
                </c:pt>
                <c:pt idx="115">
                  <c:v>13.975</c:v>
                </c:pt>
                <c:pt idx="116">
                  <c:v>13.975199999999999</c:v>
                </c:pt>
                <c:pt idx="117">
                  <c:v>13.975199999999999</c:v>
                </c:pt>
                <c:pt idx="118">
                  <c:v>13.975</c:v>
                </c:pt>
                <c:pt idx="119">
                  <c:v>13.975</c:v>
                </c:pt>
                <c:pt idx="120">
                  <c:v>13.975</c:v>
                </c:pt>
                <c:pt idx="121">
                  <c:v>13.975</c:v>
                </c:pt>
                <c:pt idx="122">
                  <c:v>13.975</c:v>
                </c:pt>
                <c:pt idx="123">
                  <c:v>13.975</c:v>
                </c:pt>
                <c:pt idx="124">
                  <c:v>13.975</c:v>
                </c:pt>
                <c:pt idx="125">
                  <c:v>13.975</c:v>
                </c:pt>
                <c:pt idx="126">
                  <c:v>13.975</c:v>
                </c:pt>
                <c:pt idx="127">
                  <c:v>13.975</c:v>
                </c:pt>
                <c:pt idx="128">
                  <c:v>13.975</c:v>
                </c:pt>
                <c:pt idx="129">
                  <c:v>13.975</c:v>
                </c:pt>
                <c:pt idx="130">
                  <c:v>13.975</c:v>
                </c:pt>
                <c:pt idx="131">
                  <c:v>13.975</c:v>
                </c:pt>
                <c:pt idx="132">
                  <c:v>13.975</c:v>
                </c:pt>
                <c:pt idx="133">
                  <c:v>13.9762</c:v>
                </c:pt>
                <c:pt idx="134">
                  <c:v>13.975</c:v>
                </c:pt>
                <c:pt idx="135">
                  <c:v>13.975</c:v>
                </c:pt>
                <c:pt idx="136">
                  <c:v>13.975</c:v>
                </c:pt>
                <c:pt idx="137">
                  <c:v>13.975</c:v>
                </c:pt>
                <c:pt idx="138">
                  <c:v>13.975</c:v>
                </c:pt>
                <c:pt idx="139">
                  <c:v>13.975</c:v>
                </c:pt>
                <c:pt idx="140">
                  <c:v>13.975</c:v>
                </c:pt>
                <c:pt idx="141">
                  <c:v>13.975199999999999</c:v>
                </c:pt>
                <c:pt idx="142">
                  <c:v>13.976000000000001</c:v>
                </c:pt>
                <c:pt idx="143">
                  <c:v>13.975</c:v>
                </c:pt>
                <c:pt idx="144">
                  <c:v>13.975</c:v>
                </c:pt>
                <c:pt idx="145">
                  <c:v>13.975</c:v>
                </c:pt>
                <c:pt idx="146">
                  <c:v>13.975</c:v>
                </c:pt>
                <c:pt idx="147">
                  <c:v>13.975</c:v>
                </c:pt>
                <c:pt idx="148">
                  <c:v>13.991099999999999</c:v>
                </c:pt>
                <c:pt idx="149">
                  <c:v>13.976000000000001</c:v>
                </c:pt>
                <c:pt idx="150">
                  <c:v>13.976699999999999</c:v>
                </c:pt>
                <c:pt idx="151">
                  <c:v>13.9811</c:v>
                </c:pt>
                <c:pt idx="152">
                  <c:v>13.9762</c:v>
                </c:pt>
                <c:pt idx="153">
                  <c:v>13.9819</c:v>
                </c:pt>
                <c:pt idx="154">
                  <c:v>32.61</c:v>
                </c:pt>
                <c:pt idx="155">
                  <c:v>35.89</c:v>
                </c:pt>
                <c:pt idx="156">
                  <c:v>39.53</c:v>
                </c:pt>
                <c:pt idx="157">
                  <c:v>42.61</c:v>
                </c:pt>
                <c:pt idx="158">
                  <c:v>40.770000000000003</c:v>
                </c:pt>
                <c:pt idx="159">
                  <c:v>39.49</c:v>
                </c:pt>
                <c:pt idx="160">
                  <c:v>37.24</c:v>
                </c:pt>
                <c:pt idx="161">
                  <c:v>33.81</c:v>
                </c:pt>
                <c:pt idx="162">
                  <c:v>31.93</c:v>
                </c:pt>
                <c:pt idx="163">
                  <c:v>30.65</c:v>
                </c:pt>
                <c:pt idx="164">
                  <c:v>31.49</c:v>
                </c:pt>
                <c:pt idx="165">
                  <c:v>31.73</c:v>
                </c:pt>
                <c:pt idx="166">
                  <c:v>34.18</c:v>
                </c:pt>
                <c:pt idx="167">
                  <c:v>35.86</c:v>
                </c:pt>
                <c:pt idx="168">
                  <c:v>37.979999999999997</c:v>
                </c:pt>
                <c:pt idx="169">
                  <c:v>37.32</c:v>
                </c:pt>
                <c:pt idx="170">
                  <c:v>39.380000000000003</c:v>
                </c:pt>
                <c:pt idx="171">
                  <c:v>40.729999999999997</c:v>
                </c:pt>
                <c:pt idx="172">
                  <c:v>39.380000000000003</c:v>
                </c:pt>
                <c:pt idx="173">
                  <c:v>40.619999999999997</c:v>
                </c:pt>
                <c:pt idx="174">
                  <c:v>42.49</c:v>
                </c:pt>
                <c:pt idx="175">
                  <c:v>43.66</c:v>
                </c:pt>
                <c:pt idx="176">
                  <c:v>45.09</c:v>
                </c:pt>
                <c:pt idx="177">
                  <c:v>40.14</c:v>
                </c:pt>
                <c:pt idx="178">
                  <c:v>38.479999999999997</c:v>
                </c:pt>
                <c:pt idx="179">
                  <c:v>37.130000000000003</c:v>
                </c:pt>
                <c:pt idx="180">
                  <c:v>37.31</c:v>
                </c:pt>
                <c:pt idx="181">
                  <c:v>37.86</c:v>
                </c:pt>
                <c:pt idx="182">
                  <c:v>38.71</c:v>
                </c:pt>
                <c:pt idx="183">
                  <c:v>41.29</c:v>
                </c:pt>
                <c:pt idx="184">
                  <c:v>42.2</c:v>
                </c:pt>
                <c:pt idx="185">
                  <c:v>42.12</c:v>
                </c:pt>
                <c:pt idx="186">
                  <c:v>42.71</c:v>
                </c:pt>
                <c:pt idx="187">
                  <c:v>45.16</c:v>
                </c:pt>
                <c:pt idx="188">
                  <c:v>49.56</c:v>
                </c:pt>
                <c:pt idx="189">
                  <c:v>61.21</c:v>
                </c:pt>
                <c:pt idx="190">
                  <c:v>71.77</c:v>
                </c:pt>
                <c:pt idx="191">
                  <c:v>66.11</c:v>
                </c:pt>
                <c:pt idx="192">
                  <c:v>65.849999999999994</c:v>
                </c:pt>
                <c:pt idx="193">
                  <c:v>65.959999999999994</c:v>
                </c:pt>
                <c:pt idx="194">
                  <c:v>68.27</c:v>
                </c:pt>
                <c:pt idx="195">
                  <c:v>73.790000000000006</c:v>
                </c:pt>
                <c:pt idx="196">
                  <c:v>85.42</c:v>
                </c:pt>
                <c:pt idx="197">
                  <c:v>90.3</c:v>
                </c:pt>
                <c:pt idx="198">
                  <c:v>85.06</c:v>
                </c:pt>
                <c:pt idx="199">
                  <c:v>84.02</c:v>
                </c:pt>
                <c:pt idx="200">
                  <c:v>83.35</c:v>
                </c:pt>
                <c:pt idx="201">
                  <c:v>82.08</c:v>
                </c:pt>
                <c:pt idx="202">
                  <c:v>82.83</c:v>
                </c:pt>
                <c:pt idx="203">
                  <c:v>83.36</c:v>
                </c:pt>
                <c:pt idx="204">
                  <c:v>83.07</c:v>
                </c:pt>
                <c:pt idx="205">
                  <c:v>82.92</c:v>
                </c:pt>
                <c:pt idx="206">
                  <c:v>82.93</c:v>
                </c:pt>
                <c:pt idx="207">
                  <c:v>83.38</c:v>
                </c:pt>
                <c:pt idx="208">
                  <c:v>83.09</c:v>
                </c:pt>
                <c:pt idx="209">
                  <c:v>82.92</c:v>
                </c:pt>
                <c:pt idx="210">
                  <c:v>82.81</c:v>
                </c:pt>
                <c:pt idx="211">
                  <c:v>82.79</c:v>
                </c:pt>
                <c:pt idx="212">
                  <c:v>82.76</c:v>
                </c:pt>
                <c:pt idx="213">
                  <c:v>82.85</c:v>
                </c:pt>
                <c:pt idx="214">
                  <c:v>82.92</c:v>
                </c:pt>
                <c:pt idx="215">
                  <c:v>82.85</c:v>
                </c:pt>
                <c:pt idx="216">
                  <c:v>82.73</c:v>
                </c:pt>
                <c:pt idx="217">
                  <c:v>82.7</c:v>
                </c:pt>
                <c:pt idx="218">
                  <c:v>82.75</c:v>
                </c:pt>
                <c:pt idx="219">
                  <c:v>82.85</c:v>
                </c:pt>
                <c:pt idx="220">
                  <c:v>82.93</c:v>
                </c:pt>
                <c:pt idx="221">
                  <c:v>82.74</c:v>
                </c:pt>
                <c:pt idx="222">
                  <c:v>82.65</c:v>
                </c:pt>
                <c:pt idx="223">
                  <c:v>82.74</c:v>
                </c:pt>
                <c:pt idx="224">
                  <c:v>82.97</c:v>
                </c:pt>
                <c:pt idx="225">
                  <c:v>83.03</c:v>
                </c:pt>
                <c:pt idx="226">
                  <c:v>83.04</c:v>
                </c:pt>
                <c:pt idx="227">
                  <c:v>82.84</c:v>
                </c:pt>
                <c:pt idx="228">
                  <c:v>83.04</c:v>
                </c:pt>
                <c:pt idx="229">
                  <c:v>83.04</c:v>
                </c:pt>
                <c:pt idx="230">
                  <c:v>82.76</c:v>
                </c:pt>
                <c:pt idx="231">
                  <c:v>95.38</c:v>
                </c:pt>
                <c:pt idx="232">
                  <c:v>105.44</c:v>
                </c:pt>
                <c:pt idx="233">
                  <c:v>117.55</c:v>
                </c:pt>
                <c:pt idx="234">
                  <c:v>122.14</c:v>
                </c:pt>
                <c:pt idx="235">
                  <c:v>123.6</c:v>
                </c:pt>
                <c:pt idx="236">
                  <c:v>127.43</c:v>
                </c:pt>
                <c:pt idx="237">
                  <c:v>135.75</c:v>
                </c:pt>
                <c:pt idx="238">
                  <c:v>146.93</c:v>
                </c:pt>
                <c:pt idx="239">
                  <c:v>141.65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39-45E1-81C6-351C0EDCD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3112624"/>
        <c:axId val="481059920"/>
      </c:barChart>
      <c:catAx>
        <c:axId val="49311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81059920"/>
        <c:crosses val="autoZero"/>
        <c:auto val="1"/>
        <c:lblAlgn val="ctr"/>
        <c:lblOffset val="100"/>
        <c:noMultiLvlLbl val="0"/>
      </c:catAx>
      <c:valAx>
        <c:axId val="48105992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311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Tipo de Cambio/IPC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'[Datos Plan Económico 1952.xlsx]Tipo de Cambio'!$A$2:$B$241</c:f>
              <c:multiLvlStrCache>
                <c:ptCount val="240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 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 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 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 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</c:lvl>
                <c:lvl>
                  <c:pt idx="0">
                    <c:v>1943 </c:v>
                  </c:pt>
                  <c:pt idx="12">
                    <c:v>1944 </c:v>
                  </c:pt>
                  <c:pt idx="24">
                    <c:v>1945 </c:v>
                  </c:pt>
                  <c:pt idx="36">
                    <c:v>1946 </c:v>
                  </c:pt>
                  <c:pt idx="48">
                    <c:v>1947 </c:v>
                  </c:pt>
                  <c:pt idx="60">
                    <c:v>1948 </c:v>
                  </c:pt>
                  <c:pt idx="72">
                    <c:v>1949 </c:v>
                  </c:pt>
                  <c:pt idx="84">
                    <c:v>1950 </c:v>
                  </c:pt>
                  <c:pt idx="96">
                    <c:v>1951 </c:v>
                  </c:pt>
                  <c:pt idx="108">
                    <c:v>1952 </c:v>
                  </c:pt>
                  <c:pt idx="120">
                    <c:v>1953 </c:v>
                  </c:pt>
                  <c:pt idx="132">
                    <c:v>1954 </c:v>
                  </c:pt>
                  <c:pt idx="144">
                    <c:v>1955 </c:v>
                  </c:pt>
                  <c:pt idx="156">
                    <c:v>1956 </c:v>
                  </c:pt>
                  <c:pt idx="168">
                    <c:v>1957 </c:v>
                  </c:pt>
                  <c:pt idx="180">
                    <c:v>1958 </c:v>
                  </c:pt>
                  <c:pt idx="192">
                    <c:v>1959 </c:v>
                  </c:pt>
                  <c:pt idx="204">
                    <c:v>1960 </c:v>
                  </c:pt>
                  <c:pt idx="216">
                    <c:v>1961 </c:v>
                  </c:pt>
                  <c:pt idx="228">
                    <c:v>1962 </c:v>
                  </c:pt>
                </c:lvl>
              </c:multiLvlStrCache>
            </c:multiLvlStrRef>
          </c:cat>
          <c:val>
            <c:numRef>
              <c:f>'[Datos Plan Económico 1952.xlsx]Tipo de Cambio'!$E$2:$E$241</c:f>
              <c:numCache>
                <c:formatCode>0.0</c:formatCode>
                <c:ptCount val="240"/>
                <c:pt idx="0">
                  <c:v>4.2420999999999998</c:v>
                </c:pt>
                <c:pt idx="1">
                  <c:v>4.2553335310160794</c:v>
                </c:pt>
                <c:pt idx="2">
                  <c:v>4.1550846241512858</c:v>
                </c:pt>
                <c:pt idx="3">
                  <c:v>4.02559115575768</c:v>
                </c:pt>
                <c:pt idx="4">
                  <c:v>3.9700763357707327</c:v>
                </c:pt>
                <c:pt idx="5">
                  <c:v>3.9542948133752942</c:v>
                </c:pt>
                <c:pt idx="6">
                  <c:v>4.19210448450941</c:v>
                </c:pt>
                <c:pt idx="7">
                  <c:v>4.1579989955023242</c:v>
                </c:pt>
                <c:pt idx="8">
                  <c:v>4.1971652557292138</c:v>
                </c:pt>
                <c:pt idx="9">
                  <c:v>4.1523692170935673</c:v>
                </c:pt>
                <c:pt idx="10">
                  <c:v>4.1508113386448935</c:v>
                </c:pt>
                <c:pt idx="11">
                  <c:v>4.1583458352599241</c:v>
                </c:pt>
                <c:pt idx="12">
                  <c:v>4.1281915687758612</c:v>
                </c:pt>
                <c:pt idx="13">
                  <c:v>4.1239851046901599</c:v>
                </c:pt>
                <c:pt idx="14">
                  <c:v>4.119323670859476</c:v>
                </c:pt>
                <c:pt idx="15">
                  <c:v>4.1691920113552401</c:v>
                </c:pt>
                <c:pt idx="16">
                  <c:v>4.1980414096043335</c:v>
                </c:pt>
                <c:pt idx="17">
                  <c:v>4.1211987070664735</c:v>
                </c:pt>
                <c:pt idx="18">
                  <c:v>4.1467603820987948</c:v>
                </c:pt>
                <c:pt idx="19">
                  <c:v>4.0821767812027518</c:v>
                </c:pt>
                <c:pt idx="20">
                  <c:v>4.0772012169064125</c:v>
                </c:pt>
                <c:pt idx="21">
                  <c:v>4.0533806673920934</c:v>
                </c:pt>
                <c:pt idx="22">
                  <c:v>4.0472498411904843</c:v>
                </c:pt>
                <c:pt idx="23">
                  <c:v>4.0530539188157944</c:v>
                </c:pt>
                <c:pt idx="24">
                  <c:v>3.7625104009149251</c:v>
                </c:pt>
                <c:pt idx="25">
                  <c:v>3.6928926692524526</c:v>
                </c:pt>
                <c:pt idx="26">
                  <c:v>3.4121579885948266</c:v>
                </c:pt>
                <c:pt idx="27">
                  <c:v>3.4248556437955719</c:v>
                </c:pt>
                <c:pt idx="28">
                  <c:v>3.4176807485682228</c:v>
                </c:pt>
                <c:pt idx="29">
                  <c:v>3.4099995154259508</c:v>
                </c:pt>
                <c:pt idx="30">
                  <c:v>3.3635719006041045</c:v>
                </c:pt>
                <c:pt idx="31">
                  <c:v>3.3928121696386344</c:v>
                </c:pt>
                <c:pt idx="32">
                  <c:v>3.3786835552738128</c:v>
                </c:pt>
                <c:pt idx="33">
                  <c:v>3.3805427765767462</c:v>
                </c:pt>
                <c:pt idx="34">
                  <c:v>3.4042948762717531</c:v>
                </c:pt>
                <c:pt idx="35">
                  <c:v>3.3220663420280601</c:v>
                </c:pt>
                <c:pt idx="36">
                  <c:v>3.1201313091641487</c:v>
                </c:pt>
                <c:pt idx="37">
                  <c:v>3.1313270125130357</c:v>
                </c:pt>
                <c:pt idx="38">
                  <c:v>3.0449457478833493</c:v>
                </c:pt>
                <c:pt idx="39">
                  <c:v>2.9937620749751042</c:v>
                </c:pt>
                <c:pt idx="40">
                  <c:v>2.9946031339823831</c:v>
                </c:pt>
                <c:pt idx="41">
                  <c:v>2.9417510554367263</c:v>
                </c:pt>
                <c:pt idx="42">
                  <c:v>2.9235319792869392</c:v>
                </c:pt>
                <c:pt idx="43">
                  <c:v>2.9303035163131566</c:v>
                </c:pt>
                <c:pt idx="44">
                  <c:v>2.9300031795791992</c:v>
                </c:pt>
                <c:pt idx="45">
                  <c:v>2.8706860000000001</c:v>
                </c:pt>
                <c:pt idx="46">
                  <c:v>2.8730975988922691</c:v>
                </c:pt>
                <c:pt idx="47">
                  <c:v>2.8294266866113147</c:v>
                </c:pt>
                <c:pt idx="48">
                  <c:v>2.8539861831621067</c:v>
                </c:pt>
                <c:pt idx="49">
                  <c:v>2.8347628902434927</c:v>
                </c:pt>
                <c:pt idx="50">
                  <c:v>2.670967089535659</c:v>
                </c:pt>
                <c:pt idx="51">
                  <c:v>2.6700274226804122</c:v>
                </c:pt>
                <c:pt idx="52">
                  <c:v>2.6670663656527251</c:v>
                </c:pt>
                <c:pt idx="53">
                  <c:v>2.5481371507280604</c:v>
                </c:pt>
                <c:pt idx="54">
                  <c:v>2.5622495255731383</c:v>
                </c:pt>
                <c:pt idx="55">
                  <c:v>2.5233881820387616</c:v>
                </c:pt>
                <c:pt idx="56">
                  <c:v>2.5141190133591835</c:v>
                </c:pt>
                <c:pt idx="57">
                  <c:v>2.5222963192202257</c:v>
                </c:pt>
                <c:pt idx="58">
                  <c:v>2.4947958365523903</c:v>
                </c:pt>
                <c:pt idx="59">
                  <c:v>2.4129621682024283</c:v>
                </c:pt>
                <c:pt idx="60">
                  <c:v>2.456674292722083</c:v>
                </c:pt>
                <c:pt idx="61">
                  <c:v>2.4612727397954623</c:v>
                </c:pt>
                <c:pt idx="62">
                  <c:v>2.4102040166935126</c:v>
                </c:pt>
                <c:pt idx="63">
                  <c:v>2.3945071028418354</c:v>
                </c:pt>
                <c:pt idx="64">
                  <c:v>2.3402293524464395</c:v>
                </c:pt>
                <c:pt idx="65">
                  <c:v>2.2755969714632998</c:v>
                </c:pt>
                <c:pt idx="66">
                  <c:v>2.7597989888698162</c:v>
                </c:pt>
                <c:pt idx="67">
                  <c:v>2.6754107742600581</c:v>
                </c:pt>
                <c:pt idx="68">
                  <c:v>2.5835254881163348</c:v>
                </c:pt>
                <c:pt idx="69">
                  <c:v>2.6023482985190958</c:v>
                </c:pt>
                <c:pt idx="70">
                  <c:v>2.5819429882047964</c:v>
                </c:pt>
                <c:pt idx="71">
                  <c:v>2.429307542641955</c:v>
                </c:pt>
                <c:pt idx="72">
                  <c:v>2.4352800012239602</c:v>
                </c:pt>
                <c:pt idx="73">
                  <c:v>2.420511178737085</c:v>
                </c:pt>
                <c:pt idx="74">
                  <c:v>2.2659690529798282</c:v>
                </c:pt>
                <c:pt idx="75">
                  <c:v>2.1608695528339505</c:v>
                </c:pt>
                <c:pt idx="76">
                  <c:v>2.0998205024483716</c:v>
                </c:pt>
                <c:pt idx="77">
                  <c:v>2.0755607020349753</c:v>
                </c:pt>
                <c:pt idx="78">
                  <c:v>2.0378224550094011</c:v>
                </c:pt>
                <c:pt idx="79">
                  <c:v>2.0035462043187682</c:v>
                </c:pt>
                <c:pt idx="80">
                  <c:v>1.9726502860114408</c:v>
                </c:pt>
                <c:pt idx="81">
                  <c:v>3.6007825951523418</c:v>
                </c:pt>
                <c:pt idx="82">
                  <c:v>3.4885828696455845</c:v>
                </c:pt>
                <c:pt idx="83">
                  <c:v>3.4059664843562967</c:v>
                </c:pt>
                <c:pt idx="84">
                  <c:v>3.4675877985676258</c:v>
                </c:pt>
                <c:pt idx="85">
                  <c:v>3.3795168469521997</c:v>
                </c:pt>
                <c:pt idx="86">
                  <c:v>3.3784056917400358</c:v>
                </c:pt>
                <c:pt idx="87">
                  <c:v>3.3065324299199084</c:v>
                </c:pt>
                <c:pt idx="88">
                  <c:v>3.1564304389378113</c:v>
                </c:pt>
                <c:pt idx="89">
                  <c:v>3.0688114619456104</c:v>
                </c:pt>
                <c:pt idx="90">
                  <c:v>3.0678443139596601</c:v>
                </c:pt>
                <c:pt idx="91">
                  <c:v>3.3166096985398803</c:v>
                </c:pt>
                <c:pt idx="92">
                  <c:v>4.4664054562825433</c:v>
                </c:pt>
                <c:pt idx="93">
                  <c:v>4.2887808882684135</c:v>
                </c:pt>
                <c:pt idx="94">
                  <c:v>4.4384459044573257</c:v>
                </c:pt>
                <c:pt idx="95">
                  <c:v>4.4479955147036652</c:v>
                </c:pt>
                <c:pt idx="96">
                  <c:v>4.3868007689144735</c:v>
                </c:pt>
                <c:pt idx="97">
                  <c:v>4.2557396854983063</c:v>
                </c:pt>
                <c:pt idx="98">
                  <c:v>4.2572420841568093</c:v>
                </c:pt>
                <c:pt idx="99">
                  <c:v>3.8959781523665242</c:v>
                </c:pt>
                <c:pt idx="100">
                  <c:v>3.6583130710842009</c:v>
                </c:pt>
                <c:pt idx="101">
                  <c:v>3.5326665823170367</c:v>
                </c:pt>
                <c:pt idx="102">
                  <c:v>3.4855329996493474</c:v>
                </c:pt>
                <c:pt idx="103">
                  <c:v>3.2113390927803112</c:v>
                </c:pt>
                <c:pt idx="104">
                  <c:v>3.3349289455931963</c:v>
                </c:pt>
                <c:pt idx="105">
                  <c:v>3.234008908459955</c:v>
                </c:pt>
                <c:pt idx="106">
                  <c:v>3.2341396482192737</c:v>
                </c:pt>
                <c:pt idx="107">
                  <c:v>2.9528250000501988</c:v>
                </c:pt>
                <c:pt idx="108">
                  <c:v>2.8419183157640466</c:v>
                </c:pt>
                <c:pt idx="109">
                  <c:v>2.7806514399992324</c:v>
                </c:pt>
                <c:pt idx="110">
                  <c:v>2.6811101246959486</c:v>
                </c:pt>
                <c:pt idx="111">
                  <c:v>2.5233866955537816</c:v>
                </c:pt>
                <c:pt idx="112">
                  <c:v>2.4807601794488723</c:v>
                </c:pt>
                <c:pt idx="113">
                  <c:v>2.4248298526176861</c:v>
                </c:pt>
                <c:pt idx="114">
                  <c:v>2.5279084513192371</c:v>
                </c:pt>
                <c:pt idx="115">
                  <c:v>2.5382521590858764</c:v>
                </c:pt>
                <c:pt idx="116">
                  <c:v>2.4557591416500268</c:v>
                </c:pt>
                <c:pt idx="117">
                  <c:v>2.4310505067232238</c:v>
                </c:pt>
                <c:pt idx="118">
                  <c:v>2.4248443198646075</c:v>
                </c:pt>
                <c:pt idx="119">
                  <c:v>2.4161753260988714</c:v>
                </c:pt>
                <c:pt idx="120">
                  <c:v>2.4476064906556427</c:v>
                </c:pt>
                <c:pt idx="121">
                  <c:v>2.3132672250252271</c:v>
                </c:pt>
                <c:pt idx="122">
                  <c:v>2.3242246189908431</c:v>
                </c:pt>
                <c:pt idx="123">
                  <c:v>2.4260144728153206</c:v>
                </c:pt>
                <c:pt idx="124">
                  <c:v>2.4660158818264741</c:v>
                </c:pt>
                <c:pt idx="125">
                  <c:v>2.470267560042068</c:v>
                </c:pt>
                <c:pt idx="126">
                  <c:v>2.4510818364553928</c:v>
                </c:pt>
                <c:pt idx="127">
                  <c:v>2.4490498645380194</c:v>
                </c:pt>
                <c:pt idx="128">
                  <c:v>2.4660158818264741</c:v>
                </c:pt>
                <c:pt idx="129">
                  <c:v>2.4766726374652124</c:v>
                </c:pt>
                <c:pt idx="130">
                  <c:v>2.4590958259317421</c:v>
                </c:pt>
                <c:pt idx="131">
                  <c:v>2.4334724132952887</c:v>
                </c:pt>
                <c:pt idx="132">
                  <c:v>2.4823581477342618</c:v>
                </c:pt>
                <c:pt idx="133">
                  <c:v>2.4882402571760989</c:v>
                </c:pt>
                <c:pt idx="134">
                  <c:v>2.4841227298339907</c:v>
                </c:pt>
                <c:pt idx="135">
                  <c:v>2.4338444469924752</c:v>
                </c:pt>
                <c:pt idx="136">
                  <c:v>2.438442233398006</c:v>
                </c:pt>
                <c:pt idx="137">
                  <c:v>2.400629801368888</c:v>
                </c:pt>
                <c:pt idx="138">
                  <c:v>2.3482997820154559</c:v>
                </c:pt>
                <c:pt idx="139">
                  <c:v>2.3318277266476248</c:v>
                </c:pt>
                <c:pt idx="140">
                  <c:v>2.2764941490037818</c:v>
                </c:pt>
                <c:pt idx="141">
                  <c:v>2.2124774434836318</c:v>
                </c:pt>
                <c:pt idx="142">
                  <c:v>2.190164714513898</c:v>
                </c:pt>
                <c:pt idx="143">
                  <c:v>2.0976208000878414</c:v>
                </c:pt>
                <c:pt idx="144">
                  <c:v>2.1444787839101966</c:v>
                </c:pt>
                <c:pt idx="145">
                  <c:v>2.1415779374616983</c:v>
                </c:pt>
                <c:pt idx="146">
                  <c:v>2.1385891613741017</c:v>
                </c:pt>
                <c:pt idx="147">
                  <c:v>2.1082228725087</c:v>
                </c:pt>
                <c:pt idx="148">
                  <c:v>2.1078447833274554</c:v>
                </c:pt>
                <c:pt idx="149">
                  <c:v>2.093189508359568</c:v>
                </c:pt>
                <c:pt idx="150">
                  <c:v>2.084115101445692</c:v>
                </c:pt>
                <c:pt idx="151">
                  <c:v>2.077700082548195</c:v>
                </c:pt>
                <c:pt idx="152">
                  <c:v>2.0628735585900104</c:v>
                </c:pt>
                <c:pt idx="153">
                  <c:v>2.065484145341633</c:v>
                </c:pt>
                <c:pt idx="154">
                  <c:v>4.8151453477067987</c:v>
                </c:pt>
                <c:pt idx="155">
                  <c:v>5.0124702761241817</c:v>
                </c:pt>
                <c:pt idx="156" formatCode="General">
                  <c:v>5.5936090277969477</c:v>
                </c:pt>
                <c:pt idx="157" formatCode="General">
                  <c:v>6.0760646262761133</c:v>
                </c:pt>
                <c:pt idx="158" formatCode="General">
                  <c:v>5.8226346717743338</c:v>
                </c:pt>
                <c:pt idx="159" formatCode="General">
                  <c:v>5.4479419034931915</c:v>
                </c:pt>
                <c:pt idx="160" formatCode="General">
                  <c:v>4.9477589109263738</c:v>
                </c:pt>
                <c:pt idx="161" formatCode="General">
                  <c:v>4.3243470415050087</c:v>
                </c:pt>
                <c:pt idx="162" formatCode="General">
                  <c:v>4.1050940936735847</c:v>
                </c:pt>
                <c:pt idx="163" formatCode="General">
                  <c:v>3.9594225692847553</c:v>
                </c:pt>
                <c:pt idx="164" formatCode="General">
                  <c:v>4.0455068385867961</c:v>
                </c:pt>
                <c:pt idx="165" formatCode="General">
                  <c:v>4.0250208915889241</c:v>
                </c:pt>
                <c:pt idx="166" formatCode="General">
                  <c:v>4.2697461512686958</c:v>
                </c:pt>
                <c:pt idx="167" formatCode="General">
                  <c:v>4.2925778851935528</c:v>
                </c:pt>
                <c:pt idx="168" formatCode="General">
                  <c:v>4.5972886616804116</c:v>
                </c:pt>
                <c:pt idx="169" formatCode="General">
                  <c:v>4.4831794577367425</c:v>
                </c:pt>
                <c:pt idx="170" formatCode="General">
                  <c:v>4.5642682998519053</c:v>
                </c:pt>
                <c:pt idx="171" formatCode="General">
                  <c:v>4.5976580071566202</c:v>
                </c:pt>
                <c:pt idx="172" formatCode="General">
                  <c:v>4.3241259833243193</c:v>
                </c:pt>
                <c:pt idx="173" formatCode="General">
                  <c:v>4.295271786832239</c:v>
                </c:pt>
                <c:pt idx="174" formatCode="General">
                  <c:v>4.4118330421660819</c:v>
                </c:pt>
                <c:pt idx="175" formatCode="General">
                  <c:v>4.3021338247802658</c:v>
                </c:pt>
                <c:pt idx="176" formatCode="General">
                  <c:v>4.4528638903069835</c:v>
                </c:pt>
                <c:pt idx="177" formatCode="General">
                  <c:v>3.9225779495586863</c:v>
                </c:pt>
                <c:pt idx="178" formatCode="General">
                  <c:v>3.6680576826524356</c:v>
                </c:pt>
                <c:pt idx="179" formatCode="General">
                  <c:v>3.5377917557294483</c:v>
                </c:pt>
                <c:pt idx="180" formatCode="General">
                  <c:v>3.6516621114632657</c:v>
                </c:pt>
                <c:pt idx="181" formatCode="General">
                  <c:v>3.6549006327564451</c:v>
                </c:pt>
                <c:pt idx="182" formatCode="General">
                  <c:v>3.6762245858285518</c:v>
                </c:pt>
                <c:pt idx="183" formatCode="General">
                  <c:v>3.7589009003809308</c:v>
                </c:pt>
                <c:pt idx="184" formatCode="General">
                  <c:v>3.6087980915600752</c:v>
                </c:pt>
                <c:pt idx="185" formatCode="General">
                  <c:v>3.4497806625817846</c:v>
                </c:pt>
                <c:pt idx="186" formatCode="General">
                  <c:v>3.3756467067022311</c:v>
                </c:pt>
                <c:pt idx="187" formatCode="General">
                  <c:v>3.4108494476715276</c:v>
                </c:pt>
                <c:pt idx="188" formatCode="General">
                  <c:v>3.6729441589139733</c:v>
                </c:pt>
                <c:pt idx="189" formatCode="General">
                  <c:v>4.4054072432178195</c:v>
                </c:pt>
                <c:pt idx="190" formatCode="General">
                  <c:v>4.9156473521768467</c:v>
                </c:pt>
                <c:pt idx="191" formatCode="General">
                  <c:v>4.1784819600578267</c:v>
                </c:pt>
                <c:pt idx="192" formatCode="General">
                  <c:v>3.534420683824222</c:v>
                </c:pt>
                <c:pt idx="193" formatCode="General">
                  <c:v>3.2456467736787675</c:v>
                </c:pt>
                <c:pt idx="194" formatCode="General">
                  <c:v>3.1296757197248311</c:v>
                </c:pt>
                <c:pt idx="195" formatCode="General">
                  <c:v>3.1244005339985259</c:v>
                </c:pt>
                <c:pt idx="196" formatCode="General">
                  <c:v>3.275170736176817</c:v>
                </c:pt>
                <c:pt idx="197" formatCode="General">
                  <c:v>3.2564919405190071</c:v>
                </c:pt>
                <c:pt idx="198" formatCode="General">
                  <c:v>2.976486699944537</c:v>
                </c:pt>
                <c:pt idx="199" formatCode="General">
                  <c:v>2.8330058754367933</c:v>
                </c:pt>
                <c:pt idx="200" formatCode="General">
                  <c:v>2.7614632536495911</c:v>
                </c:pt>
                <c:pt idx="201" formatCode="General">
                  <c:v>2.7026879942960744</c:v>
                </c:pt>
                <c:pt idx="202" formatCode="General">
                  <c:v>2.6714685613978792</c:v>
                </c:pt>
                <c:pt idx="203" formatCode="General">
                  <c:v>2.6132113286296335</c:v>
                </c:pt>
                <c:pt idx="204" formatCode="General">
                  <c:v>2.5346672901618703</c:v>
                </c:pt>
                <c:pt idx="205" formatCode="General">
                  <c:v>2.5094070432450701</c:v>
                </c:pt>
                <c:pt idx="206" formatCode="General">
                  <c:v>2.4919018887776803</c:v>
                </c:pt>
                <c:pt idx="207" formatCode="General">
                  <c:v>2.5079594988477489</c:v>
                </c:pt>
                <c:pt idx="208" formatCode="General">
                  <c:v>2.504317255257039</c:v>
                </c:pt>
                <c:pt idx="209" formatCode="General">
                  <c:v>2.5119651393848428</c:v>
                </c:pt>
                <c:pt idx="210" formatCode="General">
                  <c:v>2.4857717101063992</c:v>
                </c:pt>
                <c:pt idx="211" formatCode="General">
                  <c:v>2.4726396918523528</c:v>
                </c:pt>
                <c:pt idx="212" formatCode="General">
                  <c:v>2.4692512648290936</c:v>
                </c:pt>
                <c:pt idx="213" formatCode="General">
                  <c:v>2.4521869289329112</c:v>
                </c:pt>
                <c:pt idx="214" formatCode="General">
                  <c:v>2.3944579908855852</c:v>
                </c:pt>
                <c:pt idx="215" formatCode="General">
                  <c:v>2.1916383901272285</c:v>
                </c:pt>
                <c:pt idx="216" formatCode="General">
                  <c:v>2.3299262538817906</c:v>
                </c:pt>
                <c:pt idx="217" formatCode="General">
                  <c:v>2.3006518052412512</c:v>
                </c:pt>
                <c:pt idx="218" formatCode="General">
                  <c:v>2.2763843535680941</c:v>
                </c:pt>
                <c:pt idx="219" formatCode="General">
                  <c:v>2.229460368350324</c:v>
                </c:pt>
                <c:pt idx="220" formatCode="General">
                  <c:v>2.2155170326033717</c:v>
                </c:pt>
                <c:pt idx="221" formatCode="General">
                  <c:v>2.180946109308556</c:v>
                </c:pt>
                <c:pt idx="222" formatCode="General">
                  <c:v>2.1461107227656946</c:v>
                </c:pt>
                <c:pt idx="223" formatCode="General">
                  <c:v>2.1316359229705126</c:v>
                </c:pt>
                <c:pt idx="224" formatCode="General">
                  <c:v>2.1154817187053134</c:v>
                </c:pt>
                <c:pt idx="225" formatCode="General">
                  <c:v>2.1151967287861848</c:v>
                </c:pt>
                <c:pt idx="226" formatCode="General">
                  <c:v>2.0502208838194411</c:v>
                </c:pt>
                <c:pt idx="227" formatCode="General">
                  <c:v>1.8821631759384634</c:v>
                </c:pt>
                <c:pt idx="228" formatCode="General">
                  <c:v>1.9650718479946823</c:v>
                </c:pt>
                <c:pt idx="229" formatCode="General">
                  <c:v>1.9372151689049284</c:v>
                </c:pt>
                <c:pt idx="230" formatCode="General">
                  <c:v>1.9007560795031335</c:v>
                </c:pt>
                <c:pt idx="231" formatCode="General">
                  <c:v>2.1215248257877519</c:v>
                </c:pt>
                <c:pt idx="232" formatCode="General">
                  <c:v>2.2669963185526703</c:v>
                </c:pt>
                <c:pt idx="233" formatCode="General">
                  <c:v>2.4912132870855084</c:v>
                </c:pt>
                <c:pt idx="234" formatCode="General">
                  <c:v>2.4768638385196979</c:v>
                </c:pt>
                <c:pt idx="235" formatCode="General">
                  <c:v>2.4742951144886134</c:v>
                </c:pt>
                <c:pt idx="236" formatCode="General">
                  <c:v>2.4599941883290199</c:v>
                </c:pt>
                <c:pt idx="237" formatCode="General">
                  <c:v>2.5765051071175682</c:v>
                </c:pt>
                <c:pt idx="238" formatCode="General">
                  <c:v>2.8030704390332857</c:v>
                </c:pt>
                <c:pt idx="239" formatCode="General">
                  <c:v>2.4628698711040147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1-4684-B8D0-453E413E69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3112624"/>
        <c:axId val="481059920"/>
      </c:barChart>
      <c:catAx>
        <c:axId val="49311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81059920"/>
        <c:crosses val="autoZero"/>
        <c:auto val="1"/>
        <c:lblAlgn val="ctr"/>
        <c:lblOffset val="100"/>
        <c:noMultiLvlLbl val="0"/>
      </c:catAx>
      <c:valAx>
        <c:axId val="481059920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311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'[infla y crecimiento.xlsx]INFLA'!$A$2:$A$205</c:f>
              <c:numCache>
                <c:formatCode>mmm\-yy</c:formatCode>
                <c:ptCount val="20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  <c:pt idx="144">
                  <c:v>20455</c:v>
                </c:pt>
                <c:pt idx="145">
                  <c:v>20486</c:v>
                </c:pt>
                <c:pt idx="146">
                  <c:v>20515</c:v>
                </c:pt>
                <c:pt idx="147">
                  <c:v>20546</c:v>
                </c:pt>
                <c:pt idx="148">
                  <c:v>20576</c:v>
                </c:pt>
                <c:pt idx="149">
                  <c:v>20607</c:v>
                </c:pt>
                <c:pt idx="150">
                  <c:v>20637</c:v>
                </c:pt>
                <c:pt idx="151">
                  <c:v>20668</c:v>
                </c:pt>
                <c:pt idx="152">
                  <c:v>20699</c:v>
                </c:pt>
                <c:pt idx="153">
                  <c:v>20729</c:v>
                </c:pt>
                <c:pt idx="154">
                  <c:v>20760</c:v>
                </c:pt>
                <c:pt idx="155">
                  <c:v>20790</c:v>
                </c:pt>
                <c:pt idx="156">
                  <c:v>20821</c:v>
                </c:pt>
                <c:pt idx="157">
                  <c:v>20852</c:v>
                </c:pt>
                <c:pt idx="158">
                  <c:v>20880</c:v>
                </c:pt>
                <c:pt idx="159">
                  <c:v>20911</c:v>
                </c:pt>
                <c:pt idx="160">
                  <c:v>20941</c:v>
                </c:pt>
                <c:pt idx="161">
                  <c:v>20972</c:v>
                </c:pt>
                <c:pt idx="162">
                  <c:v>21002</c:v>
                </c:pt>
                <c:pt idx="163">
                  <c:v>21033</c:v>
                </c:pt>
                <c:pt idx="164">
                  <c:v>21064</c:v>
                </c:pt>
                <c:pt idx="165">
                  <c:v>21094</c:v>
                </c:pt>
                <c:pt idx="166">
                  <c:v>21125</c:v>
                </c:pt>
                <c:pt idx="167">
                  <c:v>21155</c:v>
                </c:pt>
                <c:pt idx="168">
                  <c:v>21186</c:v>
                </c:pt>
                <c:pt idx="169">
                  <c:v>21217</c:v>
                </c:pt>
                <c:pt idx="170">
                  <c:v>21245</c:v>
                </c:pt>
                <c:pt idx="171">
                  <c:v>21276</c:v>
                </c:pt>
                <c:pt idx="172">
                  <c:v>21306</c:v>
                </c:pt>
                <c:pt idx="173">
                  <c:v>21337</c:v>
                </c:pt>
                <c:pt idx="174">
                  <c:v>21367</c:v>
                </c:pt>
                <c:pt idx="175">
                  <c:v>21398</c:v>
                </c:pt>
                <c:pt idx="176">
                  <c:v>21429</c:v>
                </c:pt>
                <c:pt idx="177">
                  <c:v>21459</c:v>
                </c:pt>
                <c:pt idx="178">
                  <c:v>21490</c:v>
                </c:pt>
                <c:pt idx="179">
                  <c:v>21520</c:v>
                </c:pt>
                <c:pt idx="180">
                  <c:v>21551</c:v>
                </c:pt>
                <c:pt idx="181">
                  <c:v>21582</c:v>
                </c:pt>
                <c:pt idx="182">
                  <c:v>21610</c:v>
                </c:pt>
                <c:pt idx="183">
                  <c:v>21641</c:v>
                </c:pt>
                <c:pt idx="184">
                  <c:v>21671</c:v>
                </c:pt>
                <c:pt idx="185">
                  <c:v>21702</c:v>
                </c:pt>
                <c:pt idx="186">
                  <c:v>21732</c:v>
                </c:pt>
                <c:pt idx="187">
                  <c:v>21763</c:v>
                </c:pt>
                <c:pt idx="188">
                  <c:v>21794</c:v>
                </c:pt>
                <c:pt idx="189">
                  <c:v>21824</c:v>
                </c:pt>
                <c:pt idx="190">
                  <c:v>21855</c:v>
                </c:pt>
                <c:pt idx="191">
                  <c:v>21885</c:v>
                </c:pt>
                <c:pt idx="192">
                  <c:v>21916</c:v>
                </c:pt>
                <c:pt idx="193">
                  <c:v>21947</c:v>
                </c:pt>
                <c:pt idx="194">
                  <c:v>21976</c:v>
                </c:pt>
                <c:pt idx="195">
                  <c:v>22007</c:v>
                </c:pt>
                <c:pt idx="196">
                  <c:v>22037</c:v>
                </c:pt>
                <c:pt idx="197">
                  <c:v>22068</c:v>
                </c:pt>
                <c:pt idx="198">
                  <c:v>22098</c:v>
                </c:pt>
                <c:pt idx="199">
                  <c:v>22129</c:v>
                </c:pt>
                <c:pt idx="200">
                  <c:v>22160</c:v>
                </c:pt>
                <c:pt idx="201">
                  <c:v>22190</c:v>
                </c:pt>
                <c:pt idx="202">
                  <c:v>22221</c:v>
                </c:pt>
                <c:pt idx="203">
                  <c:v>22251</c:v>
                </c:pt>
              </c:numCache>
            </c:numRef>
          </c:cat>
          <c:val>
            <c:numRef>
              <c:f>'[infla y crecimiento.xlsx]INFLA'!$B$2:$B$205</c:f>
              <c:numCache>
                <c:formatCode>0.0</c:formatCode>
                <c:ptCount val="204"/>
                <c:pt idx="0">
                  <c:v>-3.3</c:v>
                </c:pt>
                <c:pt idx="1">
                  <c:v>-2.6</c:v>
                </c:pt>
                <c:pt idx="2">
                  <c:v>-3.5</c:v>
                </c:pt>
                <c:pt idx="3">
                  <c:v>-5.2</c:v>
                </c:pt>
                <c:pt idx="4">
                  <c:v>-4.8</c:v>
                </c:pt>
                <c:pt idx="5">
                  <c:v>-3.1</c:v>
                </c:pt>
                <c:pt idx="6">
                  <c:v>2.6</c:v>
                </c:pt>
                <c:pt idx="7">
                  <c:v>3</c:v>
                </c:pt>
                <c:pt idx="8">
                  <c:v>3.7</c:v>
                </c:pt>
                <c:pt idx="9">
                  <c:v>3.3</c:v>
                </c:pt>
                <c:pt idx="10">
                  <c:v>3.3</c:v>
                </c:pt>
                <c:pt idx="11">
                  <c:v>3.9</c:v>
                </c:pt>
                <c:pt idx="12">
                  <c:v>11.2</c:v>
                </c:pt>
                <c:pt idx="13">
                  <c:v>13.1</c:v>
                </c:pt>
                <c:pt idx="14">
                  <c:v>20.7</c:v>
                </c:pt>
                <c:pt idx="15">
                  <c:v>22.2</c:v>
                </c:pt>
                <c:pt idx="16">
                  <c:v>23.1</c:v>
                </c:pt>
                <c:pt idx="17">
                  <c:v>21</c:v>
                </c:pt>
                <c:pt idx="18">
                  <c:v>22.5</c:v>
                </c:pt>
                <c:pt idx="19">
                  <c:v>19.7</c:v>
                </c:pt>
                <c:pt idx="20">
                  <c:v>20.7</c:v>
                </c:pt>
                <c:pt idx="21">
                  <c:v>19.899999999999999</c:v>
                </c:pt>
                <c:pt idx="22">
                  <c:v>20.2</c:v>
                </c:pt>
                <c:pt idx="23">
                  <c:v>22.6</c:v>
                </c:pt>
                <c:pt idx="24">
                  <c:v>21.7</c:v>
                </c:pt>
                <c:pt idx="25">
                  <c:v>19.600000000000001</c:v>
                </c:pt>
                <c:pt idx="26">
                  <c:v>14.5</c:v>
                </c:pt>
                <c:pt idx="27">
                  <c:v>16.399999999999999</c:v>
                </c:pt>
                <c:pt idx="28">
                  <c:v>15.7</c:v>
                </c:pt>
                <c:pt idx="29">
                  <c:v>17.600000000000001</c:v>
                </c:pt>
                <c:pt idx="30">
                  <c:v>16.5</c:v>
                </c:pt>
                <c:pt idx="31">
                  <c:v>16.7</c:v>
                </c:pt>
                <c:pt idx="32">
                  <c:v>16.2</c:v>
                </c:pt>
                <c:pt idx="33">
                  <c:v>19</c:v>
                </c:pt>
                <c:pt idx="34">
                  <c:v>19.3</c:v>
                </c:pt>
                <c:pt idx="35">
                  <c:v>18.7</c:v>
                </c:pt>
                <c:pt idx="36">
                  <c:v>10</c:v>
                </c:pt>
                <c:pt idx="37">
                  <c:v>10.6</c:v>
                </c:pt>
                <c:pt idx="38">
                  <c:v>14</c:v>
                </c:pt>
                <c:pt idx="39">
                  <c:v>12.1</c:v>
                </c:pt>
                <c:pt idx="40">
                  <c:v>12.5</c:v>
                </c:pt>
                <c:pt idx="41">
                  <c:v>15.8</c:v>
                </c:pt>
                <c:pt idx="42">
                  <c:v>14.3</c:v>
                </c:pt>
                <c:pt idx="43">
                  <c:v>16.2</c:v>
                </c:pt>
                <c:pt idx="44">
                  <c:v>16.100000000000001</c:v>
                </c:pt>
                <c:pt idx="45">
                  <c:v>12.7</c:v>
                </c:pt>
                <c:pt idx="46">
                  <c:v>13.3</c:v>
                </c:pt>
                <c:pt idx="47">
                  <c:v>14.9</c:v>
                </c:pt>
                <c:pt idx="48">
                  <c:v>14</c:v>
                </c:pt>
                <c:pt idx="49">
                  <c:v>13</c:v>
                </c:pt>
                <c:pt idx="50">
                  <c:v>8.4</c:v>
                </c:pt>
                <c:pt idx="51">
                  <c:v>8.9</c:v>
                </c:pt>
                <c:pt idx="52">
                  <c:v>11.5</c:v>
                </c:pt>
                <c:pt idx="53">
                  <c:v>9.6</c:v>
                </c:pt>
                <c:pt idx="54">
                  <c:v>10.5</c:v>
                </c:pt>
                <c:pt idx="55">
                  <c:v>11.8</c:v>
                </c:pt>
                <c:pt idx="56">
                  <c:v>16.2</c:v>
                </c:pt>
                <c:pt idx="57">
                  <c:v>17.2</c:v>
                </c:pt>
                <c:pt idx="58">
                  <c:v>16.399999999999999</c:v>
                </c:pt>
                <c:pt idx="59">
                  <c:v>18.8</c:v>
                </c:pt>
                <c:pt idx="60">
                  <c:v>21.4</c:v>
                </c:pt>
                <c:pt idx="61">
                  <c:v>21.5</c:v>
                </c:pt>
                <c:pt idx="62">
                  <c:v>27.5</c:v>
                </c:pt>
                <c:pt idx="63">
                  <c:v>32.9</c:v>
                </c:pt>
                <c:pt idx="64">
                  <c:v>33.5</c:v>
                </c:pt>
                <c:pt idx="65">
                  <c:v>31.3</c:v>
                </c:pt>
                <c:pt idx="66">
                  <c:v>34</c:v>
                </c:pt>
                <c:pt idx="67">
                  <c:v>33.5</c:v>
                </c:pt>
                <c:pt idx="68">
                  <c:v>30.3</c:v>
                </c:pt>
                <c:pt idx="69">
                  <c:v>33.4</c:v>
                </c:pt>
                <c:pt idx="70">
                  <c:v>37.4</c:v>
                </c:pt>
                <c:pt idx="71">
                  <c:v>33.700000000000003</c:v>
                </c:pt>
                <c:pt idx="72">
                  <c:v>30.6</c:v>
                </c:pt>
                <c:pt idx="73">
                  <c:v>34.299999999999997</c:v>
                </c:pt>
                <c:pt idx="74">
                  <c:v>25.8</c:v>
                </c:pt>
                <c:pt idx="75">
                  <c:v>22.6</c:v>
                </c:pt>
                <c:pt idx="76">
                  <c:v>24.8</c:v>
                </c:pt>
                <c:pt idx="77">
                  <c:v>26.8</c:v>
                </c:pt>
                <c:pt idx="78">
                  <c:v>24.6</c:v>
                </c:pt>
                <c:pt idx="79">
                  <c:v>22.7</c:v>
                </c:pt>
                <c:pt idx="80">
                  <c:v>25.6</c:v>
                </c:pt>
                <c:pt idx="81">
                  <c:v>26.9</c:v>
                </c:pt>
                <c:pt idx="82">
                  <c:v>22.7</c:v>
                </c:pt>
                <c:pt idx="83">
                  <c:v>22.1</c:v>
                </c:pt>
                <c:pt idx="84">
                  <c:v>23.1</c:v>
                </c:pt>
                <c:pt idx="85">
                  <c:v>23.5</c:v>
                </c:pt>
                <c:pt idx="86">
                  <c:v>23.8</c:v>
                </c:pt>
                <c:pt idx="87">
                  <c:v>32.200000000000003</c:v>
                </c:pt>
                <c:pt idx="88">
                  <c:v>35.6</c:v>
                </c:pt>
                <c:pt idx="89">
                  <c:v>36.200000000000003</c:v>
                </c:pt>
                <c:pt idx="90">
                  <c:v>37.200000000000003</c:v>
                </c:pt>
                <c:pt idx="91">
                  <c:v>49.6</c:v>
                </c:pt>
                <c:pt idx="92">
                  <c:v>41.2</c:v>
                </c:pt>
                <c:pt idx="93">
                  <c:v>40.1</c:v>
                </c:pt>
                <c:pt idx="94">
                  <c:v>40.9</c:v>
                </c:pt>
                <c:pt idx="95">
                  <c:v>50.2</c:v>
                </c:pt>
                <c:pt idx="96">
                  <c:v>57.6</c:v>
                </c:pt>
                <c:pt idx="97">
                  <c:v>54.2</c:v>
                </c:pt>
                <c:pt idx="98">
                  <c:v>58.3</c:v>
                </c:pt>
                <c:pt idx="99">
                  <c:v>54.2</c:v>
                </c:pt>
                <c:pt idx="100">
                  <c:v>45.8</c:v>
                </c:pt>
                <c:pt idx="101">
                  <c:v>44</c:v>
                </c:pt>
                <c:pt idx="102">
                  <c:v>37.1</c:v>
                </c:pt>
                <c:pt idx="103">
                  <c:v>24.9</c:v>
                </c:pt>
                <c:pt idx="104">
                  <c:v>31.6</c:v>
                </c:pt>
                <c:pt idx="105">
                  <c:v>29</c:v>
                </c:pt>
                <c:pt idx="106">
                  <c:v>28.9</c:v>
                </c:pt>
                <c:pt idx="107">
                  <c:v>19.100000000000001</c:v>
                </c:pt>
                <c:pt idx="108">
                  <c:v>13.1</c:v>
                </c:pt>
                <c:pt idx="109">
                  <c:v>18.8</c:v>
                </c:pt>
                <c:pt idx="110">
                  <c:v>14.9</c:v>
                </c:pt>
                <c:pt idx="111">
                  <c:v>3.6</c:v>
                </c:pt>
                <c:pt idx="112">
                  <c:v>0.3</c:v>
                </c:pt>
                <c:pt idx="113">
                  <c:v>-1.9</c:v>
                </c:pt>
                <c:pt idx="114">
                  <c:v>3.1</c:v>
                </c:pt>
                <c:pt idx="115">
                  <c:v>3.6</c:v>
                </c:pt>
                <c:pt idx="116">
                  <c:v>-0.4</c:v>
                </c:pt>
                <c:pt idx="117">
                  <c:v>-1.8</c:v>
                </c:pt>
                <c:pt idx="118">
                  <c:v>-1.4</c:v>
                </c:pt>
                <c:pt idx="119">
                  <c:v>-0.7</c:v>
                </c:pt>
                <c:pt idx="120">
                  <c:v>-1.4</c:v>
                </c:pt>
                <c:pt idx="121">
                  <c:v>-7</c:v>
                </c:pt>
                <c:pt idx="122">
                  <c:v>-6.4</c:v>
                </c:pt>
                <c:pt idx="123">
                  <c:v>-0.3</c:v>
                </c:pt>
                <c:pt idx="124">
                  <c:v>1.1000000000000001</c:v>
                </c:pt>
                <c:pt idx="125">
                  <c:v>2.9</c:v>
                </c:pt>
                <c:pt idx="126">
                  <c:v>4.4000000000000004</c:v>
                </c:pt>
                <c:pt idx="127">
                  <c:v>5</c:v>
                </c:pt>
                <c:pt idx="128">
                  <c:v>8.3000000000000007</c:v>
                </c:pt>
                <c:pt idx="129">
                  <c:v>11.9</c:v>
                </c:pt>
                <c:pt idx="130">
                  <c:v>12.3</c:v>
                </c:pt>
                <c:pt idx="131">
                  <c:v>16</c:v>
                </c:pt>
                <c:pt idx="132">
                  <c:v>15.8</c:v>
                </c:pt>
                <c:pt idx="133">
                  <c:v>16.2</c:v>
                </c:pt>
                <c:pt idx="134">
                  <c:v>16.2</c:v>
                </c:pt>
                <c:pt idx="135">
                  <c:v>15.4</c:v>
                </c:pt>
                <c:pt idx="136">
                  <c:v>15.8</c:v>
                </c:pt>
                <c:pt idx="137">
                  <c:v>14.7</c:v>
                </c:pt>
                <c:pt idx="138">
                  <c:v>12.7</c:v>
                </c:pt>
                <c:pt idx="139">
                  <c:v>12.3</c:v>
                </c:pt>
                <c:pt idx="140">
                  <c:v>10.4</c:v>
                </c:pt>
                <c:pt idx="141">
                  <c:v>7.2</c:v>
                </c:pt>
                <c:pt idx="142">
                  <c:v>6.1</c:v>
                </c:pt>
                <c:pt idx="143">
                  <c:v>7.5</c:v>
                </c:pt>
                <c:pt idx="144">
                  <c:v>8.4</c:v>
                </c:pt>
                <c:pt idx="145">
                  <c:v>7.5</c:v>
                </c:pt>
                <c:pt idx="146">
                  <c:v>7.2</c:v>
                </c:pt>
                <c:pt idx="147">
                  <c:v>9.4</c:v>
                </c:pt>
                <c:pt idx="148">
                  <c:v>13.4</c:v>
                </c:pt>
                <c:pt idx="149">
                  <c:v>17.100000000000001</c:v>
                </c:pt>
                <c:pt idx="150">
                  <c:v>16</c:v>
                </c:pt>
                <c:pt idx="151">
                  <c:v>15</c:v>
                </c:pt>
                <c:pt idx="152">
                  <c:v>14.9</c:v>
                </c:pt>
                <c:pt idx="153">
                  <c:v>16.5</c:v>
                </c:pt>
                <c:pt idx="154">
                  <c:v>18.2</c:v>
                </c:pt>
                <c:pt idx="155">
                  <c:v>16.7</c:v>
                </c:pt>
                <c:pt idx="156">
                  <c:v>16.899999999999999</c:v>
                </c:pt>
                <c:pt idx="157">
                  <c:v>18.7</c:v>
                </c:pt>
                <c:pt idx="158">
                  <c:v>23.2</c:v>
                </c:pt>
                <c:pt idx="159">
                  <c:v>22.2</c:v>
                </c:pt>
                <c:pt idx="160">
                  <c:v>21</c:v>
                </c:pt>
                <c:pt idx="161">
                  <c:v>21</c:v>
                </c:pt>
                <c:pt idx="162">
                  <c:v>23.8</c:v>
                </c:pt>
                <c:pt idx="163">
                  <c:v>31.1</c:v>
                </c:pt>
                <c:pt idx="164">
                  <c:v>30.1</c:v>
                </c:pt>
                <c:pt idx="165">
                  <c:v>29.8</c:v>
                </c:pt>
                <c:pt idx="166">
                  <c:v>31</c:v>
                </c:pt>
                <c:pt idx="167">
                  <c:v>25.6</c:v>
                </c:pt>
                <c:pt idx="168">
                  <c:v>23.7</c:v>
                </c:pt>
                <c:pt idx="169">
                  <c:v>24.4</c:v>
                </c:pt>
                <c:pt idx="170">
                  <c:v>22</c:v>
                </c:pt>
                <c:pt idx="171">
                  <c:v>24</c:v>
                </c:pt>
                <c:pt idx="172">
                  <c:v>28.4</c:v>
                </c:pt>
                <c:pt idx="173">
                  <c:v>29.1</c:v>
                </c:pt>
                <c:pt idx="174">
                  <c:v>31.4</c:v>
                </c:pt>
                <c:pt idx="175">
                  <c:v>30.5</c:v>
                </c:pt>
                <c:pt idx="176">
                  <c:v>33.299999999999997</c:v>
                </c:pt>
                <c:pt idx="177">
                  <c:v>35.799999999999997</c:v>
                </c:pt>
                <c:pt idx="178">
                  <c:v>39.200000000000003</c:v>
                </c:pt>
                <c:pt idx="179">
                  <c:v>50.7</c:v>
                </c:pt>
                <c:pt idx="180">
                  <c:v>82.3</c:v>
                </c:pt>
                <c:pt idx="181">
                  <c:v>96.2</c:v>
                </c:pt>
                <c:pt idx="182">
                  <c:v>107.2</c:v>
                </c:pt>
                <c:pt idx="183">
                  <c:v>115</c:v>
                </c:pt>
                <c:pt idx="184">
                  <c:v>123</c:v>
                </c:pt>
                <c:pt idx="185">
                  <c:v>127.1</c:v>
                </c:pt>
                <c:pt idx="186">
                  <c:v>125.9</c:v>
                </c:pt>
                <c:pt idx="187">
                  <c:v>124</c:v>
                </c:pt>
                <c:pt idx="188">
                  <c:v>123.7</c:v>
                </c:pt>
                <c:pt idx="189">
                  <c:v>118.6</c:v>
                </c:pt>
                <c:pt idx="190">
                  <c:v>112.4</c:v>
                </c:pt>
                <c:pt idx="191">
                  <c:v>101.6</c:v>
                </c:pt>
                <c:pt idx="192">
                  <c:v>75.900000000000006</c:v>
                </c:pt>
                <c:pt idx="193">
                  <c:v>62.6</c:v>
                </c:pt>
                <c:pt idx="194">
                  <c:v>52.6</c:v>
                </c:pt>
                <c:pt idx="195">
                  <c:v>40.799999999999997</c:v>
                </c:pt>
                <c:pt idx="196">
                  <c:v>27.2</c:v>
                </c:pt>
                <c:pt idx="197">
                  <c:v>19</c:v>
                </c:pt>
                <c:pt idx="198">
                  <c:v>16.600000000000001</c:v>
                </c:pt>
                <c:pt idx="199">
                  <c:v>12.9</c:v>
                </c:pt>
                <c:pt idx="200">
                  <c:v>11</c:v>
                </c:pt>
                <c:pt idx="201">
                  <c:v>11.2</c:v>
                </c:pt>
                <c:pt idx="202">
                  <c:v>11.7</c:v>
                </c:pt>
                <c:pt idx="203">
                  <c:v>18.5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EB-4E82-8704-798BB1134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630832"/>
        <c:axId val="106411984"/>
      </c:lineChart>
      <c:dateAx>
        <c:axId val="10863083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6411984"/>
        <c:crosses val="autoZero"/>
        <c:auto val="1"/>
        <c:lblOffset val="100"/>
        <c:baseTimeUnit val="months"/>
      </c:dateAx>
      <c:valAx>
        <c:axId val="106411984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8630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90-4CD5-B840-296FF79C8AE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90-4CD5-B840-296FF79C8AE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A90-4CD5-B840-296FF79C8AE3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90-4CD5-B840-296FF79C8AE3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A90-4CD5-B840-296FF79C8AE3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A90-4CD5-B840-296FF79C8AE3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A90-4CD5-B840-296FF79C8AE3}"/>
              </c:ext>
            </c:extLst>
          </c:dPt>
          <c:cat>
            <c:numRef>
              <c:f>Hoja8!$A$4:$A$26</c:f>
              <c:numCache>
                <c:formatCode>General</c:formatCode>
                <c:ptCount val="23"/>
                <c:pt idx="0">
                  <c:v>1941</c:v>
                </c:pt>
                <c:pt idx="1">
                  <c:v>1942</c:v>
                </c:pt>
                <c:pt idx="2">
                  <c:v>1943</c:v>
                </c:pt>
                <c:pt idx="3">
                  <c:v>1944</c:v>
                </c:pt>
                <c:pt idx="4">
                  <c:v>1945</c:v>
                </c:pt>
                <c:pt idx="5">
                  <c:v>1946</c:v>
                </c:pt>
                <c:pt idx="6">
                  <c:v>1947</c:v>
                </c:pt>
                <c:pt idx="7">
                  <c:v>1948</c:v>
                </c:pt>
                <c:pt idx="8">
                  <c:v>1949</c:v>
                </c:pt>
                <c:pt idx="9">
                  <c:v>1950</c:v>
                </c:pt>
                <c:pt idx="10">
                  <c:v>1951</c:v>
                </c:pt>
                <c:pt idx="11">
                  <c:v>1952</c:v>
                </c:pt>
                <c:pt idx="12">
                  <c:v>1953</c:v>
                </c:pt>
                <c:pt idx="13">
                  <c:v>1954</c:v>
                </c:pt>
                <c:pt idx="14">
                  <c:v>1955</c:v>
                </c:pt>
                <c:pt idx="15">
                  <c:v>1956</c:v>
                </c:pt>
                <c:pt idx="16">
                  <c:v>1957</c:v>
                </c:pt>
                <c:pt idx="17">
                  <c:v>1958</c:v>
                </c:pt>
                <c:pt idx="18">
                  <c:v>1959</c:v>
                </c:pt>
                <c:pt idx="19">
                  <c:v>1960</c:v>
                </c:pt>
                <c:pt idx="20">
                  <c:v>1961</c:v>
                </c:pt>
                <c:pt idx="21">
                  <c:v>1962</c:v>
                </c:pt>
                <c:pt idx="22">
                  <c:v>1963</c:v>
                </c:pt>
              </c:numCache>
            </c:numRef>
          </c:cat>
          <c:val>
            <c:numRef>
              <c:f>Hoja8!$C$4:$C$26</c:f>
              <c:numCache>
                <c:formatCode>0.0%</c:formatCode>
                <c:ptCount val="23"/>
                <c:pt idx="0">
                  <c:v>5.2262453982012236E-2</c:v>
                </c:pt>
                <c:pt idx="1">
                  <c:v>1.1027213746374054E-2</c:v>
                </c:pt>
                <c:pt idx="2">
                  <c:v>-6.811362491513262E-3</c:v>
                </c:pt>
                <c:pt idx="3">
                  <c:v>0.11264002822616215</c:v>
                </c:pt>
                <c:pt idx="4">
                  <c:v>-3.210718249563993E-2</c:v>
                </c:pt>
                <c:pt idx="5">
                  <c:v>8.9298877876976102E-2</c:v>
                </c:pt>
                <c:pt idx="6">
                  <c:v>0.11122807677124635</c:v>
                </c:pt>
                <c:pt idx="7">
                  <c:v>5.4792434956186353E-2</c:v>
                </c:pt>
                <c:pt idx="8">
                  <c:v>-1.2974516061777241E-2</c:v>
                </c:pt>
                <c:pt idx="9">
                  <c:v>1.2137657610814978E-2</c:v>
                </c:pt>
                <c:pt idx="10">
                  <c:v>3.8874544852697923E-2</c:v>
                </c:pt>
                <c:pt idx="11">
                  <c:v>-5.0330737563885397E-2</c:v>
                </c:pt>
                <c:pt idx="12">
                  <c:v>5.2998174790637842E-2</c:v>
                </c:pt>
                <c:pt idx="13">
                  <c:v>4.128165585450061E-2</c:v>
                </c:pt>
                <c:pt idx="14">
                  <c:v>7.0636474908200908E-2</c:v>
                </c:pt>
                <c:pt idx="15">
                  <c:v>2.7780635867887593E-2</c:v>
                </c:pt>
                <c:pt idx="16">
                  <c:v>5.1801426013058816E-2</c:v>
                </c:pt>
                <c:pt idx="17">
                  <c:v>6.103132468960859E-2</c:v>
                </c:pt>
                <c:pt idx="18">
                  <c:v>-6.4587507101635633E-2</c:v>
                </c:pt>
                <c:pt idx="19">
                  <c:v>7.8754168930942337E-2</c:v>
                </c:pt>
                <c:pt idx="20">
                  <c:v>7.0999604899249391E-2</c:v>
                </c:pt>
                <c:pt idx="21">
                  <c:v>-1.5872283911904428E-2</c:v>
                </c:pt>
                <c:pt idx="22">
                  <c:v>-2.3719156194064062E-2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A90-4CD5-B840-296FF79C8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3927168"/>
        <c:axId val="423926512"/>
      </c:barChart>
      <c:catAx>
        <c:axId val="423927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23926512"/>
        <c:crosses val="autoZero"/>
        <c:auto val="1"/>
        <c:lblAlgn val="ctr"/>
        <c:lblOffset val="100"/>
        <c:noMultiLvlLbl val="0"/>
      </c:catAx>
      <c:valAx>
        <c:axId val="42392651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23927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PIB  a precios de mercado (</a:t>
            </a:r>
            <a:r>
              <a:rPr lang="es-AR" dirty="0" err="1"/>
              <a:t>m$n</a:t>
            </a:r>
            <a:r>
              <a:rPr lang="es-AR" dirty="0"/>
              <a:t> constantes)</a:t>
            </a:r>
            <a:r>
              <a:rPr lang="es-AR" baseline="0" dirty="0"/>
              <a:t> y tendencia (entre 1930 y 2000)</a:t>
            </a:r>
            <a:endParaRPr lang="es-AR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v>Inicio Plan</c:v>
          </c:tx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PIB!$E$18:$E$26</c:f>
              <c:numCache>
                <c:formatCode>General</c:formatCode>
                <c:ptCount val="9"/>
                <c:pt idx="5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D1-4E97-B484-6B9F8B98B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2111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PIB!$A$18:$A$26</c:f>
              <c:numCache>
                <c:formatCode>0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PIB!$B$18:$B$26</c:f>
              <c:numCache>
                <c:formatCode>General</c:formatCode>
                <c:ptCount val="9"/>
                <c:pt idx="0">
                  <c:v>67114.041725902949</c:v>
                </c:pt>
                <c:pt idx="1">
                  <c:v>74579.007511420306</c:v>
                </c:pt>
                <c:pt idx="2">
                  <c:v>78665.372929586738</c:v>
                </c:pt>
                <c:pt idx="3">
                  <c:v>77644.727785006122</c:v>
                </c:pt>
                <c:pt idx="4">
                  <c:v>78587.152906145464</c:v>
                </c:pt>
                <c:pt idx="5">
                  <c:v>81642.192706641246</c:v>
                </c:pt>
                <c:pt idx="6">
                  <c:v>77533.080931383127</c:v>
                </c:pt>
                <c:pt idx="7">
                  <c:v>81642.192706641246</c:v>
                </c:pt>
                <c:pt idx="8">
                  <c:v>85012.517609163639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D1-4E97-B484-6B9F8B98B204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PIB!$A$18:$A$26</c:f>
              <c:numCache>
                <c:formatCode>0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PIB!$C$18:$C$26</c:f>
              <c:numCache>
                <c:formatCode>General</c:formatCode>
                <c:ptCount val="9"/>
                <c:pt idx="0">
                  <c:v>67976.7890625</c:v>
                </c:pt>
                <c:pt idx="1">
                  <c:v>70478.7265625</c:v>
                </c:pt>
                <c:pt idx="2">
                  <c:v>72922.34375</c:v>
                </c:pt>
                <c:pt idx="3">
                  <c:v>75274.6484375</c:v>
                </c:pt>
                <c:pt idx="4">
                  <c:v>77560.0703125</c:v>
                </c:pt>
                <c:pt idx="5">
                  <c:v>79826.7578125</c:v>
                </c:pt>
                <c:pt idx="6">
                  <c:v>82133.1171875</c:v>
                </c:pt>
                <c:pt idx="7">
                  <c:v>84555.7109375</c:v>
                </c:pt>
                <c:pt idx="8">
                  <c:v>87125.1171875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BD1-4E97-B484-6B9F8B98B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902111"/>
        <c:axId val="1"/>
      </c:lineChart>
      <c:catAx>
        <c:axId val="77490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21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Tasas de var. IA de salarios y precios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'[infla y crecimiento.xlsx]Hoja1'!$F$1</c:f>
              <c:strCache>
                <c:ptCount val="1"/>
                <c:pt idx="0">
                  <c:v>Salario</c:v>
                </c:pt>
              </c:strCache>
            </c:strRef>
          </c:tx>
          <c:spPr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c:spPr>
          <c:cat>
            <c:numRef>
              <c:f>'[infla y crecimiento.xlsx]Hoja1'!$A$2:$A$22</c:f>
              <c:numCache>
                <c:formatCode>General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'[infla y crecimiento.xlsx]Hoja1'!$F$2:$F$22</c:f>
              <c:numCache>
                <c:formatCode>0.0%</c:formatCode>
                <c:ptCount val="21"/>
                <c:pt idx="1">
                  <c:v>2.9726516052318575E-2</c:v>
                </c:pt>
                <c:pt idx="2">
                  <c:v>8.6605080831408721E-2</c:v>
                </c:pt>
                <c:pt idx="3">
                  <c:v>6.2699256110520629E-2</c:v>
                </c:pt>
                <c:pt idx="4">
                  <c:v>7.9000000000000181E-2</c:v>
                </c:pt>
                <c:pt idx="5">
                  <c:v>0.12882298424467087</c:v>
                </c:pt>
                <c:pt idx="6">
                  <c:v>0.13269977686369661</c:v>
                </c:pt>
                <c:pt idx="7">
                  <c:v>0.37083440085546582</c:v>
                </c:pt>
                <c:pt idx="8">
                  <c:v>0.42129199569230469</c:v>
                </c:pt>
                <c:pt idx="9">
                  <c:v>0.32309825709993056</c:v>
                </c:pt>
                <c:pt idx="10">
                  <c:v>0.21751754793738698</c:v>
                </c:pt>
                <c:pt idx="11">
                  <c:v>0.248350767217002</c:v>
                </c:pt>
                <c:pt idx="12">
                  <c:v>0.26786967779463189</c:v>
                </c:pt>
                <c:pt idx="13">
                  <c:v>8.7848398290605534E-2</c:v>
                </c:pt>
                <c:pt idx="14">
                  <c:v>0.14541573921723527</c:v>
                </c:pt>
                <c:pt idx="15">
                  <c:v>9.0101626509301092E-2</c:v>
                </c:pt>
                <c:pt idx="16">
                  <c:v>0.2283977315863992</c:v>
                </c:pt>
                <c:pt idx="17">
                  <c:v>0.21061053651604977</c:v>
                </c:pt>
                <c:pt idx="18">
                  <c:v>0.40821058000115085</c:v>
                </c:pt>
                <c:pt idx="19">
                  <c:v>0.59044872421423533</c:v>
                </c:pt>
                <c:pt idx="20">
                  <c:v>0.30025430680052989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8E-4A6B-AB4D-660EEEC87902}"/>
            </c:ext>
          </c:extLst>
        </c:ser>
        <c:ser>
          <c:idx val="1"/>
          <c:order val="1"/>
          <c:tx>
            <c:strRef>
              <c:f>'[infla y crecimiento.xlsx]Hoja1'!$G$1</c:f>
              <c:strCache>
                <c:ptCount val="1"/>
                <c:pt idx="0">
                  <c:v>Precios </c:v>
                </c:pt>
              </c:strCache>
            </c:strRef>
          </c:tx>
          <c:spPr>
            <a:solidFill>
              <a:schemeClr val="accent2">
                <a:lumMod val="75000"/>
                <a:alpha val="67000"/>
              </a:schemeClr>
            </a:solidFill>
            <a:ln>
              <a:noFill/>
            </a:ln>
            <a:effectLst/>
          </c:spPr>
          <c:cat>
            <c:numRef>
              <c:f>'[infla y crecimiento.xlsx]Hoja1'!$A$2:$A$22</c:f>
              <c:numCache>
                <c:formatCode>General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'[infla y crecimiento.xlsx]Hoja1'!$G$2:$G$22</c:f>
              <c:numCache>
                <c:formatCode>0.0%</c:formatCode>
                <c:ptCount val="21"/>
                <c:pt idx="1">
                  <c:v>2.6465028355387776E-2</c:v>
                </c:pt>
                <c:pt idx="2">
                  <c:v>5.6721915285451008E-2</c:v>
                </c:pt>
                <c:pt idx="3">
                  <c:v>1.1153712094806645E-2</c:v>
                </c:pt>
                <c:pt idx="4">
                  <c:v>-3.1023784901759166E-3</c:v>
                </c:pt>
                <c:pt idx="5">
                  <c:v>0.19744121715076091</c:v>
                </c:pt>
                <c:pt idx="6">
                  <c:v>0.1767253826162285</c:v>
                </c:pt>
                <c:pt idx="7">
                  <c:v>0.13546012269938656</c:v>
                </c:pt>
                <c:pt idx="8">
                  <c:v>0.13097039118219134</c:v>
                </c:pt>
                <c:pt idx="9">
                  <c:v>0.31098148799637593</c:v>
                </c:pt>
                <c:pt idx="10">
                  <c:v>0.25537428395898831</c:v>
                </c:pt>
                <c:pt idx="11">
                  <c:v>0.36728673772495402</c:v>
                </c:pt>
                <c:pt idx="12">
                  <c:v>0.38609373283988835</c:v>
                </c:pt>
                <c:pt idx="13">
                  <c:v>4.0037437711780255E-2</c:v>
                </c:pt>
                <c:pt idx="14">
                  <c:v>3.8496039753392663E-2</c:v>
                </c:pt>
                <c:pt idx="15">
                  <c:v>0.12317906964097802</c:v>
                </c:pt>
                <c:pt idx="16">
                  <c:v>0.13381271732132016</c:v>
                </c:pt>
                <c:pt idx="17">
                  <c:v>0.24680035388482557</c:v>
                </c:pt>
                <c:pt idx="18">
                  <c:v>0.31622454157786151</c:v>
                </c:pt>
                <c:pt idx="19">
                  <c:v>1.137000458198175</c:v>
                </c:pt>
                <c:pt idx="20">
                  <c:v>0.27284177505833251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8E-4A6B-AB4D-660EEEC879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9688288"/>
        <c:axId val="1310485168"/>
      </c:areaChart>
      <c:catAx>
        <c:axId val="116968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310485168"/>
        <c:crosses val="autoZero"/>
        <c:auto val="1"/>
        <c:lblAlgn val="ctr"/>
        <c:lblOffset val="100"/>
        <c:noMultiLvlLbl val="0"/>
      </c:catAx>
      <c:valAx>
        <c:axId val="131048516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96882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tx2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762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Hoja1!$A$8:$A$18</c:f>
              <c:numCache>
                <c:formatCode>General</c:formatCode>
                <c:ptCount val="11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</c:numCache>
            </c:numRef>
          </c:cat>
          <c:val>
            <c:numRef>
              <c:f>Hoja1!$C$8:$C$17</c:f>
              <c:numCache>
                <c:formatCode>_ * #.##000_ ;_ * \-#.##000_ ;_ * "-"_ ;_ @_ </c:formatCode>
                <c:ptCount val="10"/>
                <c:pt idx="0">
                  <c:v>1166.3543851527111</c:v>
                </c:pt>
                <c:pt idx="1">
                  <c:v>1408.1328641950604</c:v>
                </c:pt>
                <c:pt idx="2">
                  <c:v>1769.602444374967</c:v>
                </c:pt>
                <c:pt idx="3">
                  <c:v>1785.9580256092584</c:v>
                </c:pt>
                <c:pt idx="4">
                  <c:v>1732.1011461231415</c:v>
                </c:pt>
                <c:pt idx="5">
                  <c:v>1581.4311182876684</c:v>
                </c:pt>
                <c:pt idx="6">
                  <c:v>1446.5461569397339</c:v>
                </c:pt>
                <c:pt idx="7">
                  <c:v>1513.0444951505767</c:v>
                </c:pt>
                <c:pt idx="8">
                  <c:v>1668.821943021574</c:v>
                </c:pt>
                <c:pt idx="9">
                  <c:v>1619.6754049411993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9-460F-A616-4CAD45EF2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9021519"/>
        <c:axId val="629207087"/>
      </c:lineChart>
      <c:catAx>
        <c:axId val="1249021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29207087"/>
        <c:crosses val="autoZero"/>
        <c:auto val="1"/>
        <c:lblAlgn val="ctr"/>
        <c:lblOffset val="100"/>
        <c:noMultiLvlLbl val="0"/>
      </c:catAx>
      <c:valAx>
        <c:axId val="629207087"/>
        <c:scaling>
          <c:orientation val="minMax"/>
        </c:scaling>
        <c:delete val="0"/>
        <c:axPos val="l"/>
        <c:numFmt formatCode="&quot;$&quot;\ 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249021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Ingresos y gastos (%PIB)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'6.2.4'!$B$2:$B$5</c:f>
              <c:strCache>
                <c:ptCount val="4"/>
                <c:pt idx="0">
                  <c:v>Ingresos Totales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'6.2.4'!$A$142:$A$152</c:f>
              <c:numCache>
                <c:formatCode>@</c:formatCode>
                <c:ptCount val="11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</c:numCache>
            </c:numRef>
          </c:cat>
          <c:val>
            <c:numRef>
              <c:f>'6.2.4'!$B$142:$B$152</c:f>
              <c:numCache>
                <c:formatCode>_ * #.##000_ ;_ * \-#.##000_ ;_ * "-"_ ;_ @_ </c:formatCode>
                <c:ptCount val="11"/>
                <c:pt idx="0">
                  <c:v>6.1580302877072466</c:v>
                </c:pt>
                <c:pt idx="1">
                  <c:v>5.7725030843202276</c:v>
                </c:pt>
                <c:pt idx="2">
                  <c:v>7.7083972716777334</c:v>
                </c:pt>
                <c:pt idx="3">
                  <c:v>10.167570557946199</c:v>
                </c:pt>
                <c:pt idx="4">
                  <c:v>7.8391965305750606</c:v>
                </c:pt>
                <c:pt idx="5">
                  <c:v>7.8151888804817409</c:v>
                </c:pt>
                <c:pt idx="6">
                  <c:v>8.4778368420422794</c:v>
                </c:pt>
                <c:pt idx="7">
                  <c:v>8.9012894513246632</c:v>
                </c:pt>
                <c:pt idx="8">
                  <c:v>7.930034512434081</c:v>
                </c:pt>
                <c:pt idx="9">
                  <c:v>7.7468191753643367</c:v>
                </c:pt>
                <c:pt idx="10">
                  <c:v>6.4454206220284656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2-402A-9185-523C57DB516B}"/>
            </c:ext>
          </c:extLst>
        </c:ser>
        <c:ser>
          <c:idx val="1"/>
          <c:order val="1"/>
          <c:tx>
            <c:strRef>
              <c:f>'6.2.4'!$C$2:$C$5</c:f>
              <c:strCache>
                <c:ptCount val="4"/>
                <c:pt idx="0">
                  <c:v>Gastos Totales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'6.2.4'!$A$142:$A$152</c:f>
              <c:numCache>
                <c:formatCode>@</c:formatCode>
                <c:ptCount val="11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</c:numCache>
            </c:numRef>
          </c:cat>
          <c:val>
            <c:numRef>
              <c:f>'6.2.4'!$C$142:$C$152</c:f>
              <c:numCache>
                <c:formatCode>_ * #.##000_ ;_ * \-#.##000_ ;_ * "-"_ ;_ @_ </c:formatCode>
                <c:ptCount val="11"/>
                <c:pt idx="0">
                  <c:v>11.39475118888855</c:v>
                </c:pt>
                <c:pt idx="1">
                  <c:v>9.8905759052307776</c:v>
                </c:pt>
                <c:pt idx="2">
                  <c:v>9.3058048986153032</c:v>
                </c:pt>
                <c:pt idx="3">
                  <c:v>12.89261137424525</c:v>
                </c:pt>
                <c:pt idx="4">
                  <c:v>11.82542439557295</c:v>
                </c:pt>
                <c:pt idx="5">
                  <c:v>11.199757859529882</c:v>
                </c:pt>
                <c:pt idx="6">
                  <c:v>11.958973802454874</c:v>
                </c:pt>
                <c:pt idx="7">
                  <c:v>11.90117495500326</c:v>
                </c:pt>
                <c:pt idx="8">
                  <c:v>11.050888975873399</c:v>
                </c:pt>
                <c:pt idx="9">
                  <c:v>10.980079669848992</c:v>
                </c:pt>
                <c:pt idx="10">
                  <c:v>10.21560164416745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2-402A-9185-523C57DB5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67512207"/>
        <c:axId val="1"/>
      </c:lineChart>
      <c:catAx>
        <c:axId val="1267512207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67512207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Resultado primario y resultado financiero (%PIB)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'6.2.4'!$D$2:$D$5</c:f>
              <c:strCache>
                <c:ptCount val="4"/>
                <c:pt idx="0">
                  <c:v>Resultado Primario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'6.2.4'!$A$142:$A$152</c:f>
              <c:numCache>
                <c:formatCode>@</c:formatCode>
                <c:ptCount val="11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</c:numCache>
            </c:numRef>
          </c:cat>
          <c:val>
            <c:numRef>
              <c:f>'6.2.4'!$D$142:$D$152</c:f>
              <c:numCache>
                <c:formatCode>_ * #.##000_ ;_ * \-#.##000_ ;_ * "-"_ ;_ @_ </c:formatCode>
                <c:ptCount val="11"/>
                <c:pt idx="0">
                  <c:v>-3.8309636286287496</c:v>
                </c:pt>
                <c:pt idx="1">
                  <c:v>-3.1405159922941808</c:v>
                </c:pt>
                <c:pt idx="2">
                  <c:v>-0.7766478893004306</c:v>
                </c:pt>
                <c:pt idx="3">
                  <c:v>-2.0133851695403155</c:v>
                </c:pt>
                <c:pt idx="4">
                  <c:v>-3.2424210163657836</c:v>
                </c:pt>
                <c:pt idx="5">
                  <c:v>-2.6409930477634855</c:v>
                </c:pt>
                <c:pt idx="6">
                  <c:v>-2.7901179767662234</c:v>
                </c:pt>
                <c:pt idx="7">
                  <c:v>-2.203170184634947</c:v>
                </c:pt>
                <c:pt idx="8">
                  <c:v>-2.3726543487760146</c:v>
                </c:pt>
                <c:pt idx="9">
                  <c:v>-2.4125364044785118</c:v>
                </c:pt>
                <c:pt idx="10">
                  <c:v>-2.9553328942548047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5-48C6-94DE-6576CFA5BA60}"/>
            </c:ext>
          </c:extLst>
        </c:ser>
        <c:ser>
          <c:idx val="1"/>
          <c:order val="1"/>
          <c:tx>
            <c:strRef>
              <c:f>'6.2.4'!$E$2:$E$5</c:f>
              <c:strCache>
                <c:ptCount val="4"/>
                <c:pt idx="0">
                  <c:v>Resultado Financiero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'6.2.4'!$A$142:$A$152</c:f>
              <c:numCache>
                <c:formatCode>@</c:formatCode>
                <c:ptCount val="11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</c:numCache>
            </c:numRef>
          </c:cat>
          <c:val>
            <c:numRef>
              <c:f>'6.2.4'!$E$142:$E$152</c:f>
              <c:numCache>
                <c:formatCode>_ * #.##000_ ;_ * \-#.##000_ ;_ * "-"_ ;_ @_ </c:formatCode>
                <c:ptCount val="11"/>
                <c:pt idx="0">
                  <c:v>-5.2367209011813038</c:v>
                </c:pt>
                <c:pt idx="1">
                  <c:v>-4.1180728209105499</c:v>
                </c:pt>
                <c:pt idx="2">
                  <c:v>-1.5974076269375708</c:v>
                </c:pt>
                <c:pt idx="3">
                  <c:v>-2.7250408162990523</c:v>
                </c:pt>
                <c:pt idx="4">
                  <c:v>-3.9862278649978888</c:v>
                </c:pt>
                <c:pt idx="5">
                  <c:v>-3.3845689790481415</c:v>
                </c:pt>
                <c:pt idx="6">
                  <c:v>-3.4811369604125946</c:v>
                </c:pt>
                <c:pt idx="7">
                  <c:v>-2.9998855036785974</c:v>
                </c:pt>
                <c:pt idx="8">
                  <c:v>-3.120854463439318</c:v>
                </c:pt>
                <c:pt idx="9">
                  <c:v>-3.2332604944846559</c:v>
                </c:pt>
                <c:pt idx="10">
                  <c:v>-3.7701810221389844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75-48C6-94DE-6576CFA5B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7511007"/>
        <c:axId val="1"/>
      </c:barChart>
      <c:catAx>
        <c:axId val="1267511007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67511007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762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Hoja2!$F$74:$F$181</c:f>
              <c:numCache>
                <c:formatCode>mmm\-yy</c:formatCode>
                <c:ptCount val="108"/>
                <c:pt idx="0">
                  <c:v>17168</c:v>
                </c:pt>
                <c:pt idx="1">
                  <c:v>17199</c:v>
                </c:pt>
                <c:pt idx="2">
                  <c:v>17227</c:v>
                </c:pt>
                <c:pt idx="3">
                  <c:v>17258</c:v>
                </c:pt>
                <c:pt idx="4">
                  <c:v>17288</c:v>
                </c:pt>
                <c:pt idx="5">
                  <c:v>17319</c:v>
                </c:pt>
                <c:pt idx="6">
                  <c:v>17349</c:v>
                </c:pt>
                <c:pt idx="7">
                  <c:v>17380</c:v>
                </c:pt>
                <c:pt idx="8">
                  <c:v>17411</c:v>
                </c:pt>
                <c:pt idx="9">
                  <c:v>17441</c:v>
                </c:pt>
                <c:pt idx="10">
                  <c:v>17472</c:v>
                </c:pt>
                <c:pt idx="11">
                  <c:v>17502</c:v>
                </c:pt>
                <c:pt idx="12">
                  <c:v>17533</c:v>
                </c:pt>
                <c:pt idx="13">
                  <c:v>17564</c:v>
                </c:pt>
                <c:pt idx="14">
                  <c:v>17593</c:v>
                </c:pt>
                <c:pt idx="15">
                  <c:v>17624</c:v>
                </c:pt>
                <c:pt idx="16">
                  <c:v>17654</c:v>
                </c:pt>
                <c:pt idx="17">
                  <c:v>17685</c:v>
                </c:pt>
                <c:pt idx="18">
                  <c:v>17715</c:v>
                </c:pt>
                <c:pt idx="19">
                  <c:v>17746</c:v>
                </c:pt>
                <c:pt idx="20">
                  <c:v>17777</c:v>
                </c:pt>
                <c:pt idx="21">
                  <c:v>17807</c:v>
                </c:pt>
                <c:pt idx="22">
                  <c:v>17838</c:v>
                </c:pt>
                <c:pt idx="23">
                  <c:v>17868</c:v>
                </c:pt>
                <c:pt idx="24">
                  <c:v>17899</c:v>
                </c:pt>
                <c:pt idx="25">
                  <c:v>17930</c:v>
                </c:pt>
                <c:pt idx="26">
                  <c:v>17958</c:v>
                </c:pt>
                <c:pt idx="27">
                  <c:v>17989</c:v>
                </c:pt>
                <c:pt idx="28">
                  <c:v>18019</c:v>
                </c:pt>
                <c:pt idx="29">
                  <c:v>18050</c:v>
                </c:pt>
                <c:pt idx="30">
                  <c:v>18080</c:v>
                </c:pt>
                <c:pt idx="31">
                  <c:v>18111</c:v>
                </c:pt>
                <c:pt idx="32">
                  <c:v>18142</c:v>
                </c:pt>
                <c:pt idx="33">
                  <c:v>18172</c:v>
                </c:pt>
                <c:pt idx="34">
                  <c:v>18203</c:v>
                </c:pt>
                <c:pt idx="35">
                  <c:v>18233</c:v>
                </c:pt>
                <c:pt idx="36">
                  <c:v>18264</c:v>
                </c:pt>
                <c:pt idx="37">
                  <c:v>18295</c:v>
                </c:pt>
                <c:pt idx="38">
                  <c:v>18323</c:v>
                </c:pt>
                <c:pt idx="39">
                  <c:v>18354</c:v>
                </c:pt>
                <c:pt idx="40">
                  <c:v>18384</c:v>
                </c:pt>
                <c:pt idx="41">
                  <c:v>18415</c:v>
                </c:pt>
                <c:pt idx="42">
                  <c:v>18445</c:v>
                </c:pt>
                <c:pt idx="43">
                  <c:v>18476</c:v>
                </c:pt>
                <c:pt idx="44">
                  <c:v>18507</c:v>
                </c:pt>
                <c:pt idx="45">
                  <c:v>18537</c:v>
                </c:pt>
                <c:pt idx="46">
                  <c:v>18568</c:v>
                </c:pt>
                <c:pt idx="47">
                  <c:v>18598</c:v>
                </c:pt>
                <c:pt idx="48">
                  <c:v>18629</c:v>
                </c:pt>
                <c:pt idx="49">
                  <c:v>18660</c:v>
                </c:pt>
                <c:pt idx="50">
                  <c:v>18688</c:v>
                </c:pt>
                <c:pt idx="51">
                  <c:v>18719</c:v>
                </c:pt>
                <c:pt idx="52">
                  <c:v>18749</c:v>
                </c:pt>
                <c:pt idx="53">
                  <c:v>18780</c:v>
                </c:pt>
                <c:pt idx="54">
                  <c:v>18810</c:v>
                </c:pt>
                <c:pt idx="55">
                  <c:v>18841</c:v>
                </c:pt>
                <c:pt idx="56">
                  <c:v>18872</c:v>
                </c:pt>
                <c:pt idx="57">
                  <c:v>18902</c:v>
                </c:pt>
                <c:pt idx="58">
                  <c:v>18933</c:v>
                </c:pt>
                <c:pt idx="59">
                  <c:v>18963</c:v>
                </c:pt>
                <c:pt idx="60">
                  <c:v>18994</c:v>
                </c:pt>
                <c:pt idx="61">
                  <c:v>19025</c:v>
                </c:pt>
                <c:pt idx="62">
                  <c:v>19054</c:v>
                </c:pt>
                <c:pt idx="63">
                  <c:v>19085</c:v>
                </c:pt>
                <c:pt idx="64">
                  <c:v>19115</c:v>
                </c:pt>
                <c:pt idx="65">
                  <c:v>19146</c:v>
                </c:pt>
                <c:pt idx="66">
                  <c:v>19176</c:v>
                </c:pt>
                <c:pt idx="67">
                  <c:v>19207</c:v>
                </c:pt>
                <c:pt idx="68">
                  <c:v>19238</c:v>
                </c:pt>
                <c:pt idx="69">
                  <c:v>19268</c:v>
                </c:pt>
                <c:pt idx="70">
                  <c:v>19299</c:v>
                </c:pt>
                <c:pt idx="71">
                  <c:v>19329</c:v>
                </c:pt>
                <c:pt idx="72">
                  <c:v>19360</c:v>
                </c:pt>
                <c:pt idx="73">
                  <c:v>19391</c:v>
                </c:pt>
                <c:pt idx="74">
                  <c:v>19419</c:v>
                </c:pt>
                <c:pt idx="75">
                  <c:v>19450</c:v>
                </c:pt>
                <c:pt idx="76">
                  <c:v>19480</c:v>
                </c:pt>
                <c:pt idx="77">
                  <c:v>19511</c:v>
                </c:pt>
                <c:pt idx="78">
                  <c:v>19541</c:v>
                </c:pt>
                <c:pt idx="79">
                  <c:v>19572</c:v>
                </c:pt>
                <c:pt idx="80">
                  <c:v>19603</c:v>
                </c:pt>
                <c:pt idx="81">
                  <c:v>19633</c:v>
                </c:pt>
                <c:pt idx="82">
                  <c:v>19664</c:v>
                </c:pt>
                <c:pt idx="83">
                  <c:v>19694</c:v>
                </c:pt>
                <c:pt idx="84">
                  <c:v>19725</c:v>
                </c:pt>
                <c:pt idx="85">
                  <c:v>19756</c:v>
                </c:pt>
                <c:pt idx="86">
                  <c:v>19784</c:v>
                </c:pt>
                <c:pt idx="87">
                  <c:v>19815</c:v>
                </c:pt>
                <c:pt idx="88">
                  <c:v>19845</c:v>
                </c:pt>
                <c:pt idx="89">
                  <c:v>19876</c:v>
                </c:pt>
                <c:pt idx="90">
                  <c:v>19906</c:v>
                </c:pt>
                <c:pt idx="91">
                  <c:v>19937</c:v>
                </c:pt>
                <c:pt idx="92">
                  <c:v>19968</c:v>
                </c:pt>
                <c:pt idx="93">
                  <c:v>19998</c:v>
                </c:pt>
                <c:pt idx="94">
                  <c:v>20029</c:v>
                </c:pt>
                <c:pt idx="95">
                  <c:v>20059</c:v>
                </c:pt>
                <c:pt idx="96">
                  <c:v>20090</c:v>
                </c:pt>
                <c:pt idx="97">
                  <c:v>20121</c:v>
                </c:pt>
                <c:pt idx="98">
                  <c:v>20149</c:v>
                </c:pt>
                <c:pt idx="99">
                  <c:v>20180</c:v>
                </c:pt>
                <c:pt idx="100">
                  <c:v>20210</c:v>
                </c:pt>
                <c:pt idx="101">
                  <c:v>20241</c:v>
                </c:pt>
                <c:pt idx="102">
                  <c:v>20271</c:v>
                </c:pt>
                <c:pt idx="103">
                  <c:v>20302</c:v>
                </c:pt>
                <c:pt idx="104">
                  <c:v>20333</c:v>
                </c:pt>
                <c:pt idx="105">
                  <c:v>20363</c:v>
                </c:pt>
                <c:pt idx="106">
                  <c:v>20394</c:v>
                </c:pt>
                <c:pt idx="107">
                  <c:v>20424</c:v>
                </c:pt>
              </c:numCache>
            </c:numRef>
          </c:cat>
          <c:val>
            <c:numRef>
              <c:f>Hoja2!$H$74:$H$181</c:f>
              <c:numCache>
                <c:formatCode>0%</c:formatCode>
                <c:ptCount val="108"/>
                <c:pt idx="0">
                  <c:v>-0.1949958724792642</c:v>
                </c:pt>
                <c:pt idx="1">
                  <c:v>-0.20483227683474314</c:v>
                </c:pt>
                <c:pt idx="2">
                  <c:v>-0.20144202189879001</c:v>
                </c:pt>
                <c:pt idx="3">
                  <c:v>-0.18359689091396414</c:v>
                </c:pt>
                <c:pt idx="4">
                  <c:v>0.2561435856068679</c:v>
                </c:pt>
                <c:pt idx="5">
                  <c:v>0.27588871715610508</c:v>
                </c:pt>
                <c:pt idx="6">
                  <c:v>0.26579689313947696</c:v>
                </c:pt>
                <c:pt idx="7">
                  <c:v>0.27217510259917921</c:v>
                </c:pt>
                <c:pt idx="8">
                  <c:v>0.27502571598722314</c:v>
                </c:pt>
                <c:pt idx="9">
                  <c:v>0.28559944262822223</c:v>
                </c:pt>
                <c:pt idx="10">
                  <c:v>0.29648680896195145</c:v>
                </c:pt>
                <c:pt idx="11">
                  <c:v>0.31039588339522783</c:v>
                </c:pt>
                <c:pt idx="12">
                  <c:v>0.29653050760553756</c:v>
                </c:pt>
                <c:pt idx="13">
                  <c:v>0.31621032226799128</c:v>
                </c:pt>
                <c:pt idx="14">
                  <c:v>0.33853616367303818</c:v>
                </c:pt>
                <c:pt idx="15">
                  <c:v>0.34569927774130016</c:v>
                </c:pt>
                <c:pt idx="16">
                  <c:v>0.33908995000229347</c:v>
                </c:pt>
                <c:pt idx="17">
                  <c:v>0.34755591448504841</c:v>
                </c:pt>
                <c:pt idx="18">
                  <c:v>0.33821024588374038</c:v>
                </c:pt>
                <c:pt idx="19">
                  <c:v>0.3516065207105683</c:v>
                </c:pt>
                <c:pt idx="20">
                  <c:v>0.37754235488938903</c:v>
                </c:pt>
                <c:pt idx="21">
                  <c:v>0.39851175587793897</c:v>
                </c:pt>
                <c:pt idx="22">
                  <c:v>0.43990428860666309</c:v>
                </c:pt>
                <c:pt idx="23">
                  <c:v>0.43460462703984293</c:v>
                </c:pt>
                <c:pt idx="24">
                  <c:v>0.43085006214455213</c:v>
                </c:pt>
                <c:pt idx="25">
                  <c:v>0.43978276877761413</c:v>
                </c:pt>
                <c:pt idx="26">
                  <c:v>0.41155681532776001</c:v>
                </c:pt>
                <c:pt idx="27">
                  <c:v>0.38439689122782572</c:v>
                </c:pt>
                <c:pt idx="28">
                  <c:v>0.38762053196773261</c:v>
                </c:pt>
                <c:pt idx="29">
                  <c:v>0.37085067421341789</c:v>
                </c:pt>
                <c:pt idx="30">
                  <c:v>0.35986097059495448</c:v>
                </c:pt>
                <c:pt idx="31">
                  <c:v>0.34529890050439938</c:v>
                </c:pt>
                <c:pt idx="32">
                  <c:v>0.32380365261616717</c:v>
                </c:pt>
                <c:pt idx="33">
                  <c:v>0.33948878455920717</c:v>
                </c:pt>
                <c:pt idx="34">
                  <c:v>0.30817958441632221</c:v>
                </c:pt>
                <c:pt idx="35">
                  <c:v>0.32540994189799854</c:v>
                </c:pt>
                <c:pt idx="36">
                  <c:v>0.33285953067214158</c:v>
                </c:pt>
                <c:pt idx="37">
                  <c:v>0.31454180465163883</c:v>
                </c:pt>
                <c:pt idx="38">
                  <c:v>0.31131248173048798</c:v>
                </c:pt>
                <c:pt idx="39">
                  <c:v>0.31654603813959326</c:v>
                </c:pt>
                <c:pt idx="40">
                  <c:v>0.31528406916896046</c:v>
                </c:pt>
                <c:pt idx="41">
                  <c:v>0.29714500831845725</c:v>
                </c:pt>
                <c:pt idx="42">
                  <c:v>0.31144177116457672</c:v>
                </c:pt>
                <c:pt idx="43">
                  <c:v>0.31737001466622528</c:v>
                </c:pt>
                <c:pt idx="44">
                  <c:v>0.32054252284766283</c:v>
                </c:pt>
                <c:pt idx="45">
                  <c:v>0.29723053642361985</c:v>
                </c:pt>
                <c:pt idx="46">
                  <c:v>0.29629227512078615</c:v>
                </c:pt>
                <c:pt idx="47">
                  <c:v>0.29778964082881165</c:v>
                </c:pt>
                <c:pt idx="48">
                  <c:v>0.31599059957342623</c:v>
                </c:pt>
                <c:pt idx="49">
                  <c:v>0.30990477487379486</c:v>
                </c:pt>
                <c:pt idx="50">
                  <c:v>0.32172556165073973</c:v>
                </c:pt>
                <c:pt idx="51">
                  <c:v>0.32344420754735048</c:v>
                </c:pt>
                <c:pt idx="52">
                  <c:v>0.34116907369349581</c:v>
                </c:pt>
                <c:pt idx="53">
                  <c:v>0.3662934391851409</c:v>
                </c:pt>
                <c:pt idx="54">
                  <c:v>0.35598276130260165</c:v>
                </c:pt>
                <c:pt idx="55">
                  <c:v>0.35910074429211436</c:v>
                </c:pt>
                <c:pt idx="56">
                  <c:v>0.34944634481785819</c:v>
                </c:pt>
                <c:pt idx="57">
                  <c:v>0.33202099737532809</c:v>
                </c:pt>
                <c:pt idx="58">
                  <c:v>0.34314669793542452</c:v>
                </c:pt>
                <c:pt idx="59">
                  <c:v>0.33011064238639265</c:v>
                </c:pt>
                <c:pt idx="60">
                  <c:v>0.29908533611459176</c:v>
                </c:pt>
                <c:pt idx="61">
                  <c:v>0.28564639489121557</c:v>
                </c:pt>
                <c:pt idx="62">
                  <c:v>0.26122472923525919</c:v>
                </c:pt>
                <c:pt idx="63">
                  <c:v>0.24797179659449653</c:v>
                </c:pt>
                <c:pt idx="64">
                  <c:v>0.22088035880463774</c:v>
                </c:pt>
                <c:pt idx="65">
                  <c:v>0.20843211686834473</c:v>
                </c:pt>
                <c:pt idx="66">
                  <c:v>0.19398896041675084</c:v>
                </c:pt>
                <c:pt idx="67">
                  <c:v>0.1779584880233589</c:v>
                </c:pt>
                <c:pt idx="68">
                  <c:v>0.17489955247770572</c:v>
                </c:pt>
                <c:pt idx="69">
                  <c:v>0.17628384687208198</c:v>
                </c:pt>
                <c:pt idx="70">
                  <c:v>0.17240669722196245</c:v>
                </c:pt>
                <c:pt idx="71">
                  <c:v>0.20106659142212169</c:v>
                </c:pt>
                <c:pt idx="72">
                  <c:v>0.21415905691000581</c:v>
                </c:pt>
                <c:pt idx="73">
                  <c:v>0.22841317330684197</c:v>
                </c:pt>
                <c:pt idx="74">
                  <c:v>0.24777176346099061</c:v>
                </c:pt>
                <c:pt idx="75">
                  <c:v>0.2558756107161877</c:v>
                </c:pt>
                <c:pt idx="76">
                  <c:v>0.25656925730856739</c:v>
                </c:pt>
                <c:pt idx="77">
                  <c:v>0.26409466945639926</c:v>
                </c:pt>
                <c:pt idx="78">
                  <c:v>0.27418023985260698</c:v>
                </c:pt>
                <c:pt idx="79">
                  <c:v>0.27679918347661747</c:v>
                </c:pt>
                <c:pt idx="80">
                  <c:v>0.28802353255188051</c:v>
                </c:pt>
                <c:pt idx="81">
                  <c:v>0.29395470545406766</c:v>
                </c:pt>
                <c:pt idx="82">
                  <c:v>0.29537319227925729</c:v>
                </c:pt>
                <c:pt idx="83">
                  <c:v>0.24544587438741927</c:v>
                </c:pt>
                <c:pt idx="84">
                  <c:v>0.23632921207738877</c:v>
                </c:pt>
                <c:pt idx="85">
                  <c:v>0.21450972094882093</c:v>
                </c:pt>
                <c:pt idx="86">
                  <c:v>0.20553274964703916</c:v>
                </c:pt>
                <c:pt idx="87">
                  <c:v>0.20127679188753178</c:v>
                </c:pt>
                <c:pt idx="88">
                  <c:v>0.18643132425714337</c:v>
                </c:pt>
                <c:pt idx="89">
                  <c:v>0.17626504348762206</c:v>
                </c:pt>
                <c:pt idx="90">
                  <c:v>0.17166098928394025</c:v>
                </c:pt>
                <c:pt idx="91">
                  <c:v>0.18568134402108272</c:v>
                </c:pt>
                <c:pt idx="92">
                  <c:v>0.18387276424343701</c:v>
                </c:pt>
                <c:pt idx="93">
                  <c:v>0.17541714614499426</c:v>
                </c:pt>
                <c:pt idx="94">
                  <c:v>0.17640126957014468</c:v>
                </c:pt>
                <c:pt idx="95">
                  <c:v>0.19208728359245009</c:v>
                </c:pt>
                <c:pt idx="96">
                  <c:v>0.20581784601177411</c:v>
                </c:pt>
                <c:pt idx="97">
                  <c:v>0.22083714015826073</c:v>
                </c:pt>
                <c:pt idx="98">
                  <c:v>0.21747583322704211</c:v>
                </c:pt>
                <c:pt idx="99">
                  <c:v>0.20144503236550193</c:v>
                </c:pt>
                <c:pt idx="100">
                  <c:v>0.20818741326485513</c:v>
                </c:pt>
                <c:pt idx="101">
                  <c:v>0.20583221791307715</c:v>
                </c:pt>
                <c:pt idx="102">
                  <c:v>0.20457074932426811</c:v>
                </c:pt>
                <c:pt idx="103">
                  <c:v>0.18729764771253921</c:v>
                </c:pt>
                <c:pt idx="104">
                  <c:v>0.19401292374117496</c:v>
                </c:pt>
                <c:pt idx="105">
                  <c:v>0.19985530772304028</c:v>
                </c:pt>
                <c:pt idx="106">
                  <c:v>0.18942511404528295</c:v>
                </c:pt>
                <c:pt idx="107">
                  <c:v>0.18598785377694371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31-47EB-B3FD-F92AB63FD9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2257919"/>
        <c:axId val="1439531695"/>
      </c:lineChart>
      <c:dateAx>
        <c:axId val="144225791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439531695"/>
        <c:crosses val="autoZero"/>
        <c:auto val="1"/>
        <c:lblOffset val="100"/>
        <c:baseTimeUnit val="months"/>
      </c:dateAx>
      <c:valAx>
        <c:axId val="143953169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442257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1943-1995'!$A$14:$A$157</c:f>
              <c:numCache>
                <c:formatCode>mmm\-yy</c:formatCode>
                <c:ptCount val="14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</c:numCache>
            </c:numRef>
          </c:cat>
          <c:val>
            <c:numRef>
              <c:f>'indice 1943-1995'!$F$14:$F$157</c:f>
              <c:numCache>
                <c:formatCode>0.0%</c:formatCode>
                <c:ptCount val="144"/>
                <c:pt idx="0">
                  <c:v>-3.349930992104333E-2</c:v>
                </c:pt>
                <c:pt idx="1">
                  <c:v>-2.5880252327554865E-2</c:v>
                </c:pt>
                <c:pt idx="2">
                  <c:v>-3.4827456320806749E-2</c:v>
                </c:pt>
                <c:pt idx="3">
                  <c:v>-5.197359583980965E-2</c:v>
                </c:pt>
                <c:pt idx="4">
                  <c:v>-4.7589781311549895E-2</c:v>
                </c:pt>
                <c:pt idx="5">
                  <c:v>-3.1238669818572151E-2</c:v>
                </c:pt>
                <c:pt idx="6">
                  <c:v>2.5755316805254447E-2</c:v>
                </c:pt>
                <c:pt idx="7">
                  <c:v>2.9602510990654807E-2</c:v>
                </c:pt>
                <c:pt idx="8">
                  <c:v>3.7067174338031306E-2</c:v>
                </c:pt>
                <c:pt idx="9">
                  <c:v>3.3363554862205103E-2</c:v>
                </c:pt>
                <c:pt idx="10">
                  <c:v>3.3363554862205103E-2</c:v>
                </c:pt>
                <c:pt idx="11">
                  <c:v>3.8702891665438832E-2</c:v>
                </c:pt>
                <c:pt idx="12">
                  <c:v>0.11184781511756992</c:v>
                </c:pt>
                <c:pt idx="13">
                  <c:v>0.1307997542626369</c:v>
                </c:pt>
                <c:pt idx="14">
                  <c:v>0.2072788768474878</c:v>
                </c:pt>
                <c:pt idx="15">
                  <c:v>0.22212045461445817</c:v>
                </c:pt>
                <c:pt idx="16">
                  <c:v>0.23143993862006917</c:v>
                </c:pt>
                <c:pt idx="17">
                  <c:v>0.21000314375963725</c:v>
                </c:pt>
                <c:pt idx="18">
                  <c:v>0.22532341041905979</c:v>
                </c:pt>
                <c:pt idx="19">
                  <c:v>0.19726078669890801</c:v>
                </c:pt>
                <c:pt idx="20">
                  <c:v>0.20659281008660457</c:v>
                </c:pt>
                <c:pt idx="21">
                  <c:v>0.1993892695742534</c:v>
                </c:pt>
                <c:pt idx="22">
                  <c:v>0.2015312374398337</c:v>
                </c:pt>
                <c:pt idx="23">
                  <c:v>0.22556549133174175</c:v>
                </c:pt>
                <c:pt idx="24">
                  <c:v>0.21676817369046852</c:v>
                </c:pt>
                <c:pt idx="25">
                  <c:v>0.19575527362275724</c:v>
                </c:pt>
                <c:pt idx="26">
                  <c:v>0.14540767694182199</c:v>
                </c:pt>
                <c:pt idx="27">
                  <c:v>0.1641609354361877</c:v>
                </c:pt>
                <c:pt idx="28">
                  <c:v>0.15701695027150153</c:v>
                </c:pt>
                <c:pt idx="29">
                  <c:v>0.17613338777058818</c:v>
                </c:pt>
                <c:pt idx="30">
                  <c:v>0.16504023283684299</c:v>
                </c:pt>
                <c:pt idx="31">
                  <c:v>0.1674790728286133</c:v>
                </c:pt>
                <c:pt idx="32">
                  <c:v>0.1624064455441494</c:v>
                </c:pt>
                <c:pt idx="33">
                  <c:v>0.19024753061950084</c:v>
                </c:pt>
                <c:pt idx="34">
                  <c:v>0.19318413602356266</c:v>
                </c:pt>
                <c:pt idx="35">
                  <c:v>0.18741892350370204</c:v>
                </c:pt>
                <c:pt idx="36">
                  <c:v>0.10003356831151389</c:v>
                </c:pt>
                <c:pt idx="37">
                  <c:v>0.10580217488455235</c:v>
                </c:pt>
                <c:pt idx="38">
                  <c:v>0.1399884217381866</c:v>
                </c:pt>
                <c:pt idx="39">
                  <c:v>0.1212476881490967</c:v>
                </c:pt>
                <c:pt idx="40">
                  <c:v>0.12549481116935901</c:v>
                </c:pt>
                <c:pt idx="41">
                  <c:v>0.1582804446158701</c:v>
                </c:pt>
                <c:pt idx="42">
                  <c:v>0.14310206080962873</c:v>
                </c:pt>
                <c:pt idx="43">
                  <c:v>0.1616869847086182</c:v>
                </c:pt>
                <c:pt idx="44">
                  <c:v>0.16145943283372044</c:v>
                </c:pt>
                <c:pt idx="45">
                  <c:v>0.12721030042918469</c:v>
                </c:pt>
                <c:pt idx="46">
                  <c:v>0.132893432254094</c:v>
                </c:pt>
                <c:pt idx="47">
                  <c:v>0.14911425594137606</c:v>
                </c:pt>
                <c:pt idx="48">
                  <c:v>0.14047401078221955</c:v>
                </c:pt>
                <c:pt idx="49">
                  <c:v>0.12952547738524234</c:v>
                </c:pt>
                <c:pt idx="50">
                  <c:v>8.3727425651442644E-2</c:v>
                </c:pt>
                <c:pt idx="51">
                  <c:v>8.9421094369547927E-2</c:v>
                </c:pt>
                <c:pt idx="52">
                  <c:v>0.1151457541191383</c:v>
                </c:pt>
                <c:pt idx="53">
                  <c:v>9.5843550389004939E-2</c:v>
                </c:pt>
                <c:pt idx="54">
                  <c:v>0.10550641241467962</c:v>
                </c:pt>
                <c:pt idx="55">
                  <c:v>0.11798246944284352</c:v>
                </c:pt>
                <c:pt idx="56">
                  <c:v>0.162400411983884</c:v>
                </c:pt>
                <c:pt idx="57">
                  <c:v>0.17240328967407859</c:v>
                </c:pt>
                <c:pt idx="58">
                  <c:v>0.16414171897633989</c:v>
                </c:pt>
                <c:pt idx="59">
                  <c:v>0.18850372970601148</c:v>
                </c:pt>
                <c:pt idx="60">
                  <c:v>0.21450231894398852</c:v>
                </c:pt>
                <c:pt idx="61">
                  <c:v>0.21491398073884138</c:v>
                </c:pt>
                <c:pt idx="62">
                  <c:v>0.2747400790745349</c:v>
                </c:pt>
                <c:pt idx="63">
                  <c:v>0.32899487537852323</c:v>
                </c:pt>
                <c:pt idx="64">
                  <c:v>0.33460248906063517</c:v>
                </c:pt>
                <c:pt idx="65">
                  <c:v>0.31271582087902994</c:v>
                </c:pt>
                <c:pt idx="66">
                  <c:v>0.34002436458275653</c:v>
                </c:pt>
                <c:pt idx="67">
                  <c:v>0.33547651989908034</c:v>
                </c:pt>
                <c:pt idx="68">
                  <c:v>0.30298134056082549</c:v>
                </c:pt>
                <c:pt idx="69">
                  <c:v>0.33450246817355156</c:v>
                </c:pt>
                <c:pt idx="70">
                  <c:v>0.3743875567077124</c:v>
                </c:pt>
                <c:pt idx="71">
                  <c:v>0.3365576312486156</c:v>
                </c:pt>
                <c:pt idx="72">
                  <c:v>0.30567183177890378</c:v>
                </c:pt>
                <c:pt idx="73">
                  <c:v>0.34311728470807656</c:v>
                </c:pt>
                <c:pt idx="74">
                  <c:v>0.25777696089693514</c:v>
                </c:pt>
                <c:pt idx="75">
                  <c:v>0.22551103126437799</c:v>
                </c:pt>
                <c:pt idx="76">
                  <c:v>0.24751969342133284</c:v>
                </c:pt>
                <c:pt idx="77">
                  <c:v>0.26831372714072255</c:v>
                </c:pt>
                <c:pt idx="78">
                  <c:v>0.24564557118948738</c:v>
                </c:pt>
                <c:pt idx="79">
                  <c:v>0.2270908241412235</c:v>
                </c:pt>
                <c:pt idx="80">
                  <c:v>0.25607024280971258</c:v>
                </c:pt>
                <c:pt idx="81">
                  <c:v>0.26901586683539369</c:v>
                </c:pt>
                <c:pt idx="82">
                  <c:v>0.22675745515589329</c:v>
                </c:pt>
                <c:pt idx="83">
                  <c:v>0.22111117249507384</c:v>
                </c:pt>
                <c:pt idx="84">
                  <c:v>0.23109227942555033</c:v>
                </c:pt>
                <c:pt idx="85">
                  <c:v>0.2351812600497003</c:v>
                </c:pt>
                <c:pt idx="86">
                  <c:v>0.23848317685310327</c:v>
                </c:pt>
                <c:pt idx="87">
                  <c:v>0.32163544050343251</c:v>
                </c:pt>
                <c:pt idx="88">
                  <c:v>0.35574100621202831</c:v>
                </c:pt>
                <c:pt idx="89">
                  <c:v>0.3618775821732565</c:v>
                </c:pt>
                <c:pt idx="90">
                  <c:v>0.37179869957537148</c:v>
                </c:pt>
                <c:pt idx="91">
                  <c:v>0.49594411151210149</c:v>
                </c:pt>
                <c:pt idx="92">
                  <c:v>0.41155395614719503</c:v>
                </c:pt>
                <c:pt idx="93">
                  <c:v>0.40140834266603265</c:v>
                </c:pt>
                <c:pt idx="94">
                  <c:v>0.40912375651532162</c:v>
                </c:pt>
                <c:pt idx="95">
                  <c:v>0.50211129543055333</c:v>
                </c:pt>
                <c:pt idx="96">
                  <c:v>0.57612999512670582</c:v>
                </c:pt>
                <c:pt idx="97">
                  <c:v>0.54228612849302515</c:v>
                </c:pt>
                <c:pt idx="98">
                  <c:v>0.58256393616707469</c:v>
                </c:pt>
                <c:pt idx="99">
                  <c:v>0.54215645163472082</c:v>
                </c:pt>
                <c:pt idx="100">
                  <c:v>0.45767299001774897</c:v>
                </c:pt>
                <c:pt idx="101">
                  <c:v>0.44002729078083314</c:v>
                </c:pt>
                <c:pt idx="102">
                  <c:v>0.37069997460793447</c:v>
                </c:pt>
                <c:pt idx="103">
                  <c:v>0.24933601876853606</c:v>
                </c:pt>
                <c:pt idx="104">
                  <c:v>0.31633332205263587</c:v>
                </c:pt>
                <c:pt idx="105">
                  <c:v>0.29039497307001794</c:v>
                </c:pt>
                <c:pt idx="106">
                  <c:v>0.2894443959497206</c:v>
                </c:pt>
                <c:pt idx="107">
                  <c:v>0.19069323829125051</c:v>
                </c:pt>
                <c:pt idx="108">
                  <c:v>0.13122373061500547</c:v>
                </c:pt>
                <c:pt idx="109">
                  <c:v>0.18816961930613774</c:v>
                </c:pt>
                <c:pt idx="110">
                  <c:v>0.1490200464114968</c:v>
                </c:pt>
                <c:pt idx="111">
                  <c:v>3.6059189348022436E-2</c:v>
                </c:pt>
                <c:pt idx="112">
                  <c:v>3.4801682225233943E-3</c:v>
                </c:pt>
                <c:pt idx="113">
                  <c:v>-1.8562387898067634E-2</c:v>
                </c:pt>
                <c:pt idx="114">
                  <c:v>3.1307063275729741E-2</c:v>
                </c:pt>
                <c:pt idx="115">
                  <c:v>3.6423225120687297E-2</c:v>
                </c:pt>
                <c:pt idx="116">
                  <c:v>-4.1734867896716654E-3</c:v>
                </c:pt>
                <c:pt idx="117">
                  <c:v>-1.8434782608695688E-2</c:v>
                </c:pt>
                <c:pt idx="118">
                  <c:v>-1.3928495874762081E-2</c:v>
                </c:pt>
                <c:pt idx="119">
                  <c:v>-7.1079857334379604E-3</c:v>
                </c:pt>
                <c:pt idx="120">
                  <c:v>-1.3999453346544177E-2</c:v>
                </c:pt>
                <c:pt idx="121">
                  <c:v>-7.0240161453077765E-2</c:v>
                </c:pt>
                <c:pt idx="122">
                  <c:v>-6.4368039840702052E-2</c:v>
                </c:pt>
                <c:pt idx="123">
                  <c:v>-3.2171218611896091E-3</c:v>
                </c:pt>
                <c:pt idx="124">
                  <c:v>1.1307894872721658E-2</c:v>
                </c:pt>
                <c:pt idx="125">
                  <c:v>2.9008120549645744E-2</c:v>
                </c:pt>
                <c:pt idx="126">
                  <c:v>4.3768710974253722E-2</c:v>
                </c:pt>
                <c:pt idx="127">
                  <c:v>5.0270496636953377E-2</c:v>
                </c:pt>
                <c:pt idx="128">
                  <c:v>8.3251579146658372E-2</c:v>
                </c:pt>
                <c:pt idx="129">
                  <c:v>0.11942749477104986</c:v>
                </c:pt>
                <c:pt idx="130">
                  <c:v>0.12287070171373649</c:v>
                </c:pt>
                <c:pt idx="131">
                  <c:v>0.16011073745711468</c:v>
                </c:pt>
                <c:pt idx="132">
                  <c:v>0.15755780209118386</c:v>
                </c:pt>
                <c:pt idx="133">
                  <c:v>0.16177262229322609</c:v>
                </c:pt>
                <c:pt idx="134">
                  <c:v>0.16157080317281447</c:v>
                </c:pt>
                <c:pt idx="135">
                  <c:v>0.15445310774771093</c:v>
                </c:pt>
                <c:pt idx="136">
                  <c:v>0.1581742060655571</c:v>
                </c:pt>
                <c:pt idx="137">
                  <c:v>0.14695853962988092</c:v>
                </c:pt>
                <c:pt idx="138">
                  <c:v>0.12689814549239098</c:v>
                </c:pt>
                <c:pt idx="139">
                  <c:v>0.12280187811765098</c:v>
                </c:pt>
                <c:pt idx="140">
                  <c:v>0.10364962343893991</c:v>
                </c:pt>
                <c:pt idx="141">
                  <c:v>7.1680049413217928E-2</c:v>
                </c:pt>
                <c:pt idx="142">
                  <c:v>6.1292960480561209E-2</c:v>
                </c:pt>
                <c:pt idx="143">
                  <c:v>7.4723665910255477E-2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02-41E1-BE2D-B4CF1778B0D2}"/>
            </c:ext>
          </c:extLst>
        </c:ser>
        <c:ser>
          <c:idx val="1"/>
          <c:order val="1"/>
          <c:spPr>
            <a:ln w="762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1943-1995'!$A$14:$A$157</c:f>
              <c:numCache>
                <c:formatCode>mmm\-yy</c:formatCode>
                <c:ptCount val="14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</c:numCache>
            </c:numRef>
          </c:cat>
          <c:val>
            <c:numRef>
              <c:f>'indice 1943-1995'!$H$14:$H$157</c:f>
              <c:numCache>
                <c:formatCode>0.0%</c:formatCode>
                <c:ptCount val="144"/>
                <c:pt idx="0">
                  <c:v>1.5138251474127173E-3</c:v>
                </c:pt>
                <c:pt idx="1">
                  <c:v>9.484386071562767E-3</c:v>
                </c:pt>
                <c:pt idx="2">
                  <c:v>1.7452515661716461E-2</c:v>
                </c:pt>
                <c:pt idx="3">
                  <c:v>2.5413326919078827E-2</c:v>
                </c:pt>
                <c:pt idx="4">
                  <c:v>3.3358298242092133E-2</c:v>
                </c:pt>
                <c:pt idx="5">
                  <c:v>4.1273545473814011E-2</c:v>
                </c:pt>
                <c:pt idx="6">
                  <c:v>4.9139548093080521E-2</c:v>
                </c:pt>
                <c:pt idx="7">
                  <c:v>5.6931760162115097E-2</c:v>
                </c:pt>
                <c:pt idx="8">
                  <c:v>6.4624011516571045E-2</c:v>
                </c:pt>
                <c:pt idx="9">
                  <c:v>7.2188220918178558E-2</c:v>
                </c:pt>
                <c:pt idx="10">
                  <c:v>7.9594418406486511E-2</c:v>
                </c:pt>
                <c:pt idx="11">
                  <c:v>8.6809910833835602E-2</c:v>
                </c:pt>
                <c:pt idx="12">
                  <c:v>9.3798816204071045E-2</c:v>
                </c:pt>
                <c:pt idx="13">
                  <c:v>0.10052189975976944</c:v>
                </c:pt>
                <c:pt idx="14">
                  <c:v>0.10694117844104767</c:v>
                </c:pt>
                <c:pt idx="15">
                  <c:v>0.11302078515291214</c:v>
                </c:pt>
                <c:pt idx="16">
                  <c:v>0.11873180419206619</c:v>
                </c:pt>
                <c:pt idx="17">
                  <c:v>0.12405290454626083</c:v>
                </c:pt>
                <c:pt idx="18">
                  <c:v>0.12897059321403503</c:v>
                </c:pt>
                <c:pt idx="19">
                  <c:v>0.13347731530666351</c:v>
                </c:pt>
                <c:pt idx="20">
                  <c:v>0.13757224380970001</c:v>
                </c:pt>
                <c:pt idx="21">
                  <c:v>0.14125895500183105</c:v>
                </c:pt>
                <c:pt idx="22">
                  <c:v>0.14454582333564758</c:v>
                </c:pt>
                <c:pt idx="23">
                  <c:v>0.14744527637958527</c:v>
                </c:pt>
                <c:pt idx="24">
                  <c:v>0.14997367560863495</c:v>
                </c:pt>
                <c:pt idx="25">
                  <c:v>0.15215282142162323</c:v>
                </c:pt>
                <c:pt idx="26">
                  <c:v>0.154009148478508</c:v>
                </c:pt>
                <c:pt idx="27">
                  <c:v>0.15557211637496948</c:v>
                </c:pt>
                <c:pt idx="28">
                  <c:v>0.15687058866024017</c:v>
                </c:pt>
                <c:pt idx="29">
                  <c:v>0.1579340398311615</c:v>
                </c:pt>
                <c:pt idx="30">
                  <c:v>0.15879194438457489</c:v>
                </c:pt>
                <c:pt idx="31">
                  <c:v>0.15947502851486206</c:v>
                </c:pt>
                <c:pt idx="32">
                  <c:v>0.16001446545124054</c:v>
                </c:pt>
                <c:pt idx="33">
                  <c:v>0.16044197976589203</c:v>
                </c:pt>
                <c:pt idx="34">
                  <c:v>0.16078947484493256</c:v>
                </c:pt>
                <c:pt idx="35">
                  <c:v>0.16109089553356171</c:v>
                </c:pt>
                <c:pt idx="36">
                  <c:v>0.16138246655464172</c:v>
                </c:pt>
                <c:pt idx="37">
                  <c:v>0.16170221567153931</c:v>
                </c:pt>
                <c:pt idx="38">
                  <c:v>0.1620839387178421</c:v>
                </c:pt>
                <c:pt idx="39">
                  <c:v>0.16255752742290497</c:v>
                </c:pt>
                <c:pt idx="40">
                  <c:v>0.16315135359764099</c:v>
                </c:pt>
                <c:pt idx="41">
                  <c:v>0.16389088332653046</c:v>
                </c:pt>
                <c:pt idx="42">
                  <c:v>0.1647990345954895</c:v>
                </c:pt>
                <c:pt idx="43">
                  <c:v>0.16589826345443726</c:v>
                </c:pt>
                <c:pt idx="44">
                  <c:v>0.16720958054065704</c:v>
                </c:pt>
                <c:pt idx="45">
                  <c:v>0.16875366866588593</c:v>
                </c:pt>
                <c:pt idx="46">
                  <c:v>0.17055080831050873</c:v>
                </c:pt>
                <c:pt idx="47">
                  <c:v>0.17261841893196106</c:v>
                </c:pt>
                <c:pt idx="48">
                  <c:v>0.17497128248214722</c:v>
                </c:pt>
                <c:pt idx="49">
                  <c:v>0.17762255668640137</c:v>
                </c:pt>
                <c:pt idx="50">
                  <c:v>0.18058302998542786</c:v>
                </c:pt>
                <c:pt idx="51">
                  <c:v>0.18386009335517883</c:v>
                </c:pt>
                <c:pt idx="52">
                  <c:v>0.1874544620513916</c:v>
                </c:pt>
                <c:pt idx="53">
                  <c:v>0.19136027991771698</c:v>
                </c:pt>
                <c:pt idx="54">
                  <c:v>0.19556663930416107</c:v>
                </c:pt>
                <c:pt idx="55">
                  <c:v>0.20005606114864349</c:v>
                </c:pt>
                <c:pt idx="56">
                  <c:v>0.20480474829673767</c:v>
                </c:pt>
                <c:pt idx="57">
                  <c:v>0.20978325605392456</c:v>
                </c:pt>
                <c:pt idx="58">
                  <c:v>0.21495914459228516</c:v>
                </c:pt>
                <c:pt idx="59">
                  <c:v>0.22029741108417511</c:v>
                </c:pt>
                <c:pt idx="60">
                  <c:v>0.22575953602790833</c:v>
                </c:pt>
                <c:pt idx="61">
                  <c:v>0.23130474984645844</c:v>
                </c:pt>
                <c:pt idx="62">
                  <c:v>0.23689153790473938</c:v>
                </c:pt>
                <c:pt idx="63">
                  <c:v>0.24247722327709198</c:v>
                </c:pt>
                <c:pt idx="64">
                  <c:v>0.24802176654338837</c:v>
                </c:pt>
                <c:pt idx="65">
                  <c:v>0.25349116325378418</c:v>
                </c:pt>
                <c:pt idx="66">
                  <c:v>0.2588573694229126</c:v>
                </c:pt>
                <c:pt idx="67">
                  <c:v>0.26409649848937988</c:v>
                </c:pt>
                <c:pt idx="68">
                  <c:v>0.26919025182723999</c:v>
                </c:pt>
                <c:pt idx="69">
                  <c:v>0.2741253674030304</c:v>
                </c:pt>
                <c:pt idx="70">
                  <c:v>0.27889084815979004</c:v>
                </c:pt>
                <c:pt idx="71">
                  <c:v>0.28347989916801453</c:v>
                </c:pt>
                <c:pt idx="72">
                  <c:v>0.28789243102073669</c:v>
                </c:pt>
                <c:pt idx="73">
                  <c:v>0.29213199019432068</c:v>
                </c:pt>
                <c:pt idx="74">
                  <c:v>0.29620331525802612</c:v>
                </c:pt>
                <c:pt idx="75">
                  <c:v>0.30011475086212158</c:v>
                </c:pt>
                <c:pt idx="76">
                  <c:v>0.30387192964553833</c:v>
                </c:pt>
                <c:pt idx="77">
                  <c:v>0.30747535824775696</c:v>
                </c:pt>
                <c:pt idx="78">
                  <c:v>0.31092157959938049</c:v>
                </c:pt>
                <c:pt idx="79">
                  <c:v>0.31420442461967468</c:v>
                </c:pt>
                <c:pt idx="80">
                  <c:v>0.31731322407722473</c:v>
                </c:pt>
                <c:pt idx="81">
                  <c:v>0.32023119926452637</c:v>
                </c:pt>
                <c:pt idx="82">
                  <c:v>0.32293736934661865</c:v>
                </c:pt>
                <c:pt idx="83">
                  <c:v>0.32540720701217651</c:v>
                </c:pt>
                <c:pt idx="84">
                  <c:v>0.32760944962501526</c:v>
                </c:pt>
                <c:pt idx="85">
                  <c:v>0.32950562238693237</c:v>
                </c:pt>
                <c:pt idx="86">
                  <c:v>0.33105054497718811</c:v>
                </c:pt>
                <c:pt idx="87">
                  <c:v>0.33219254016876221</c:v>
                </c:pt>
                <c:pt idx="88">
                  <c:v>0.33287337422370911</c:v>
                </c:pt>
                <c:pt idx="89">
                  <c:v>0.3330342173576355</c:v>
                </c:pt>
                <c:pt idx="90">
                  <c:v>0.33261772990226746</c:v>
                </c:pt>
                <c:pt idx="91">
                  <c:v>0.33156865835189819</c:v>
                </c:pt>
                <c:pt idx="92">
                  <c:v>0.32983437180519104</c:v>
                </c:pt>
                <c:pt idx="93">
                  <c:v>0.32737374305725098</c:v>
                </c:pt>
                <c:pt idx="94">
                  <c:v>0.32415127754211426</c:v>
                </c:pt>
                <c:pt idx="95">
                  <c:v>0.32013663649559021</c:v>
                </c:pt>
                <c:pt idx="96">
                  <c:v>0.31530535221099854</c:v>
                </c:pt>
                <c:pt idx="97">
                  <c:v>0.30964562296867371</c:v>
                </c:pt>
                <c:pt idx="98">
                  <c:v>0.3031637966632843</c:v>
                </c:pt>
                <c:pt idx="99">
                  <c:v>0.29588225483894348</c:v>
                </c:pt>
                <c:pt idx="100">
                  <c:v>0.28784292936325073</c:v>
                </c:pt>
                <c:pt idx="101">
                  <c:v>0.27910476922988892</c:v>
                </c:pt>
                <c:pt idx="102">
                  <c:v>0.26973849534988403</c:v>
                </c:pt>
                <c:pt idx="103">
                  <c:v>0.25982609391212463</c:v>
                </c:pt>
                <c:pt idx="104">
                  <c:v>0.24945648014545441</c:v>
                </c:pt>
                <c:pt idx="105">
                  <c:v>0.23871789872646332</c:v>
                </c:pt>
                <c:pt idx="106">
                  <c:v>0.22770316898822784</c:v>
                </c:pt>
                <c:pt idx="107">
                  <c:v>0.21650877594947815</c:v>
                </c:pt>
                <c:pt idx="108">
                  <c:v>0.20523543655872345</c:v>
                </c:pt>
                <c:pt idx="109">
                  <c:v>0.19398210942745209</c:v>
                </c:pt>
                <c:pt idx="110">
                  <c:v>0.18284261226654053</c:v>
                </c:pt>
                <c:pt idx="111">
                  <c:v>0.17191031575202942</c:v>
                </c:pt>
                <c:pt idx="112">
                  <c:v>0.16127628087997437</c:v>
                </c:pt>
                <c:pt idx="113">
                  <c:v>0.15102213621139526</c:v>
                </c:pt>
                <c:pt idx="114">
                  <c:v>0.14121854305267334</c:v>
                </c:pt>
                <c:pt idx="115">
                  <c:v>0.13192437589168549</c:v>
                </c:pt>
                <c:pt idx="116">
                  <c:v>0.12319089472293854</c:v>
                </c:pt>
                <c:pt idx="117">
                  <c:v>0.11506271362304688</c:v>
                </c:pt>
                <c:pt idx="118">
                  <c:v>0.10757561028003693</c:v>
                </c:pt>
                <c:pt idx="119">
                  <c:v>0.10075608640909195</c:v>
                </c:pt>
                <c:pt idx="120">
                  <c:v>9.4622209668159485E-2</c:v>
                </c:pt>
                <c:pt idx="121">
                  <c:v>8.9184552431106567E-2</c:v>
                </c:pt>
                <c:pt idx="122">
                  <c:v>8.4446147084236145E-2</c:v>
                </c:pt>
                <c:pt idx="123">
                  <c:v>8.0398961901664734E-2</c:v>
                </c:pt>
                <c:pt idx="124">
                  <c:v>7.7024616301059723E-2</c:v>
                </c:pt>
                <c:pt idx="125">
                  <c:v>7.4298933148384094E-2</c:v>
                </c:pt>
                <c:pt idx="126">
                  <c:v>7.2193168103694916E-2</c:v>
                </c:pt>
                <c:pt idx="127">
                  <c:v>7.0675425231456757E-2</c:v>
                </c:pt>
                <c:pt idx="128">
                  <c:v>6.9711856544017792E-2</c:v>
                </c:pt>
                <c:pt idx="129">
                  <c:v>6.926717609167099E-2</c:v>
                </c:pt>
                <c:pt idx="130">
                  <c:v>6.9307044148445129E-2</c:v>
                </c:pt>
                <c:pt idx="131">
                  <c:v>6.9800600409507751E-2</c:v>
                </c:pt>
                <c:pt idx="132">
                  <c:v>7.072070986032486E-2</c:v>
                </c:pt>
                <c:pt idx="133">
                  <c:v>7.2046518325805664E-2</c:v>
                </c:pt>
                <c:pt idx="134">
                  <c:v>7.3763176798820496E-2</c:v>
                </c:pt>
                <c:pt idx="135">
                  <c:v>7.5862087309360504E-2</c:v>
                </c:pt>
                <c:pt idx="136">
                  <c:v>7.8340746462345123E-2</c:v>
                </c:pt>
                <c:pt idx="137">
                  <c:v>8.1202104687690735E-2</c:v>
                </c:pt>
                <c:pt idx="138">
                  <c:v>8.4454663097858429E-2</c:v>
                </c:pt>
                <c:pt idx="139">
                  <c:v>8.8111475110054016E-2</c:v>
                </c:pt>
                <c:pt idx="140">
                  <c:v>9.2188552021980286E-2</c:v>
                </c:pt>
                <c:pt idx="141">
                  <c:v>9.670431911945343E-2</c:v>
                </c:pt>
                <c:pt idx="142">
                  <c:v>0.10167798399925232</c:v>
                </c:pt>
                <c:pt idx="143">
                  <c:v>0.10712703317403793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02-41E1-BE2D-B4CF1778B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/>
              <a:t>Tendencias de inflación IA comparadas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 anual comparada'!$H$1</c:f>
              <c:strCache>
                <c:ptCount val="1"/>
                <c:pt idx="0">
                  <c:v>infl_ARG_tend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'infla anual comparada'!$A$6:$A$17</c:f>
              <c:numCache>
                <c:formatCode>General</c:formatCode>
                <c:ptCount val="12"/>
                <c:pt idx="0">
                  <c:v>1944</c:v>
                </c:pt>
                <c:pt idx="1">
                  <c:v>1945</c:v>
                </c:pt>
                <c:pt idx="2">
                  <c:v>1946</c:v>
                </c:pt>
                <c:pt idx="3">
                  <c:v>1947</c:v>
                </c:pt>
                <c:pt idx="4">
                  <c:v>1948</c:v>
                </c:pt>
                <c:pt idx="5">
                  <c:v>1949</c:v>
                </c:pt>
                <c:pt idx="6">
                  <c:v>1950</c:v>
                </c:pt>
                <c:pt idx="7">
                  <c:v>1951</c:v>
                </c:pt>
                <c:pt idx="8">
                  <c:v>1952</c:v>
                </c:pt>
                <c:pt idx="9">
                  <c:v>1953</c:v>
                </c:pt>
                <c:pt idx="10">
                  <c:v>1954</c:v>
                </c:pt>
                <c:pt idx="11">
                  <c:v>1955</c:v>
                </c:pt>
              </c:numCache>
            </c:numRef>
          </c:cat>
          <c:val>
            <c:numRef>
              <c:f>'infla anual comparada'!$H$6:$H$17</c:f>
              <c:numCache>
                <c:formatCode>0%</c:formatCode>
                <c:ptCount val="12"/>
                <c:pt idx="0">
                  <c:v>9.3532264232635498E-2</c:v>
                </c:pt>
                <c:pt idx="1">
                  <c:v>0.1190682128071785</c:v>
                </c:pt>
                <c:pt idx="2">
                  <c:v>0.14327634871006012</c:v>
                </c:pt>
                <c:pt idx="3">
                  <c:v>0.16563454270362854</c:v>
                </c:pt>
                <c:pt idx="4">
                  <c:v>0.18595518171787262</c:v>
                </c:pt>
                <c:pt idx="5">
                  <c:v>0.20374889671802521</c:v>
                </c:pt>
                <c:pt idx="6">
                  <c:v>0.21797645092010498</c:v>
                </c:pt>
                <c:pt idx="7">
                  <c:v>0.22867096960544586</c:v>
                </c:pt>
                <c:pt idx="8">
                  <c:v>0.23623953759670258</c:v>
                </c:pt>
                <c:pt idx="9">
                  <c:v>0.24247539043426514</c:v>
                </c:pt>
                <c:pt idx="10">
                  <c:v>0.25067031383514404</c:v>
                </c:pt>
                <c:pt idx="11">
                  <c:v>0.26209172606468201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8B-4F2D-910E-02C798215202}"/>
            </c:ext>
          </c:extLst>
        </c:ser>
        <c:ser>
          <c:idx val="1"/>
          <c:order val="1"/>
          <c:tx>
            <c:strRef>
              <c:f>'infla anual comparada'!$I$1</c:f>
              <c:strCache>
                <c:ptCount val="1"/>
                <c:pt idx="0">
                  <c:v>inf_UK_tend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'infla anual comparada'!$A$6:$A$17</c:f>
              <c:numCache>
                <c:formatCode>General</c:formatCode>
                <c:ptCount val="12"/>
                <c:pt idx="0">
                  <c:v>1944</c:v>
                </c:pt>
                <c:pt idx="1">
                  <c:v>1945</c:v>
                </c:pt>
                <c:pt idx="2">
                  <c:v>1946</c:v>
                </c:pt>
                <c:pt idx="3">
                  <c:v>1947</c:v>
                </c:pt>
                <c:pt idx="4">
                  <c:v>1948</c:v>
                </c:pt>
                <c:pt idx="5">
                  <c:v>1949</c:v>
                </c:pt>
                <c:pt idx="6">
                  <c:v>1950</c:v>
                </c:pt>
                <c:pt idx="7">
                  <c:v>1951</c:v>
                </c:pt>
                <c:pt idx="8">
                  <c:v>1952</c:v>
                </c:pt>
                <c:pt idx="9">
                  <c:v>1953</c:v>
                </c:pt>
                <c:pt idx="10">
                  <c:v>1954</c:v>
                </c:pt>
                <c:pt idx="11">
                  <c:v>1955</c:v>
                </c:pt>
              </c:numCache>
            </c:numRef>
          </c:cat>
          <c:val>
            <c:numRef>
              <c:f>'infla anual comparada'!$I$6:$I$17</c:f>
              <c:numCache>
                <c:formatCode>0%</c:formatCode>
                <c:ptCount val="12"/>
                <c:pt idx="0">
                  <c:v>5.5367439985275269E-2</c:v>
                </c:pt>
                <c:pt idx="1">
                  <c:v>5.2865069359540939E-2</c:v>
                </c:pt>
                <c:pt idx="2">
                  <c:v>5.1436245441436768E-2</c:v>
                </c:pt>
                <c:pt idx="3">
                  <c:v>5.0783202052116394E-2</c:v>
                </c:pt>
                <c:pt idx="4">
                  <c:v>5.0399173051118851E-2</c:v>
                </c:pt>
                <c:pt idx="5">
                  <c:v>4.9973256886005402E-2</c:v>
                </c:pt>
                <c:pt idx="6">
                  <c:v>4.9451801925897598E-2</c:v>
                </c:pt>
                <c:pt idx="7">
                  <c:v>4.8570819199085236E-2</c:v>
                </c:pt>
                <c:pt idx="8">
                  <c:v>4.6884302049875259E-2</c:v>
                </c:pt>
                <c:pt idx="9">
                  <c:v>4.4369619339704514E-2</c:v>
                </c:pt>
                <c:pt idx="10">
                  <c:v>4.1451971977949142E-2</c:v>
                </c:pt>
                <c:pt idx="11">
                  <c:v>3.8418199867010117E-2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8B-4F2D-910E-02C798215202}"/>
            </c:ext>
          </c:extLst>
        </c:ser>
        <c:ser>
          <c:idx val="2"/>
          <c:order val="2"/>
          <c:tx>
            <c:strRef>
              <c:f>'infla anual comparada'!$J$1</c:f>
              <c:strCache>
                <c:ptCount val="1"/>
                <c:pt idx="0">
                  <c:v>infl_USA_tend</c:v>
                </c:pt>
              </c:strCache>
            </c:strRef>
          </c:tx>
          <c:spPr>
            <a:ln w="5715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'infla anual comparada'!$A$6:$A$17</c:f>
              <c:numCache>
                <c:formatCode>General</c:formatCode>
                <c:ptCount val="12"/>
                <c:pt idx="0">
                  <c:v>1944</c:v>
                </c:pt>
                <c:pt idx="1">
                  <c:v>1945</c:v>
                </c:pt>
                <c:pt idx="2">
                  <c:v>1946</c:v>
                </c:pt>
                <c:pt idx="3">
                  <c:v>1947</c:v>
                </c:pt>
                <c:pt idx="4">
                  <c:v>1948</c:v>
                </c:pt>
                <c:pt idx="5">
                  <c:v>1949</c:v>
                </c:pt>
                <c:pt idx="6">
                  <c:v>1950</c:v>
                </c:pt>
                <c:pt idx="7">
                  <c:v>1951</c:v>
                </c:pt>
                <c:pt idx="8">
                  <c:v>1952</c:v>
                </c:pt>
                <c:pt idx="9">
                  <c:v>1953</c:v>
                </c:pt>
                <c:pt idx="10">
                  <c:v>1954</c:v>
                </c:pt>
                <c:pt idx="11">
                  <c:v>1955</c:v>
                </c:pt>
              </c:numCache>
            </c:numRef>
          </c:cat>
          <c:val>
            <c:numRef>
              <c:f>'infla anual comparada'!$J$6:$J$17</c:f>
              <c:numCache>
                <c:formatCode>0%</c:formatCode>
                <c:ptCount val="12"/>
                <c:pt idx="0">
                  <c:v>6.303638219833374E-2</c:v>
                </c:pt>
                <c:pt idx="1">
                  <c:v>6.0613814741373062E-2</c:v>
                </c:pt>
                <c:pt idx="2">
                  <c:v>5.8046717196702957E-2</c:v>
                </c:pt>
                <c:pt idx="3">
                  <c:v>5.4657705128192902E-2</c:v>
                </c:pt>
                <c:pt idx="4">
                  <c:v>5.0022263079881668E-2</c:v>
                </c:pt>
                <c:pt idx="5">
                  <c:v>4.460519552230835E-2</c:v>
                </c:pt>
                <c:pt idx="6">
                  <c:v>3.9178259670734406E-2</c:v>
                </c:pt>
                <c:pt idx="7">
                  <c:v>3.3942677080631256E-2</c:v>
                </c:pt>
                <c:pt idx="8">
                  <c:v>2.8819931671023369E-2</c:v>
                </c:pt>
                <c:pt idx="9">
                  <c:v>2.4178093299269676E-2</c:v>
                </c:pt>
                <c:pt idx="10">
                  <c:v>2.0324960350990295E-2</c:v>
                </c:pt>
                <c:pt idx="11">
                  <c:v>1.7408158630132675E-2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8B-4F2D-910E-02C798215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9529600"/>
        <c:axId val="716566048"/>
      </c:lineChart>
      <c:catAx>
        <c:axId val="609529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16566048"/>
        <c:crosses val="autoZero"/>
        <c:auto val="1"/>
        <c:lblAlgn val="ctr"/>
        <c:lblOffset val="100"/>
        <c:noMultiLvlLbl val="0"/>
      </c:catAx>
      <c:valAx>
        <c:axId val="71656604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9529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3810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Hoja1!$C$22:$C$48</c:f>
              <c:numCache>
                <c:formatCode>0</c:formatCode>
                <c:ptCount val="27"/>
                <c:pt idx="0">
                  <c:v>1934</c:v>
                </c:pt>
                <c:pt idx="1">
                  <c:v>1935</c:v>
                </c:pt>
                <c:pt idx="2">
                  <c:v>1936</c:v>
                </c:pt>
                <c:pt idx="3">
                  <c:v>1937</c:v>
                </c:pt>
                <c:pt idx="4">
                  <c:v>1938</c:v>
                </c:pt>
                <c:pt idx="5">
                  <c:v>1939</c:v>
                </c:pt>
                <c:pt idx="6">
                  <c:v>1940</c:v>
                </c:pt>
                <c:pt idx="7">
                  <c:v>1941</c:v>
                </c:pt>
                <c:pt idx="8">
                  <c:v>1942</c:v>
                </c:pt>
                <c:pt idx="9">
                  <c:v>1943</c:v>
                </c:pt>
                <c:pt idx="10">
                  <c:v>1944</c:v>
                </c:pt>
                <c:pt idx="11">
                  <c:v>1945</c:v>
                </c:pt>
                <c:pt idx="12">
                  <c:v>1946</c:v>
                </c:pt>
                <c:pt idx="13">
                  <c:v>1947</c:v>
                </c:pt>
                <c:pt idx="14">
                  <c:v>1948</c:v>
                </c:pt>
                <c:pt idx="15">
                  <c:v>1949</c:v>
                </c:pt>
                <c:pt idx="16">
                  <c:v>1950</c:v>
                </c:pt>
                <c:pt idx="17">
                  <c:v>1951</c:v>
                </c:pt>
                <c:pt idx="18">
                  <c:v>1952</c:v>
                </c:pt>
                <c:pt idx="19">
                  <c:v>1953</c:v>
                </c:pt>
                <c:pt idx="20">
                  <c:v>1954</c:v>
                </c:pt>
                <c:pt idx="21">
                  <c:v>1955</c:v>
                </c:pt>
                <c:pt idx="22">
                  <c:v>1956</c:v>
                </c:pt>
                <c:pt idx="23">
                  <c:v>1957</c:v>
                </c:pt>
                <c:pt idx="24">
                  <c:v>1958</c:v>
                </c:pt>
                <c:pt idx="25">
                  <c:v>1959</c:v>
                </c:pt>
                <c:pt idx="26">
                  <c:v>1960</c:v>
                </c:pt>
              </c:numCache>
            </c:numRef>
          </c:cat>
          <c:val>
            <c:numRef>
              <c:f>Hoja1!$D$22:$D$48</c:f>
              <c:numCache>
                <c:formatCode>General</c:formatCode>
                <c:ptCount val="27"/>
                <c:pt idx="0">
                  <c:v>97.264122979415959</c:v>
                </c:pt>
                <c:pt idx="1">
                  <c:v>106.51931775098835</c:v>
                </c:pt>
                <c:pt idx="2">
                  <c:v>128.24886473100935</c:v>
                </c:pt>
                <c:pt idx="3">
                  <c:v>114.36029497054022</c:v>
                </c:pt>
                <c:pt idx="4">
                  <c:v>98.066936718525824</c:v>
                </c:pt>
                <c:pt idx="5">
                  <c:v>92.864055978559733</c:v>
                </c:pt>
                <c:pt idx="6">
                  <c:v>82.654482297089757</c:v>
                </c:pt>
                <c:pt idx="7">
                  <c:v>76.005353245447424</c:v>
                </c:pt>
                <c:pt idx="8">
                  <c:v>76.952265174363944</c:v>
                </c:pt>
                <c:pt idx="9">
                  <c:v>69.309823722498081</c:v>
                </c:pt>
                <c:pt idx="10">
                  <c:v>80.842435420612745</c:v>
                </c:pt>
                <c:pt idx="11">
                  <c:v>97.484540956860528</c:v>
                </c:pt>
                <c:pt idx="12">
                  <c:v>84.659356214139066</c:v>
                </c:pt>
                <c:pt idx="13">
                  <c:v>80.396243921336492</c:v>
                </c:pt>
                <c:pt idx="14">
                  <c:v>72.602849672130233</c:v>
                </c:pt>
                <c:pt idx="15">
                  <c:v>79.675927291428295</c:v>
                </c:pt>
                <c:pt idx="16">
                  <c:v>79.675927291428295</c:v>
                </c:pt>
                <c:pt idx="17">
                  <c:v>89.05010376912756</c:v>
                </c:pt>
                <c:pt idx="18">
                  <c:v>91.915480626278736</c:v>
                </c:pt>
                <c:pt idx="19">
                  <c:v>94.671488124803446</c:v>
                </c:pt>
                <c:pt idx="20">
                  <c:v>91.649697263595343</c:v>
                </c:pt>
                <c:pt idx="21">
                  <c:v>84.411567577744975</c:v>
                </c:pt>
                <c:pt idx="22">
                  <c:v>92.923759601345921</c:v>
                </c:pt>
                <c:pt idx="23">
                  <c:v>100.70151921555539</c:v>
                </c:pt>
                <c:pt idx="24">
                  <c:v>96.011987683458457</c:v>
                </c:pt>
                <c:pt idx="25">
                  <c:v>109.57284352740182</c:v>
                </c:pt>
                <c:pt idx="26">
                  <c:v>100.70151921555539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D5-4695-95F0-050E992DE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444352"/>
        <c:axId val="91445888"/>
      </c:lineChart>
      <c:catAx>
        <c:axId val="91444352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91445888"/>
        <c:crosses val="autoZero"/>
        <c:auto val="1"/>
        <c:lblAlgn val="ctr"/>
        <c:lblOffset val="100"/>
        <c:noMultiLvlLbl val="0"/>
      </c:catAx>
      <c:valAx>
        <c:axId val="91445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14443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92862172716215"/>
          <c:y val="0.11499212598425203"/>
          <c:w val="0.85655105306958645"/>
          <c:h val="0.7012130483689536"/>
        </c:manualLayout>
      </c:layout>
      <c:lineChart>
        <c:grouping val="standard"/>
        <c:varyColors val="0"/>
        <c:ser>
          <c:idx val="0"/>
          <c:order val="0"/>
          <c:tx>
            <c:strRef>
              <c:f>Hoja1!$B$6</c:f>
              <c:strCache>
                <c:ptCount val="1"/>
                <c:pt idx="0">
                  <c:v>Trigo</c:v>
                </c:pt>
              </c:strCache>
            </c:strRef>
          </c:tx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Hoja1!$A$7:$A$27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Hoja1!$B$7:$B$27</c:f>
              <c:numCache>
                <c:formatCode>#,##0.0\ \ </c:formatCode>
                <c:ptCount val="21"/>
                <c:pt idx="0">
                  <c:v>7216.7979999999998</c:v>
                </c:pt>
                <c:pt idx="1">
                  <c:v>7084.8</c:v>
                </c:pt>
                <c:pt idx="2">
                  <c:v>7300</c:v>
                </c:pt>
                <c:pt idx="3">
                  <c:v>6872.8050000000003</c:v>
                </c:pt>
                <c:pt idx="4">
                  <c:v>6811.2</c:v>
                </c:pt>
                <c:pt idx="5">
                  <c:v>6232.5</c:v>
                </c:pt>
                <c:pt idx="6">
                  <c:v>5762.1</c:v>
                </c:pt>
                <c:pt idx="7">
                  <c:v>6673.5</c:v>
                </c:pt>
                <c:pt idx="8">
                  <c:v>5449.7</c:v>
                </c:pt>
                <c:pt idx="9">
                  <c:v>5805.8</c:v>
                </c:pt>
                <c:pt idx="10">
                  <c:v>5692</c:v>
                </c:pt>
                <c:pt idx="11">
                  <c:v>6554</c:v>
                </c:pt>
                <c:pt idx="12">
                  <c:v>4791</c:v>
                </c:pt>
                <c:pt idx="13">
                  <c:v>6065.5</c:v>
                </c:pt>
                <c:pt idx="14">
                  <c:v>6353.9</c:v>
                </c:pt>
                <c:pt idx="15">
                  <c:v>5936.8</c:v>
                </c:pt>
                <c:pt idx="16">
                  <c:v>5210</c:v>
                </c:pt>
                <c:pt idx="17">
                  <c:v>5947.1</c:v>
                </c:pt>
                <c:pt idx="18">
                  <c:v>5310.9</c:v>
                </c:pt>
                <c:pt idx="19">
                  <c:v>5707.6</c:v>
                </c:pt>
                <c:pt idx="20">
                  <c:v>4792.4000000000005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6B-47CF-9ABD-EB834EA12E0C}"/>
            </c:ext>
          </c:extLst>
        </c:ser>
        <c:ser>
          <c:idx val="1"/>
          <c:order val="1"/>
          <c:tx>
            <c:strRef>
              <c:f>Hoja1!$C$6</c:f>
              <c:strCache>
                <c:ptCount val="1"/>
                <c:pt idx="0">
                  <c:v>Maiz</c:v>
                </c:pt>
              </c:strCache>
            </c:strRef>
          </c:tx>
          <c:spPr>
            <a:ln w="57150">
              <a:solidFill>
                <a:schemeClr val="accent1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Hoja1!$A$7:$A$27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Hoja1!$C$7:$C$27</c:f>
              <c:numCache>
                <c:formatCode>#,##0.0\ \ </c:formatCode>
                <c:ptCount val="21"/>
                <c:pt idx="0">
                  <c:v>7200</c:v>
                </c:pt>
                <c:pt idx="1">
                  <c:v>6097.6</c:v>
                </c:pt>
                <c:pt idx="2">
                  <c:v>5000</c:v>
                </c:pt>
                <c:pt idx="3">
                  <c:v>4138.54</c:v>
                </c:pt>
                <c:pt idx="4">
                  <c:v>4412.45</c:v>
                </c:pt>
                <c:pt idx="5">
                  <c:v>4017.3</c:v>
                </c:pt>
                <c:pt idx="6">
                  <c:v>3950.826</c:v>
                </c:pt>
                <c:pt idx="7">
                  <c:v>3612.1570000000002</c:v>
                </c:pt>
                <c:pt idx="8">
                  <c:v>3319.21</c:v>
                </c:pt>
                <c:pt idx="9">
                  <c:v>2690.8</c:v>
                </c:pt>
                <c:pt idx="10">
                  <c:v>2156.1999999999998</c:v>
                </c:pt>
                <c:pt idx="11">
                  <c:v>2439</c:v>
                </c:pt>
                <c:pt idx="12">
                  <c:v>2531.8000000000002</c:v>
                </c:pt>
                <c:pt idx="13">
                  <c:v>3354.2599999999998</c:v>
                </c:pt>
                <c:pt idx="14">
                  <c:v>3268</c:v>
                </c:pt>
                <c:pt idx="15">
                  <c:v>3001.5</c:v>
                </c:pt>
                <c:pt idx="16">
                  <c:v>2887.9</c:v>
                </c:pt>
                <c:pt idx="17">
                  <c:v>2740.4</c:v>
                </c:pt>
                <c:pt idx="18">
                  <c:v>2860</c:v>
                </c:pt>
                <c:pt idx="19">
                  <c:v>2894.4</c:v>
                </c:pt>
                <c:pt idx="20">
                  <c:v>3062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6B-47CF-9ABD-EB834EA12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480448"/>
        <c:axId val="91481984"/>
      </c:lineChart>
      <c:catAx>
        <c:axId val="91480448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91481984"/>
        <c:crosses val="autoZero"/>
        <c:auto val="1"/>
        <c:lblAlgn val="ctr"/>
        <c:lblOffset val="100"/>
        <c:noMultiLvlLbl val="0"/>
      </c:catAx>
      <c:valAx>
        <c:axId val="9148198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91480448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458135046519165"/>
          <c:y val="3.7369078072758292E-2"/>
          <c:w val="0.84048237064568598"/>
          <c:h val="0.81792903367050918"/>
        </c:manualLayout>
      </c:layout>
      <c:barChart>
        <c:barDir val="col"/>
        <c:grouping val="clustered"/>
        <c:varyColors val="0"/>
        <c:ser>
          <c:idx val="0"/>
          <c:order val="0"/>
          <c:tx>
            <c:v>Sector Privado no financiero</c:v>
          </c:tx>
          <c:spPr>
            <a:solidFill>
              <a:schemeClr val="accent1">
                <a:lumMod val="50000"/>
              </a:schemeClr>
            </a:solidFill>
            <a:ln w="28575" cap="rnd">
              <a:noFill/>
              <a:round/>
            </a:ln>
            <a:effectLst/>
          </c:spPr>
          <c:invertIfNegative val="0"/>
          <c:cat>
            <c:numRef>
              <c:f>'8.2 (cont. 2)'!$A$71:$A$81</c:f>
              <c:numCache>
                <c:formatCode>General</c:formatCode>
                <c:ptCount val="11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</c:numCache>
            </c:numRef>
          </c:cat>
          <c:val>
            <c:numRef>
              <c:f>'8.2 (cont. 2)'!$B$71:$B$81</c:f>
              <c:numCache>
                <c:formatCode>#.##000\ \ </c:formatCode>
                <c:ptCount val="11"/>
                <c:pt idx="0">
                  <c:v>-33.799999999999997</c:v>
                </c:pt>
                <c:pt idx="1">
                  <c:v>-98</c:v>
                </c:pt>
                <c:pt idx="2">
                  <c:v>-39.9</c:v>
                </c:pt>
                <c:pt idx="3">
                  <c:v>5.7</c:v>
                </c:pt>
                <c:pt idx="4">
                  <c:v>11.4</c:v>
                </c:pt>
                <c:pt idx="5">
                  <c:v>7</c:v>
                </c:pt>
                <c:pt idx="6">
                  <c:v>-15.7</c:v>
                </c:pt>
                <c:pt idx="7">
                  <c:v>285.5</c:v>
                </c:pt>
                <c:pt idx="8">
                  <c:v>25.5</c:v>
                </c:pt>
                <c:pt idx="9">
                  <c:v>-59.3</c:v>
                </c:pt>
                <c:pt idx="10">
                  <c:v>30.9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6-4943-9184-7993FAB8AB18}"/>
            </c:ext>
          </c:extLst>
        </c:ser>
        <c:ser>
          <c:idx val="1"/>
          <c:order val="1"/>
          <c:tx>
            <c:v>Oficiales y bancos</c:v>
          </c:tx>
          <c:spPr>
            <a:solidFill>
              <a:schemeClr val="accent1"/>
            </a:solidFill>
          </c:spPr>
          <c:invertIfNegative val="0"/>
          <c:val>
            <c:numRef>
              <c:f>'8.2 (cont. 2)'!$C$71:$C$81</c:f>
              <c:numCache>
                <c:formatCode>#.##000\ \ 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371.4</c:v>
                </c:pt>
                <c:pt idx="7">
                  <c:v>175.4</c:v>
                </c:pt>
                <c:pt idx="8">
                  <c:v>-356</c:v>
                </c:pt>
                <c:pt idx="9" formatCode="#.##0000\ \ ">
                  <c:v>0.1</c:v>
                </c:pt>
                <c:pt idx="10">
                  <c:v>202.5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6-4943-9184-7993FAB8A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2251919"/>
        <c:axId val="1"/>
      </c:barChart>
      <c:catAx>
        <c:axId val="144225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.##000\ \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442251919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4131797568865165"/>
          <c:y val="7.4748289789277177E-3"/>
          <c:w val="0.32520135503768638"/>
          <c:h val="0.12706829252536103"/>
        </c:manualLayout>
      </c:layout>
      <c:overlay val="0"/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Hoja3!$B$2</c:f>
              <c:strCache>
                <c:ptCount val="1"/>
                <c:pt idx="0">
                  <c:v>Agri, gan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Hoja3!$A$3:$A$38</c:f>
              <c:numCache>
                <c:formatCode>0</c:formatCode>
                <c:ptCount val="36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  <c:pt idx="21">
                  <c:v>1941</c:v>
                </c:pt>
                <c:pt idx="22">
                  <c:v>1942</c:v>
                </c:pt>
                <c:pt idx="23">
                  <c:v>1943</c:v>
                </c:pt>
                <c:pt idx="24">
                  <c:v>1944</c:v>
                </c:pt>
                <c:pt idx="25">
                  <c:v>1945</c:v>
                </c:pt>
                <c:pt idx="26">
                  <c:v>1946</c:v>
                </c:pt>
                <c:pt idx="27">
                  <c:v>1947</c:v>
                </c:pt>
                <c:pt idx="28">
                  <c:v>1948</c:v>
                </c:pt>
                <c:pt idx="29">
                  <c:v>1949</c:v>
                </c:pt>
                <c:pt idx="30">
                  <c:v>1950</c:v>
                </c:pt>
                <c:pt idx="31">
                  <c:v>1951</c:v>
                </c:pt>
                <c:pt idx="32">
                  <c:v>1952</c:v>
                </c:pt>
                <c:pt idx="33">
                  <c:v>1953</c:v>
                </c:pt>
                <c:pt idx="34">
                  <c:v>1954</c:v>
                </c:pt>
                <c:pt idx="35">
                  <c:v>1955</c:v>
                </c:pt>
              </c:numCache>
            </c:numRef>
          </c:cat>
          <c:val>
            <c:numRef>
              <c:f>Hoja3!$B$3:$B$38</c:f>
              <c:numCache>
                <c:formatCode>#,##0.0\ \ </c:formatCode>
                <c:ptCount val="36"/>
                <c:pt idx="0">
                  <c:v>3619.7518637967937</c:v>
                </c:pt>
                <c:pt idx="1">
                  <c:v>3656.5122762504725</c:v>
                </c:pt>
                <c:pt idx="2">
                  <c:v>3786.8968641720544</c:v>
                </c:pt>
                <c:pt idx="3">
                  <c:v>3858.6945447456183</c:v>
                </c:pt>
                <c:pt idx="4">
                  <c:v>4419.8652161086111</c:v>
                </c:pt>
                <c:pt idx="5">
                  <c:v>3951.1699573243691</c:v>
                </c:pt>
                <c:pt idx="6">
                  <c:v>4594.4771752635015</c:v>
                </c:pt>
                <c:pt idx="7">
                  <c:v>4715.0972786270904</c:v>
                </c:pt>
                <c:pt idx="8">
                  <c:v>4797.2338252032405</c:v>
                </c:pt>
                <c:pt idx="9">
                  <c:v>4788.0437220898302</c:v>
                </c:pt>
                <c:pt idx="10">
                  <c:v>4273.3979477385165</c:v>
                </c:pt>
                <c:pt idx="11">
                  <c:v>4379.0841335428104</c:v>
                </c:pt>
                <c:pt idx="12">
                  <c:v>4616.303670157884</c:v>
                </c:pt>
                <c:pt idx="13">
                  <c:v>4636.9814021630509</c:v>
                </c:pt>
                <c:pt idx="14">
                  <c:v>4881.0935161131683</c:v>
                </c:pt>
                <c:pt idx="15">
                  <c:v>5569.7768681747939</c:v>
                </c:pt>
                <c:pt idx="16">
                  <c:v>5062.598052603139</c:v>
                </c:pt>
                <c:pt idx="17">
                  <c:v>5232.6149602013547</c:v>
                </c:pt>
                <c:pt idx="18">
                  <c:v>4760.4734127495576</c:v>
                </c:pt>
                <c:pt idx="19">
                  <c:v>5310.7308366653824</c:v>
                </c:pt>
                <c:pt idx="20">
                  <c:v>5680.6324869803784</c:v>
                </c:pt>
                <c:pt idx="21">
                  <c:v>6344.0430554801069</c:v>
                </c:pt>
                <c:pt idx="22">
                  <c:v>6266.5015604606833</c:v>
                </c:pt>
                <c:pt idx="23">
                  <c:v>5487.6403215986529</c:v>
                </c:pt>
                <c:pt idx="24">
                  <c:v>6608.8329014354267</c:v>
                </c:pt>
                <c:pt idx="25">
                  <c:v>5301.5407335519767</c:v>
                </c:pt>
                <c:pt idx="26">
                  <c:v>5542.7809402791327</c:v>
                </c:pt>
                <c:pt idx="27">
                  <c:v>5967.8232092746484</c:v>
                </c:pt>
                <c:pt idx="28">
                  <c:v>5978.7364567218128</c:v>
                </c:pt>
                <c:pt idx="29">
                  <c:v>5514.6362494943178</c:v>
                </c:pt>
                <c:pt idx="30">
                  <c:v>5201.0239807489679</c:v>
                </c:pt>
                <c:pt idx="31">
                  <c:v>5550.4467804892092</c:v>
                </c:pt>
                <c:pt idx="32">
                  <c:v>4755.4259152148406</c:v>
                </c:pt>
                <c:pt idx="33">
                  <c:v>6226.1935170060915</c:v>
                </c:pt>
                <c:pt idx="34">
                  <c:v>6191.3352328973924</c:v>
                </c:pt>
                <c:pt idx="35">
                  <c:v>6447.9426014566561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A2-4143-964B-9B41052EEC08}"/>
            </c:ext>
          </c:extLst>
        </c:ser>
        <c:ser>
          <c:idx val="1"/>
          <c:order val="1"/>
          <c:tx>
            <c:strRef>
              <c:f>Hoja3!$C$2</c:f>
              <c:strCache>
                <c:ptCount val="1"/>
                <c:pt idx="0">
                  <c:v>Ind manuf</c:v>
                </c:pt>
              </c:strCache>
            </c:strRef>
          </c:tx>
          <c:spPr>
            <a:ln w="57150">
              <a:solidFill>
                <a:schemeClr val="accent1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Hoja3!$A$3:$A$38</c:f>
              <c:numCache>
                <c:formatCode>0</c:formatCode>
                <c:ptCount val="36"/>
                <c:pt idx="0">
                  <c:v>1920</c:v>
                </c:pt>
                <c:pt idx="1">
                  <c:v>1921</c:v>
                </c:pt>
                <c:pt idx="2">
                  <c:v>1922</c:v>
                </c:pt>
                <c:pt idx="3">
                  <c:v>1923</c:v>
                </c:pt>
                <c:pt idx="4">
                  <c:v>1924</c:v>
                </c:pt>
                <c:pt idx="5">
                  <c:v>1925</c:v>
                </c:pt>
                <c:pt idx="6">
                  <c:v>1926</c:v>
                </c:pt>
                <c:pt idx="7">
                  <c:v>1927</c:v>
                </c:pt>
                <c:pt idx="8">
                  <c:v>1928</c:v>
                </c:pt>
                <c:pt idx="9">
                  <c:v>1929</c:v>
                </c:pt>
                <c:pt idx="10">
                  <c:v>1930</c:v>
                </c:pt>
                <c:pt idx="11">
                  <c:v>1931</c:v>
                </c:pt>
                <c:pt idx="12">
                  <c:v>1932</c:v>
                </c:pt>
                <c:pt idx="13">
                  <c:v>1933</c:v>
                </c:pt>
                <c:pt idx="14">
                  <c:v>1934</c:v>
                </c:pt>
                <c:pt idx="15">
                  <c:v>1935</c:v>
                </c:pt>
                <c:pt idx="16">
                  <c:v>1936</c:v>
                </c:pt>
                <c:pt idx="17">
                  <c:v>1937</c:v>
                </c:pt>
                <c:pt idx="18">
                  <c:v>1938</c:v>
                </c:pt>
                <c:pt idx="19">
                  <c:v>1939</c:v>
                </c:pt>
                <c:pt idx="20">
                  <c:v>1940</c:v>
                </c:pt>
                <c:pt idx="21">
                  <c:v>1941</c:v>
                </c:pt>
                <c:pt idx="22">
                  <c:v>1942</c:v>
                </c:pt>
                <c:pt idx="23">
                  <c:v>1943</c:v>
                </c:pt>
                <c:pt idx="24">
                  <c:v>1944</c:v>
                </c:pt>
                <c:pt idx="25">
                  <c:v>1945</c:v>
                </c:pt>
                <c:pt idx="26">
                  <c:v>1946</c:v>
                </c:pt>
                <c:pt idx="27">
                  <c:v>1947</c:v>
                </c:pt>
                <c:pt idx="28">
                  <c:v>1948</c:v>
                </c:pt>
                <c:pt idx="29">
                  <c:v>1949</c:v>
                </c:pt>
                <c:pt idx="30">
                  <c:v>1950</c:v>
                </c:pt>
                <c:pt idx="31">
                  <c:v>1951</c:v>
                </c:pt>
                <c:pt idx="32">
                  <c:v>1952</c:v>
                </c:pt>
                <c:pt idx="33">
                  <c:v>1953</c:v>
                </c:pt>
                <c:pt idx="34">
                  <c:v>1954</c:v>
                </c:pt>
                <c:pt idx="35">
                  <c:v>1955</c:v>
                </c:pt>
              </c:numCache>
            </c:numRef>
          </c:cat>
          <c:val>
            <c:numRef>
              <c:f>Hoja3!$C$3:$C$38</c:f>
              <c:numCache>
                <c:formatCode>#,##0.0\ \ </c:formatCode>
                <c:ptCount val="36"/>
                <c:pt idx="0">
                  <c:v>3238.3548051627286</c:v>
                </c:pt>
                <c:pt idx="1">
                  <c:v>3407.8036031073002</c:v>
                </c:pt>
                <c:pt idx="2">
                  <c:v>3785.3474160715123</c:v>
                </c:pt>
                <c:pt idx="3">
                  <c:v>4426.47824806057</c:v>
                </c:pt>
                <c:pt idx="4">
                  <c:v>4669.2557655834844</c:v>
                </c:pt>
                <c:pt idx="5">
                  <c:v>5067.6090800496422</c:v>
                </c:pt>
                <c:pt idx="6">
                  <c:v>4972.4799303263626</c:v>
                </c:pt>
                <c:pt idx="7">
                  <c:v>5282.6405955699693</c:v>
                </c:pt>
                <c:pt idx="8">
                  <c:v>5897.0163541993434</c:v>
                </c:pt>
                <c:pt idx="9">
                  <c:v>6187.3584465839003</c:v>
                </c:pt>
                <c:pt idx="10">
                  <c:v>6119.9752988632454</c:v>
                </c:pt>
                <c:pt idx="11">
                  <c:v>5431.2798920125315</c:v>
                </c:pt>
                <c:pt idx="12">
                  <c:v>5101.3006539099651</c:v>
                </c:pt>
                <c:pt idx="13">
                  <c:v>5782.0686316170841</c:v>
                </c:pt>
                <c:pt idx="14">
                  <c:v>6564.9022595480801</c:v>
                </c:pt>
                <c:pt idx="15">
                  <c:v>6747.2331298510044</c:v>
                </c:pt>
                <c:pt idx="16">
                  <c:v>7181.2598754634018</c:v>
                </c:pt>
                <c:pt idx="17">
                  <c:v>7629.1596220771053</c:v>
                </c:pt>
                <c:pt idx="18">
                  <c:v>7928.4200722481637</c:v>
                </c:pt>
                <c:pt idx="19">
                  <c:v>8240.5625947776025</c:v>
                </c:pt>
                <c:pt idx="20">
                  <c:v>8254.435595778943</c:v>
                </c:pt>
                <c:pt idx="21">
                  <c:v>8579.4601906667012</c:v>
                </c:pt>
                <c:pt idx="22">
                  <c:v>8702.3353423926528</c:v>
                </c:pt>
                <c:pt idx="23">
                  <c:v>9095.7340136440471</c:v>
                </c:pt>
                <c:pt idx="24" formatCode="#,##0\ \ ">
                  <c:v>10317.549030402208</c:v>
                </c:pt>
                <c:pt idx="25" formatCode="#,##0\ \ ">
                  <c:v>10385.923106765804</c:v>
                </c:pt>
                <c:pt idx="26" formatCode="#,##0\ \ ">
                  <c:v>11715.749345605594</c:v>
                </c:pt>
                <c:pt idx="27" formatCode="#,##0\ \ ">
                  <c:v>13508.339260703313</c:v>
                </c:pt>
                <c:pt idx="28" formatCode="#,##0\ \ ">
                  <c:v>13670.85155814722</c:v>
                </c:pt>
                <c:pt idx="29" formatCode="#,##0\ \ ">
                  <c:v>13182.323737172585</c:v>
                </c:pt>
                <c:pt idx="30" formatCode="#,##0\ \ ">
                  <c:v>13575.722408423993</c:v>
                </c:pt>
                <c:pt idx="31" formatCode="#,##0\ \ ">
                  <c:v>13931.399701860859</c:v>
                </c:pt>
                <c:pt idx="32" formatCode="#,##0\ \ ">
                  <c:v>13668.170276360928</c:v>
                </c:pt>
                <c:pt idx="33" formatCode="#,##0\ \ ">
                  <c:v>13591.953713481562</c:v>
                </c:pt>
                <c:pt idx="34" formatCode="#,##0\ \ ">
                  <c:v>14668.865518609959</c:v>
                </c:pt>
                <c:pt idx="35" formatCode="#,##0\ \ ">
                  <c:v>16463.483290852135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A2-4143-964B-9B41052EE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557248"/>
        <c:axId val="91595904"/>
      </c:lineChart>
      <c:catAx>
        <c:axId val="91557248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91595904"/>
        <c:crosses val="autoZero"/>
        <c:auto val="1"/>
        <c:lblAlgn val="ctr"/>
        <c:lblOffset val="100"/>
        <c:noMultiLvlLbl val="0"/>
      </c:catAx>
      <c:valAx>
        <c:axId val="915959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s-AR"/>
                  <a:t>Millones de pesos de 1993</a:t>
                </a:r>
              </a:p>
            </c:rich>
          </c:tx>
          <c:overlay val="0"/>
        </c:title>
        <c:numFmt formatCode="#,##0.0\ \ " sourceLinked="1"/>
        <c:majorTickMark val="out"/>
        <c:minorTickMark val="none"/>
        <c:tickLblPos val="nextTo"/>
        <c:crossAx val="915572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  <a:effectLst/>
  </c:spPr>
  <c:txPr>
    <a:bodyPr/>
    <a:lstStyle/>
    <a:p>
      <a:pPr>
        <a:defRPr sz="1600">
          <a:solidFill>
            <a:schemeClr val="tx2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/>
          </c:spPr>
          <c:marker>
            <c:symbol val="none"/>
          </c:marker>
          <c:cat>
            <c:numRef>
              <c:f>'8.1.1'!$A$137:$A$157</c:f>
              <c:numCache>
                <c:formatCode>0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'8.1.1'!$D$137:$D$157</c:f>
              <c:numCache>
                <c:formatCode>#,##0.00\ \ </c:formatCode>
                <c:ptCount val="21"/>
                <c:pt idx="0">
                  <c:v>380.9</c:v>
                </c:pt>
                <c:pt idx="1">
                  <c:v>325</c:v>
                </c:pt>
                <c:pt idx="2">
                  <c:v>319</c:v>
                </c:pt>
                <c:pt idx="3">
                  <c:v>238.9</c:v>
                </c:pt>
                <c:pt idx="4">
                  <c:v>267.3</c:v>
                </c:pt>
                <c:pt idx="5">
                  <c:v>308.2</c:v>
                </c:pt>
                <c:pt idx="6">
                  <c:v>675.4</c:v>
                </c:pt>
                <c:pt idx="7" formatCode="#,##0.0\ \ ">
                  <c:v>1584.5</c:v>
                </c:pt>
                <c:pt idx="8" formatCode="#,##0.0\ \ ">
                  <c:v>1590.4</c:v>
                </c:pt>
                <c:pt idx="9" formatCode="#,##0.0\ \ ">
                  <c:v>1072.5999999999999</c:v>
                </c:pt>
                <c:pt idx="10" formatCode="#,##0.0\ \ ">
                  <c:v>1045.4000000000001</c:v>
                </c:pt>
                <c:pt idx="11" formatCode="#,##0.0\ \ ">
                  <c:v>1480.2</c:v>
                </c:pt>
                <c:pt idx="12" formatCode="#,##0.0\ \ ">
                  <c:v>1179.3</c:v>
                </c:pt>
                <c:pt idx="13">
                  <c:v>795.1</c:v>
                </c:pt>
                <c:pt idx="14">
                  <c:v>979</c:v>
                </c:pt>
                <c:pt idx="15" formatCode="#,##0.0\ \ ">
                  <c:v>1172.5999999999999</c:v>
                </c:pt>
                <c:pt idx="16" formatCode="#,##0.0\ \ ">
                  <c:v>1127.5999999999999</c:v>
                </c:pt>
                <c:pt idx="17" formatCode="#,##0.0\ \ ">
                  <c:v>1310.4000000000001</c:v>
                </c:pt>
                <c:pt idx="18" formatCode="#,##0.0\ \ ">
                  <c:v>1232.5999999999999</c:v>
                </c:pt>
                <c:pt idx="19">
                  <c:v>983.6</c:v>
                </c:pt>
                <c:pt idx="20" formatCode="#,##0.0\ \ ">
                  <c:v>1249.3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8D-49E2-858E-358BBBA4AA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625344"/>
        <c:axId val="91626880"/>
      </c:lineChart>
      <c:catAx>
        <c:axId val="91625344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crossAx val="91626880"/>
        <c:crosses val="autoZero"/>
        <c:auto val="1"/>
        <c:lblAlgn val="ctr"/>
        <c:lblOffset val="100"/>
        <c:noMultiLvlLbl val="0"/>
      </c:catAx>
      <c:valAx>
        <c:axId val="91626880"/>
        <c:scaling>
          <c:orientation val="minMax"/>
        </c:scaling>
        <c:delete val="0"/>
        <c:axPos val="l"/>
        <c:numFmt formatCode="#,##0.00\ \ " sourceLinked="1"/>
        <c:majorTickMark val="out"/>
        <c:minorTickMark val="none"/>
        <c:tickLblPos val="nextTo"/>
        <c:crossAx val="916253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Hoja3!$D$4</c:f>
              <c:strCache>
                <c:ptCount val="1"/>
                <c:pt idx="0">
                  <c:v>Saldo Comercial   (FOB-CIF)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Hoja3!$A$5:$A$22</c:f>
              <c:numCache>
                <c:formatCode>0</c:formatCode>
                <c:ptCount val="18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</c:numCache>
            </c:numRef>
          </c:cat>
          <c:val>
            <c:numRef>
              <c:f>Hoja3!$D$5:$D$22</c:f>
              <c:numCache>
                <c:formatCode>#.##000\ \ </c:formatCode>
                <c:ptCount val="18"/>
                <c:pt idx="0">
                  <c:v>429.4</c:v>
                </c:pt>
                <c:pt idx="1">
                  <c:v>499.9</c:v>
                </c:pt>
                <c:pt idx="2">
                  <c:v>29.8</c:v>
                </c:pt>
                <c:pt idx="3">
                  <c:v>36.399999999999864</c:v>
                </c:pt>
                <c:pt idx="4">
                  <c:v>-138.80000000000001</c:v>
                </c:pt>
                <c:pt idx="5">
                  <c:v>122.2</c:v>
                </c:pt>
                <c:pt idx="6">
                  <c:v>-310.8</c:v>
                </c:pt>
                <c:pt idx="7">
                  <c:v>-491.5</c:v>
                </c:pt>
                <c:pt idx="8">
                  <c:v>330</c:v>
                </c:pt>
                <c:pt idx="9">
                  <c:v>47.599999999999909</c:v>
                </c:pt>
                <c:pt idx="10">
                  <c:v>-244</c:v>
                </c:pt>
                <c:pt idx="11">
                  <c:v>-183.8</c:v>
                </c:pt>
                <c:pt idx="12">
                  <c:v>-335.6</c:v>
                </c:pt>
                <c:pt idx="13">
                  <c:v>-238.7</c:v>
                </c:pt>
                <c:pt idx="14">
                  <c:v>17</c:v>
                </c:pt>
                <c:pt idx="15">
                  <c:v>-170.1</c:v>
                </c:pt>
                <c:pt idx="16">
                  <c:v>-496.2</c:v>
                </c:pt>
                <c:pt idx="17">
                  <c:v>-140.5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8C-4522-9D61-63BB75546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4240720"/>
        <c:axId val="598381456"/>
      </c:barChart>
      <c:lineChart>
        <c:grouping val="standard"/>
        <c:varyColors val="0"/>
        <c:ser>
          <c:idx val="0"/>
          <c:order val="0"/>
          <c:tx>
            <c:strRef>
              <c:f>Hoja3!$B$4</c:f>
              <c:strCache>
                <c:ptCount val="1"/>
                <c:pt idx="0">
                  <c:v>Exportaciones    (FOB)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Hoja3!$A$5:$A$22</c:f>
              <c:numCache>
                <c:formatCode>0</c:formatCode>
                <c:ptCount val="18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</c:numCache>
            </c:numRef>
          </c:cat>
          <c:val>
            <c:numRef>
              <c:f>Hoja3!$B$5:$B$22</c:f>
              <c:numCache>
                <c:formatCode>#.##00\ \ </c:formatCode>
                <c:ptCount val="18"/>
                <c:pt idx="0" formatCode="#.##000\ \ ">
                  <c:v>737.6</c:v>
                </c:pt>
                <c:pt idx="1">
                  <c:v>1175.3</c:v>
                </c:pt>
                <c:pt idx="2">
                  <c:v>1614.3</c:v>
                </c:pt>
                <c:pt idx="3">
                  <c:v>1626.8</c:v>
                </c:pt>
                <c:pt idx="4" formatCode="#.##000\ \ ">
                  <c:v>933.8</c:v>
                </c:pt>
                <c:pt idx="5">
                  <c:v>1167.5999999999999</c:v>
                </c:pt>
                <c:pt idx="6">
                  <c:v>1169.4000000000001</c:v>
                </c:pt>
                <c:pt idx="7" formatCode="#.##000\ \ ">
                  <c:v>687.8</c:v>
                </c:pt>
                <c:pt idx="8">
                  <c:v>1125.0999999999999</c:v>
                </c:pt>
                <c:pt idx="9">
                  <c:v>1026.5999999999999</c:v>
                </c:pt>
                <c:pt idx="10" formatCode="#.##000\ \ ">
                  <c:v>928.6</c:v>
                </c:pt>
                <c:pt idx="11" formatCode="#.##000\ \ ">
                  <c:v>943.8</c:v>
                </c:pt>
                <c:pt idx="12" formatCode="#.##000\ \ ">
                  <c:v>974.8</c:v>
                </c:pt>
                <c:pt idx="13" formatCode="#.##000\ \ ">
                  <c:v>993.9</c:v>
                </c:pt>
                <c:pt idx="14">
                  <c:v>1000.6</c:v>
                </c:pt>
                <c:pt idx="15">
                  <c:v>1079.2</c:v>
                </c:pt>
                <c:pt idx="16" formatCode="#.##000\ \ ">
                  <c:v>964.1</c:v>
                </c:pt>
                <c:pt idx="17">
                  <c:v>1216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8C-4522-9D61-63BB75546A25}"/>
            </c:ext>
          </c:extLst>
        </c:ser>
        <c:ser>
          <c:idx val="1"/>
          <c:order val="1"/>
          <c:tx>
            <c:strRef>
              <c:f>Hoja3!$C$4</c:f>
              <c:strCache>
                <c:ptCount val="1"/>
                <c:pt idx="0">
                  <c:v>Importaciones    (CIF)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Hoja3!$A$5:$A$22</c:f>
              <c:numCache>
                <c:formatCode>0</c:formatCode>
                <c:ptCount val="18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</c:numCache>
            </c:numRef>
          </c:cat>
          <c:val>
            <c:numRef>
              <c:f>Hoja3!$C$5:$C$22</c:f>
              <c:numCache>
                <c:formatCode>#.##000\ \ </c:formatCode>
                <c:ptCount val="18"/>
                <c:pt idx="0">
                  <c:v>308.2</c:v>
                </c:pt>
                <c:pt idx="1">
                  <c:v>675.4</c:v>
                </c:pt>
                <c:pt idx="2" formatCode="#.##00\ \ ">
                  <c:v>1584.5</c:v>
                </c:pt>
                <c:pt idx="3" formatCode="#.##00\ \ ">
                  <c:v>1590.4</c:v>
                </c:pt>
                <c:pt idx="4" formatCode="#.##00\ \ ">
                  <c:v>1072.5999999999999</c:v>
                </c:pt>
                <c:pt idx="5" formatCode="#.##00\ \ ">
                  <c:v>1045.4000000000001</c:v>
                </c:pt>
                <c:pt idx="6" formatCode="#.##00\ \ ">
                  <c:v>1480.2</c:v>
                </c:pt>
                <c:pt idx="7" formatCode="#.##00\ \ ">
                  <c:v>1179.3</c:v>
                </c:pt>
                <c:pt idx="8">
                  <c:v>795.1</c:v>
                </c:pt>
                <c:pt idx="9">
                  <c:v>979</c:v>
                </c:pt>
                <c:pt idx="10" formatCode="#.##00\ \ ">
                  <c:v>1172.5999999999999</c:v>
                </c:pt>
                <c:pt idx="11" formatCode="#.##00\ \ ">
                  <c:v>1127.5999999999999</c:v>
                </c:pt>
                <c:pt idx="12" formatCode="#.##00\ \ ">
                  <c:v>1310.4000000000001</c:v>
                </c:pt>
                <c:pt idx="13" formatCode="#.##00\ \ ">
                  <c:v>1232.5999999999999</c:v>
                </c:pt>
                <c:pt idx="14">
                  <c:v>983.6</c:v>
                </c:pt>
                <c:pt idx="15" formatCode="#.##00\ \ ">
                  <c:v>1249.3</c:v>
                </c:pt>
                <c:pt idx="16" formatCode="#.##00\ \ ">
                  <c:v>1460.3</c:v>
                </c:pt>
                <c:pt idx="17" formatCode="#.##00\ \ ">
                  <c:v>1356.5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8C-4522-9D61-63BB75546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4240720"/>
        <c:axId val="598381456"/>
      </c:lineChart>
      <c:catAx>
        <c:axId val="49424072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98381456"/>
        <c:crosses val="autoZero"/>
        <c:auto val="1"/>
        <c:lblAlgn val="ctr"/>
        <c:lblOffset val="100"/>
        <c:noMultiLvlLbl val="0"/>
      </c:catAx>
      <c:valAx>
        <c:axId val="598381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.##0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4240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290026246719175E-2"/>
          <c:y val="0.81828594342373873"/>
          <c:w val="0.98370997375328084"/>
          <c:h val="0.149306649168853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Hoja3!$E$4</c:f>
              <c:strCache>
                <c:ptCount val="1"/>
                <c:pt idx="0">
                  <c:v>Cuenta Capital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Hoja3!$A$5:$A$22</c:f>
              <c:numCache>
                <c:formatCode>0</c:formatCode>
                <c:ptCount val="18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</c:numCache>
            </c:numRef>
          </c:cat>
          <c:val>
            <c:numRef>
              <c:f>Hoja3!$E$5:$E$22</c:f>
              <c:numCache>
                <c:formatCode>#.##000\ \ </c:formatCode>
                <c:ptCount val="18"/>
                <c:pt idx="0">
                  <c:v>-44</c:v>
                </c:pt>
                <c:pt idx="1">
                  <c:v>-328.1</c:v>
                </c:pt>
                <c:pt idx="2">
                  <c:v>-381.2</c:v>
                </c:pt>
                <c:pt idx="3">
                  <c:v>-543</c:v>
                </c:pt>
                <c:pt idx="4">
                  <c:v>-237</c:v>
                </c:pt>
                <c:pt idx="5">
                  <c:v>32.799999999999997</c:v>
                </c:pt>
                <c:pt idx="6">
                  <c:v>151.1</c:v>
                </c:pt>
                <c:pt idx="7">
                  <c:v>287.5</c:v>
                </c:pt>
                <c:pt idx="8">
                  <c:v>-18.3</c:v>
                </c:pt>
                <c:pt idx="9">
                  <c:v>-76.099999999999994</c:v>
                </c:pt>
                <c:pt idx="10" formatCode="#.##0000\ \ ">
                  <c:v>-0.1</c:v>
                </c:pt>
                <c:pt idx="11">
                  <c:v>112.9</c:v>
                </c:pt>
                <c:pt idx="12">
                  <c:v>423.1</c:v>
                </c:pt>
                <c:pt idx="13">
                  <c:v>84.4</c:v>
                </c:pt>
                <c:pt idx="14">
                  <c:v>235.8</c:v>
                </c:pt>
                <c:pt idx="15">
                  <c:v>524.6</c:v>
                </c:pt>
                <c:pt idx="16">
                  <c:v>385.6</c:v>
                </c:pt>
                <c:pt idx="17">
                  <c:v>-25.1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F3-465B-AADA-FDE6BB2B3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4240720"/>
        <c:axId val="598381456"/>
      </c:barChart>
      <c:catAx>
        <c:axId val="49424072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98381456"/>
        <c:crosses val="autoZero"/>
        <c:auto val="1"/>
        <c:lblAlgn val="ctr"/>
        <c:lblOffset val="100"/>
        <c:noMultiLvlLbl val="0"/>
      </c:catAx>
      <c:valAx>
        <c:axId val="598381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.##0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4240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61230472306379E-2"/>
          <c:y val="5.0926018614756006E-2"/>
          <c:w val="0.89689086866897771"/>
          <c:h val="0.79685914260717405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var de res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57150">
              <a:noFill/>
            </a:ln>
            <a:effectLst/>
          </c:spPr>
          <c:invertIfNegative val="0"/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Hoja1!$E$2:$E$25</c:f>
              <c:numCache>
                <c:formatCode>#,##0.00\ \ </c:formatCode>
                <c:ptCount val="24"/>
                <c:pt idx="0">
                  <c:v>21.5</c:v>
                </c:pt>
                <c:pt idx="1">
                  <c:v>92.1</c:v>
                </c:pt>
                <c:pt idx="2">
                  <c:v>122.1</c:v>
                </c:pt>
                <c:pt idx="3">
                  <c:v>288.7</c:v>
                </c:pt>
                <c:pt idx="4">
                  <c:v>300.2</c:v>
                </c:pt>
                <c:pt idx="5">
                  <c:v>343.2</c:v>
                </c:pt>
                <c:pt idx="6">
                  <c:v>71.3</c:v>
                </c:pt>
                <c:pt idx="7">
                  <c:v>-285.7</c:v>
                </c:pt>
                <c:pt idx="8">
                  <c:v>-489.5</c:v>
                </c:pt>
                <c:pt idx="9">
                  <c:v>-286.39999999999998</c:v>
                </c:pt>
                <c:pt idx="10">
                  <c:v>164.4</c:v>
                </c:pt>
                <c:pt idx="11">
                  <c:v>-204.6</c:v>
                </c:pt>
                <c:pt idx="12">
                  <c:v>-173.4</c:v>
                </c:pt>
                <c:pt idx="13">
                  <c:v>312.2</c:v>
                </c:pt>
                <c:pt idx="14">
                  <c:v>-16.899999999999999</c:v>
                </c:pt>
                <c:pt idx="15">
                  <c:v>-233.5</c:v>
                </c:pt>
                <c:pt idx="16">
                  <c:v>-5.5</c:v>
                </c:pt>
                <c:pt idx="17">
                  <c:v>119.3</c:v>
                </c:pt>
                <c:pt idx="18">
                  <c:v>-190.8</c:v>
                </c:pt>
                <c:pt idx="19">
                  <c:v>246.7</c:v>
                </c:pt>
                <c:pt idx="20">
                  <c:v>317.8</c:v>
                </c:pt>
                <c:pt idx="21">
                  <c:v>-201.3</c:v>
                </c:pt>
                <c:pt idx="22">
                  <c:v>-304.5</c:v>
                </c:pt>
                <c:pt idx="23">
                  <c:v>130.6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ED-413B-A59C-56997EEFB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2504448"/>
        <c:axId val="362505432"/>
      </c:barChar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Exportaciones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Hoja1!$B$2:$B$25</c:f>
              <c:numCache>
                <c:formatCode>#,##0.00\ \ </c:formatCode>
                <c:ptCount val="24"/>
                <c:pt idx="0">
                  <c:v>430.2</c:v>
                </c:pt>
                <c:pt idx="1">
                  <c:v>458.3</c:v>
                </c:pt>
                <c:pt idx="2">
                  <c:v>505.3</c:v>
                </c:pt>
                <c:pt idx="3">
                  <c:v>611.4</c:v>
                </c:pt>
                <c:pt idx="4">
                  <c:v>686.5</c:v>
                </c:pt>
                <c:pt idx="5">
                  <c:v>737.6</c:v>
                </c:pt>
                <c:pt idx="6" formatCode="#,##0.0\ \ ">
                  <c:v>1175.3</c:v>
                </c:pt>
                <c:pt idx="7" formatCode="#,##0.0\ \ ">
                  <c:v>1614.3</c:v>
                </c:pt>
                <c:pt idx="8" formatCode="#,##0.0\ \ ">
                  <c:v>1626.8</c:v>
                </c:pt>
                <c:pt idx="9">
                  <c:v>933.8</c:v>
                </c:pt>
                <c:pt idx="10" formatCode="#,##0.0\ \ ">
                  <c:v>1167.5999999999999</c:v>
                </c:pt>
                <c:pt idx="11" formatCode="#,##0.0\ \ ">
                  <c:v>1169.4000000000001</c:v>
                </c:pt>
                <c:pt idx="12">
                  <c:v>687.8</c:v>
                </c:pt>
                <c:pt idx="13" formatCode="#,##0.0\ \ ">
                  <c:v>1125.0999999999999</c:v>
                </c:pt>
                <c:pt idx="14" formatCode="#,##0.0\ \ ">
                  <c:v>1026.5999999999999</c:v>
                </c:pt>
                <c:pt idx="15">
                  <c:v>928.6</c:v>
                </c:pt>
                <c:pt idx="16">
                  <c:v>943.8</c:v>
                </c:pt>
                <c:pt idx="17">
                  <c:v>974.8</c:v>
                </c:pt>
                <c:pt idx="18">
                  <c:v>993.9</c:v>
                </c:pt>
                <c:pt idx="19" formatCode="#,##0.0\ \ ">
                  <c:v>1000.6</c:v>
                </c:pt>
                <c:pt idx="20" formatCode="#,##0.0\ \ ">
                  <c:v>1079.2</c:v>
                </c:pt>
                <c:pt idx="21">
                  <c:v>964.1</c:v>
                </c:pt>
                <c:pt idx="22" formatCode="#,##0.0\ \ ">
                  <c:v>1216</c:v>
                </c:pt>
                <c:pt idx="23" formatCode="#,##0.0\ \ ">
                  <c:v>1365.5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ED-413B-A59C-56997EEFB3F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Importaciones</c:v>
                </c:pt>
              </c:strCache>
            </c:strRef>
          </c:tx>
          <c:spPr>
            <a:ln w="571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Hoja1!$C$2:$C$25</c:f>
              <c:numCache>
                <c:formatCode>#,##0.00\ \ </c:formatCode>
                <c:ptCount val="24"/>
                <c:pt idx="0">
                  <c:v>350.69849162384043</c:v>
                </c:pt>
                <c:pt idx="1">
                  <c:v>299.23079490088776</c:v>
                </c:pt>
                <c:pt idx="2">
                  <c:v>293.70653407194828</c:v>
                </c:pt>
                <c:pt idx="3">
                  <c:v>219.95765200560641</c:v>
                </c:pt>
                <c:pt idx="4">
                  <c:v>246.10581992925322</c:v>
                </c:pt>
                <c:pt idx="5">
                  <c:v>283.76286457985719</c:v>
                </c:pt>
                <c:pt idx="6">
                  <c:v>621.84762731095248</c:v>
                </c:pt>
                <c:pt idx="7" formatCode="#,##0.0\ \ ">
                  <c:v>1458.8652139090971</c:v>
                </c:pt>
                <c:pt idx="8" formatCode="#,##0.0\ \ ">
                  <c:v>1464.2974037242211</c:v>
                </c:pt>
                <c:pt idx="9">
                  <c:v>987.55369418674502</c:v>
                </c:pt>
                <c:pt idx="10">
                  <c:v>962.51037842888627</c:v>
                </c:pt>
                <c:pt idx="11" formatCode="#,##0.0\ \ ">
                  <c:v>1362.8351464993661</c:v>
                </c:pt>
                <c:pt idx="12" formatCode="#,##0.0\ \ ">
                  <c:v>1085.793465928052</c:v>
                </c:pt>
                <c:pt idx="13">
                  <c:v>732.05663084829496</c:v>
                </c:pt>
                <c:pt idx="14">
                  <c:v>901.37522525528959</c:v>
                </c:pt>
                <c:pt idx="15" formatCode="#,##0.0\ \ ">
                  <c:v>1079.6247080024029</c:v>
                </c:pt>
                <c:pt idx="16" formatCode="#,##0.0\ \ ">
                  <c:v>1038.1927517853569</c:v>
                </c:pt>
                <c:pt idx="17" formatCode="#,##0.0\ \ ">
                  <c:v>1206.4985650403794</c:v>
                </c:pt>
                <c:pt idx="18" formatCode="#,##0.0\ \ ">
                  <c:v>1134.8673162917976</c:v>
                </c:pt>
                <c:pt idx="19">
                  <c:v>905.61049189080995</c:v>
                </c:pt>
                <c:pt idx="20" formatCode="#,##0.0\ \ ">
                  <c:v>1150.2431755990126</c:v>
                </c:pt>
                <c:pt idx="21" formatCode="#,##0.0\ \ ">
                  <c:v>1344.5130147500506</c:v>
                </c:pt>
                <c:pt idx="22" formatCode="#,##0.0\ \ ">
                  <c:v>1248.9433024093978</c:v>
                </c:pt>
                <c:pt idx="23">
                  <c:v>902.9404324901559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ED-413B-A59C-56997EEFB3F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Cta. Cap</c:v>
                </c:pt>
              </c:strCache>
            </c:strRef>
          </c:tx>
          <c:spPr>
            <a:ln w="57150" cap="rnd">
              <a:solidFill>
                <a:schemeClr val="accent1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Hoja1!$A$2:$A$25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Hoja1!$D$2:$D$25</c:f>
              <c:numCache>
                <c:formatCode>#,##0.00\ \ </c:formatCode>
                <c:ptCount val="24"/>
                <c:pt idx="0">
                  <c:v>59.8</c:v>
                </c:pt>
                <c:pt idx="1">
                  <c:v>39.5</c:v>
                </c:pt>
                <c:pt idx="2">
                  <c:v>1.6</c:v>
                </c:pt>
                <c:pt idx="3">
                  <c:v>-74.3</c:v>
                </c:pt>
                <c:pt idx="4">
                  <c:v>-67</c:v>
                </c:pt>
                <c:pt idx="5">
                  <c:v>-44</c:v>
                </c:pt>
                <c:pt idx="6">
                  <c:v>-328.1</c:v>
                </c:pt>
                <c:pt idx="7">
                  <c:v>-381.2</c:v>
                </c:pt>
                <c:pt idx="8">
                  <c:v>-543</c:v>
                </c:pt>
                <c:pt idx="9">
                  <c:v>-237</c:v>
                </c:pt>
                <c:pt idx="10">
                  <c:v>32.799999999999997</c:v>
                </c:pt>
                <c:pt idx="11">
                  <c:v>151.1</c:v>
                </c:pt>
                <c:pt idx="12">
                  <c:v>287.5</c:v>
                </c:pt>
                <c:pt idx="13">
                  <c:v>-18.3</c:v>
                </c:pt>
                <c:pt idx="14">
                  <c:v>-76.099999999999994</c:v>
                </c:pt>
                <c:pt idx="15" formatCode="#,##0.000\ \ ">
                  <c:v>-0.1</c:v>
                </c:pt>
                <c:pt idx="16">
                  <c:v>112.9</c:v>
                </c:pt>
                <c:pt idx="17">
                  <c:v>423.1</c:v>
                </c:pt>
                <c:pt idx="18">
                  <c:v>84.4</c:v>
                </c:pt>
                <c:pt idx="19">
                  <c:v>235.8</c:v>
                </c:pt>
                <c:pt idx="20">
                  <c:v>524.6</c:v>
                </c:pt>
                <c:pt idx="21">
                  <c:v>385.6</c:v>
                </c:pt>
                <c:pt idx="22">
                  <c:v>-25.1</c:v>
                </c:pt>
                <c:pt idx="23">
                  <c:v>-109.7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ED-413B-A59C-56997EEFB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2504448"/>
        <c:axId val="362505432"/>
      </c:lineChart>
      <c:catAx>
        <c:axId val="3625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62505432"/>
        <c:crosses val="autoZero"/>
        <c:auto val="1"/>
        <c:lblAlgn val="ctr"/>
        <c:lblOffset val="100"/>
        <c:noMultiLvlLbl val="0"/>
      </c:catAx>
      <c:valAx>
        <c:axId val="36250543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6250444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12848556430446195"/>
          <c:y val="3.8193350831146104E-2"/>
          <c:w val="0.22984776902887138"/>
          <c:h val="0.261576261300670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v>Prom. Prec. INT. PESOS</c:v>
          </c:tx>
          <c:spPr>
            <a:solidFill>
              <a:schemeClr val="accent5">
                <a:lumMod val="75000"/>
                <a:alpha val="58000"/>
              </a:schemeClr>
            </a:solidFill>
            <a:ln>
              <a:noFill/>
            </a:ln>
            <a:effectLst/>
          </c:spPr>
          <c:cat>
            <c:numRef>
              <c:f>'[crisis del 49.xlsx]Punto 3.2 (cont)'!$D$15:$D$35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'[crisis del 49.xlsx]Punto 3.2 (cont)'!$S$15:$S$35</c:f>
              <c:numCache>
                <c:formatCode>General</c:formatCode>
                <c:ptCount val="21"/>
                <c:pt idx="0">
                  <c:v>41.05</c:v>
                </c:pt>
                <c:pt idx="1">
                  <c:v>46.25</c:v>
                </c:pt>
                <c:pt idx="2">
                  <c:v>62.25</c:v>
                </c:pt>
                <c:pt idx="3">
                  <c:v>66</c:v>
                </c:pt>
                <c:pt idx="4">
                  <c:v>106.9</c:v>
                </c:pt>
                <c:pt idx="5">
                  <c:v>181.45</c:v>
                </c:pt>
                <c:pt idx="6">
                  <c:v>142.5</c:v>
                </c:pt>
                <c:pt idx="7">
                  <c:v>170</c:v>
                </c:pt>
                <c:pt idx="8">
                  <c:v>192.5</c:v>
                </c:pt>
                <c:pt idx="9">
                  <c:v>197.5</c:v>
                </c:pt>
                <c:pt idx="10">
                  <c:v>312.5</c:v>
                </c:pt>
                <c:pt idx="11">
                  <c:v>312.5</c:v>
                </c:pt>
                <c:pt idx="12">
                  <c:v>370</c:v>
                </c:pt>
                <c:pt idx="13">
                  <c:v>475</c:v>
                </c:pt>
                <c:pt idx="14">
                  <c:v>475</c:v>
                </c:pt>
                <c:pt idx="15">
                  <c:v>475</c:v>
                </c:pt>
                <c:pt idx="16">
                  <c:v>675</c:v>
                </c:pt>
                <c:pt idx="17">
                  <c:v>865.65000000000009</c:v>
                </c:pt>
                <c:pt idx="18">
                  <c:v>1003.6999999999999</c:v>
                </c:pt>
                <c:pt idx="19">
                  <c:v>2245.9999999999995</c:v>
                </c:pt>
                <c:pt idx="20">
                  <c:v>2957.3500000000004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25-4AA4-BE7A-097C9B989DCD}"/>
            </c:ext>
          </c:extLst>
        </c:ser>
        <c:ser>
          <c:idx val="1"/>
          <c:order val="1"/>
          <c:tx>
            <c:v>Prom. Precios EXT PESOS</c:v>
          </c:tx>
          <c:spPr>
            <a:solidFill>
              <a:schemeClr val="accent6">
                <a:lumMod val="75000"/>
                <a:alpha val="52000"/>
              </a:schemeClr>
            </a:solidFill>
            <a:ln>
              <a:noFill/>
            </a:ln>
            <a:effectLst/>
          </c:spPr>
          <c:cat>
            <c:numRef>
              <c:f>'[crisis del 49.xlsx]Punto 3.2 (cont)'!$D$15:$D$35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'[crisis del 49.xlsx]Punto 3.2 (cont)'!$P$15:$P$35</c:f>
              <c:numCache>
                <c:formatCode>General</c:formatCode>
                <c:ptCount val="21"/>
                <c:pt idx="0">
                  <c:v>63.439872804122203</c:v>
                </c:pt>
                <c:pt idx="1">
                  <c:v>54.130525496321582</c:v>
                </c:pt>
                <c:pt idx="2">
                  <c:v>59.622171519953106</c:v>
                </c:pt>
                <c:pt idx="3">
                  <c:v>82.890707369693928</c:v>
                </c:pt>
                <c:pt idx="4">
                  <c:v>96.001683130024929</c:v>
                </c:pt>
                <c:pt idx="5">
                  <c:v>125.30088563298851</c:v>
                </c:pt>
                <c:pt idx="6">
                  <c:v>203.31341671332359</c:v>
                </c:pt>
                <c:pt idx="7">
                  <c:v>380.44651499945758</c:v>
                </c:pt>
                <c:pt idx="8">
                  <c:v>493.57724054474937</c:v>
                </c:pt>
                <c:pt idx="9">
                  <c:v>352.67908081422127</c:v>
                </c:pt>
                <c:pt idx="10">
                  <c:v>244.62589492647311</c:v>
                </c:pt>
                <c:pt idx="11">
                  <c:v>456.58536552923817</c:v>
                </c:pt>
                <c:pt idx="12">
                  <c:v>507.27861756494576</c:v>
                </c:pt>
                <c:pt idx="13">
                  <c:v>426.41281782210831</c:v>
                </c:pt>
                <c:pt idx="14">
                  <c:v>317.71487337496001</c:v>
                </c:pt>
                <c:pt idx="15">
                  <c:v>350.37051229079157</c:v>
                </c:pt>
                <c:pt idx="16">
                  <c:v>1025.0259756887503</c:v>
                </c:pt>
                <c:pt idx="17">
                  <c:v>1121.1006091028335</c:v>
                </c:pt>
                <c:pt idx="18">
                  <c:v>1459.9541661651269</c:v>
                </c:pt>
                <c:pt idx="19">
                  <c:v>3947.5630200934716</c:v>
                </c:pt>
                <c:pt idx="20">
                  <c:v>4498.7999999999993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25-4AA4-BE7A-097C9B989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3961552"/>
        <c:axId val="1169567872"/>
      </c:areaChart>
      <c:catAx>
        <c:axId val="10939615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9567872"/>
        <c:crosses val="autoZero"/>
        <c:auto val="1"/>
        <c:lblAlgn val="ctr"/>
        <c:lblOffset val="100"/>
        <c:noMultiLvlLbl val="0"/>
      </c:catAx>
      <c:valAx>
        <c:axId val="1169567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939615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tx2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v>Prom Prec. INT DOL</c:v>
          </c:tx>
          <c:spPr>
            <a:solidFill>
              <a:schemeClr val="accent5">
                <a:lumMod val="75000"/>
                <a:alpha val="80000"/>
              </a:schemeClr>
            </a:solidFill>
            <a:ln>
              <a:noFill/>
            </a:ln>
            <a:effectLst/>
          </c:spPr>
          <c:cat>
            <c:numRef>
              <c:f>'[crisis del 49.xlsx]Punto 3.2 (cont)'!$D$15:$D$35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'[crisis del 49.xlsx]Punto 3.2 (cont)'!$AB$15:$AB$35</c:f>
              <c:numCache>
                <c:formatCode>0.0</c:formatCode>
                <c:ptCount val="21"/>
                <c:pt idx="0">
                  <c:v>12.223810374605442</c:v>
                </c:pt>
                <c:pt idx="1">
                  <c:v>13.772258948246083</c:v>
                </c:pt>
                <c:pt idx="2">
                  <c:v>18.536716097909597</c:v>
                </c:pt>
                <c:pt idx="3">
                  <c:v>19.65338574236198</c:v>
                </c:pt>
                <c:pt idx="4">
                  <c:v>31.832529331189328</c:v>
                </c:pt>
                <c:pt idx="5">
                  <c:v>54.031921862902749</c:v>
                </c:pt>
                <c:pt idx="6">
                  <c:v>42.433446489190629</c:v>
                </c:pt>
                <c:pt idx="7">
                  <c:v>50.622357215174802</c:v>
                </c:pt>
                <c:pt idx="8">
                  <c:v>57.322375081889099</c:v>
                </c:pt>
                <c:pt idx="9">
                  <c:v>58.81126794115896</c:v>
                </c:pt>
                <c:pt idx="10">
                  <c:v>80.015362949686335</c:v>
                </c:pt>
                <c:pt idx="11">
                  <c:v>62.5</c:v>
                </c:pt>
                <c:pt idx="12">
                  <c:v>74</c:v>
                </c:pt>
                <c:pt idx="13">
                  <c:v>95</c:v>
                </c:pt>
                <c:pt idx="14">
                  <c:v>95</c:v>
                </c:pt>
                <c:pt idx="15">
                  <c:v>69.090909090909065</c:v>
                </c:pt>
                <c:pt idx="16">
                  <c:v>37.5</c:v>
                </c:pt>
                <c:pt idx="17">
                  <c:v>48.091666666666669</c:v>
                </c:pt>
                <c:pt idx="18">
                  <c:v>55.761111111111106</c:v>
                </c:pt>
                <c:pt idx="19">
                  <c:v>27.855636859729628</c:v>
                </c:pt>
                <c:pt idx="20">
                  <c:v>35.716787439613526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13-4BBC-904C-05D91EAC7680}"/>
            </c:ext>
          </c:extLst>
        </c:ser>
        <c:ser>
          <c:idx val="2"/>
          <c:order val="2"/>
          <c:tx>
            <c:v>Prom Prec. EXT DOL</c:v>
          </c:tx>
          <c:spPr>
            <a:solidFill>
              <a:schemeClr val="accent6">
                <a:lumMod val="75000"/>
                <a:alpha val="52000"/>
              </a:schemeClr>
            </a:solidFill>
            <a:ln>
              <a:noFill/>
            </a:ln>
            <a:effectLst/>
          </c:spPr>
          <c:cat>
            <c:numRef>
              <c:f>'[crisis del 49.xlsx]Punto 3.2 (cont)'!$D$15:$D$35</c:f>
              <c:numCache>
                <c:formatCode>@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'[crisis del 49.xlsx]Punto 3.2 (cont)'!$G$15:$G$35</c:f>
              <c:numCache>
                <c:formatCode>_ * #,##0.00_ ;_ * \-#,##0.00_ ;_ * "-"??_ ;_ @_ </c:formatCode>
                <c:ptCount val="21"/>
                <c:pt idx="0">
                  <c:v>18.891034722208978</c:v>
                </c:pt>
                <c:pt idx="1">
                  <c:v>16.118910575999518</c:v>
                </c:pt>
                <c:pt idx="2">
                  <c:v>17.754205086044042</c:v>
                </c:pt>
                <c:pt idx="3">
                  <c:v>24.683076460512751</c:v>
                </c:pt>
                <c:pt idx="4">
                  <c:v>28.587244098036127</c:v>
                </c:pt>
                <c:pt idx="5">
                  <c:v>37.311918775828872</c:v>
                </c:pt>
                <c:pt idx="6">
                  <c:v>60.542378867644452</c:v>
                </c:pt>
                <c:pt idx="7">
                  <c:v>113.28881990335822</c:v>
                </c:pt>
                <c:pt idx="8">
                  <c:v>146.97672578903857</c:v>
                </c:pt>
                <c:pt idx="9">
                  <c:v>105.02027300762944</c:v>
                </c:pt>
                <c:pt idx="10">
                  <c:v>62.636255262187454</c:v>
                </c:pt>
                <c:pt idx="11">
                  <c:v>91.317073105847641</c:v>
                </c:pt>
                <c:pt idx="12">
                  <c:v>101.45572351298915</c:v>
                </c:pt>
                <c:pt idx="13">
                  <c:v>85.28256356442165</c:v>
                </c:pt>
                <c:pt idx="14">
                  <c:v>63.542974674992003</c:v>
                </c:pt>
                <c:pt idx="15">
                  <c:v>50.962983605933303</c:v>
                </c:pt>
                <c:pt idx="16">
                  <c:v>56.945887538263918</c:v>
                </c:pt>
                <c:pt idx="17">
                  <c:v>62.283367172379634</c:v>
                </c:pt>
                <c:pt idx="18">
                  <c:v>81.108564786951504</c:v>
                </c:pt>
                <c:pt idx="19">
                  <c:v>48.958985738477885</c:v>
                </c:pt>
                <c:pt idx="20">
                  <c:v>54.333333333333336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13-4BBC-904C-05D91EAC7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3961552"/>
        <c:axId val="1169567872"/>
      </c:areaChart>
      <c:lineChart>
        <c:grouping val="standard"/>
        <c:varyColors val="0"/>
        <c:ser>
          <c:idx val="1"/>
          <c:order val="1"/>
          <c:tx>
            <c:v>Dólar Expo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2">
                  <a:lumMod val="60000"/>
                  <a:lumOff val="40000"/>
                  <a:alpha val="56000"/>
                </a:schemeClr>
              </a:solidFill>
              <a:ln w="22225">
                <a:solidFill>
                  <a:schemeClr val="accent2">
                    <a:lumMod val="50000"/>
                    <a:alpha val="56000"/>
                  </a:schemeClr>
                </a:solidFill>
              </a:ln>
              <a:effectLst/>
            </c:spPr>
          </c:marker>
          <c:val>
            <c:numRef>
              <c:f>'[crisis del 49.xlsx]Punto 3.2 (cont)'!$I$15:$I$35</c:f>
              <c:numCache>
                <c:formatCode>General</c:formatCode>
                <c:ptCount val="21"/>
                <c:pt idx="0">
                  <c:v>3.3582000000000001</c:v>
                </c:pt>
                <c:pt idx="1">
                  <c:v>3.3582000000000001</c:v>
                </c:pt>
                <c:pt idx="2">
                  <c:v>3.3582000000000001</c:v>
                </c:pt>
                <c:pt idx="3">
                  <c:v>3.3582000000000001</c:v>
                </c:pt>
                <c:pt idx="4">
                  <c:v>3.3582000000000001</c:v>
                </c:pt>
                <c:pt idx="5">
                  <c:v>3.3582000000000001</c:v>
                </c:pt>
                <c:pt idx="6">
                  <c:v>3.3582000000000001</c:v>
                </c:pt>
                <c:pt idx="7">
                  <c:v>3.3582000000000001</c:v>
                </c:pt>
                <c:pt idx="8">
                  <c:v>3.3582000000000001</c:v>
                </c:pt>
                <c:pt idx="9">
                  <c:v>3.3582000000000001</c:v>
                </c:pt>
                <c:pt idx="10">
                  <c:v>3.9055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6.8750000000000009</c:v>
                </c:pt>
                <c:pt idx="16">
                  <c:v>18</c:v>
                </c:pt>
                <c:pt idx="17">
                  <c:v>18</c:v>
                </c:pt>
                <c:pt idx="18">
                  <c:v>18</c:v>
                </c:pt>
                <c:pt idx="19">
                  <c:v>80.63</c:v>
                </c:pt>
                <c:pt idx="20">
                  <c:v>82.8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13-4BBC-904C-05D91EAC7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084016"/>
        <c:axId val="1169577856"/>
      </c:lineChart>
      <c:catAx>
        <c:axId val="10939615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9567872"/>
        <c:crosses val="autoZero"/>
        <c:auto val="1"/>
        <c:lblAlgn val="ctr"/>
        <c:lblOffset val="100"/>
        <c:noMultiLvlLbl val="0"/>
      </c:catAx>
      <c:valAx>
        <c:axId val="1169567872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93961552"/>
        <c:crosses val="autoZero"/>
        <c:crossBetween val="between"/>
      </c:valAx>
      <c:valAx>
        <c:axId val="11695778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65084016"/>
        <c:crosses val="max"/>
        <c:crossBetween val="between"/>
      </c:valAx>
      <c:catAx>
        <c:axId val="1165084016"/>
        <c:scaling>
          <c:orientation val="minMax"/>
        </c:scaling>
        <c:delete val="1"/>
        <c:axPos val="b"/>
        <c:majorTickMark val="out"/>
        <c:minorTickMark val="none"/>
        <c:tickLblPos val="nextTo"/>
        <c:crossAx val="11695778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Hoja4!$E$2</c:f>
              <c:strCache>
                <c:ptCount val="1"/>
                <c:pt idx="0">
                  <c:v>libre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Hoja4!$E$3:$E$20</c:f>
              <c:numCache>
                <c:formatCode>#,#00%</c:formatCode>
                <c:ptCount val="18"/>
                <c:pt idx="0">
                  <c:v>1.2635021306114158E-2</c:v>
                </c:pt>
                <c:pt idx="1">
                  <c:v>0.10828399471546724</c:v>
                </c:pt>
                <c:pt idx="2">
                  <c:v>0.54083885209713034</c:v>
                </c:pt>
                <c:pt idx="3">
                  <c:v>0.67765042979942702</c:v>
                </c:pt>
                <c:pt idx="4">
                  <c:v>0.36549957301451719</c:v>
                </c:pt>
                <c:pt idx="5">
                  <c:v>0.48467792370231377</c:v>
                </c:pt>
                <c:pt idx="6">
                  <c:v>-3.3698399326031914E-2</c:v>
                </c:pt>
                <c:pt idx="7">
                  <c:v>-1.6564952048823245E-2</c:v>
                </c:pt>
                <c:pt idx="8">
                  <c:v>0.12145390070921991</c:v>
                </c:pt>
                <c:pt idx="9">
                  <c:v>0.20513833992094876</c:v>
                </c:pt>
                <c:pt idx="10">
                  <c:v>0.16562807477861585</c:v>
                </c:pt>
                <c:pt idx="11">
                  <c:v>0.11480022509848054</c:v>
                </c:pt>
                <c:pt idx="12">
                  <c:v>0.26451287228672404</c:v>
                </c:pt>
                <c:pt idx="13">
                  <c:v>0.59281437125748493</c:v>
                </c:pt>
                <c:pt idx="14">
                  <c:v>3.7593984962406068E-2</c:v>
                </c:pt>
                <c:pt idx="15">
                  <c:v>9.6618357487932016E-4</c:v>
                </c:pt>
                <c:pt idx="16">
                  <c:v>0.39901061776061764</c:v>
                </c:pt>
                <c:pt idx="17">
                  <c:v>0.19542906425183282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52-4500-AF8A-D1F5BA128F33}"/>
            </c:ext>
          </c:extLst>
        </c:ser>
        <c:ser>
          <c:idx val="1"/>
          <c:order val="1"/>
          <c:tx>
            <c:strRef>
              <c:f>Hoja4!$F$2</c:f>
              <c:strCache>
                <c:ptCount val="1"/>
                <c:pt idx="0">
                  <c:v>exportacion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Hoja4!$F$3:$F$20</c:f>
              <c:numCache>
                <c:formatCode>#,#00%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0.16297421237567722</c:v>
                </c:pt>
                <c:pt idx="5">
                  <c:v>0.28024580719498138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0.37500000000000022</c:v>
                </c:pt>
                <c:pt idx="10">
                  <c:v>1.6181818181818182</c:v>
                </c:pt>
                <c:pt idx="11">
                  <c:v>0</c:v>
                </c:pt>
                <c:pt idx="12">
                  <c:v>0</c:v>
                </c:pt>
                <c:pt idx="13">
                  <c:v>3.4794444444444439</c:v>
                </c:pt>
                <c:pt idx="14">
                  <c:v>2.6913059655215177E-2</c:v>
                </c:pt>
                <c:pt idx="15">
                  <c:v>3.9855072463768071E-3</c:v>
                </c:pt>
                <c:pt idx="16">
                  <c:v>0.39516420064958502</c:v>
                </c:pt>
                <c:pt idx="17">
                  <c:v>0.1951198482496983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52-4500-AF8A-D1F5BA128F33}"/>
            </c:ext>
          </c:extLst>
        </c:ser>
        <c:ser>
          <c:idx val="2"/>
          <c:order val="2"/>
          <c:tx>
            <c:strRef>
              <c:f>Hoja4!$G$2</c:f>
              <c:strCache>
                <c:ptCount val="1"/>
                <c:pt idx="0">
                  <c:v>importacion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Hoja4!$A$3:$A$20</c:f>
              <c:numCache>
                <c:formatCode>General</c:formatCode>
                <c:ptCount val="18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  <c:pt idx="9">
                  <c:v>1955</c:v>
                </c:pt>
                <c:pt idx="10">
                  <c:v>1956</c:v>
                </c:pt>
                <c:pt idx="11">
                  <c:v>1957</c:v>
                </c:pt>
                <c:pt idx="12">
                  <c:v>1958</c:v>
                </c:pt>
                <c:pt idx="13">
                  <c:v>1959</c:v>
                </c:pt>
                <c:pt idx="14">
                  <c:v>1960</c:v>
                </c:pt>
                <c:pt idx="15">
                  <c:v>1961</c:v>
                </c:pt>
                <c:pt idx="16">
                  <c:v>1962</c:v>
                </c:pt>
                <c:pt idx="17">
                  <c:v>1963</c:v>
                </c:pt>
              </c:numCache>
            </c:numRef>
          </c:cat>
          <c:val>
            <c:numRef>
              <c:f>Hoja4!$G$3:$G$20</c:f>
              <c:numCache>
                <c:formatCode>#,#00%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0.14635011468703452</c:v>
                </c:pt>
                <c:pt idx="4">
                  <c:v>0.35259292875118597</c:v>
                </c:pt>
                <c:pt idx="5">
                  <c:v>0.14379832547925142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0.34999999999999987</c:v>
                </c:pt>
                <c:pt idx="10">
                  <c:v>0.7777777777777779</c:v>
                </c:pt>
                <c:pt idx="11">
                  <c:v>0</c:v>
                </c:pt>
                <c:pt idx="12">
                  <c:v>0</c:v>
                </c:pt>
                <c:pt idx="13">
                  <c:v>3.4794444444444439</c:v>
                </c:pt>
                <c:pt idx="14">
                  <c:v>2.6913059655215177E-2</c:v>
                </c:pt>
                <c:pt idx="15">
                  <c:v>3.9855072463768071E-3</c:v>
                </c:pt>
                <c:pt idx="16">
                  <c:v>0.39516420064958502</c:v>
                </c:pt>
                <c:pt idx="17">
                  <c:v>0.1951198482496983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52-4500-AF8A-D1F5BA128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8199807"/>
        <c:axId val="1480049599"/>
      </c:barChart>
      <c:catAx>
        <c:axId val="1478199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480049599"/>
        <c:crosses val="autoZero"/>
        <c:auto val="1"/>
        <c:lblAlgn val="ctr"/>
        <c:lblOffset val="100"/>
        <c:noMultiLvlLbl val="0"/>
      </c:catAx>
      <c:valAx>
        <c:axId val="1480049599"/>
        <c:scaling>
          <c:orientation val="minMax"/>
        </c:scaling>
        <c:delete val="0"/>
        <c:axPos val="l"/>
        <c:numFmt formatCode="#,#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478199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sz="1800"/>
              <a:t>Tipo de Cambio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'[Datos Plan Económico 1952.xlsx]Tipo de Cambio'!$A$2:$B$241</c:f>
              <c:multiLvlStrCache>
                <c:ptCount val="240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 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 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 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 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</c:lvl>
                <c:lvl>
                  <c:pt idx="0">
                    <c:v>1943 </c:v>
                  </c:pt>
                  <c:pt idx="12">
                    <c:v>1944 </c:v>
                  </c:pt>
                  <c:pt idx="24">
                    <c:v>1945 </c:v>
                  </c:pt>
                  <c:pt idx="36">
                    <c:v>1946 </c:v>
                  </c:pt>
                  <c:pt idx="48">
                    <c:v>1947 </c:v>
                  </c:pt>
                  <c:pt idx="60">
                    <c:v>1948 </c:v>
                  </c:pt>
                  <c:pt idx="72">
                    <c:v>1949 </c:v>
                  </c:pt>
                  <c:pt idx="84">
                    <c:v>1950 </c:v>
                  </c:pt>
                  <c:pt idx="96">
                    <c:v>1951 </c:v>
                  </c:pt>
                  <c:pt idx="108">
                    <c:v>1952 </c:v>
                  </c:pt>
                  <c:pt idx="120">
                    <c:v>1953 </c:v>
                  </c:pt>
                  <c:pt idx="132">
                    <c:v>1954 </c:v>
                  </c:pt>
                  <c:pt idx="144">
                    <c:v>1955 </c:v>
                  </c:pt>
                  <c:pt idx="156">
                    <c:v>1956 </c:v>
                  </c:pt>
                  <c:pt idx="168">
                    <c:v>1957 </c:v>
                  </c:pt>
                  <c:pt idx="180">
                    <c:v>1958 </c:v>
                  </c:pt>
                  <c:pt idx="192">
                    <c:v>1959 </c:v>
                  </c:pt>
                  <c:pt idx="204">
                    <c:v>1960 </c:v>
                  </c:pt>
                  <c:pt idx="216">
                    <c:v>1961 </c:v>
                  </c:pt>
                  <c:pt idx="228">
                    <c:v>1962 </c:v>
                  </c:pt>
                </c:lvl>
              </c:multiLvlStrCache>
            </c:multiLvlStrRef>
          </c:cat>
          <c:val>
            <c:numRef>
              <c:f>'[Datos Plan Económico 1952.xlsx]Tipo de Cambio'!$C$2:$C$241</c:f>
              <c:numCache>
                <c:formatCode>_ * #,##0.0000_ ;_ * \-#,##0.0000_ ;_ * "-"????_ ;_ @_ </c:formatCode>
                <c:ptCount val="240"/>
                <c:pt idx="0">
                  <c:v>4.2420999999999998</c:v>
                </c:pt>
                <c:pt idx="1">
                  <c:v>4.2306999999999997</c:v>
                </c:pt>
                <c:pt idx="2">
                  <c:v>4.1962000000000002</c:v>
                </c:pt>
                <c:pt idx="3">
                  <c:v>4.0923999999999996</c:v>
                </c:pt>
                <c:pt idx="4">
                  <c:v>4.0008999999999997</c:v>
                </c:pt>
                <c:pt idx="5">
                  <c:v>3.9891999999999999</c:v>
                </c:pt>
                <c:pt idx="6">
                  <c:v>3.9904000000000002</c:v>
                </c:pt>
                <c:pt idx="7">
                  <c:v>3.9990999999999999</c:v>
                </c:pt>
                <c:pt idx="8">
                  <c:v>3.9996999999999998</c:v>
                </c:pt>
                <c:pt idx="9">
                  <c:v>3.9981</c:v>
                </c:pt>
                <c:pt idx="10">
                  <c:v>3.9965999999999999</c:v>
                </c:pt>
                <c:pt idx="11">
                  <c:v>3.9912000000000001</c:v>
                </c:pt>
                <c:pt idx="12">
                  <c:v>3.9899</c:v>
                </c:pt>
                <c:pt idx="13">
                  <c:v>3.9940000000000002</c:v>
                </c:pt>
                <c:pt idx="14">
                  <c:v>4.0152000000000001</c:v>
                </c:pt>
                <c:pt idx="15">
                  <c:v>4.0180999999999996</c:v>
                </c:pt>
                <c:pt idx="16">
                  <c:v>4.0293000000000001</c:v>
                </c:pt>
                <c:pt idx="17">
                  <c:v>4.0277000000000003</c:v>
                </c:pt>
                <c:pt idx="18">
                  <c:v>4.0488999999999997</c:v>
                </c:pt>
                <c:pt idx="19">
                  <c:v>4.0423999999999998</c:v>
                </c:pt>
                <c:pt idx="20">
                  <c:v>4.0293999999999999</c:v>
                </c:pt>
                <c:pt idx="21">
                  <c:v>4.0330000000000004</c:v>
                </c:pt>
                <c:pt idx="22">
                  <c:v>4.0269000000000004</c:v>
                </c:pt>
                <c:pt idx="23">
                  <c:v>4.0407000000000002</c:v>
                </c:pt>
                <c:pt idx="24">
                  <c:v>4.0431999999999997</c:v>
                </c:pt>
                <c:pt idx="25">
                  <c:v>4.0442999999999998</c:v>
                </c:pt>
                <c:pt idx="26">
                  <c:v>4.0152999999999999</c:v>
                </c:pt>
                <c:pt idx="27">
                  <c:v>4.0339</c:v>
                </c:pt>
                <c:pt idx="28">
                  <c:v>4.0395000000000003</c:v>
                </c:pt>
                <c:pt idx="29">
                  <c:v>4.0324999999999998</c:v>
                </c:pt>
                <c:pt idx="30">
                  <c:v>4.0242000000000004</c:v>
                </c:pt>
                <c:pt idx="31">
                  <c:v>4.0225</c:v>
                </c:pt>
                <c:pt idx="32">
                  <c:v>4.0289000000000001</c:v>
                </c:pt>
                <c:pt idx="33">
                  <c:v>4.0342000000000002</c:v>
                </c:pt>
                <c:pt idx="34">
                  <c:v>4.0697999999999999</c:v>
                </c:pt>
                <c:pt idx="35">
                  <c:v>4.0590000000000002</c:v>
                </c:pt>
                <c:pt idx="36">
                  <c:v>4.0796999999999999</c:v>
                </c:pt>
                <c:pt idx="37">
                  <c:v>4.1006</c:v>
                </c:pt>
                <c:pt idx="38">
                  <c:v>4.1041999999999996</c:v>
                </c:pt>
                <c:pt idx="39">
                  <c:v>4.1050000000000004</c:v>
                </c:pt>
                <c:pt idx="40">
                  <c:v>4.0952000000000002</c:v>
                </c:pt>
                <c:pt idx="41">
                  <c:v>4.0914999999999999</c:v>
                </c:pt>
                <c:pt idx="42">
                  <c:v>4.0750000000000002</c:v>
                </c:pt>
                <c:pt idx="43">
                  <c:v>4.056</c:v>
                </c:pt>
                <c:pt idx="44">
                  <c:v>4.0613000000000001</c:v>
                </c:pt>
                <c:pt idx="45">
                  <c:v>4.0774999999999997</c:v>
                </c:pt>
                <c:pt idx="46">
                  <c:v>4.0983000000000001</c:v>
                </c:pt>
                <c:pt idx="47">
                  <c:v>4.1050000000000004</c:v>
                </c:pt>
                <c:pt idx="48">
                  <c:v>4.1050000000000004</c:v>
                </c:pt>
                <c:pt idx="49">
                  <c:v>4.1050000000000004</c:v>
                </c:pt>
                <c:pt idx="50">
                  <c:v>4.1040999999999999</c:v>
                </c:pt>
                <c:pt idx="51">
                  <c:v>4.1050000000000004</c:v>
                </c:pt>
                <c:pt idx="52">
                  <c:v>4.1050000000000004</c:v>
                </c:pt>
                <c:pt idx="53">
                  <c:v>4.1050000000000004</c:v>
                </c:pt>
                <c:pt idx="54">
                  <c:v>4.0824999999999996</c:v>
                </c:pt>
                <c:pt idx="55">
                  <c:v>4.0575000000000001</c:v>
                </c:pt>
                <c:pt idx="56">
                  <c:v>4.0475000000000003</c:v>
                </c:pt>
                <c:pt idx="57">
                  <c:v>4.0384000000000002</c:v>
                </c:pt>
                <c:pt idx="58">
                  <c:v>4.0316000000000001</c:v>
                </c:pt>
                <c:pt idx="59">
                  <c:v>4.0228000000000002</c:v>
                </c:pt>
                <c:pt idx="60">
                  <c:v>4.0298999999999996</c:v>
                </c:pt>
                <c:pt idx="61">
                  <c:v>4.0258000000000003</c:v>
                </c:pt>
                <c:pt idx="62">
                  <c:v>4.0134999999999996</c:v>
                </c:pt>
                <c:pt idx="63">
                  <c:v>4.0106000000000002</c:v>
                </c:pt>
                <c:pt idx="64">
                  <c:v>4.0167000000000002</c:v>
                </c:pt>
                <c:pt idx="65">
                  <c:v>4.0172999999999996</c:v>
                </c:pt>
                <c:pt idx="66">
                  <c:v>4.8612000000000002</c:v>
                </c:pt>
                <c:pt idx="67">
                  <c:v>4.8094999999999999</c:v>
                </c:pt>
                <c:pt idx="68">
                  <c:v>4.8346999999999998</c:v>
                </c:pt>
                <c:pt idx="69">
                  <c:v>4.8849</c:v>
                </c:pt>
                <c:pt idx="70">
                  <c:v>4.8573000000000004</c:v>
                </c:pt>
                <c:pt idx="71">
                  <c:v>4.8135000000000003</c:v>
                </c:pt>
                <c:pt idx="72">
                  <c:v>4.8517000000000001</c:v>
                </c:pt>
                <c:pt idx="73">
                  <c:v>4.8099999999999996</c:v>
                </c:pt>
                <c:pt idx="74">
                  <c:v>4.8099999999999996</c:v>
                </c:pt>
                <c:pt idx="75">
                  <c:v>4.8099999999999996</c:v>
                </c:pt>
                <c:pt idx="76">
                  <c:v>4.8099999999999996</c:v>
                </c:pt>
                <c:pt idx="77">
                  <c:v>4.8099999999999996</c:v>
                </c:pt>
                <c:pt idx="78">
                  <c:v>4.8099999999999996</c:v>
                </c:pt>
                <c:pt idx="79">
                  <c:v>4.8099999999999996</c:v>
                </c:pt>
                <c:pt idx="80">
                  <c:v>4.8099999999999996</c:v>
                </c:pt>
                <c:pt idx="81">
                  <c:v>9.02</c:v>
                </c:pt>
                <c:pt idx="82">
                  <c:v>9.02</c:v>
                </c:pt>
                <c:pt idx="83">
                  <c:v>9.02</c:v>
                </c:pt>
                <c:pt idx="84">
                  <c:v>9.02</c:v>
                </c:pt>
                <c:pt idx="85">
                  <c:v>9.02</c:v>
                </c:pt>
                <c:pt idx="86">
                  <c:v>9.02</c:v>
                </c:pt>
                <c:pt idx="87">
                  <c:v>9.02</c:v>
                </c:pt>
                <c:pt idx="88">
                  <c:v>9.02</c:v>
                </c:pt>
                <c:pt idx="89">
                  <c:v>9.02</c:v>
                </c:pt>
                <c:pt idx="90">
                  <c:v>9.02</c:v>
                </c:pt>
                <c:pt idx="91">
                  <c:v>9.7705000000000002</c:v>
                </c:pt>
                <c:pt idx="92">
                  <c:v>13.679399999999999</c:v>
                </c:pt>
                <c:pt idx="93">
                  <c:v>13.633599999999999</c:v>
                </c:pt>
                <c:pt idx="94">
                  <c:v>14.078200000000001</c:v>
                </c:pt>
                <c:pt idx="95">
                  <c:v>14.3842</c:v>
                </c:pt>
                <c:pt idx="96">
                  <c:v>14.0481</c:v>
                </c:pt>
                <c:pt idx="97">
                  <c:v>14.03</c:v>
                </c:pt>
                <c:pt idx="98">
                  <c:v>14.0771</c:v>
                </c:pt>
                <c:pt idx="99">
                  <c:v>14.0463</c:v>
                </c:pt>
                <c:pt idx="100">
                  <c:v>14.1732</c:v>
                </c:pt>
                <c:pt idx="101">
                  <c:v>14.1409</c:v>
                </c:pt>
                <c:pt idx="102">
                  <c:v>14.058299999999999</c:v>
                </c:pt>
                <c:pt idx="103">
                  <c:v>14.152200000000001</c:v>
                </c:pt>
                <c:pt idx="104">
                  <c:v>14.4176</c:v>
                </c:pt>
                <c:pt idx="105">
                  <c:v>14.407299999999999</c:v>
                </c:pt>
                <c:pt idx="106">
                  <c:v>14.4552</c:v>
                </c:pt>
                <c:pt idx="107">
                  <c:v>14.3437</c:v>
                </c:pt>
                <c:pt idx="108">
                  <c:v>14.344099999999999</c:v>
                </c:pt>
                <c:pt idx="109">
                  <c:v>14.138199999999999</c:v>
                </c:pt>
                <c:pt idx="110">
                  <c:v>14.030099999999999</c:v>
                </c:pt>
                <c:pt idx="111">
                  <c:v>14.03</c:v>
                </c:pt>
                <c:pt idx="112">
                  <c:v>14.0098</c:v>
                </c:pt>
                <c:pt idx="113">
                  <c:v>13.977399999999999</c:v>
                </c:pt>
                <c:pt idx="114">
                  <c:v>13.9755</c:v>
                </c:pt>
                <c:pt idx="115">
                  <c:v>13.975</c:v>
                </c:pt>
                <c:pt idx="116">
                  <c:v>13.975199999999999</c:v>
                </c:pt>
                <c:pt idx="117">
                  <c:v>13.975199999999999</c:v>
                </c:pt>
                <c:pt idx="118">
                  <c:v>13.975</c:v>
                </c:pt>
                <c:pt idx="119">
                  <c:v>13.975</c:v>
                </c:pt>
                <c:pt idx="120">
                  <c:v>13.975</c:v>
                </c:pt>
                <c:pt idx="121">
                  <c:v>13.975</c:v>
                </c:pt>
                <c:pt idx="122">
                  <c:v>13.975</c:v>
                </c:pt>
                <c:pt idx="123">
                  <c:v>13.975</c:v>
                </c:pt>
                <c:pt idx="124">
                  <c:v>13.975</c:v>
                </c:pt>
                <c:pt idx="125">
                  <c:v>13.975</c:v>
                </c:pt>
                <c:pt idx="126">
                  <c:v>13.975</c:v>
                </c:pt>
                <c:pt idx="127">
                  <c:v>13.975</c:v>
                </c:pt>
                <c:pt idx="128">
                  <c:v>13.975</c:v>
                </c:pt>
                <c:pt idx="129">
                  <c:v>13.975</c:v>
                </c:pt>
                <c:pt idx="130">
                  <c:v>13.975</c:v>
                </c:pt>
                <c:pt idx="131">
                  <c:v>13.975</c:v>
                </c:pt>
                <c:pt idx="132">
                  <c:v>13.975</c:v>
                </c:pt>
                <c:pt idx="133">
                  <c:v>13.9762</c:v>
                </c:pt>
                <c:pt idx="134">
                  <c:v>13.975</c:v>
                </c:pt>
                <c:pt idx="135">
                  <c:v>13.975</c:v>
                </c:pt>
                <c:pt idx="136">
                  <c:v>13.975</c:v>
                </c:pt>
                <c:pt idx="137">
                  <c:v>13.975</c:v>
                </c:pt>
                <c:pt idx="138">
                  <c:v>13.975</c:v>
                </c:pt>
                <c:pt idx="139">
                  <c:v>13.975</c:v>
                </c:pt>
                <c:pt idx="140">
                  <c:v>13.975</c:v>
                </c:pt>
                <c:pt idx="141">
                  <c:v>13.975199999999999</c:v>
                </c:pt>
                <c:pt idx="142">
                  <c:v>13.976000000000001</c:v>
                </c:pt>
                <c:pt idx="143">
                  <c:v>13.975</c:v>
                </c:pt>
                <c:pt idx="144">
                  <c:v>13.975</c:v>
                </c:pt>
                <c:pt idx="145">
                  <c:v>13.975</c:v>
                </c:pt>
                <c:pt idx="146">
                  <c:v>13.975</c:v>
                </c:pt>
                <c:pt idx="147">
                  <c:v>13.975</c:v>
                </c:pt>
                <c:pt idx="148">
                  <c:v>13.991099999999999</c:v>
                </c:pt>
                <c:pt idx="149">
                  <c:v>13.976000000000001</c:v>
                </c:pt>
                <c:pt idx="150">
                  <c:v>13.976699999999999</c:v>
                </c:pt>
                <c:pt idx="151">
                  <c:v>13.9811</c:v>
                </c:pt>
                <c:pt idx="152">
                  <c:v>13.9762</c:v>
                </c:pt>
                <c:pt idx="153">
                  <c:v>13.9819</c:v>
                </c:pt>
                <c:pt idx="154">
                  <c:v>32.61</c:v>
                </c:pt>
                <c:pt idx="155">
                  <c:v>35.89</c:v>
                </c:pt>
                <c:pt idx="156">
                  <c:v>39.53</c:v>
                </c:pt>
                <c:pt idx="157">
                  <c:v>42.61</c:v>
                </c:pt>
                <c:pt idx="158">
                  <c:v>40.770000000000003</c:v>
                </c:pt>
                <c:pt idx="159">
                  <c:v>39.49</c:v>
                </c:pt>
                <c:pt idx="160">
                  <c:v>37.24</c:v>
                </c:pt>
                <c:pt idx="161">
                  <c:v>33.81</c:v>
                </c:pt>
                <c:pt idx="162">
                  <c:v>31.93</c:v>
                </c:pt>
                <c:pt idx="163">
                  <c:v>30.65</c:v>
                </c:pt>
                <c:pt idx="164">
                  <c:v>31.49</c:v>
                </c:pt>
                <c:pt idx="165">
                  <c:v>31.73</c:v>
                </c:pt>
                <c:pt idx="166">
                  <c:v>34.18</c:v>
                </c:pt>
                <c:pt idx="167">
                  <c:v>35.86</c:v>
                </c:pt>
                <c:pt idx="168">
                  <c:v>37.979999999999997</c:v>
                </c:pt>
                <c:pt idx="169">
                  <c:v>37.32</c:v>
                </c:pt>
                <c:pt idx="170">
                  <c:v>39.380000000000003</c:v>
                </c:pt>
                <c:pt idx="171">
                  <c:v>40.729999999999997</c:v>
                </c:pt>
                <c:pt idx="172">
                  <c:v>39.380000000000003</c:v>
                </c:pt>
                <c:pt idx="173">
                  <c:v>40.619999999999997</c:v>
                </c:pt>
                <c:pt idx="174">
                  <c:v>42.49</c:v>
                </c:pt>
                <c:pt idx="175">
                  <c:v>43.66</c:v>
                </c:pt>
                <c:pt idx="176">
                  <c:v>45.09</c:v>
                </c:pt>
                <c:pt idx="177">
                  <c:v>40.14</c:v>
                </c:pt>
                <c:pt idx="178">
                  <c:v>38.479999999999997</c:v>
                </c:pt>
                <c:pt idx="179">
                  <c:v>37.130000000000003</c:v>
                </c:pt>
                <c:pt idx="180">
                  <c:v>37.31</c:v>
                </c:pt>
                <c:pt idx="181">
                  <c:v>37.86</c:v>
                </c:pt>
                <c:pt idx="182">
                  <c:v>38.71</c:v>
                </c:pt>
                <c:pt idx="183">
                  <c:v>41.29</c:v>
                </c:pt>
                <c:pt idx="184">
                  <c:v>42.2</c:v>
                </c:pt>
                <c:pt idx="185">
                  <c:v>42.12</c:v>
                </c:pt>
                <c:pt idx="186">
                  <c:v>42.71</c:v>
                </c:pt>
                <c:pt idx="187">
                  <c:v>45.16</c:v>
                </c:pt>
                <c:pt idx="188">
                  <c:v>49.56</c:v>
                </c:pt>
                <c:pt idx="189">
                  <c:v>61.21</c:v>
                </c:pt>
                <c:pt idx="190">
                  <c:v>71.77</c:v>
                </c:pt>
                <c:pt idx="191">
                  <c:v>66.11</c:v>
                </c:pt>
                <c:pt idx="192">
                  <c:v>65.849999999999994</c:v>
                </c:pt>
                <c:pt idx="193">
                  <c:v>65.959999999999994</c:v>
                </c:pt>
                <c:pt idx="194">
                  <c:v>68.27</c:v>
                </c:pt>
                <c:pt idx="195">
                  <c:v>73.790000000000006</c:v>
                </c:pt>
                <c:pt idx="196">
                  <c:v>85.42</c:v>
                </c:pt>
                <c:pt idx="197">
                  <c:v>90.3</c:v>
                </c:pt>
                <c:pt idx="198">
                  <c:v>85.06</c:v>
                </c:pt>
                <c:pt idx="199">
                  <c:v>84.02</c:v>
                </c:pt>
                <c:pt idx="200">
                  <c:v>83.35</c:v>
                </c:pt>
                <c:pt idx="201">
                  <c:v>82.08</c:v>
                </c:pt>
                <c:pt idx="202">
                  <c:v>82.83</c:v>
                </c:pt>
                <c:pt idx="203">
                  <c:v>83.36</c:v>
                </c:pt>
                <c:pt idx="204">
                  <c:v>83.07</c:v>
                </c:pt>
                <c:pt idx="205">
                  <c:v>82.92</c:v>
                </c:pt>
                <c:pt idx="206">
                  <c:v>82.93</c:v>
                </c:pt>
                <c:pt idx="207">
                  <c:v>83.38</c:v>
                </c:pt>
                <c:pt idx="208">
                  <c:v>83.09</c:v>
                </c:pt>
                <c:pt idx="209">
                  <c:v>82.92</c:v>
                </c:pt>
                <c:pt idx="210">
                  <c:v>82.81</c:v>
                </c:pt>
                <c:pt idx="211">
                  <c:v>82.79</c:v>
                </c:pt>
                <c:pt idx="212">
                  <c:v>82.76</c:v>
                </c:pt>
                <c:pt idx="213">
                  <c:v>82.85</c:v>
                </c:pt>
                <c:pt idx="214">
                  <c:v>82.92</c:v>
                </c:pt>
                <c:pt idx="215">
                  <c:v>82.85</c:v>
                </c:pt>
                <c:pt idx="216">
                  <c:v>82.73</c:v>
                </c:pt>
                <c:pt idx="217">
                  <c:v>82.7</c:v>
                </c:pt>
                <c:pt idx="218">
                  <c:v>82.75</c:v>
                </c:pt>
                <c:pt idx="219">
                  <c:v>82.85</c:v>
                </c:pt>
                <c:pt idx="220">
                  <c:v>82.93</c:v>
                </c:pt>
                <c:pt idx="221">
                  <c:v>82.74</c:v>
                </c:pt>
                <c:pt idx="222">
                  <c:v>82.65</c:v>
                </c:pt>
                <c:pt idx="223">
                  <c:v>82.74</c:v>
                </c:pt>
                <c:pt idx="224">
                  <c:v>82.97</c:v>
                </c:pt>
                <c:pt idx="225">
                  <c:v>83.03</c:v>
                </c:pt>
                <c:pt idx="226">
                  <c:v>83.04</c:v>
                </c:pt>
                <c:pt idx="227">
                  <c:v>82.84</c:v>
                </c:pt>
                <c:pt idx="228">
                  <c:v>83.04</c:v>
                </c:pt>
                <c:pt idx="229">
                  <c:v>83.04</c:v>
                </c:pt>
                <c:pt idx="230">
                  <c:v>82.76</c:v>
                </c:pt>
                <c:pt idx="231">
                  <c:v>95.38</c:v>
                </c:pt>
                <c:pt idx="232">
                  <c:v>105.44</c:v>
                </c:pt>
                <c:pt idx="233">
                  <c:v>117.55</c:v>
                </c:pt>
                <c:pt idx="234">
                  <c:v>122.14</c:v>
                </c:pt>
                <c:pt idx="235">
                  <c:v>123.6</c:v>
                </c:pt>
                <c:pt idx="236">
                  <c:v>127.43</c:v>
                </c:pt>
                <c:pt idx="237">
                  <c:v>135.75</c:v>
                </c:pt>
                <c:pt idx="238">
                  <c:v>146.93</c:v>
                </c:pt>
                <c:pt idx="239">
                  <c:v>141.65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39-45E1-81C6-351C0EDCD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3112624"/>
        <c:axId val="481059920"/>
      </c:barChart>
      <c:catAx>
        <c:axId val="49311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81059920"/>
        <c:crosses val="autoZero"/>
        <c:auto val="1"/>
        <c:lblAlgn val="ctr"/>
        <c:lblOffset val="100"/>
        <c:noMultiLvlLbl val="0"/>
      </c:catAx>
      <c:valAx>
        <c:axId val="48105992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311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2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sz="1800"/>
              <a:t>Tipo de Cambio/IPC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'[Datos Plan Económico 1952.xlsx]Tipo de Cambio'!$A$2:$B$241</c:f>
              <c:multiLvlStrCache>
                <c:ptCount val="240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 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 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 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 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</c:lvl>
                <c:lvl>
                  <c:pt idx="0">
                    <c:v>1943 </c:v>
                  </c:pt>
                  <c:pt idx="12">
                    <c:v>1944 </c:v>
                  </c:pt>
                  <c:pt idx="24">
                    <c:v>1945 </c:v>
                  </c:pt>
                  <c:pt idx="36">
                    <c:v>1946 </c:v>
                  </c:pt>
                  <c:pt idx="48">
                    <c:v>1947 </c:v>
                  </c:pt>
                  <c:pt idx="60">
                    <c:v>1948 </c:v>
                  </c:pt>
                  <c:pt idx="72">
                    <c:v>1949 </c:v>
                  </c:pt>
                  <c:pt idx="84">
                    <c:v>1950 </c:v>
                  </c:pt>
                  <c:pt idx="96">
                    <c:v>1951 </c:v>
                  </c:pt>
                  <c:pt idx="108">
                    <c:v>1952 </c:v>
                  </c:pt>
                  <c:pt idx="120">
                    <c:v>1953 </c:v>
                  </c:pt>
                  <c:pt idx="132">
                    <c:v>1954 </c:v>
                  </c:pt>
                  <c:pt idx="144">
                    <c:v>1955 </c:v>
                  </c:pt>
                  <c:pt idx="156">
                    <c:v>1956 </c:v>
                  </c:pt>
                  <c:pt idx="168">
                    <c:v>1957 </c:v>
                  </c:pt>
                  <c:pt idx="180">
                    <c:v>1958 </c:v>
                  </c:pt>
                  <c:pt idx="192">
                    <c:v>1959 </c:v>
                  </c:pt>
                  <c:pt idx="204">
                    <c:v>1960 </c:v>
                  </c:pt>
                  <c:pt idx="216">
                    <c:v>1961 </c:v>
                  </c:pt>
                  <c:pt idx="228">
                    <c:v>1962 </c:v>
                  </c:pt>
                </c:lvl>
              </c:multiLvlStrCache>
            </c:multiLvlStrRef>
          </c:cat>
          <c:val>
            <c:numRef>
              <c:f>'[Datos Plan Económico 1952.xlsx]Tipo de Cambio'!$E$2:$E$241</c:f>
              <c:numCache>
                <c:formatCode>0.0</c:formatCode>
                <c:ptCount val="240"/>
                <c:pt idx="0">
                  <c:v>4.2420999999999998</c:v>
                </c:pt>
                <c:pt idx="1">
                  <c:v>4.2553335310160794</c:v>
                </c:pt>
                <c:pt idx="2">
                  <c:v>4.1550846241512858</c:v>
                </c:pt>
                <c:pt idx="3">
                  <c:v>4.02559115575768</c:v>
                </c:pt>
                <c:pt idx="4">
                  <c:v>3.9700763357707327</c:v>
                </c:pt>
                <c:pt idx="5">
                  <c:v>3.9542948133752942</c:v>
                </c:pt>
                <c:pt idx="6">
                  <c:v>4.19210448450941</c:v>
                </c:pt>
                <c:pt idx="7">
                  <c:v>4.1579989955023242</c:v>
                </c:pt>
                <c:pt idx="8">
                  <c:v>4.1971652557292138</c:v>
                </c:pt>
                <c:pt idx="9">
                  <c:v>4.1523692170935673</c:v>
                </c:pt>
                <c:pt idx="10">
                  <c:v>4.1508113386448935</c:v>
                </c:pt>
                <c:pt idx="11">
                  <c:v>4.1583458352599241</c:v>
                </c:pt>
                <c:pt idx="12">
                  <c:v>4.1281915687758612</c:v>
                </c:pt>
                <c:pt idx="13">
                  <c:v>4.1239851046901599</c:v>
                </c:pt>
                <c:pt idx="14">
                  <c:v>4.119323670859476</c:v>
                </c:pt>
                <c:pt idx="15">
                  <c:v>4.1691920113552401</c:v>
                </c:pt>
                <c:pt idx="16">
                  <c:v>4.1980414096043335</c:v>
                </c:pt>
                <c:pt idx="17">
                  <c:v>4.1211987070664735</c:v>
                </c:pt>
                <c:pt idx="18">
                  <c:v>4.1467603820987948</c:v>
                </c:pt>
                <c:pt idx="19">
                  <c:v>4.0821767812027518</c:v>
                </c:pt>
                <c:pt idx="20">
                  <c:v>4.0772012169064125</c:v>
                </c:pt>
                <c:pt idx="21">
                  <c:v>4.0533806673920934</c:v>
                </c:pt>
                <c:pt idx="22">
                  <c:v>4.0472498411904843</c:v>
                </c:pt>
                <c:pt idx="23">
                  <c:v>4.0530539188157944</c:v>
                </c:pt>
                <c:pt idx="24">
                  <c:v>3.7625104009149251</c:v>
                </c:pt>
                <c:pt idx="25">
                  <c:v>3.6928926692524526</c:v>
                </c:pt>
                <c:pt idx="26">
                  <c:v>3.4121579885948266</c:v>
                </c:pt>
                <c:pt idx="27">
                  <c:v>3.4248556437955719</c:v>
                </c:pt>
                <c:pt idx="28">
                  <c:v>3.4176807485682228</c:v>
                </c:pt>
                <c:pt idx="29">
                  <c:v>3.4099995154259508</c:v>
                </c:pt>
                <c:pt idx="30">
                  <c:v>3.3635719006041045</c:v>
                </c:pt>
                <c:pt idx="31">
                  <c:v>3.3928121696386344</c:v>
                </c:pt>
                <c:pt idx="32">
                  <c:v>3.3786835552738128</c:v>
                </c:pt>
                <c:pt idx="33">
                  <c:v>3.3805427765767462</c:v>
                </c:pt>
                <c:pt idx="34">
                  <c:v>3.4042948762717531</c:v>
                </c:pt>
                <c:pt idx="35">
                  <c:v>3.3220663420280601</c:v>
                </c:pt>
                <c:pt idx="36">
                  <c:v>3.1201313091641487</c:v>
                </c:pt>
                <c:pt idx="37">
                  <c:v>3.1313270125130357</c:v>
                </c:pt>
                <c:pt idx="38">
                  <c:v>3.0449457478833493</c:v>
                </c:pt>
                <c:pt idx="39">
                  <c:v>2.9937620749751042</c:v>
                </c:pt>
                <c:pt idx="40">
                  <c:v>2.9946031339823831</c:v>
                </c:pt>
                <c:pt idx="41">
                  <c:v>2.9417510554367263</c:v>
                </c:pt>
                <c:pt idx="42">
                  <c:v>2.9235319792869392</c:v>
                </c:pt>
                <c:pt idx="43">
                  <c:v>2.9303035163131566</c:v>
                </c:pt>
                <c:pt idx="44">
                  <c:v>2.9300031795791992</c:v>
                </c:pt>
                <c:pt idx="45">
                  <c:v>2.8706860000000001</c:v>
                </c:pt>
                <c:pt idx="46">
                  <c:v>2.8730975988922691</c:v>
                </c:pt>
                <c:pt idx="47">
                  <c:v>2.8294266866113147</c:v>
                </c:pt>
                <c:pt idx="48">
                  <c:v>2.8539861831621067</c:v>
                </c:pt>
                <c:pt idx="49">
                  <c:v>2.8347628902434927</c:v>
                </c:pt>
                <c:pt idx="50">
                  <c:v>2.670967089535659</c:v>
                </c:pt>
                <c:pt idx="51">
                  <c:v>2.6700274226804122</c:v>
                </c:pt>
                <c:pt idx="52">
                  <c:v>2.6670663656527251</c:v>
                </c:pt>
                <c:pt idx="53">
                  <c:v>2.5481371507280604</c:v>
                </c:pt>
                <c:pt idx="54">
                  <c:v>2.5622495255731383</c:v>
                </c:pt>
                <c:pt idx="55">
                  <c:v>2.5233881820387616</c:v>
                </c:pt>
                <c:pt idx="56">
                  <c:v>2.5141190133591835</c:v>
                </c:pt>
                <c:pt idx="57">
                  <c:v>2.5222963192202257</c:v>
                </c:pt>
                <c:pt idx="58">
                  <c:v>2.4947958365523903</c:v>
                </c:pt>
                <c:pt idx="59">
                  <c:v>2.4129621682024283</c:v>
                </c:pt>
                <c:pt idx="60">
                  <c:v>2.456674292722083</c:v>
                </c:pt>
                <c:pt idx="61">
                  <c:v>2.4612727397954623</c:v>
                </c:pt>
                <c:pt idx="62">
                  <c:v>2.4102040166935126</c:v>
                </c:pt>
                <c:pt idx="63">
                  <c:v>2.3945071028418354</c:v>
                </c:pt>
                <c:pt idx="64">
                  <c:v>2.3402293524464395</c:v>
                </c:pt>
                <c:pt idx="65">
                  <c:v>2.2755969714632998</c:v>
                </c:pt>
                <c:pt idx="66">
                  <c:v>2.7597989888698162</c:v>
                </c:pt>
                <c:pt idx="67">
                  <c:v>2.6754107742600581</c:v>
                </c:pt>
                <c:pt idx="68">
                  <c:v>2.5835254881163348</c:v>
                </c:pt>
                <c:pt idx="69">
                  <c:v>2.6023482985190958</c:v>
                </c:pt>
                <c:pt idx="70">
                  <c:v>2.5819429882047964</c:v>
                </c:pt>
                <c:pt idx="71">
                  <c:v>2.429307542641955</c:v>
                </c:pt>
                <c:pt idx="72">
                  <c:v>2.4352800012239602</c:v>
                </c:pt>
                <c:pt idx="73">
                  <c:v>2.420511178737085</c:v>
                </c:pt>
                <c:pt idx="74">
                  <c:v>2.2659690529798282</c:v>
                </c:pt>
                <c:pt idx="75">
                  <c:v>2.1608695528339505</c:v>
                </c:pt>
                <c:pt idx="76">
                  <c:v>2.0998205024483716</c:v>
                </c:pt>
                <c:pt idx="77">
                  <c:v>2.0755607020349753</c:v>
                </c:pt>
                <c:pt idx="78">
                  <c:v>2.0378224550094011</c:v>
                </c:pt>
                <c:pt idx="79">
                  <c:v>2.0035462043187682</c:v>
                </c:pt>
                <c:pt idx="80">
                  <c:v>1.9726502860114408</c:v>
                </c:pt>
                <c:pt idx="81">
                  <c:v>3.6007825951523418</c:v>
                </c:pt>
                <c:pt idx="82">
                  <c:v>3.4885828696455845</c:v>
                </c:pt>
                <c:pt idx="83">
                  <c:v>3.4059664843562967</c:v>
                </c:pt>
                <c:pt idx="84">
                  <c:v>3.4675877985676258</c:v>
                </c:pt>
                <c:pt idx="85">
                  <c:v>3.3795168469521997</c:v>
                </c:pt>
                <c:pt idx="86">
                  <c:v>3.3784056917400358</c:v>
                </c:pt>
                <c:pt idx="87">
                  <c:v>3.3065324299199084</c:v>
                </c:pt>
                <c:pt idx="88">
                  <c:v>3.1564304389378113</c:v>
                </c:pt>
                <c:pt idx="89">
                  <c:v>3.0688114619456104</c:v>
                </c:pt>
                <c:pt idx="90">
                  <c:v>3.0678443139596601</c:v>
                </c:pt>
                <c:pt idx="91">
                  <c:v>3.3166096985398803</c:v>
                </c:pt>
                <c:pt idx="92">
                  <c:v>4.4664054562825433</c:v>
                </c:pt>
                <c:pt idx="93">
                  <c:v>4.2887808882684135</c:v>
                </c:pt>
                <c:pt idx="94">
                  <c:v>4.4384459044573257</c:v>
                </c:pt>
                <c:pt idx="95">
                  <c:v>4.4479955147036652</c:v>
                </c:pt>
                <c:pt idx="96">
                  <c:v>4.3868007689144735</c:v>
                </c:pt>
                <c:pt idx="97">
                  <c:v>4.2557396854983063</c:v>
                </c:pt>
                <c:pt idx="98">
                  <c:v>4.2572420841568093</c:v>
                </c:pt>
                <c:pt idx="99">
                  <c:v>3.8959781523665242</c:v>
                </c:pt>
                <c:pt idx="100">
                  <c:v>3.6583130710842009</c:v>
                </c:pt>
                <c:pt idx="101">
                  <c:v>3.5326665823170367</c:v>
                </c:pt>
                <c:pt idx="102">
                  <c:v>3.4855329996493474</c:v>
                </c:pt>
                <c:pt idx="103">
                  <c:v>3.2113390927803112</c:v>
                </c:pt>
                <c:pt idx="104">
                  <c:v>3.3349289455931963</c:v>
                </c:pt>
                <c:pt idx="105">
                  <c:v>3.234008908459955</c:v>
                </c:pt>
                <c:pt idx="106">
                  <c:v>3.2341396482192737</c:v>
                </c:pt>
                <c:pt idx="107">
                  <c:v>2.9528250000501988</c:v>
                </c:pt>
                <c:pt idx="108">
                  <c:v>2.8419183157640466</c:v>
                </c:pt>
                <c:pt idx="109">
                  <c:v>2.7806514399992324</c:v>
                </c:pt>
                <c:pt idx="110">
                  <c:v>2.6811101246959486</c:v>
                </c:pt>
                <c:pt idx="111">
                  <c:v>2.5233866955537816</c:v>
                </c:pt>
                <c:pt idx="112">
                  <c:v>2.4807601794488723</c:v>
                </c:pt>
                <c:pt idx="113">
                  <c:v>2.4248298526176861</c:v>
                </c:pt>
                <c:pt idx="114">
                  <c:v>2.5279084513192371</c:v>
                </c:pt>
                <c:pt idx="115">
                  <c:v>2.5382521590858764</c:v>
                </c:pt>
                <c:pt idx="116">
                  <c:v>2.4557591416500268</c:v>
                </c:pt>
                <c:pt idx="117">
                  <c:v>2.4310505067232238</c:v>
                </c:pt>
                <c:pt idx="118">
                  <c:v>2.4248443198646075</c:v>
                </c:pt>
                <c:pt idx="119">
                  <c:v>2.4161753260988714</c:v>
                </c:pt>
                <c:pt idx="120">
                  <c:v>2.4476064906556427</c:v>
                </c:pt>
                <c:pt idx="121">
                  <c:v>2.3132672250252271</c:v>
                </c:pt>
                <c:pt idx="122">
                  <c:v>2.3242246189908431</c:v>
                </c:pt>
                <c:pt idx="123">
                  <c:v>2.4260144728153206</c:v>
                </c:pt>
                <c:pt idx="124">
                  <c:v>2.4660158818264741</c:v>
                </c:pt>
                <c:pt idx="125">
                  <c:v>2.470267560042068</c:v>
                </c:pt>
                <c:pt idx="126">
                  <c:v>2.4510818364553928</c:v>
                </c:pt>
                <c:pt idx="127">
                  <c:v>2.4490498645380194</c:v>
                </c:pt>
                <c:pt idx="128">
                  <c:v>2.4660158818264741</c:v>
                </c:pt>
                <c:pt idx="129">
                  <c:v>2.4766726374652124</c:v>
                </c:pt>
                <c:pt idx="130">
                  <c:v>2.4590958259317421</c:v>
                </c:pt>
                <c:pt idx="131">
                  <c:v>2.4334724132952887</c:v>
                </c:pt>
                <c:pt idx="132">
                  <c:v>2.4823581477342618</c:v>
                </c:pt>
                <c:pt idx="133">
                  <c:v>2.4882402571760989</c:v>
                </c:pt>
                <c:pt idx="134">
                  <c:v>2.4841227298339907</c:v>
                </c:pt>
                <c:pt idx="135">
                  <c:v>2.4338444469924752</c:v>
                </c:pt>
                <c:pt idx="136">
                  <c:v>2.438442233398006</c:v>
                </c:pt>
                <c:pt idx="137">
                  <c:v>2.400629801368888</c:v>
                </c:pt>
                <c:pt idx="138">
                  <c:v>2.3482997820154559</c:v>
                </c:pt>
                <c:pt idx="139">
                  <c:v>2.3318277266476248</c:v>
                </c:pt>
                <c:pt idx="140">
                  <c:v>2.2764941490037818</c:v>
                </c:pt>
                <c:pt idx="141">
                  <c:v>2.2124774434836318</c:v>
                </c:pt>
                <c:pt idx="142">
                  <c:v>2.190164714513898</c:v>
                </c:pt>
                <c:pt idx="143">
                  <c:v>2.0976208000878414</c:v>
                </c:pt>
                <c:pt idx="144">
                  <c:v>2.1444787839101966</c:v>
                </c:pt>
                <c:pt idx="145">
                  <c:v>2.1415779374616983</c:v>
                </c:pt>
                <c:pt idx="146">
                  <c:v>2.1385891613741017</c:v>
                </c:pt>
                <c:pt idx="147">
                  <c:v>2.1082228725087</c:v>
                </c:pt>
                <c:pt idx="148">
                  <c:v>2.1078447833274554</c:v>
                </c:pt>
                <c:pt idx="149">
                  <c:v>2.093189508359568</c:v>
                </c:pt>
                <c:pt idx="150">
                  <c:v>2.084115101445692</c:v>
                </c:pt>
                <c:pt idx="151">
                  <c:v>2.077700082548195</c:v>
                </c:pt>
                <c:pt idx="152">
                  <c:v>2.0628735585900104</c:v>
                </c:pt>
                <c:pt idx="153">
                  <c:v>2.065484145341633</c:v>
                </c:pt>
                <c:pt idx="154">
                  <c:v>4.8151453477067987</c:v>
                </c:pt>
                <c:pt idx="155">
                  <c:v>5.0124702761241817</c:v>
                </c:pt>
                <c:pt idx="156" formatCode="General">
                  <c:v>5.5936090277969477</c:v>
                </c:pt>
                <c:pt idx="157" formatCode="General">
                  <c:v>6.0760646262761133</c:v>
                </c:pt>
                <c:pt idx="158" formatCode="General">
                  <c:v>5.8226346717743338</c:v>
                </c:pt>
                <c:pt idx="159" formatCode="General">
                  <c:v>5.4479419034931915</c:v>
                </c:pt>
                <c:pt idx="160" formatCode="General">
                  <c:v>4.9477589109263738</c:v>
                </c:pt>
                <c:pt idx="161" formatCode="General">
                  <c:v>4.3243470415050087</c:v>
                </c:pt>
                <c:pt idx="162" formatCode="General">
                  <c:v>4.1050940936735847</c:v>
                </c:pt>
                <c:pt idx="163" formatCode="General">
                  <c:v>3.9594225692847553</c:v>
                </c:pt>
                <c:pt idx="164" formatCode="General">
                  <c:v>4.0455068385867961</c:v>
                </c:pt>
                <c:pt idx="165" formatCode="General">
                  <c:v>4.0250208915889241</c:v>
                </c:pt>
                <c:pt idx="166" formatCode="General">
                  <c:v>4.2697461512686958</c:v>
                </c:pt>
                <c:pt idx="167" formatCode="General">
                  <c:v>4.2925778851935528</c:v>
                </c:pt>
                <c:pt idx="168" formatCode="General">
                  <c:v>4.5972886616804116</c:v>
                </c:pt>
                <c:pt idx="169" formatCode="General">
                  <c:v>4.4831794577367425</c:v>
                </c:pt>
                <c:pt idx="170" formatCode="General">
                  <c:v>4.5642682998519053</c:v>
                </c:pt>
                <c:pt idx="171" formatCode="General">
                  <c:v>4.5976580071566202</c:v>
                </c:pt>
                <c:pt idx="172" formatCode="General">
                  <c:v>4.3241259833243193</c:v>
                </c:pt>
                <c:pt idx="173" formatCode="General">
                  <c:v>4.295271786832239</c:v>
                </c:pt>
                <c:pt idx="174" formatCode="General">
                  <c:v>4.4118330421660819</c:v>
                </c:pt>
                <c:pt idx="175" formatCode="General">
                  <c:v>4.3021338247802658</c:v>
                </c:pt>
                <c:pt idx="176" formatCode="General">
                  <c:v>4.4528638903069835</c:v>
                </c:pt>
                <c:pt idx="177" formatCode="General">
                  <c:v>3.9225779495586863</c:v>
                </c:pt>
                <c:pt idx="178" formatCode="General">
                  <c:v>3.6680576826524356</c:v>
                </c:pt>
                <c:pt idx="179" formatCode="General">
                  <c:v>3.5377917557294483</c:v>
                </c:pt>
                <c:pt idx="180" formatCode="General">
                  <c:v>3.6516621114632657</c:v>
                </c:pt>
                <c:pt idx="181" formatCode="General">
                  <c:v>3.6549006327564451</c:v>
                </c:pt>
                <c:pt idx="182" formatCode="General">
                  <c:v>3.6762245858285518</c:v>
                </c:pt>
                <c:pt idx="183" formatCode="General">
                  <c:v>3.7589009003809308</c:v>
                </c:pt>
                <c:pt idx="184" formatCode="General">
                  <c:v>3.6087980915600752</c:v>
                </c:pt>
                <c:pt idx="185" formatCode="General">
                  <c:v>3.4497806625817846</c:v>
                </c:pt>
                <c:pt idx="186" formatCode="General">
                  <c:v>3.3756467067022311</c:v>
                </c:pt>
                <c:pt idx="187" formatCode="General">
                  <c:v>3.4108494476715276</c:v>
                </c:pt>
                <c:pt idx="188" formatCode="General">
                  <c:v>3.6729441589139733</c:v>
                </c:pt>
                <c:pt idx="189" formatCode="General">
                  <c:v>4.4054072432178195</c:v>
                </c:pt>
                <c:pt idx="190" formatCode="General">
                  <c:v>4.9156473521768467</c:v>
                </c:pt>
                <c:pt idx="191" formatCode="General">
                  <c:v>4.1784819600578267</c:v>
                </c:pt>
                <c:pt idx="192" formatCode="General">
                  <c:v>3.534420683824222</c:v>
                </c:pt>
                <c:pt idx="193" formatCode="General">
                  <c:v>3.2456467736787675</c:v>
                </c:pt>
                <c:pt idx="194" formatCode="General">
                  <c:v>3.1296757197248311</c:v>
                </c:pt>
                <c:pt idx="195" formatCode="General">
                  <c:v>3.1244005339985259</c:v>
                </c:pt>
                <c:pt idx="196" formatCode="General">
                  <c:v>3.275170736176817</c:v>
                </c:pt>
                <c:pt idx="197" formatCode="General">
                  <c:v>3.2564919405190071</c:v>
                </c:pt>
                <c:pt idx="198" formatCode="General">
                  <c:v>2.976486699944537</c:v>
                </c:pt>
                <c:pt idx="199" formatCode="General">
                  <c:v>2.8330058754367933</c:v>
                </c:pt>
                <c:pt idx="200" formatCode="General">
                  <c:v>2.7614632536495911</c:v>
                </c:pt>
                <c:pt idx="201" formatCode="General">
                  <c:v>2.7026879942960744</c:v>
                </c:pt>
                <c:pt idx="202" formatCode="General">
                  <c:v>2.6714685613978792</c:v>
                </c:pt>
                <c:pt idx="203" formatCode="General">
                  <c:v>2.6132113286296335</c:v>
                </c:pt>
                <c:pt idx="204" formatCode="General">
                  <c:v>2.5346672901618703</c:v>
                </c:pt>
                <c:pt idx="205" formatCode="General">
                  <c:v>2.5094070432450701</c:v>
                </c:pt>
                <c:pt idx="206" formatCode="General">
                  <c:v>2.4919018887776803</c:v>
                </c:pt>
                <c:pt idx="207" formatCode="General">
                  <c:v>2.5079594988477489</c:v>
                </c:pt>
                <c:pt idx="208" formatCode="General">
                  <c:v>2.504317255257039</c:v>
                </c:pt>
                <c:pt idx="209" formatCode="General">
                  <c:v>2.5119651393848428</c:v>
                </c:pt>
                <c:pt idx="210" formatCode="General">
                  <c:v>2.4857717101063992</c:v>
                </c:pt>
                <c:pt idx="211" formatCode="General">
                  <c:v>2.4726396918523528</c:v>
                </c:pt>
                <c:pt idx="212" formatCode="General">
                  <c:v>2.4692512648290936</c:v>
                </c:pt>
                <c:pt idx="213" formatCode="General">
                  <c:v>2.4521869289329112</c:v>
                </c:pt>
                <c:pt idx="214" formatCode="General">
                  <c:v>2.3944579908855852</c:v>
                </c:pt>
                <c:pt idx="215" formatCode="General">
                  <c:v>2.1916383901272285</c:v>
                </c:pt>
                <c:pt idx="216" formatCode="General">
                  <c:v>2.3299262538817906</c:v>
                </c:pt>
                <c:pt idx="217" formatCode="General">
                  <c:v>2.3006518052412512</c:v>
                </c:pt>
                <c:pt idx="218" formatCode="General">
                  <c:v>2.2763843535680941</c:v>
                </c:pt>
                <c:pt idx="219" formatCode="General">
                  <c:v>2.229460368350324</c:v>
                </c:pt>
                <c:pt idx="220" formatCode="General">
                  <c:v>2.2155170326033717</c:v>
                </c:pt>
                <c:pt idx="221" formatCode="General">
                  <c:v>2.180946109308556</c:v>
                </c:pt>
                <c:pt idx="222" formatCode="General">
                  <c:v>2.1461107227656946</c:v>
                </c:pt>
                <c:pt idx="223" formatCode="General">
                  <c:v>2.1316359229705126</c:v>
                </c:pt>
                <c:pt idx="224" formatCode="General">
                  <c:v>2.1154817187053134</c:v>
                </c:pt>
                <c:pt idx="225" formatCode="General">
                  <c:v>2.1151967287861848</c:v>
                </c:pt>
                <c:pt idx="226" formatCode="General">
                  <c:v>2.0502208838194411</c:v>
                </c:pt>
                <c:pt idx="227" formatCode="General">
                  <c:v>1.8821631759384634</c:v>
                </c:pt>
                <c:pt idx="228" formatCode="General">
                  <c:v>1.9650718479946823</c:v>
                </c:pt>
                <c:pt idx="229" formatCode="General">
                  <c:v>1.9372151689049284</c:v>
                </c:pt>
                <c:pt idx="230" formatCode="General">
                  <c:v>1.9007560795031335</c:v>
                </c:pt>
                <c:pt idx="231" formatCode="General">
                  <c:v>2.1215248257877519</c:v>
                </c:pt>
                <c:pt idx="232" formatCode="General">
                  <c:v>2.2669963185526703</c:v>
                </c:pt>
                <c:pt idx="233" formatCode="General">
                  <c:v>2.4912132870855084</c:v>
                </c:pt>
                <c:pt idx="234" formatCode="General">
                  <c:v>2.4768638385196979</c:v>
                </c:pt>
                <c:pt idx="235" formatCode="General">
                  <c:v>2.4742951144886134</c:v>
                </c:pt>
                <c:pt idx="236" formatCode="General">
                  <c:v>2.4599941883290199</c:v>
                </c:pt>
                <c:pt idx="237" formatCode="General">
                  <c:v>2.5765051071175682</c:v>
                </c:pt>
                <c:pt idx="238" formatCode="General">
                  <c:v>2.8030704390332857</c:v>
                </c:pt>
                <c:pt idx="239" formatCode="General">
                  <c:v>2.4628698711040147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1-4684-B8D0-453E413E69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3112624"/>
        <c:axId val="481059920"/>
      </c:barChart>
      <c:catAx>
        <c:axId val="49311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81059920"/>
        <c:crosses val="autoZero"/>
        <c:auto val="1"/>
        <c:lblAlgn val="ctr"/>
        <c:lblOffset val="100"/>
        <c:noMultiLvlLbl val="0"/>
      </c:catAx>
      <c:valAx>
        <c:axId val="481059920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311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2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ln w="38100">
              <a:noFill/>
            </a:ln>
          </c:spPr>
          <c:invertIfNegative val="0"/>
          <c:cat>
            <c:numRef>
              <c:f>Hoja1!$C$22:$C$48</c:f>
              <c:numCache>
                <c:formatCode>0</c:formatCode>
                <c:ptCount val="27"/>
                <c:pt idx="0">
                  <c:v>1934</c:v>
                </c:pt>
                <c:pt idx="1">
                  <c:v>1935</c:v>
                </c:pt>
                <c:pt idx="2">
                  <c:v>1936</c:v>
                </c:pt>
                <c:pt idx="3">
                  <c:v>1937</c:v>
                </c:pt>
                <c:pt idx="4">
                  <c:v>1938</c:v>
                </c:pt>
                <c:pt idx="5">
                  <c:v>1939</c:v>
                </c:pt>
                <c:pt idx="6">
                  <c:v>1940</c:v>
                </c:pt>
                <c:pt idx="7">
                  <c:v>1941</c:v>
                </c:pt>
                <c:pt idx="8">
                  <c:v>1942</c:v>
                </c:pt>
                <c:pt idx="9">
                  <c:v>1943</c:v>
                </c:pt>
                <c:pt idx="10">
                  <c:v>1944</c:v>
                </c:pt>
                <c:pt idx="11">
                  <c:v>1945</c:v>
                </c:pt>
                <c:pt idx="12">
                  <c:v>1946</c:v>
                </c:pt>
                <c:pt idx="13">
                  <c:v>1947</c:v>
                </c:pt>
                <c:pt idx="14">
                  <c:v>1948</c:v>
                </c:pt>
                <c:pt idx="15">
                  <c:v>1949</c:v>
                </c:pt>
                <c:pt idx="16">
                  <c:v>1950</c:v>
                </c:pt>
                <c:pt idx="17">
                  <c:v>1951</c:v>
                </c:pt>
                <c:pt idx="18">
                  <c:v>1952</c:v>
                </c:pt>
                <c:pt idx="19">
                  <c:v>1953</c:v>
                </c:pt>
                <c:pt idx="20">
                  <c:v>1954</c:v>
                </c:pt>
                <c:pt idx="21">
                  <c:v>1955</c:v>
                </c:pt>
                <c:pt idx="22">
                  <c:v>1956</c:v>
                </c:pt>
                <c:pt idx="23">
                  <c:v>1957</c:v>
                </c:pt>
                <c:pt idx="24">
                  <c:v>1958</c:v>
                </c:pt>
                <c:pt idx="25">
                  <c:v>1959</c:v>
                </c:pt>
                <c:pt idx="26">
                  <c:v>1960</c:v>
                </c:pt>
              </c:numCache>
            </c:numRef>
          </c:cat>
          <c:val>
            <c:numRef>
              <c:f>Hoja1!$D$22:$D$48</c:f>
              <c:numCache>
                <c:formatCode>General</c:formatCode>
                <c:ptCount val="27"/>
                <c:pt idx="0">
                  <c:v>97.264122979415959</c:v>
                </c:pt>
                <c:pt idx="1">
                  <c:v>106.51931775098835</c:v>
                </c:pt>
                <c:pt idx="2">
                  <c:v>128.24886473100935</c:v>
                </c:pt>
                <c:pt idx="3">
                  <c:v>114.36029497054022</c:v>
                </c:pt>
                <c:pt idx="4">
                  <c:v>98.066936718525824</c:v>
                </c:pt>
                <c:pt idx="5">
                  <c:v>92.864055978559733</c:v>
                </c:pt>
                <c:pt idx="6">
                  <c:v>82.654482297089757</c:v>
                </c:pt>
                <c:pt idx="7">
                  <c:v>76.005353245447424</c:v>
                </c:pt>
                <c:pt idx="8">
                  <c:v>76.952265174363944</c:v>
                </c:pt>
                <c:pt idx="9">
                  <c:v>69.309823722498081</c:v>
                </c:pt>
                <c:pt idx="10">
                  <c:v>80.842435420612745</c:v>
                </c:pt>
                <c:pt idx="11">
                  <c:v>97.484540956860528</c:v>
                </c:pt>
                <c:pt idx="12">
                  <c:v>84.659356214139066</c:v>
                </c:pt>
                <c:pt idx="13">
                  <c:v>80.396243921336492</c:v>
                </c:pt>
                <c:pt idx="14">
                  <c:v>72.602849672130233</c:v>
                </c:pt>
                <c:pt idx="15">
                  <c:v>79.675927291428295</c:v>
                </c:pt>
                <c:pt idx="16">
                  <c:v>79.675927291428295</c:v>
                </c:pt>
                <c:pt idx="17">
                  <c:v>89.05010376912756</c:v>
                </c:pt>
                <c:pt idx="18">
                  <c:v>91.915480626278736</c:v>
                </c:pt>
                <c:pt idx="19">
                  <c:v>94.671488124803446</c:v>
                </c:pt>
                <c:pt idx="20">
                  <c:v>91.649697263595343</c:v>
                </c:pt>
                <c:pt idx="21">
                  <c:v>84.411567577744975</c:v>
                </c:pt>
                <c:pt idx="22">
                  <c:v>92.923759601345921</c:v>
                </c:pt>
                <c:pt idx="23">
                  <c:v>100.70151921555539</c:v>
                </c:pt>
                <c:pt idx="24">
                  <c:v>96.011987683458457</c:v>
                </c:pt>
                <c:pt idx="25">
                  <c:v>109.57284352740182</c:v>
                </c:pt>
                <c:pt idx="26">
                  <c:v>100.70151921555539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D5-4695-95F0-050E992DE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444352"/>
        <c:axId val="91445888"/>
      </c:barChart>
      <c:catAx>
        <c:axId val="91444352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91445888"/>
        <c:crosses val="autoZero"/>
        <c:auto val="1"/>
        <c:lblAlgn val="ctr"/>
        <c:lblOffset val="100"/>
        <c:noMultiLvlLbl val="0"/>
      </c:catAx>
      <c:valAx>
        <c:axId val="91445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914443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'[C8.2 - Sector Externo - Valores.xls]8.1.5'!$B$2:$B$5</c:f>
              <c:strCache>
                <c:ptCount val="4"/>
                <c:pt idx="0">
                  <c:v>Bienes de capital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Valores.xls]8.1.5'!$A$71:$A$93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Valores.xls]8.1.5'!$B$71:$B$93</c:f>
              <c:numCache>
                <c:formatCode>#,##0.00\ \ </c:formatCode>
                <c:ptCount val="23"/>
                <c:pt idx="0">
                  <c:v>53.472079231673433</c:v>
                </c:pt>
                <c:pt idx="1">
                  <c:v>36.391921277700156</c:v>
                </c:pt>
                <c:pt idx="2">
                  <c:v>29.274934417780599</c:v>
                </c:pt>
                <c:pt idx="3">
                  <c:v>12.110440503034278</c:v>
                </c:pt>
                <c:pt idx="4">
                  <c:v>10.185542714188578</c:v>
                </c:pt>
                <c:pt idx="5">
                  <c:v>14.551163602364291</c:v>
                </c:pt>
                <c:pt idx="6">
                  <c:v>97.288099672779524</c:v>
                </c:pt>
                <c:pt idx="7">
                  <c:v>467.47706737431639</c:v>
                </c:pt>
                <c:pt idx="8">
                  <c:v>481.9477507740404</c:v>
                </c:pt>
                <c:pt idx="9">
                  <c:v>235.24504212168921</c:v>
                </c:pt>
                <c:pt idx="10">
                  <c:v>210.86076510510463</c:v>
                </c:pt>
                <c:pt idx="11">
                  <c:v>247.75463712982798</c:v>
                </c:pt>
                <c:pt idx="12">
                  <c:v>282.93056244221526</c:v>
                </c:pt>
                <c:pt idx="13">
                  <c:v>220.65576439652943</c:v>
                </c:pt>
                <c:pt idx="14">
                  <c:v>176.91452062202404</c:v>
                </c:pt>
                <c:pt idx="15">
                  <c:v>196.7</c:v>
                </c:pt>
                <c:pt idx="16">
                  <c:v>237.3</c:v>
                </c:pt>
                <c:pt idx="17">
                  <c:v>259.3</c:v>
                </c:pt>
                <c:pt idx="18">
                  <c:v>218.7</c:v>
                </c:pt>
                <c:pt idx="19">
                  <c:v>179.9799798590131</c:v>
                </c:pt>
                <c:pt idx="20">
                  <c:v>419.7</c:v>
                </c:pt>
                <c:pt idx="21">
                  <c:v>493.76618734593262</c:v>
                </c:pt>
                <c:pt idx="22">
                  <c:v>556.4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D-476D-9313-6184DEB6E200}"/>
            </c:ext>
          </c:extLst>
        </c:ser>
        <c:ser>
          <c:idx val="1"/>
          <c:order val="1"/>
          <c:tx>
            <c:strRef>
              <c:f>'[C8.2 - Sector Externo - Valores.xls]8.1.5'!$E$3:$E$5</c:f>
              <c:strCache>
                <c:ptCount val="3"/>
                <c:pt idx="0">
                  <c:v>Bienes interme-dios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Valores.xls]8.1.5'!$A$71:$A$93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Valores.xls]8.1.5'!$D$71:$D$93</c:f>
              <c:numCache>
                <c:formatCode>#,##0.00\ \ </c:formatCode>
                <c:ptCount val="23"/>
                <c:pt idx="0">
                  <c:v>195.06501124089388</c:v>
                </c:pt>
                <c:pt idx="1">
                  <c:v>186.80803206095763</c:v>
                </c:pt>
                <c:pt idx="2">
                  <c:v>169.30940145547291</c:v>
                </c:pt>
                <c:pt idx="3">
                  <c:v>144.44783867426639</c:v>
                </c:pt>
                <c:pt idx="4">
                  <c:v>158.88667037262653</c:v>
                </c:pt>
                <c:pt idx="5">
                  <c:v>185.26284020680998</c:v>
                </c:pt>
                <c:pt idx="6">
                  <c:v>324.96729958701127</c:v>
                </c:pt>
                <c:pt idx="7">
                  <c:v>623.74055575524358</c:v>
                </c:pt>
                <c:pt idx="8">
                  <c:v>668.98118055022428</c:v>
                </c:pt>
                <c:pt idx="9">
                  <c:v>582.11008146273059</c:v>
                </c:pt>
                <c:pt idx="10">
                  <c:v>577.89447205377076</c:v>
                </c:pt>
                <c:pt idx="11">
                  <c:v>835.31488362866139</c:v>
                </c:pt>
                <c:pt idx="12">
                  <c:v>573.67619339935311</c:v>
                </c:pt>
                <c:pt idx="13">
                  <c:v>351.15494376094085</c:v>
                </c:pt>
                <c:pt idx="14">
                  <c:v>574.87694694493257</c:v>
                </c:pt>
                <c:pt idx="15">
                  <c:v>703.5</c:v>
                </c:pt>
                <c:pt idx="16">
                  <c:v>562.6</c:v>
                </c:pt>
                <c:pt idx="17">
                  <c:v>673.3</c:v>
                </c:pt>
                <c:pt idx="18">
                  <c:v>701.7</c:v>
                </c:pt>
                <c:pt idx="19">
                  <c:v>571.24080563947643</c:v>
                </c:pt>
                <c:pt idx="20">
                  <c:v>650.20000000000005</c:v>
                </c:pt>
                <c:pt idx="21">
                  <c:v>794.94556285949045</c:v>
                </c:pt>
                <c:pt idx="22">
                  <c:v>667.3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FD-476D-9313-6184DEB6E200}"/>
            </c:ext>
          </c:extLst>
        </c:ser>
        <c:ser>
          <c:idx val="2"/>
          <c:order val="2"/>
          <c:tx>
            <c:strRef>
              <c:f>'[C8.2 - Sector Externo - Valores.xls]8.1.5'!$J$2:$J$5</c:f>
              <c:strCache>
                <c:ptCount val="4"/>
                <c:pt idx="0">
                  <c:v>Combusti-bles y lubric.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Valores.xls]8.1.5'!$A$71:$A$93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Valores.xls]8.1.5'!$J$71:$J$93</c:f>
              <c:numCache>
                <c:formatCode>#,##0.00\ \ </c:formatCode>
                <c:ptCount val="23"/>
                <c:pt idx="0">
                  <c:v>32.995648375520958</c:v>
                </c:pt>
                <c:pt idx="1">
                  <c:v>24.948705767893316</c:v>
                </c:pt>
                <c:pt idx="2">
                  <c:v>15.445716392196807</c:v>
                </c:pt>
                <c:pt idx="3">
                  <c:v>12.03254743494143</c:v>
                </c:pt>
                <c:pt idx="4">
                  <c:v>12.837910741081927</c:v>
                </c:pt>
                <c:pt idx="5">
                  <c:v>17.26528930291062</c:v>
                </c:pt>
                <c:pt idx="6">
                  <c:v>64.38829292198588</c:v>
                </c:pt>
                <c:pt idx="7">
                  <c:v>100.41744836219397</c:v>
                </c:pt>
                <c:pt idx="8">
                  <c:v>142.15067371596064</c:v>
                </c:pt>
                <c:pt idx="9">
                  <c:v>115.73830260065033</c:v>
                </c:pt>
                <c:pt idx="10">
                  <c:v>159.80963587925518</c:v>
                </c:pt>
                <c:pt idx="11">
                  <c:v>198.58602419617009</c:v>
                </c:pt>
                <c:pt idx="12">
                  <c:v>242.56441414391699</c:v>
                </c:pt>
                <c:pt idx="13">
                  <c:v>179.88135313407642</c:v>
                </c:pt>
                <c:pt idx="14">
                  <c:v>184.18890669115811</c:v>
                </c:pt>
                <c:pt idx="15">
                  <c:v>203</c:v>
                </c:pt>
                <c:pt idx="16">
                  <c:v>251</c:v>
                </c:pt>
                <c:pt idx="17">
                  <c:v>318</c:v>
                </c:pt>
                <c:pt idx="18">
                  <c:v>251</c:v>
                </c:pt>
                <c:pt idx="19">
                  <c:v>209.0026183282981</c:v>
                </c:pt>
                <c:pt idx="20">
                  <c:v>156</c:v>
                </c:pt>
                <c:pt idx="21">
                  <c:v>129.69111887154202</c:v>
                </c:pt>
                <c:pt idx="22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FD-476D-9313-6184DEB6E200}"/>
            </c:ext>
          </c:extLst>
        </c:ser>
        <c:ser>
          <c:idx val="3"/>
          <c:order val="3"/>
          <c:tx>
            <c:strRef>
              <c:f>'[C8.2 - Sector Externo - Valores.xls]8.1.5'!$L$2:$L$5</c:f>
              <c:strCache>
                <c:ptCount val="4"/>
                <c:pt idx="0">
                  <c:v>Bienes de  Consumo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Valores.xls]8.1.5'!$A$71:$A$93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Valores.xls]8.1.5'!$L$71:$L$93</c:f>
              <c:numCache>
                <c:formatCode>#,##0.00\ \ </c:formatCode>
                <c:ptCount val="23"/>
                <c:pt idx="0">
                  <c:v>99.367261151911734</c:v>
                </c:pt>
                <c:pt idx="1">
                  <c:v>76.851340893448906</c:v>
                </c:pt>
                <c:pt idx="2">
                  <c:v>104.96994773454966</c:v>
                </c:pt>
                <c:pt idx="3">
                  <c:v>70.309173387757923</c:v>
                </c:pt>
                <c:pt idx="4">
                  <c:v>85.389876172102973</c:v>
                </c:pt>
                <c:pt idx="5">
                  <c:v>91.120706887915077</c:v>
                </c:pt>
                <c:pt idx="6">
                  <c:v>188.75630781822332</c:v>
                </c:pt>
                <c:pt idx="7">
                  <c:v>392.86492850824607</c:v>
                </c:pt>
                <c:pt idx="8">
                  <c:v>297.32039495977489</c:v>
                </c:pt>
                <c:pt idx="9">
                  <c:v>139.50657381492977</c:v>
                </c:pt>
                <c:pt idx="10">
                  <c:v>96.835126961869435</c:v>
                </c:pt>
                <c:pt idx="11">
                  <c:v>198.54445504534075</c:v>
                </c:pt>
                <c:pt idx="12">
                  <c:v>80.128830014514506</c:v>
                </c:pt>
                <c:pt idx="13">
                  <c:v>43.407938708453301</c:v>
                </c:pt>
                <c:pt idx="14">
                  <c:v>43.019625741885328</c:v>
                </c:pt>
                <c:pt idx="15">
                  <c:v>69.400000000000006</c:v>
                </c:pt>
                <c:pt idx="16">
                  <c:v>76.7</c:v>
                </c:pt>
                <c:pt idx="17">
                  <c:v>59.8</c:v>
                </c:pt>
                <c:pt idx="18">
                  <c:v>61.2</c:v>
                </c:pt>
                <c:pt idx="19">
                  <c:v>23.376596173212487</c:v>
                </c:pt>
                <c:pt idx="20">
                  <c:v>23.4</c:v>
                </c:pt>
                <c:pt idx="21">
                  <c:v>41.89713092303478</c:v>
                </c:pt>
                <c:pt idx="22">
                  <c:v>41.2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FFD-476D-9313-6184DEB6E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94386496"/>
        <c:axId val="1201368512"/>
      </c:barChart>
      <c:catAx>
        <c:axId val="1194386496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201368512"/>
        <c:crosses val="autoZero"/>
        <c:auto val="1"/>
        <c:lblAlgn val="ctr"/>
        <c:lblOffset val="100"/>
        <c:noMultiLvlLbl val="0"/>
      </c:catAx>
      <c:valAx>
        <c:axId val="120136851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9438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Ingresos y gastos (%PIB)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areaChart>
        <c:grouping val="standard"/>
        <c:varyColors val="0"/>
        <c:ser>
          <c:idx val="1"/>
          <c:order val="0"/>
          <c:tx>
            <c:strRef>
              <c:f>'[C6.2 - Sector Publico - Valores.xls]6.2.4'!$C$2:$C$5</c:f>
              <c:strCache>
                <c:ptCount val="4"/>
                <c:pt idx="0">
                  <c:v>Gastos Totales</c:v>
                </c:pt>
              </c:strCache>
            </c:strRef>
          </c:tx>
          <c:spPr>
            <a:solidFill>
              <a:schemeClr val="accent6">
                <a:lumMod val="75000"/>
                <a:alpha val="70000"/>
              </a:schemeClr>
            </a:solidFill>
            <a:ln w="28575" cap="rnd">
              <a:noFill/>
              <a:round/>
            </a:ln>
            <a:effectLst/>
          </c:spPr>
          <c:cat>
            <c:numRef>
              <c:f>'[C6.2 - Sector Publico - Valores.xls]6.2.4'!$A$137:$A$159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'[C6.2 - Sector Publico - Valores.xls]6.2.4'!$C$137:$C$159</c:f>
              <c:numCache>
                <c:formatCode>_ * #,##0.00_ ;_ * \-#,##0.00_ ;_ * "-"_ ;_ @_ </c:formatCode>
                <c:ptCount val="23"/>
                <c:pt idx="0">
                  <c:v>8.8098285798463181</c:v>
                </c:pt>
                <c:pt idx="1">
                  <c:v>8.4826797250372437</c:v>
                </c:pt>
                <c:pt idx="2">
                  <c:v>8.3677194389476615</c:v>
                </c:pt>
                <c:pt idx="3">
                  <c:v>9.1769780607142426</c:v>
                </c:pt>
                <c:pt idx="4">
                  <c:v>11.000747265807922</c:v>
                </c:pt>
                <c:pt idx="5">
                  <c:v>11.39475118888855</c:v>
                </c:pt>
                <c:pt idx="6">
                  <c:v>9.8905759052307776</c:v>
                </c:pt>
                <c:pt idx="7">
                  <c:v>9.3058048986153032</c:v>
                </c:pt>
                <c:pt idx="8">
                  <c:v>12.89261137424525</c:v>
                </c:pt>
                <c:pt idx="9">
                  <c:v>11.82542439557295</c:v>
                </c:pt>
                <c:pt idx="10">
                  <c:v>11.199757859529882</c:v>
                </c:pt>
                <c:pt idx="11">
                  <c:v>11.958973802454874</c:v>
                </c:pt>
                <c:pt idx="12">
                  <c:v>11.90117495500326</c:v>
                </c:pt>
                <c:pt idx="13">
                  <c:v>11.050888975873399</c:v>
                </c:pt>
                <c:pt idx="14">
                  <c:v>10.980079669848992</c:v>
                </c:pt>
                <c:pt idx="15">
                  <c:v>10.21560164416745</c:v>
                </c:pt>
                <c:pt idx="16">
                  <c:v>10.04118490500475</c:v>
                </c:pt>
                <c:pt idx="17">
                  <c:v>8.4272916332381396</c:v>
                </c:pt>
                <c:pt idx="18">
                  <c:v>13.193231828399897</c:v>
                </c:pt>
                <c:pt idx="19">
                  <c:v>13.636928908587148</c:v>
                </c:pt>
                <c:pt idx="20">
                  <c:v>11.30709949362018</c:v>
                </c:pt>
                <c:pt idx="21">
                  <c:v>12.273240598550242</c:v>
                </c:pt>
                <c:pt idx="22">
                  <c:v>11.315712728044325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E-4F8D-BFB4-B0914912F59B}"/>
            </c:ext>
          </c:extLst>
        </c:ser>
        <c:ser>
          <c:idx val="0"/>
          <c:order val="1"/>
          <c:tx>
            <c:strRef>
              <c:f>'[C6.2 - Sector Publico - Valores.xls]6.2.4'!$B$2:$B$5</c:f>
              <c:strCache>
                <c:ptCount val="4"/>
                <c:pt idx="0">
                  <c:v>Ingresos Totales</c:v>
                </c:pt>
              </c:strCache>
            </c:strRef>
          </c:tx>
          <c:spPr>
            <a:solidFill>
              <a:schemeClr val="accent5">
                <a:lumMod val="75000"/>
                <a:alpha val="56000"/>
              </a:schemeClr>
            </a:solidFill>
            <a:ln w="28575" cap="rnd">
              <a:noFill/>
              <a:round/>
            </a:ln>
            <a:effectLst/>
          </c:spPr>
          <c:cat>
            <c:numRef>
              <c:f>'[C6.2 - Sector Publico - Valores.xls]6.2.4'!$A$137:$A$159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'[C6.2 - Sector Publico - Valores.xls]6.2.4'!$B$137:$B$159</c:f>
              <c:numCache>
                <c:formatCode>_ * #,##0.00_ ;_ * \-#,##0.00_ ;_ * "-"_ ;_ @_ </c:formatCode>
                <c:ptCount val="23"/>
                <c:pt idx="0">
                  <c:v>6.4894868712169478</c:v>
                </c:pt>
                <c:pt idx="1">
                  <c:v>5.6489149452665552</c:v>
                </c:pt>
                <c:pt idx="2">
                  <c:v>5.4923953620299288</c:v>
                </c:pt>
                <c:pt idx="3">
                  <c:v>5.3379969472558573</c:v>
                </c:pt>
                <c:pt idx="4">
                  <c:v>6.4069534392975109</c:v>
                </c:pt>
                <c:pt idx="5">
                  <c:v>6.1580302877072466</c:v>
                </c:pt>
                <c:pt idx="6">
                  <c:v>5.7725030843202276</c:v>
                </c:pt>
                <c:pt idx="7">
                  <c:v>7.7083972716777334</c:v>
                </c:pt>
                <c:pt idx="8">
                  <c:v>10.167570557946199</c:v>
                </c:pt>
                <c:pt idx="9">
                  <c:v>7.8391965305750606</c:v>
                </c:pt>
                <c:pt idx="10">
                  <c:v>7.8151888804817409</c:v>
                </c:pt>
                <c:pt idx="11">
                  <c:v>8.4778368420422794</c:v>
                </c:pt>
                <c:pt idx="12">
                  <c:v>8.9012894513246632</c:v>
                </c:pt>
                <c:pt idx="13">
                  <c:v>7.930034512434081</c:v>
                </c:pt>
                <c:pt idx="14">
                  <c:v>7.7468191753643367</c:v>
                </c:pt>
                <c:pt idx="15">
                  <c:v>6.4454206220284656</c:v>
                </c:pt>
                <c:pt idx="16">
                  <c:v>6.267866977172047</c:v>
                </c:pt>
                <c:pt idx="17">
                  <c:v>5.6905766316196758</c:v>
                </c:pt>
                <c:pt idx="18">
                  <c:v>6.5851139290668765</c:v>
                </c:pt>
                <c:pt idx="19">
                  <c:v>8.8011367442623758</c:v>
                </c:pt>
                <c:pt idx="20">
                  <c:v>9.3264657123346844</c:v>
                </c:pt>
                <c:pt idx="21">
                  <c:v>14.025116433575121</c:v>
                </c:pt>
                <c:pt idx="22">
                  <c:v>10.835273624908726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E-4F8D-BFB4-B0914912F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9849200"/>
        <c:axId val="1"/>
      </c:areaChart>
      <c:barChart>
        <c:barDir val="col"/>
        <c:grouping val="clustered"/>
        <c:varyColors val="0"/>
        <c:ser>
          <c:idx val="3"/>
          <c:order val="2"/>
          <c:tx>
            <c:strRef>
              <c:f>'[C6.2 - Sector Publico - Valores.xls]6.2.4'!$E$2:$E$5</c:f>
              <c:strCache>
                <c:ptCount val="4"/>
                <c:pt idx="0">
                  <c:v>Resultado Financiero</c:v>
                </c:pt>
              </c:strCache>
            </c:strRef>
          </c:tx>
          <c:invertIfNegative val="0"/>
          <c:val>
            <c:numRef>
              <c:f>'[C6.2 - Sector Publico - Valores.xls]6.2.4'!$E$137:$E$159</c:f>
              <c:numCache>
                <c:formatCode>_ * #,##0.00_ ;_ * \-#,##0.00_ ;_ * "-"_ ;_ @_ </c:formatCode>
                <c:ptCount val="23"/>
                <c:pt idx="0">
                  <c:v>-2.3203417086293694</c:v>
                </c:pt>
                <c:pt idx="1">
                  <c:v>-2.8337647797706889</c:v>
                </c:pt>
                <c:pt idx="2">
                  <c:v>-2.8753240769177335</c:v>
                </c:pt>
                <c:pt idx="3">
                  <c:v>-3.8389811134583858</c:v>
                </c:pt>
                <c:pt idx="4">
                  <c:v>-4.5937938265104092</c:v>
                </c:pt>
                <c:pt idx="5">
                  <c:v>-5.2367209011813038</c:v>
                </c:pt>
                <c:pt idx="6">
                  <c:v>-4.1180728209105499</c:v>
                </c:pt>
                <c:pt idx="7">
                  <c:v>-1.5974076269375708</c:v>
                </c:pt>
                <c:pt idx="8">
                  <c:v>-2.7250408162990523</c:v>
                </c:pt>
                <c:pt idx="9">
                  <c:v>-3.9862278649978888</c:v>
                </c:pt>
                <c:pt idx="10">
                  <c:v>-3.3845689790481415</c:v>
                </c:pt>
                <c:pt idx="11">
                  <c:v>-3.4811369604125946</c:v>
                </c:pt>
                <c:pt idx="12">
                  <c:v>-2.9998855036785974</c:v>
                </c:pt>
                <c:pt idx="13">
                  <c:v>-3.120854463439318</c:v>
                </c:pt>
                <c:pt idx="14">
                  <c:v>-3.2332604944846559</c:v>
                </c:pt>
                <c:pt idx="15">
                  <c:v>-3.7701810221389844</c:v>
                </c:pt>
                <c:pt idx="16">
                  <c:v>-3.7733179278327018</c:v>
                </c:pt>
                <c:pt idx="17">
                  <c:v>-2.7367150016184647</c:v>
                </c:pt>
                <c:pt idx="18">
                  <c:v>-6.6081178993330187</c:v>
                </c:pt>
                <c:pt idx="19">
                  <c:v>-4.8357921643247721</c:v>
                </c:pt>
                <c:pt idx="20">
                  <c:v>-1.9806337812854971</c:v>
                </c:pt>
                <c:pt idx="21">
                  <c:v>1.7518758350248813</c:v>
                </c:pt>
                <c:pt idx="22">
                  <c:v>-0.48043910313559779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7E-4F8D-BFB4-B0914912F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69849200"/>
        <c:axId val="1"/>
      </c:barChart>
      <c:catAx>
        <c:axId val="116984920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16984920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109514435695539"/>
          <c:y val="5.0925925925925923E-2"/>
          <c:w val="0.83372331583552051"/>
          <c:h val="0.73332057791841443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'[C8.2 - Sector Externo - Valores.xls]8.1.1'!$F$2:$F$5</c:f>
              <c:strCache>
                <c:ptCount val="4"/>
                <c:pt idx="0">
                  <c:v>Saldo Comercial   (FOB-CIF)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invertIfNegative val="0"/>
          <c:val>
            <c:numRef>
              <c:f>'[C8.2 - Sector Externo - Valores.xls]8.1.1'!$F$137:$F$159</c:f>
              <c:numCache>
                <c:formatCode>#,##0.00\ \ </c:formatCode>
                <c:ptCount val="23"/>
                <c:pt idx="0">
                  <c:v>49.3</c:v>
                </c:pt>
                <c:pt idx="1">
                  <c:v>133.30000000000001</c:v>
                </c:pt>
                <c:pt idx="2">
                  <c:v>186.3</c:v>
                </c:pt>
                <c:pt idx="3">
                  <c:v>372.5</c:v>
                </c:pt>
                <c:pt idx="4">
                  <c:v>419.2</c:v>
                </c:pt>
                <c:pt idx="5">
                  <c:v>429.4</c:v>
                </c:pt>
                <c:pt idx="6">
                  <c:v>499.9</c:v>
                </c:pt>
                <c:pt idx="7">
                  <c:v>29.8</c:v>
                </c:pt>
                <c:pt idx="8">
                  <c:v>36.399999999999864</c:v>
                </c:pt>
                <c:pt idx="9">
                  <c:v>-138.80000000000001</c:v>
                </c:pt>
                <c:pt idx="10">
                  <c:v>122.2</c:v>
                </c:pt>
                <c:pt idx="11">
                  <c:v>-310.8</c:v>
                </c:pt>
                <c:pt idx="12">
                  <c:v>-491.5</c:v>
                </c:pt>
                <c:pt idx="13">
                  <c:v>330</c:v>
                </c:pt>
                <c:pt idx="14">
                  <c:v>47.599999999999909</c:v>
                </c:pt>
                <c:pt idx="15">
                  <c:v>-244</c:v>
                </c:pt>
                <c:pt idx="16">
                  <c:v>-183.8</c:v>
                </c:pt>
                <c:pt idx="17">
                  <c:v>-335.6</c:v>
                </c:pt>
                <c:pt idx="18">
                  <c:v>-238.7</c:v>
                </c:pt>
                <c:pt idx="19">
                  <c:v>17</c:v>
                </c:pt>
                <c:pt idx="20">
                  <c:v>-170.1</c:v>
                </c:pt>
                <c:pt idx="21">
                  <c:v>-496.2</c:v>
                </c:pt>
                <c:pt idx="22">
                  <c:v>-140.5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F6-4286-93F6-DDB4D6C48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42331872"/>
        <c:axId val="1"/>
      </c:barChart>
      <c:lineChart>
        <c:grouping val="standard"/>
        <c:varyColors val="0"/>
        <c:ser>
          <c:idx val="0"/>
          <c:order val="0"/>
          <c:tx>
            <c:strRef>
              <c:f>'[C8.2 - Sector Externo - Valores.xls]8.1.1'!$B$2:$B$5</c:f>
              <c:strCache>
                <c:ptCount val="4"/>
                <c:pt idx="0">
                  <c:v>Exportaciones    (FOB)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'[C8.2 - Sector Externo - Valores.xls]8.1.1'!$A$137:$A$159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Valores.xls]8.1.1'!$B$137:$B$159</c:f>
              <c:numCache>
                <c:formatCode>#,##0.00\ \ </c:formatCode>
                <c:ptCount val="23"/>
                <c:pt idx="0">
                  <c:v>430.2</c:v>
                </c:pt>
                <c:pt idx="1">
                  <c:v>458.3</c:v>
                </c:pt>
                <c:pt idx="2">
                  <c:v>505.3</c:v>
                </c:pt>
                <c:pt idx="3">
                  <c:v>611.4</c:v>
                </c:pt>
                <c:pt idx="4">
                  <c:v>686.5</c:v>
                </c:pt>
                <c:pt idx="5">
                  <c:v>737.6</c:v>
                </c:pt>
                <c:pt idx="6" formatCode="#,##0.0\ \ ">
                  <c:v>1175.3</c:v>
                </c:pt>
                <c:pt idx="7" formatCode="#,##0.0\ \ ">
                  <c:v>1614.3</c:v>
                </c:pt>
                <c:pt idx="8" formatCode="#,##0.0\ \ ">
                  <c:v>1626.8</c:v>
                </c:pt>
                <c:pt idx="9">
                  <c:v>933.8</c:v>
                </c:pt>
                <c:pt idx="10" formatCode="#,##0.0\ \ ">
                  <c:v>1167.5999999999999</c:v>
                </c:pt>
                <c:pt idx="11" formatCode="#,##0.0\ \ ">
                  <c:v>1169.4000000000001</c:v>
                </c:pt>
                <c:pt idx="12">
                  <c:v>687.8</c:v>
                </c:pt>
                <c:pt idx="13" formatCode="#,##0.0\ \ ">
                  <c:v>1125.0999999999999</c:v>
                </c:pt>
                <c:pt idx="14" formatCode="#,##0.0\ \ ">
                  <c:v>1026.5999999999999</c:v>
                </c:pt>
                <c:pt idx="15">
                  <c:v>928.6</c:v>
                </c:pt>
                <c:pt idx="16">
                  <c:v>943.8</c:v>
                </c:pt>
                <c:pt idx="17">
                  <c:v>974.8</c:v>
                </c:pt>
                <c:pt idx="18">
                  <c:v>993.9</c:v>
                </c:pt>
                <c:pt idx="19" formatCode="#,##0.0\ \ ">
                  <c:v>1000.6</c:v>
                </c:pt>
                <c:pt idx="20" formatCode="#,##0.0\ \ ">
                  <c:v>1079.2</c:v>
                </c:pt>
                <c:pt idx="21">
                  <c:v>964.1</c:v>
                </c:pt>
                <c:pt idx="22" formatCode="#,##0.0\ \ ">
                  <c:v>1216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F6-4286-93F6-DDB4D6C4869D}"/>
            </c:ext>
          </c:extLst>
        </c:ser>
        <c:ser>
          <c:idx val="1"/>
          <c:order val="1"/>
          <c:tx>
            <c:strRef>
              <c:f>'[C8.2 - Sector Externo - Valores.xls]8.1.1'!$D$2:$D$5</c:f>
              <c:strCache>
                <c:ptCount val="4"/>
                <c:pt idx="0">
                  <c:v>Importaciones    (CIF)</c:v>
                </c:pt>
              </c:strCache>
            </c:strRef>
          </c:tx>
          <c:spPr>
            <a:ln w="38100">
              <a:solidFill>
                <a:schemeClr val="accent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'[C8.2 - Sector Externo - Valores.xls]8.1.1'!$A$137:$A$159</c:f>
              <c:numCache>
                <c:formatCode>0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'[C8.2 - Sector Externo - Valores.xls]8.1.1'!$D$137:$D$159</c:f>
              <c:numCache>
                <c:formatCode>#,##0.00\ \ </c:formatCode>
                <c:ptCount val="23"/>
                <c:pt idx="0">
                  <c:v>380.9</c:v>
                </c:pt>
                <c:pt idx="1">
                  <c:v>325</c:v>
                </c:pt>
                <c:pt idx="2">
                  <c:v>319</c:v>
                </c:pt>
                <c:pt idx="3">
                  <c:v>238.9</c:v>
                </c:pt>
                <c:pt idx="4">
                  <c:v>267.3</c:v>
                </c:pt>
                <c:pt idx="5">
                  <c:v>308.2</c:v>
                </c:pt>
                <c:pt idx="6">
                  <c:v>675.4</c:v>
                </c:pt>
                <c:pt idx="7" formatCode="#,##0.0\ \ ">
                  <c:v>1584.5</c:v>
                </c:pt>
                <c:pt idx="8" formatCode="#,##0.0\ \ ">
                  <c:v>1590.4</c:v>
                </c:pt>
                <c:pt idx="9" formatCode="#,##0.0\ \ ">
                  <c:v>1072.5999999999999</c:v>
                </c:pt>
                <c:pt idx="10" formatCode="#,##0.0\ \ ">
                  <c:v>1045.4000000000001</c:v>
                </c:pt>
                <c:pt idx="11" formatCode="#,##0.0\ \ ">
                  <c:v>1480.2</c:v>
                </c:pt>
                <c:pt idx="12" formatCode="#,##0.0\ \ ">
                  <c:v>1179.3</c:v>
                </c:pt>
                <c:pt idx="13">
                  <c:v>795.1</c:v>
                </c:pt>
                <c:pt idx="14">
                  <c:v>979</c:v>
                </c:pt>
                <c:pt idx="15" formatCode="#,##0.0\ \ ">
                  <c:v>1172.5999999999999</c:v>
                </c:pt>
                <c:pt idx="16" formatCode="#,##0.0\ \ ">
                  <c:v>1127.5999999999999</c:v>
                </c:pt>
                <c:pt idx="17" formatCode="#,##0.0\ \ ">
                  <c:v>1310.4000000000001</c:v>
                </c:pt>
                <c:pt idx="18" formatCode="#,##0.0\ \ ">
                  <c:v>1232.5999999999999</c:v>
                </c:pt>
                <c:pt idx="19">
                  <c:v>983.6</c:v>
                </c:pt>
                <c:pt idx="20" formatCode="#,##0.0\ \ ">
                  <c:v>1249.3</c:v>
                </c:pt>
                <c:pt idx="21" formatCode="#,##0.0\ \ ">
                  <c:v>1460.3</c:v>
                </c:pt>
                <c:pt idx="22" formatCode="#,##0.0\ \ ">
                  <c:v>1356.5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F6-4286-93F6-DDB4D6C48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2331872"/>
        <c:axId val="1"/>
      </c:lineChart>
      <c:catAx>
        <c:axId val="442331872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442331872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Hoja3!$E$4</c:f>
              <c:strCache>
                <c:ptCount val="1"/>
                <c:pt idx="0">
                  <c:v>Cuenta Capital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Hoja3!$A$5:$A$22</c:f>
              <c:numCache>
                <c:formatCode>0</c:formatCode>
                <c:ptCount val="18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  <c:pt idx="10">
                  <c:v>1955</c:v>
                </c:pt>
                <c:pt idx="11">
                  <c:v>1956</c:v>
                </c:pt>
                <c:pt idx="12">
                  <c:v>1957</c:v>
                </c:pt>
                <c:pt idx="13">
                  <c:v>1958</c:v>
                </c:pt>
                <c:pt idx="14">
                  <c:v>1959</c:v>
                </c:pt>
                <c:pt idx="15">
                  <c:v>1960</c:v>
                </c:pt>
                <c:pt idx="16">
                  <c:v>1961</c:v>
                </c:pt>
                <c:pt idx="17">
                  <c:v>1962</c:v>
                </c:pt>
              </c:numCache>
            </c:numRef>
          </c:cat>
          <c:val>
            <c:numRef>
              <c:f>Hoja3!$E$5:$E$22</c:f>
              <c:numCache>
                <c:formatCode>#.##000\ \ </c:formatCode>
                <c:ptCount val="18"/>
                <c:pt idx="0">
                  <c:v>-44</c:v>
                </c:pt>
                <c:pt idx="1">
                  <c:v>-328.1</c:v>
                </c:pt>
                <c:pt idx="2">
                  <c:v>-381.2</c:v>
                </c:pt>
                <c:pt idx="3">
                  <c:v>-543</c:v>
                </c:pt>
                <c:pt idx="4">
                  <c:v>-237</c:v>
                </c:pt>
                <c:pt idx="5">
                  <c:v>32.799999999999997</c:v>
                </c:pt>
                <c:pt idx="6">
                  <c:v>151.1</c:v>
                </c:pt>
                <c:pt idx="7">
                  <c:v>287.5</c:v>
                </c:pt>
                <c:pt idx="8">
                  <c:v>-18.3</c:v>
                </c:pt>
                <c:pt idx="9">
                  <c:v>-76.099999999999994</c:v>
                </c:pt>
                <c:pt idx="10" formatCode="#.##0000\ \ ">
                  <c:v>-0.1</c:v>
                </c:pt>
                <c:pt idx="11">
                  <c:v>112.9</c:v>
                </c:pt>
                <c:pt idx="12">
                  <c:v>423.1</c:v>
                </c:pt>
                <c:pt idx="13">
                  <c:v>84.4</c:v>
                </c:pt>
                <c:pt idx="14">
                  <c:v>235.8</c:v>
                </c:pt>
                <c:pt idx="15">
                  <c:v>524.6</c:v>
                </c:pt>
                <c:pt idx="16">
                  <c:v>385.6</c:v>
                </c:pt>
                <c:pt idx="17">
                  <c:v>-25.1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F3-465B-AADA-FDE6BB2B3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4240720"/>
        <c:axId val="598381456"/>
      </c:barChart>
      <c:catAx>
        <c:axId val="49424072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98381456"/>
        <c:crosses val="autoZero"/>
        <c:auto val="1"/>
        <c:lblAlgn val="ctr"/>
        <c:lblOffset val="100"/>
        <c:noMultiLvlLbl val="0"/>
      </c:catAx>
      <c:valAx>
        <c:axId val="598381456"/>
        <c:scaling>
          <c:orientation val="minMax"/>
        </c:scaling>
        <c:delete val="0"/>
        <c:axPos val="l"/>
        <c:numFmt formatCode="#.##0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94240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v>Aumento de salario</c:v>
          </c:tx>
          <c:spPr>
            <a:solidFill>
              <a:schemeClr val="accent1">
                <a:lumMod val="75000"/>
              </a:schemeClr>
            </a:solidFill>
          </c:spPr>
          <c:invertIfNegative val="0"/>
          <c:val>
            <c:numRef>
              <c:f>'[C5.2 - Precios - Valores.xls]5.3.1'!$E$65:$E$87</c:f>
              <c:numCache>
                <c:formatCode>0%</c:formatCode>
                <c:ptCount val="23"/>
                <c:pt idx="0">
                  <c:v>3.1901840490797362E-2</c:v>
                </c:pt>
                <c:pt idx="1">
                  <c:v>2.9726516052318575E-2</c:v>
                </c:pt>
                <c:pt idx="2">
                  <c:v>8.6605080831408721E-2</c:v>
                </c:pt>
                <c:pt idx="3">
                  <c:v>6.2699256110520629E-2</c:v>
                </c:pt>
                <c:pt idx="4">
                  <c:v>7.9000000000000181E-2</c:v>
                </c:pt>
                <c:pt idx="5">
                  <c:v>0.12882298424467087</c:v>
                </c:pt>
                <c:pt idx="6">
                  <c:v>0.13269977686369683</c:v>
                </c:pt>
                <c:pt idx="7">
                  <c:v>0.37083440085546582</c:v>
                </c:pt>
                <c:pt idx="8">
                  <c:v>0.42129199569230491</c:v>
                </c:pt>
                <c:pt idx="9">
                  <c:v>0.32309825709993034</c:v>
                </c:pt>
                <c:pt idx="10">
                  <c:v>0.21751754793738698</c:v>
                </c:pt>
                <c:pt idx="11">
                  <c:v>0.248350767217002</c:v>
                </c:pt>
                <c:pt idx="12">
                  <c:v>0.26786967779463211</c:v>
                </c:pt>
                <c:pt idx="13">
                  <c:v>8.7848398290605534E-2</c:v>
                </c:pt>
                <c:pt idx="14">
                  <c:v>0.1454157392172355</c:v>
                </c:pt>
                <c:pt idx="15">
                  <c:v>9.0101626509301314E-2</c:v>
                </c:pt>
                <c:pt idx="16">
                  <c:v>0.2283977315863992</c:v>
                </c:pt>
                <c:pt idx="17">
                  <c:v>0.21061053651604977</c:v>
                </c:pt>
                <c:pt idx="18">
                  <c:v>0.40821058000115062</c:v>
                </c:pt>
                <c:pt idx="19">
                  <c:v>0.59044872421423533</c:v>
                </c:pt>
                <c:pt idx="20">
                  <c:v>0.30025430680052989</c:v>
                </c:pt>
                <c:pt idx="21">
                  <c:v>0.26316358785432925</c:v>
                </c:pt>
                <c:pt idx="22">
                  <c:v>0.25171596677183961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E-4A24-B323-F09F6177A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0773008"/>
        <c:axId val="1177010272"/>
      </c:barChart>
      <c:lineChart>
        <c:grouping val="standard"/>
        <c:varyColors val="0"/>
        <c:ser>
          <c:idx val="0"/>
          <c:order val="0"/>
          <c:tx>
            <c:v>Salario Real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'[C5.2 - Precios - Valores.xls]5.3.1'!$A$65:$A$87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'[C5.2 - Precios - Valores.xls]5.3.1'!$D$65:$D$87</c:f>
              <c:numCache>
                <c:formatCode>_ * #,##0.00_ ;_ * \-#,##0.00_ ;_ * "-"_ ;_ @_ </c:formatCode>
                <c:ptCount val="23"/>
                <c:pt idx="0">
                  <c:v>1095.3839060817957</c:v>
                </c:pt>
                <c:pt idx="1">
                  <c:v>1098.8643764674512</c:v>
                </c:pt>
                <c:pt idx="2">
                  <c:v>1129.9392937181851</c:v>
                </c:pt>
                <c:pt idx="3">
                  <c:v>1187.5401657742971</c:v>
                </c:pt>
                <c:pt idx="4">
                  <c:v>1285.3434607756653</c:v>
                </c:pt>
                <c:pt idx="5">
                  <c:v>1211.6880731937295</c:v>
                </c:pt>
                <c:pt idx="6">
                  <c:v>1166.3543851527111</c:v>
                </c:pt>
                <c:pt idx="7">
                  <c:v>1408.1328641950604</c:v>
                </c:pt>
                <c:pt idx="8">
                  <c:v>1769.602444374967</c:v>
                </c:pt>
                <c:pt idx="9">
                  <c:v>1785.9580256092584</c:v>
                </c:pt>
                <c:pt idx="10">
                  <c:v>1732.1011461231415</c:v>
                </c:pt>
                <c:pt idx="11">
                  <c:v>1581.4311182876684</c:v>
                </c:pt>
                <c:pt idx="12">
                  <c:v>1446.5461569397339</c:v>
                </c:pt>
                <c:pt idx="13">
                  <c:v>1513.0444951505767</c:v>
                </c:pt>
                <c:pt idx="14">
                  <c:v>1668.821943021574</c:v>
                </c:pt>
                <c:pt idx="15">
                  <c:v>1619.6754049411993</c:v>
                </c:pt>
                <c:pt idx="16">
                  <c:v>1754.7920947972589</c:v>
                </c:pt>
                <c:pt idx="17">
                  <c:v>1703.8572316228849</c:v>
                </c:pt>
                <c:pt idx="18">
                  <c:v>1822.9334772215091</c:v>
                </c:pt>
                <c:pt idx="19">
                  <c:v>1356.7064115741539</c:v>
                </c:pt>
                <c:pt idx="20">
                  <c:v>1385.9250924038392</c:v>
                </c:pt>
                <c:pt idx="21">
                  <c:v>1542.2328564801867</c:v>
                </c:pt>
                <c:pt idx="22">
                  <c:v>1507.4529916754527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DE-4A24-B323-F09F6177A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7462448"/>
        <c:axId val="1"/>
      </c:lineChart>
      <c:catAx>
        <c:axId val="10174624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017462448"/>
        <c:crosses val="autoZero"/>
        <c:crossBetween val="between"/>
      </c:valAx>
      <c:valAx>
        <c:axId val="1177010272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crossAx val="1180773008"/>
        <c:crosses val="max"/>
        <c:crossBetween val="between"/>
      </c:valAx>
      <c:catAx>
        <c:axId val="1180773008"/>
        <c:scaling>
          <c:orientation val="minMax"/>
        </c:scaling>
        <c:delete val="1"/>
        <c:axPos val="b"/>
        <c:majorTickMark val="out"/>
        <c:minorTickMark val="none"/>
        <c:tickLblPos val="nextTo"/>
        <c:crossAx val="1177010272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tx2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v>Aumento de salario</c:v>
          </c:tx>
          <c:spPr>
            <a:solidFill>
              <a:schemeClr val="accent1">
                <a:lumMod val="75000"/>
              </a:schemeClr>
            </a:solidFill>
          </c:spPr>
          <c:invertIfNegative val="0"/>
          <c:val>
            <c:numRef>
              <c:f>'[C5.2 - Precios - Valores.xls]5.3.1'!$E$65:$E$87</c:f>
              <c:numCache>
                <c:formatCode>0%</c:formatCode>
                <c:ptCount val="23"/>
                <c:pt idx="0">
                  <c:v>3.1901840490797362E-2</c:v>
                </c:pt>
                <c:pt idx="1">
                  <c:v>2.9726516052318575E-2</c:v>
                </c:pt>
                <c:pt idx="2">
                  <c:v>8.6605080831408721E-2</c:v>
                </c:pt>
                <c:pt idx="3">
                  <c:v>6.2699256110520629E-2</c:v>
                </c:pt>
                <c:pt idx="4">
                  <c:v>7.9000000000000181E-2</c:v>
                </c:pt>
                <c:pt idx="5">
                  <c:v>0.12882298424467087</c:v>
                </c:pt>
                <c:pt idx="6">
                  <c:v>0.13269977686369683</c:v>
                </c:pt>
                <c:pt idx="7">
                  <c:v>0.37083440085546582</c:v>
                </c:pt>
                <c:pt idx="8">
                  <c:v>0.42129199569230491</c:v>
                </c:pt>
                <c:pt idx="9">
                  <c:v>0.32309825709993034</c:v>
                </c:pt>
                <c:pt idx="10">
                  <c:v>0.21751754793738698</c:v>
                </c:pt>
                <c:pt idx="11">
                  <c:v>0.248350767217002</c:v>
                </c:pt>
                <c:pt idx="12">
                  <c:v>0.26786967779463211</c:v>
                </c:pt>
                <c:pt idx="13">
                  <c:v>8.7848398290605534E-2</c:v>
                </c:pt>
                <c:pt idx="14">
                  <c:v>0.1454157392172355</c:v>
                </c:pt>
                <c:pt idx="15">
                  <c:v>9.0101626509301314E-2</c:v>
                </c:pt>
                <c:pt idx="16">
                  <c:v>0.2283977315863992</c:v>
                </c:pt>
                <c:pt idx="17">
                  <c:v>0.21061053651604977</c:v>
                </c:pt>
                <c:pt idx="18">
                  <c:v>0.40821058000115062</c:v>
                </c:pt>
                <c:pt idx="19">
                  <c:v>0.59044872421423533</c:v>
                </c:pt>
                <c:pt idx="20">
                  <c:v>0.30025430680052989</c:v>
                </c:pt>
                <c:pt idx="21">
                  <c:v>0.26316358785432925</c:v>
                </c:pt>
                <c:pt idx="22">
                  <c:v>0.25171596677183961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E-4A24-B323-F09F6177A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0773008"/>
        <c:axId val="1177010272"/>
      </c:barChart>
      <c:lineChart>
        <c:grouping val="standard"/>
        <c:varyColors val="0"/>
        <c:ser>
          <c:idx val="0"/>
          <c:order val="0"/>
          <c:tx>
            <c:v>Salario Real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'[C5.2 - Precios - Valores.xls]5.3.1'!$A$65:$A$87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'[C5.2 - Precios - Valores.xls]5.3.1'!$D$65:$D$87</c:f>
              <c:numCache>
                <c:formatCode>_ * #,##0.00_ ;_ * \-#,##0.00_ ;_ * "-"_ ;_ @_ </c:formatCode>
                <c:ptCount val="23"/>
                <c:pt idx="0">
                  <c:v>1095.3839060817957</c:v>
                </c:pt>
                <c:pt idx="1">
                  <c:v>1098.8643764674512</c:v>
                </c:pt>
                <c:pt idx="2">
                  <c:v>1129.9392937181851</c:v>
                </c:pt>
                <c:pt idx="3">
                  <c:v>1187.5401657742971</c:v>
                </c:pt>
                <c:pt idx="4">
                  <c:v>1285.3434607756653</c:v>
                </c:pt>
                <c:pt idx="5">
                  <c:v>1211.6880731937295</c:v>
                </c:pt>
                <c:pt idx="6">
                  <c:v>1166.3543851527111</c:v>
                </c:pt>
                <c:pt idx="7">
                  <c:v>1408.1328641950604</c:v>
                </c:pt>
                <c:pt idx="8">
                  <c:v>1769.602444374967</c:v>
                </c:pt>
                <c:pt idx="9">
                  <c:v>1785.9580256092584</c:v>
                </c:pt>
                <c:pt idx="10">
                  <c:v>1732.1011461231415</c:v>
                </c:pt>
                <c:pt idx="11">
                  <c:v>1581.4311182876684</c:v>
                </c:pt>
                <c:pt idx="12">
                  <c:v>1446.5461569397339</c:v>
                </c:pt>
                <c:pt idx="13">
                  <c:v>1513.0444951505767</c:v>
                </c:pt>
                <c:pt idx="14">
                  <c:v>1668.821943021574</c:v>
                </c:pt>
                <c:pt idx="15">
                  <c:v>1619.6754049411993</c:v>
                </c:pt>
                <c:pt idx="16">
                  <c:v>1754.7920947972589</c:v>
                </c:pt>
                <c:pt idx="17">
                  <c:v>1703.8572316228849</c:v>
                </c:pt>
                <c:pt idx="18">
                  <c:v>1822.9334772215091</c:v>
                </c:pt>
                <c:pt idx="19">
                  <c:v>1356.7064115741539</c:v>
                </c:pt>
                <c:pt idx="20">
                  <c:v>1385.9250924038392</c:v>
                </c:pt>
                <c:pt idx="21">
                  <c:v>1542.2328564801867</c:v>
                </c:pt>
                <c:pt idx="22">
                  <c:v>1507.4529916754527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DE-4A24-B323-F09F6177A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7462448"/>
        <c:axId val="1"/>
      </c:lineChart>
      <c:catAx>
        <c:axId val="10174624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017462448"/>
        <c:crosses val="autoZero"/>
        <c:crossBetween val="between"/>
      </c:valAx>
      <c:valAx>
        <c:axId val="1177010272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crossAx val="1180773008"/>
        <c:crosses val="max"/>
        <c:crossBetween val="between"/>
      </c:valAx>
      <c:catAx>
        <c:axId val="1180773008"/>
        <c:scaling>
          <c:orientation val="minMax"/>
        </c:scaling>
        <c:delete val="1"/>
        <c:axPos val="b"/>
        <c:majorTickMark val="out"/>
        <c:minorTickMark val="none"/>
        <c:tickLblPos val="nextTo"/>
        <c:crossAx val="1177010272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tx2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  <c:userShapes r:id="rId2"/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'[infla y crecimiento.xlsx]INFLA'!$A$2:$A$181</c:f>
              <c:numCache>
                <c:formatCode>mmm\-yy</c:formatCode>
                <c:ptCount val="180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  <c:pt idx="144">
                  <c:v>20455</c:v>
                </c:pt>
                <c:pt idx="145">
                  <c:v>20486</c:v>
                </c:pt>
                <c:pt idx="146">
                  <c:v>20515</c:v>
                </c:pt>
                <c:pt idx="147">
                  <c:v>20546</c:v>
                </c:pt>
                <c:pt idx="148">
                  <c:v>20576</c:v>
                </c:pt>
                <c:pt idx="149">
                  <c:v>20607</c:v>
                </c:pt>
                <c:pt idx="150">
                  <c:v>20637</c:v>
                </c:pt>
                <c:pt idx="151">
                  <c:v>20668</c:v>
                </c:pt>
                <c:pt idx="152">
                  <c:v>20699</c:v>
                </c:pt>
                <c:pt idx="153">
                  <c:v>20729</c:v>
                </c:pt>
                <c:pt idx="154">
                  <c:v>20760</c:v>
                </c:pt>
                <c:pt idx="155">
                  <c:v>20790</c:v>
                </c:pt>
                <c:pt idx="156">
                  <c:v>20821</c:v>
                </c:pt>
                <c:pt idx="157">
                  <c:v>20852</c:v>
                </c:pt>
                <c:pt idx="158">
                  <c:v>20880</c:v>
                </c:pt>
                <c:pt idx="159">
                  <c:v>20911</c:v>
                </c:pt>
                <c:pt idx="160">
                  <c:v>20941</c:v>
                </c:pt>
                <c:pt idx="161">
                  <c:v>20972</c:v>
                </c:pt>
                <c:pt idx="162">
                  <c:v>21002</c:v>
                </c:pt>
                <c:pt idx="163">
                  <c:v>21033</c:v>
                </c:pt>
                <c:pt idx="164">
                  <c:v>21064</c:v>
                </c:pt>
                <c:pt idx="165">
                  <c:v>21094</c:v>
                </c:pt>
                <c:pt idx="166">
                  <c:v>21125</c:v>
                </c:pt>
                <c:pt idx="167">
                  <c:v>21155</c:v>
                </c:pt>
                <c:pt idx="168">
                  <c:v>21186</c:v>
                </c:pt>
                <c:pt idx="169">
                  <c:v>21217</c:v>
                </c:pt>
                <c:pt idx="170">
                  <c:v>21245</c:v>
                </c:pt>
                <c:pt idx="171">
                  <c:v>21276</c:v>
                </c:pt>
                <c:pt idx="172">
                  <c:v>21306</c:v>
                </c:pt>
                <c:pt idx="173">
                  <c:v>21337</c:v>
                </c:pt>
                <c:pt idx="174">
                  <c:v>21367</c:v>
                </c:pt>
                <c:pt idx="175">
                  <c:v>21398</c:v>
                </c:pt>
                <c:pt idx="176">
                  <c:v>21429</c:v>
                </c:pt>
                <c:pt idx="177">
                  <c:v>21459</c:v>
                </c:pt>
                <c:pt idx="178">
                  <c:v>21490</c:v>
                </c:pt>
                <c:pt idx="179">
                  <c:v>21520</c:v>
                </c:pt>
              </c:numCache>
            </c:numRef>
          </c:cat>
          <c:val>
            <c:numRef>
              <c:f>'[infla y crecimiento.xlsx]INFLA'!$B$2:$B$181</c:f>
              <c:numCache>
                <c:formatCode>0.0</c:formatCode>
                <c:ptCount val="180"/>
                <c:pt idx="0">
                  <c:v>-3.3</c:v>
                </c:pt>
                <c:pt idx="1">
                  <c:v>-2.6</c:v>
                </c:pt>
                <c:pt idx="2">
                  <c:v>-3.5</c:v>
                </c:pt>
                <c:pt idx="3">
                  <c:v>-5.2</c:v>
                </c:pt>
                <c:pt idx="4">
                  <c:v>-4.8</c:v>
                </c:pt>
                <c:pt idx="5">
                  <c:v>-3.1</c:v>
                </c:pt>
                <c:pt idx="6">
                  <c:v>2.6</c:v>
                </c:pt>
                <c:pt idx="7">
                  <c:v>3</c:v>
                </c:pt>
                <c:pt idx="8">
                  <c:v>3.7</c:v>
                </c:pt>
                <c:pt idx="9">
                  <c:v>3.3</c:v>
                </c:pt>
                <c:pt idx="10">
                  <c:v>3.3</c:v>
                </c:pt>
                <c:pt idx="11">
                  <c:v>3.9</c:v>
                </c:pt>
                <c:pt idx="12">
                  <c:v>11.2</c:v>
                </c:pt>
                <c:pt idx="13">
                  <c:v>13.1</c:v>
                </c:pt>
                <c:pt idx="14">
                  <c:v>20.7</c:v>
                </c:pt>
                <c:pt idx="15">
                  <c:v>22.2</c:v>
                </c:pt>
                <c:pt idx="16">
                  <c:v>23.1</c:v>
                </c:pt>
                <c:pt idx="17">
                  <c:v>21</c:v>
                </c:pt>
                <c:pt idx="18">
                  <c:v>22.5</c:v>
                </c:pt>
                <c:pt idx="19">
                  <c:v>19.7</c:v>
                </c:pt>
                <c:pt idx="20">
                  <c:v>20.7</c:v>
                </c:pt>
                <c:pt idx="21">
                  <c:v>19.899999999999999</c:v>
                </c:pt>
                <c:pt idx="22">
                  <c:v>20.2</c:v>
                </c:pt>
                <c:pt idx="23">
                  <c:v>22.6</c:v>
                </c:pt>
                <c:pt idx="24">
                  <c:v>21.7</c:v>
                </c:pt>
                <c:pt idx="25">
                  <c:v>19.600000000000001</c:v>
                </c:pt>
                <c:pt idx="26">
                  <c:v>14.5</c:v>
                </c:pt>
                <c:pt idx="27">
                  <c:v>16.399999999999999</c:v>
                </c:pt>
                <c:pt idx="28">
                  <c:v>15.7</c:v>
                </c:pt>
                <c:pt idx="29">
                  <c:v>17.600000000000001</c:v>
                </c:pt>
                <c:pt idx="30">
                  <c:v>16.5</c:v>
                </c:pt>
                <c:pt idx="31">
                  <c:v>16.7</c:v>
                </c:pt>
                <c:pt idx="32">
                  <c:v>16.2</c:v>
                </c:pt>
                <c:pt idx="33">
                  <c:v>19</c:v>
                </c:pt>
                <c:pt idx="34">
                  <c:v>19.3</c:v>
                </c:pt>
                <c:pt idx="35">
                  <c:v>18.7</c:v>
                </c:pt>
                <c:pt idx="36">
                  <c:v>10</c:v>
                </c:pt>
                <c:pt idx="37">
                  <c:v>10.6</c:v>
                </c:pt>
                <c:pt idx="38">
                  <c:v>14</c:v>
                </c:pt>
                <c:pt idx="39">
                  <c:v>12.1</c:v>
                </c:pt>
                <c:pt idx="40">
                  <c:v>12.5</c:v>
                </c:pt>
                <c:pt idx="41">
                  <c:v>15.8</c:v>
                </c:pt>
                <c:pt idx="42">
                  <c:v>14.3</c:v>
                </c:pt>
                <c:pt idx="43">
                  <c:v>16.2</c:v>
                </c:pt>
                <c:pt idx="44">
                  <c:v>16.100000000000001</c:v>
                </c:pt>
                <c:pt idx="45">
                  <c:v>12.7</c:v>
                </c:pt>
                <c:pt idx="46">
                  <c:v>13.3</c:v>
                </c:pt>
                <c:pt idx="47">
                  <c:v>14.9</c:v>
                </c:pt>
                <c:pt idx="48">
                  <c:v>14</c:v>
                </c:pt>
                <c:pt idx="49">
                  <c:v>13</c:v>
                </c:pt>
                <c:pt idx="50">
                  <c:v>8.4</c:v>
                </c:pt>
                <c:pt idx="51">
                  <c:v>8.9</c:v>
                </c:pt>
                <c:pt idx="52">
                  <c:v>11.5</c:v>
                </c:pt>
                <c:pt idx="53">
                  <c:v>9.6</c:v>
                </c:pt>
                <c:pt idx="54">
                  <c:v>10.5</c:v>
                </c:pt>
                <c:pt idx="55">
                  <c:v>11.8</c:v>
                </c:pt>
                <c:pt idx="56">
                  <c:v>16.2</c:v>
                </c:pt>
                <c:pt idx="57">
                  <c:v>17.2</c:v>
                </c:pt>
                <c:pt idx="58">
                  <c:v>16.399999999999999</c:v>
                </c:pt>
                <c:pt idx="59">
                  <c:v>18.8</c:v>
                </c:pt>
                <c:pt idx="60">
                  <c:v>21.4</c:v>
                </c:pt>
                <c:pt idx="61">
                  <c:v>21.5</c:v>
                </c:pt>
                <c:pt idx="62">
                  <c:v>27.5</c:v>
                </c:pt>
                <c:pt idx="63">
                  <c:v>32.9</c:v>
                </c:pt>
                <c:pt idx="64">
                  <c:v>33.5</c:v>
                </c:pt>
                <c:pt idx="65">
                  <c:v>31.3</c:v>
                </c:pt>
                <c:pt idx="66">
                  <c:v>34</c:v>
                </c:pt>
                <c:pt idx="67">
                  <c:v>33.5</c:v>
                </c:pt>
                <c:pt idx="68">
                  <c:v>30.3</c:v>
                </c:pt>
                <c:pt idx="69">
                  <c:v>33.4</c:v>
                </c:pt>
                <c:pt idx="70">
                  <c:v>37.4</c:v>
                </c:pt>
                <c:pt idx="71">
                  <c:v>33.700000000000003</c:v>
                </c:pt>
                <c:pt idx="72">
                  <c:v>30.6</c:v>
                </c:pt>
                <c:pt idx="73">
                  <c:v>34.299999999999997</c:v>
                </c:pt>
                <c:pt idx="74">
                  <c:v>25.8</c:v>
                </c:pt>
                <c:pt idx="75">
                  <c:v>22.6</c:v>
                </c:pt>
                <c:pt idx="76">
                  <c:v>24.8</c:v>
                </c:pt>
                <c:pt idx="77">
                  <c:v>26.8</c:v>
                </c:pt>
                <c:pt idx="78">
                  <c:v>24.6</c:v>
                </c:pt>
                <c:pt idx="79">
                  <c:v>22.7</c:v>
                </c:pt>
                <c:pt idx="80">
                  <c:v>25.6</c:v>
                </c:pt>
                <c:pt idx="81">
                  <c:v>26.9</c:v>
                </c:pt>
                <c:pt idx="82">
                  <c:v>22.7</c:v>
                </c:pt>
                <c:pt idx="83">
                  <c:v>22.1</c:v>
                </c:pt>
                <c:pt idx="84">
                  <c:v>23.1</c:v>
                </c:pt>
                <c:pt idx="85">
                  <c:v>23.5</c:v>
                </c:pt>
                <c:pt idx="86">
                  <c:v>23.8</c:v>
                </c:pt>
                <c:pt idx="87">
                  <c:v>32.200000000000003</c:v>
                </c:pt>
                <c:pt idx="88">
                  <c:v>35.6</c:v>
                </c:pt>
                <c:pt idx="89">
                  <c:v>36.200000000000003</c:v>
                </c:pt>
                <c:pt idx="90">
                  <c:v>37.200000000000003</c:v>
                </c:pt>
                <c:pt idx="91">
                  <c:v>49.6</c:v>
                </c:pt>
                <c:pt idx="92">
                  <c:v>41.2</c:v>
                </c:pt>
                <c:pt idx="93">
                  <c:v>40.1</c:v>
                </c:pt>
                <c:pt idx="94">
                  <c:v>40.9</c:v>
                </c:pt>
                <c:pt idx="95">
                  <c:v>50.2</c:v>
                </c:pt>
                <c:pt idx="96">
                  <c:v>57.6</c:v>
                </c:pt>
                <c:pt idx="97">
                  <c:v>54.2</c:v>
                </c:pt>
                <c:pt idx="98">
                  <c:v>58.3</c:v>
                </c:pt>
                <c:pt idx="99">
                  <c:v>54.2</c:v>
                </c:pt>
                <c:pt idx="100">
                  <c:v>45.8</c:v>
                </c:pt>
                <c:pt idx="101">
                  <c:v>44</c:v>
                </c:pt>
                <c:pt idx="102">
                  <c:v>37.1</c:v>
                </c:pt>
                <c:pt idx="103">
                  <c:v>24.9</c:v>
                </c:pt>
                <c:pt idx="104">
                  <c:v>31.6</c:v>
                </c:pt>
                <c:pt idx="105">
                  <c:v>29</c:v>
                </c:pt>
                <c:pt idx="106">
                  <c:v>28.9</c:v>
                </c:pt>
                <c:pt idx="107">
                  <c:v>19.100000000000001</c:v>
                </c:pt>
                <c:pt idx="108">
                  <c:v>13.1</c:v>
                </c:pt>
                <c:pt idx="109">
                  <c:v>18.8</c:v>
                </c:pt>
                <c:pt idx="110">
                  <c:v>14.9</c:v>
                </c:pt>
                <c:pt idx="111">
                  <c:v>3.6</c:v>
                </c:pt>
                <c:pt idx="112">
                  <c:v>0.3</c:v>
                </c:pt>
                <c:pt idx="113">
                  <c:v>-1.9</c:v>
                </c:pt>
                <c:pt idx="114">
                  <c:v>3.1</c:v>
                </c:pt>
                <c:pt idx="115">
                  <c:v>3.6</c:v>
                </c:pt>
                <c:pt idx="116">
                  <c:v>-0.4</c:v>
                </c:pt>
                <c:pt idx="117">
                  <c:v>-1.8</c:v>
                </c:pt>
                <c:pt idx="118">
                  <c:v>-1.4</c:v>
                </c:pt>
                <c:pt idx="119">
                  <c:v>-0.7</c:v>
                </c:pt>
                <c:pt idx="120">
                  <c:v>-1.4</c:v>
                </c:pt>
                <c:pt idx="121">
                  <c:v>-7</c:v>
                </c:pt>
                <c:pt idx="122">
                  <c:v>-6.4</c:v>
                </c:pt>
                <c:pt idx="123">
                  <c:v>-0.3</c:v>
                </c:pt>
                <c:pt idx="124">
                  <c:v>1.1000000000000001</c:v>
                </c:pt>
                <c:pt idx="125">
                  <c:v>2.9</c:v>
                </c:pt>
                <c:pt idx="126">
                  <c:v>4.4000000000000004</c:v>
                </c:pt>
                <c:pt idx="127">
                  <c:v>5</c:v>
                </c:pt>
                <c:pt idx="128">
                  <c:v>8.3000000000000007</c:v>
                </c:pt>
                <c:pt idx="129">
                  <c:v>11.9</c:v>
                </c:pt>
                <c:pt idx="130">
                  <c:v>12.3</c:v>
                </c:pt>
                <c:pt idx="131">
                  <c:v>16</c:v>
                </c:pt>
                <c:pt idx="132">
                  <c:v>15.8</c:v>
                </c:pt>
                <c:pt idx="133">
                  <c:v>16.2</c:v>
                </c:pt>
                <c:pt idx="134">
                  <c:v>16.2</c:v>
                </c:pt>
                <c:pt idx="135">
                  <c:v>15.4</c:v>
                </c:pt>
                <c:pt idx="136">
                  <c:v>15.8</c:v>
                </c:pt>
                <c:pt idx="137">
                  <c:v>14.7</c:v>
                </c:pt>
                <c:pt idx="138">
                  <c:v>12.7</c:v>
                </c:pt>
                <c:pt idx="139">
                  <c:v>12.3</c:v>
                </c:pt>
                <c:pt idx="140">
                  <c:v>10.4</c:v>
                </c:pt>
                <c:pt idx="141">
                  <c:v>7.2</c:v>
                </c:pt>
                <c:pt idx="142">
                  <c:v>6.1</c:v>
                </c:pt>
                <c:pt idx="143">
                  <c:v>7.5</c:v>
                </c:pt>
                <c:pt idx="144">
                  <c:v>8.4</c:v>
                </c:pt>
                <c:pt idx="145">
                  <c:v>7.5</c:v>
                </c:pt>
                <c:pt idx="146">
                  <c:v>7.2</c:v>
                </c:pt>
                <c:pt idx="147">
                  <c:v>9.4</c:v>
                </c:pt>
                <c:pt idx="148">
                  <c:v>13.4</c:v>
                </c:pt>
                <c:pt idx="149">
                  <c:v>17.100000000000001</c:v>
                </c:pt>
                <c:pt idx="150">
                  <c:v>16</c:v>
                </c:pt>
                <c:pt idx="151">
                  <c:v>15</c:v>
                </c:pt>
                <c:pt idx="152">
                  <c:v>14.9</c:v>
                </c:pt>
                <c:pt idx="153">
                  <c:v>16.5</c:v>
                </c:pt>
                <c:pt idx="154">
                  <c:v>18.2</c:v>
                </c:pt>
                <c:pt idx="155">
                  <c:v>16.7</c:v>
                </c:pt>
                <c:pt idx="156">
                  <c:v>16.899999999999999</c:v>
                </c:pt>
                <c:pt idx="157">
                  <c:v>18.7</c:v>
                </c:pt>
                <c:pt idx="158">
                  <c:v>23.2</c:v>
                </c:pt>
                <c:pt idx="159">
                  <c:v>22.2</c:v>
                </c:pt>
                <c:pt idx="160">
                  <c:v>21</c:v>
                </c:pt>
                <c:pt idx="161">
                  <c:v>21</c:v>
                </c:pt>
                <c:pt idx="162">
                  <c:v>23.8</c:v>
                </c:pt>
                <c:pt idx="163">
                  <c:v>31.1</c:v>
                </c:pt>
                <c:pt idx="164">
                  <c:v>30.1</c:v>
                </c:pt>
                <c:pt idx="165">
                  <c:v>29.8</c:v>
                </c:pt>
                <c:pt idx="166">
                  <c:v>31</c:v>
                </c:pt>
                <c:pt idx="167">
                  <c:v>25.6</c:v>
                </c:pt>
                <c:pt idx="168">
                  <c:v>23.7</c:v>
                </c:pt>
                <c:pt idx="169">
                  <c:v>24.4</c:v>
                </c:pt>
                <c:pt idx="170">
                  <c:v>22</c:v>
                </c:pt>
                <c:pt idx="171">
                  <c:v>24</c:v>
                </c:pt>
                <c:pt idx="172">
                  <c:v>28.4</c:v>
                </c:pt>
                <c:pt idx="173">
                  <c:v>29.1</c:v>
                </c:pt>
                <c:pt idx="174">
                  <c:v>31.4</c:v>
                </c:pt>
                <c:pt idx="175">
                  <c:v>30.5</c:v>
                </c:pt>
                <c:pt idx="176">
                  <c:v>33.299999999999997</c:v>
                </c:pt>
                <c:pt idx="177">
                  <c:v>35.799999999999997</c:v>
                </c:pt>
                <c:pt idx="178">
                  <c:v>39.200000000000003</c:v>
                </c:pt>
                <c:pt idx="179">
                  <c:v>50.7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FA-4792-865A-727E2B4AE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630832"/>
        <c:axId val="106411984"/>
      </c:lineChart>
      <c:dateAx>
        <c:axId val="10863083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6411984"/>
        <c:crosses val="autoZero"/>
        <c:auto val="1"/>
        <c:lblOffset val="100"/>
        <c:baseTimeUnit val="months"/>
      </c:dateAx>
      <c:valAx>
        <c:axId val="106411984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8630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Ingresos y gastos (%PIB)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areaChart>
        <c:grouping val="standard"/>
        <c:varyColors val="0"/>
        <c:ser>
          <c:idx val="1"/>
          <c:order val="0"/>
          <c:tx>
            <c:strRef>
              <c:f>'[C6.2 - Sector Publico - Valores.xls]6.2.4'!$C$2:$C$5</c:f>
              <c:strCache>
                <c:ptCount val="4"/>
                <c:pt idx="0">
                  <c:v>Gastos Totales</c:v>
                </c:pt>
              </c:strCache>
            </c:strRef>
          </c:tx>
          <c:spPr>
            <a:solidFill>
              <a:schemeClr val="accent6">
                <a:lumMod val="75000"/>
                <a:alpha val="70000"/>
              </a:schemeClr>
            </a:solidFill>
            <a:ln w="28575" cap="rnd">
              <a:noFill/>
              <a:round/>
            </a:ln>
            <a:effectLst/>
          </c:spPr>
          <c:cat>
            <c:numRef>
              <c:f>'[C6.2 - Sector Publico - Valores.xls]6.2.4'!$A$137:$A$159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'[C6.2 - Sector Publico - Valores.xls]6.2.4'!$C$137:$C$159</c:f>
              <c:numCache>
                <c:formatCode>_ * #,##0.00_ ;_ * \-#,##0.00_ ;_ * "-"_ ;_ @_ </c:formatCode>
                <c:ptCount val="23"/>
                <c:pt idx="0">
                  <c:v>8.8098285798463181</c:v>
                </c:pt>
                <c:pt idx="1">
                  <c:v>8.4826797250372437</c:v>
                </c:pt>
                <c:pt idx="2">
                  <c:v>8.3677194389476615</c:v>
                </c:pt>
                <c:pt idx="3">
                  <c:v>9.1769780607142426</c:v>
                </c:pt>
                <c:pt idx="4">
                  <c:v>11.000747265807922</c:v>
                </c:pt>
                <c:pt idx="5">
                  <c:v>11.39475118888855</c:v>
                </c:pt>
                <c:pt idx="6">
                  <c:v>9.8905759052307776</c:v>
                </c:pt>
                <c:pt idx="7">
                  <c:v>9.3058048986153032</c:v>
                </c:pt>
                <c:pt idx="8">
                  <c:v>12.89261137424525</c:v>
                </c:pt>
                <c:pt idx="9">
                  <c:v>11.82542439557295</c:v>
                </c:pt>
                <c:pt idx="10">
                  <c:v>11.199757859529882</c:v>
                </c:pt>
                <c:pt idx="11">
                  <c:v>11.958973802454874</c:v>
                </c:pt>
                <c:pt idx="12">
                  <c:v>11.90117495500326</c:v>
                </c:pt>
                <c:pt idx="13">
                  <c:v>11.050888975873399</c:v>
                </c:pt>
                <c:pt idx="14">
                  <c:v>10.980079669848992</c:v>
                </c:pt>
                <c:pt idx="15">
                  <c:v>10.21560164416745</c:v>
                </c:pt>
                <c:pt idx="16">
                  <c:v>10.04118490500475</c:v>
                </c:pt>
                <c:pt idx="17">
                  <c:v>8.4272916332381396</c:v>
                </c:pt>
                <c:pt idx="18">
                  <c:v>13.193231828399897</c:v>
                </c:pt>
                <c:pt idx="19">
                  <c:v>13.636928908587148</c:v>
                </c:pt>
                <c:pt idx="20">
                  <c:v>11.30709949362018</c:v>
                </c:pt>
                <c:pt idx="21">
                  <c:v>12.273240598550242</c:v>
                </c:pt>
                <c:pt idx="22">
                  <c:v>11.315712728044325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E-4F8D-BFB4-B0914912F59B}"/>
            </c:ext>
          </c:extLst>
        </c:ser>
        <c:ser>
          <c:idx val="0"/>
          <c:order val="1"/>
          <c:tx>
            <c:strRef>
              <c:f>'[C6.2 - Sector Publico - Valores.xls]6.2.4'!$B$2:$B$5</c:f>
              <c:strCache>
                <c:ptCount val="4"/>
                <c:pt idx="0">
                  <c:v>Ingresos Totales</c:v>
                </c:pt>
              </c:strCache>
            </c:strRef>
          </c:tx>
          <c:spPr>
            <a:solidFill>
              <a:schemeClr val="accent5">
                <a:lumMod val="75000"/>
                <a:alpha val="56000"/>
              </a:schemeClr>
            </a:solidFill>
            <a:ln w="28575" cap="rnd">
              <a:noFill/>
              <a:round/>
            </a:ln>
            <a:effectLst/>
          </c:spPr>
          <c:cat>
            <c:numRef>
              <c:f>'[C6.2 - Sector Publico - Valores.xls]6.2.4'!$A$137:$A$159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'[C6.2 - Sector Publico - Valores.xls]6.2.4'!$B$137:$B$159</c:f>
              <c:numCache>
                <c:formatCode>_ * #,##0.00_ ;_ * \-#,##0.00_ ;_ * "-"_ ;_ @_ </c:formatCode>
                <c:ptCount val="23"/>
                <c:pt idx="0">
                  <c:v>6.4894868712169478</c:v>
                </c:pt>
                <c:pt idx="1">
                  <c:v>5.6489149452665552</c:v>
                </c:pt>
                <c:pt idx="2">
                  <c:v>5.4923953620299288</c:v>
                </c:pt>
                <c:pt idx="3">
                  <c:v>5.3379969472558573</c:v>
                </c:pt>
                <c:pt idx="4">
                  <c:v>6.4069534392975109</c:v>
                </c:pt>
                <c:pt idx="5">
                  <c:v>6.1580302877072466</c:v>
                </c:pt>
                <c:pt idx="6">
                  <c:v>5.7725030843202276</c:v>
                </c:pt>
                <c:pt idx="7">
                  <c:v>7.7083972716777334</c:v>
                </c:pt>
                <c:pt idx="8">
                  <c:v>10.167570557946199</c:v>
                </c:pt>
                <c:pt idx="9">
                  <c:v>7.8391965305750606</c:v>
                </c:pt>
                <c:pt idx="10">
                  <c:v>7.8151888804817409</c:v>
                </c:pt>
                <c:pt idx="11">
                  <c:v>8.4778368420422794</c:v>
                </c:pt>
                <c:pt idx="12">
                  <c:v>8.9012894513246632</c:v>
                </c:pt>
                <c:pt idx="13">
                  <c:v>7.930034512434081</c:v>
                </c:pt>
                <c:pt idx="14">
                  <c:v>7.7468191753643367</c:v>
                </c:pt>
                <c:pt idx="15">
                  <c:v>6.4454206220284656</c:v>
                </c:pt>
                <c:pt idx="16">
                  <c:v>6.267866977172047</c:v>
                </c:pt>
                <c:pt idx="17">
                  <c:v>5.6905766316196758</c:v>
                </c:pt>
                <c:pt idx="18">
                  <c:v>6.5851139290668765</c:v>
                </c:pt>
                <c:pt idx="19">
                  <c:v>8.8011367442623758</c:v>
                </c:pt>
                <c:pt idx="20">
                  <c:v>9.3264657123346844</c:v>
                </c:pt>
                <c:pt idx="21">
                  <c:v>14.025116433575121</c:v>
                </c:pt>
                <c:pt idx="22">
                  <c:v>10.835273624908726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E-4F8D-BFB4-B0914912F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9849200"/>
        <c:axId val="1"/>
      </c:areaChart>
      <c:barChart>
        <c:barDir val="col"/>
        <c:grouping val="clustered"/>
        <c:varyColors val="0"/>
        <c:ser>
          <c:idx val="3"/>
          <c:order val="2"/>
          <c:tx>
            <c:strRef>
              <c:f>'[C6.2 - Sector Publico - Valores.xls]6.2.4'!$E$2:$E$5</c:f>
              <c:strCache>
                <c:ptCount val="4"/>
                <c:pt idx="0">
                  <c:v>Resultado Financiero</c:v>
                </c:pt>
              </c:strCache>
            </c:strRef>
          </c:tx>
          <c:invertIfNegative val="0"/>
          <c:val>
            <c:numRef>
              <c:f>'[C6.2 - Sector Publico - Valores.xls]6.2.4'!$E$137:$E$159</c:f>
              <c:numCache>
                <c:formatCode>_ * #,##0.00_ ;_ * \-#,##0.00_ ;_ * "-"_ ;_ @_ </c:formatCode>
                <c:ptCount val="23"/>
                <c:pt idx="0">
                  <c:v>-2.3203417086293694</c:v>
                </c:pt>
                <c:pt idx="1">
                  <c:v>-2.8337647797706889</c:v>
                </c:pt>
                <c:pt idx="2">
                  <c:v>-2.8753240769177335</c:v>
                </c:pt>
                <c:pt idx="3">
                  <c:v>-3.8389811134583858</c:v>
                </c:pt>
                <c:pt idx="4">
                  <c:v>-4.5937938265104092</c:v>
                </c:pt>
                <c:pt idx="5">
                  <c:v>-5.2367209011813038</c:v>
                </c:pt>
                <c:pt idx="6">
                  <c:v>-4.1180728209105499</c:v>
                </c:pt>
                <c:pt idx="7">
                  <c:v>-1.5974076269375708</c:v>
                </c:pt>
                <c:pt idx="8">
                  <c:v>-2.7250408162990523</c:v>
                </c:pt>
                <c:pt idx="9">
                  <c:v>-3.9862278649978888</c:v>
                </c:pt>
                <c:pt idx="10">
                  <c:v>-3.3845689790481415</c:v>
                </c:pt>
                <c:pt idx="11">
                  <c:v>-3.4811369604125946</c:v>
                </c:pt>
                <c:pt idx="12">
                  <c:v>-2.9998855036785974</c:v>
                </c:pt>
                <c:pt idx="13">
                  <c:v>-3.120854463439318</c:v>
                </c:pt>
                <c:pt idx="14">
                  <c:v>-3.2332604944846559</c:v>
                </c:pt>
                <c:pt idx="15">
                  <c:v>-3.7701810221389844</c:v>
                </c:pt>
                <c:pt idx="16">
                  <c:v>-3.7733179278327018</c:v>
                </c:pt>
                <c:pt idx="17">
                  <c:v>-2.7367150016184647</c:v>
                </c:pt>
                <c:pt idx="18">
                  <c:v>-6.6081178993330187</c:v>
                </c:pt>
                <c:pt idx="19">
                  <c:v>-4.8357921643247721</c:v>
                </c:pt>
                <c:pt idx="20">
                  <c:v>-1.9806337812854971</c:v>
                </c:pt>
                <c:pt idx="21">
                  <c:v>1.7518758350248813</c:v>
                </c:pt>
                <c:pt idx="22">
                  <c:v>-0.48043910313559779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7E-4F8D-BFB4-B0914912F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69849200"/>
        <c:axId val="1"/>
      </c:barChart>
      <c:catAx>
        <c:axId val="116984920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16984920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47991089946505"/>
          <c:y val="4.7602220536612755E-2"/>
          <c:w val="0.89565316030928965"/>
          <c:h val="0.7941109273187538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'6.2.4'!$A$137:$A$160</c:f>
              <c:numCache>
                <c:formatCode>@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'6.2.4'!$E$137:$E$160</c:f>
              <c:numCache>
                <c:formatCode>_ * #,##0.00_ ;_ * \-#,##0.00_ ;_ * "-"_ ;_ @_ </c:formatCode>
                <c:ptCount val="24"/>
                <c:pt idx="0">
                  <c:v>-2.3203417086293694</c:v>
                </c:pt>
                <c:pt idx="1">
                  <c:v>-2.8337647797706889</c:v>
                </c:pt>
                <c:pt idx="2">
                  <c:v>-2.8753240769177335</c:v>
                </c:pt>
                <c:pt idx="3">
                  <c:v>-3.8389811134583858</c:v>
                </c:pt>
                <c:pt idx="4">
                  <c:v>-4.5937938265104092</c:v>
                </c:pt>
                <c:pt idx="5">
                  <c:v>-5.2367209011813038</c:v>
                </c:pt>
                <c:pt idx="6">
                  <c:v>-4.1180728209105499</c:v>
                </c:pt>
                <c:pt idx="7">
                  <c:v>-1.5974076269375708</c:v>
                </c:pt>
                <c:pt idx="8">
                  <c:v>-2.7250408162990523</c:v>
                </c:pt>
                <c:pt idx="9">
                  <c:v>-3.9862278649978888</c:v>
                </c:pt>
                <c:pt idx="10">
                  <c:v>-3.3845689790481415</c:v>
                </c:pt>
                <c:pt idx="11">
                  <c:v>-3.4811369604125946</c:v>
                </c:pt>
                <c:pt idx="12">
                  <c:v>-2.9998855036785974</c:v>
                </c:pt>
                <c:pt idx="13">
                  <c:v>-3.120854463439318</c:v>
                </c:pt>
                <c:pt idx="14">
                  <c:v>-3.2332604944846559</c:v>
                </c:pt>
                <c:pt idx="15">
                  <c:v>-3.7701810221389844</c:v>
                </c:pt>
                <c:pt idx="16">
                  <c:v>-3.7733179278327018</c:v>
                </c:pt>
                <c:pt idx="17">
                  <c:v>-2.7367150016184647</c:v>
                </c:pt>
                <c:pt idx="18">
                  <c:v>-6.6081178993330187</c:v>
                </c:pt>
                <c:pt idx="19">
                  <c:v>-4.8357921643247721</c:v>
                </c:pt>
                <c:pt idx="20">
                  <c:v>-1.9806337812854971</c:v>
                </c:pt>
                <c:pt idx="21">
                  <c:v>1.7518758350248813</c:v>
                </c:pt>
                <c:pt idx="22">
                  <c:v>-0.48043910313559779</c:v>
                </c:pt>
                <c:pt idx="23">
                  <c:v>-0.64840402102260697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5D-41EC-B23E-253EBB2CB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3476840"/>
        <c:axId val="303477824"/>
      </c:barChart>
      <c:catAx>
        <c:axId val="30347684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03477824"/>
        <c:crosses val="autoZero"/>
        <c:auto val="1"/>
        <c:lblAlgn val="ctr"/>
        <c:lblOffset val="100"/>
        <c:noMultiLvlLbl val="0"/>
      </c:catAx>
      <c:valAx>
        <c:axId val="303477824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03476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'7.1.2'!$A$96:$A$118</c:f>
              <c:numCache>
                <c:formatCode>@</c:formatCode>
                <c:ptCount val="23"/>
                <c:pt idx="0">
                  <c:v>1941</c:v>
                </c:pt>
                <c:pt idx="1">
                  <c:v>1942</c:v>
                </c:pt>
                <c:pt idx="2">
                  <c:v>1943</c:v>
                </c:pt>
                <c:pt idx="3">
                  <c:v>1944</c:v>
                </c:pt>
                <c:pt idx="4">
                  <c:v>1945</c:v>
                </c:pt>
                <c:pt idx="5">
                  <c:v>1946</c:v>
                </c:pt>
                <c:pt idx="6">
                  <c:v>1947</c:v>
                </c:pt>
                <c:pt idx="7">
                  <c:v>1948</c:v>
                </c:pt>
                <c:pt idx="8">
                  <c:v>1949</c:v>
                </c:pt>
                <c:pt idx="9">
                  <c:v>1950</c:v>
                </c:pt>
                <c:pt idx="10">
                  <c:v>1951</c:v>
                </c:pt>
                <c:pt idx="11">
                  <c:v>1952</c:v>
                </c:pt>
                <c:pt idx="12">
                  <c:v>1953</c:v>
                </c:pt>
                <c:pt idx="13">
                  <c:v>1954</c:v>
                </c:pt>
                <c:pt idx="14">
                  <c:v>1955</c:v>
                </c:pt>
                <c:pt idx="15">
                  <c:v>1956</c:v>
                </c:pt>
                <c:pt idx="16">
                  <c:v>1957</c:v>
                </c:pt>
                <c:pt idx="17">
                  <c:v>1958</c:v>
                </c:pt>
                <c:pt idx="18">
                  <c:v>1959</c:v>
                </c:pt>
                <c:pt idx="19">
                  <c:v>1960</c:v>
                </c:pt>
                <c:pt idx="20">
                  <c:v>1961</c:v>
                </c:pt>
                <c:pt idx="21">
                  <c:v>1962</c:v>
                </c:pt>
                <c:pt idx="22">
                  <c:v>1963</c:v>
                </c:pt>
              </c:numCache>
            </c:numRef>
          </c:cat>
          <c:val>
            <c:numRef>
              <c:f>'7.1.2'!$G$96:$G$118</c:f>
              <c:numCache>
                <c:formatCode>0.00%</c:formatCode>
                <c:ptCount val="23"/>
                <c:pt idx="0">
                  <c:v>0.15789473684210531</c:v>
                </c:pt>
                <c:pt idx="1">
                  <c:v>0.22727272727272729</c:v>
                </c:pt>
                <c:pt idx="2">
                  <c:v>0.2592592592592593</c:v>
                </c:pt>
                <c:pt idx="3">
                  <c:v>0.23529411764705888</c:v>
                </c:pt>
                <c:pt idx="4">
                  <c:v>0.19047619047619047</c:v>
                </c:pt>
                <c:pt idx="5">
                  <c:v>0.67762531725888331</c:v>
                </c:pt>
                <c:pt idx="6">
                  <c:v>0.21114341772451106</c:v>
                </c:pt>
                <c:pt idx="7">
                  <c:v>0.34394456914218829</c:v>
                </c:pt>
                <c:pt idx="8">
                  <c:v>0.27637712941313164</c:v>
                </c:pt>
                <c:pt idx="9">
                  <c:v>0.25437064428957479</c:v>
                </c:pt>
                <c:pt idx="10">
                  <c:v>0.21297854295264607</c:v>
                </c:pt>
                <c:pt idx="11">
                  <c:v>0.1372650927663901</c:v>
                </c:pt>
                <c:pt idx="12">
                  <c:v>0.24054353508221094</c:v>
                </c:pt>
                <c:pt idx="13">
                  <c:v>0.16292006784692048</c:v>
                </c:pt>
                <c:pt idx="14">
                  <c:v>0.17623799832722953</c:v>
                </c:pt>
                <c:pt idx="15">
                  <c:v>0.16711843061273934</c:v>
                </c:pt>
                <c:pt idx="16">
                  <c:v>4.6565368314628319E-3</c:v>
                </c:pt>
                <c:pt idx="17">
                  <c:v>0.40833333333333321</c:v>
                </c:pt>
                <c:pt idx="18">
                  <c:v>0.40828402366863936</c:v>
                </c:pt>
                <c:pt idx="19">
                  <c:v>0.20756302521008396</c:v>
                </c:pt>
                <c:pt idx="20">
                  <c:v>-1.6005567153792644E-2</c:v>
                </c:pt>
                <c:pt idx="21">
                  <c:v>4.2079207920792117E-2</c:v>
                </c:pt>
                <c:pt idx="22">
                  <c:v>0.42585680352901267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6-458C-B652-880DEF4B8C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3879480"/>
        <c:axId val="503884400"/>
      </c:barChart>
      <c:catAx>
        <c:axId val="50387948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3884400"/>
        <c:crosses val="autoZero"/>
        <c:auto val="1"/>
        <c:lblAlgn val="ctr"/>
        <c:lblOffset val="100"/>
        <c:noMultiLvlLbl val="0"/>
      </c:catAx>
      <c:valAx>
        <c:axId val="50388440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3879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Hoja9!$H$1</c:f>
              <c:strCache>
                <c:ptCount val="1"/>
                <c:pt idx="0">
                  <c:v>dólar libre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Hoja9!$A$3:$A$25</c:f>
              <c:numCache>
                <c:formatCode>General</c:formatCode>
                <c:ptCount val="23"/>
                <c:pt idx="0">
                  <c:v>1941</c:v>
                </c:pt>
                <c:pt idx="1">
                  <c:v>1942</c:v>
                </c:pt>
                <c:pt idx="2">
                  <c:v>1943</c:v>
                </c:pt>
                <c:pt idx="3">
                  <c:v>1944</c:v>
                </c:pt>
                <c:pt idx="4">
                  <c:v>1945</c:v>
                </c:pt>
                <c:pt idx="5">
                  <c:v>1946</c:v>
                </c:pt>
                <c:pt idx="6">
                  <c:v>1947</c:v>
                </c:pt>
                <c:pt idx="7">
                  <c:v>1948</c:v>
                </c:pt>
                <c:pt idx="8">
                  <c:v>1949</c:v>
                </c:pt>
                <c:pt idx="9">
                  <c:v>1950</c:v>
                </c:pt>
                <c:pt idx="10">
                  <c:v>1951</c:v>
                </c:pt>
                <c:pt idx="11">
                  <c:v>1952</c:v>
                </c:pt>
                <c:pt idx="12">
                  <c:v>1953</c:v>
                </c:pt>
                <c:pt idx="13">
                  <c:v>1954</c:v>
                </c:pt>
                <c:pt idx="14">
                  <c:v>1955</c:v>
                </c:pt>
                <c:pt idx="15">
                  <c:v>1956</c:v>
                </c:pt>
                <c:pt idx="16">
                  <c:v>1957</c:v>
                </c:pt>
                <c:pt idx="17">
                  <c:v>1958</c:v>
                </c:pt>
                <c:pt idx="18">
                  <c:v>1959</c:v>
                </c:pt>
                <c:pt idx="19">
                  <c:v>1960</c:v>
                </c:pt>
                <c:pt idx="20">
                  <c:v>1961</c:v>
                </c:pt>
                <c:pt idx="21">
                  <c:v>1962</c:v>
                </c:pt>
                <c:pt idx="22">
                  <c:v>1963</c:v>
                </c:pt>
              </c:numCache>
            </c:numRef>
          </c:cat>
          <c:val>
            <c:numRef>
              <c:f>Hoja9!$H$3:$H$25</c:f>
              <c:numCache>
                <c:formatCode>0.0%</c:formatCode>
                <c:ptCount val="23"/>
                <c:pt idx="0">
                  <c:v>-3.033216583110121E-2</c:v>
                </c:pt>
                <c:pt idx="1">
                  <c:v>-7.0824873695640722E-4</c:v>
                </c:pt>
                <c:pt idx="2">
                  <c:v>-4.0682290682290678E-2</c:v>
                </c:pt>
                <c:pt idx="3">
                  <c:v>-8.8656848741563987E-3</c:v>
                </c:pt>
                <c:pt idx="4">
                  <c:v>2.9319683943747066E-3</c:v>
                </c:pt>
                <c:pt idx="5">
                  <c:v>1.2635021306114158E-2</c:v>
                </c:pt>
                <c:pt idx="6">
                  <c:v>0.10828399471546724</c:v>
                </c:pt>
                <c:pt idx="7">
                  <c:v>0.54083885209713034</c:v>
                </c:pt>
                <c:pt idx="8">
                  <c:v>0.67765042979942702</c:v>
                </c:pt>
                <c:pt idx="9">
                  <c:v>0.36549957301451741</c:v>
                </c:pt>
                <c:pt idx="10">
                  <c:v>0.48467792370231377</c:v>
                </c:pt>
                <c:pt idx="11">
                  <c:v>-3.3698399326031914E-2</c:v>
                </c:pt>
                <c:pt idx="12">
                  <c:v>-1.6564952048823245E-2</c:v>
                </c:pt>
                <c:pt idx="13">
                  <c:v>0.12145390070922013</c:v>
                </c:pt>
                <c:pt idx="14">
                  <c:v>0.20513833992094876</c:v>
                </c:pt>
                <c:pt idx="15">
                  <c:v>0.16562807477861585</c:v>
                </c:pt>
                <c:pt idx="16">
                  <c:v>0.11480022509848054</c:v>
                </c:pt>
                <c:pt idx="17">
                  <c:v>0.26451287228672404</c:v>
                </c:pt>
                <c:pt idx="18">
                  <c:v>0.59281437125748493</c:v>
                </c:pt>
                <c:pt idx="19">
                  <c:v>3.7593984962406068E-2</c:v>
                </c:pt>
                <c:pt idx="20">
                  <c:v>9.6618357487909812E-4</c:v>
                </c:pt>
                <c:pt idx="21">
                  <c:v>0.39901061776061786</c:v>
                </c:pt>
                <c:pt idx="22">
                  <c:v>0.19542906425183282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F-459C-8FE3-FA5C60A47502}"/>
            </c:ext>
          </c:extLst>
        </c:ser>
        <c:ser>
          <c:idx val="1"/>
          <c:order val="1"/>
          <c:tx>
            <c:strRef>
              <c:f>Hoja9!$I$1</c:f>
              <c:strCache>
                <c:ptCount val="1"/>
                <c:pt idx="0">
                  <c:v>dólar impo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Hoja9!$A$3:$A$25</c:f>
              <c:numCache>
                <c:formatCode>General</c:formatCode>
                <c:ptCount val="23"/>
                <c:pt idx="0">
                  <c:v>1941</c:v>
                </c:pt>
                <c:pt idx="1">
                  <c:v>1942</c:v>
                </c:pt>
                <c:pt idx="2">
                  <c:v>1943</c:v>
                </c:pt>
                <c:pt idx="3">
                  <c:v>1944</c:v>
                </c:pt>
                <c:pt idx="4">
                  <c:v>1945</c:v>
                </c:pt>
                <c:pt idx="5">
                  <c:v>1946</c:v>
                </c:pt>
                <c:pt idx="6">
                  <c:v>1947</c:v>
                </c:pt>
                <c:pt idx="7">
                  <c:v>1948</c:v>
                </c:pt>
                <c:pt idx="8">
                  <c:v>1949</c:v>
                </c:pt>
                <c:pt idx="9">
                  <c:v>1950</c:v>
                </c:pt>
                <c:pt idx="10">
                  <c:v>1951</c:v>
                </c:pt>
                <c:pt idx="11">
                  <c:v>1952</c:v>
                </c:pt>
                <c:pt idx="12">
                  <c:v>1953</c:v>
                </c:pt>
                <c:pt idx="13">
                  <c:v>1954</c:v>
                </c:pt>
                <c:pt idx="14">
                  <c:v>1955</c:v>
                </c:pt>
                <c:pt idx="15">
                  <c:v>1956</c:v>
                </c:pt>
                <c:pt idx="16">
                  <c:v>1957</c:v>
                </c:pt>
                <c:pt idx="17">
                  <c:v>1958</c:v>
                </c:pt>
                <c:pt idx="18">
                  <c:v>1959</c:v>
                </c:pt>
                <c:pt idx="19">
                  <c:v>1960</c:v>
                </c:pt>
                <c:pt idx="20">
                  <c:v>1961</c:v>
                </c:pt>
                <c:pt idx="21">
                  <c:v>1962</c:v>
                </c:pt>
                <c:pt idx="22">
                  <c:v>1963</c:v>
                </c:pt>
              </c:numCache>
            </c:numRef>
          </c:cat>
          <c:val>
            <c:numRef>
              <c:f>Hoja9!$I$3:$I$25</c:f>
              <c:numCache>
                <c:formatCode>0.0%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0.16297421237567744</c:v>
                </c:pt>
                <c:pt idx="10">
                  <c:v>0.28024580719498138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0.37500000000000022</c:v>
                </c:pt>
                <c:pt idx="15">
                  <c:v>1.6181818181818177</c:v>
                </c:pt>
                <c:pt idx="16">
                  <c:v>0</c:v>
                </c:pt>
                <c:pt idx="17">
                  <c:v>0</c:v>
                </c:pt>
                <c:pt idx="18">
                  <c:v>3.4794444444444439</c:v>
                </c:pt>
                <c:pt idx="19">
                  <c:v>2.6913059655215177E-2</c:v>
                </c:pt>
                <c:pt idx="20">
                  <c:v>3.9855072463768071E-3</c:v>
                </c:pt>
                <c:pt idx="21">
                  <c:v>0.39516420064958502</c:v>
                </c:pt>
                <c:pt idx="22">
                  <c:v>0.19511984824969852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6F-459C-8FE3-FA5C60A47502}"/>
            </c:ext>
          </c:extLst>
        </c:ser>
        <c:ser>
          <c:idx val="2"/>
          <c:order val="2"/>
          <c:tx>
            <c:strRef>
              <c:f>Hoja9!$J$1</c:f>
              <c:strCache>
                <c:ptCount val="1"/>
                <c:pt idx="0">
                  <c:v>dólar expo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Hoja9!$A$3:$A$25</c:f>
              <c:numCache>
                <c:formatCode>General</c:formatCode>
                <c:ptCount val="23"/>
                <c:pt idx="0">
                  <c:v>1941</c:v>
                </c:pt>
                <c:pt idx="1">
                  <c:v>1942</c:v>
                </c:pt>
                <c:pt idx="2">
                  <c:v>1943</c:v>
                </c:pt>
                <c:pt idx="3">
                  <c:v>1944</c:v>
                </c:pt>
                <c:pt idx="4">
                  <c:v>1945</c:v>
                </c:pt>
                <c:pt idx="5">
                  <c:v>1946</c:v>
                </c:pt>
                <c:pt idx="6">
                  <c:v>1947</c:v>
                </c:pt>
                <c:pt idx="7">
                  <c:v>1948</c:v>
                </c:pt>
                <c:pt idx="8">
                  <c:v>1949</c:v>
                </c:pt>
                <c:pt idx="9">
                  <c:v>1950</c:v>
                </c:pt>
                <c:pt idx="10">
                  <c:v>1951</c:v>
                </c:pt>
                <c:pt idx="11">
                  <c:v>1952</c:v>
                </c:pt>
                <c:pt idx="12">
                  <c:v>1953</c:v>
                </c:pt>
                <c:pt idx="13">
                  <c:v>1954</c:v>
                </c:pt>
                <c:pt idx="14">
                  <c:v>1955</c:v>
                </c:pt>
                <c:pt idx="15">
                  <c:v>1956</c:v>
                </c:pt>
                <c:pt idx="16">
                  <c:v>1957</c:v>
                </c:pt>
                <c:pt idx="17">
                  <c:v>1958</c:v>
                </c:pt>
                <c:pt idx="18">
                  <c:v>1959</c:v>
                </c:pt>
                <c:pt idx="19">
                  <c:v>1960</c:v>
                </c:pt>
                <c:pt idx="20">
                  <c:v>1961</c:v>
                </c:pt>
                <c:pt idx="21">
                  <c:v>1962</c:v>
                </c:pt>
                <c:pt idx="22">
                  <c:v>1963</c:v>
                </c:pt>
              </c:numCache>
            </c:numRef>
          </c:cat>
          <c:val>
            <c:numRef>
              <c:f>Hoja9!$J$3:$J$25</c:f>
              <c:numCache>
                <c:formatCode>0.0%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0.14635011468703474</c:v>
                </c:pt>
                <c:pt idx="9">
                  <c:v>0.35259292875118575</c:v>
                </c:pt>
                <c:pt idx="10">
                  <c:v>0.14379832547925142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0.35000000000000009</c:v>
                </c:pt>
                <c:pt idx="15">
                  <c:v>0.77777777777777768</c:v>
                </c:pt>
                <c:pt idx="16">
                  <c:v>0</c:v>
                </c:pt>
                <c:pt idx="17">
                  <c:v>0</c:v>
                </c:pt>
                <c:pt idx="18">
                  <c:v>3.4794444444444439</c:v>
                </c:pt>
                <c:pt idx="19">
                  <c:v>2.6913059655215177E-2</c:v>
                </c:pt>
                <c:pt idx="20">
                  <c:v>3.9855072463768071E-3</c:v>
                </c:pt>
                <c:pt idx="21">
                  <c:v>0.39516420064958502</c:v>
                </c:pt>
                <c:pt idx="22">
                  <c:v>0.19511984824969852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6F-459C-8FE3-FA5C60A475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8080008"/>
        <c:axId val="508085584"/>
      </c:barChart>
      <c:catAx>
        <c:axId val="508080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8085584"/>
        <c:crosses val="autoZero"/>
        <c:auto val="1"/>
        <c:lblAlgn val="ctr"/>
        <c:lblOffset val="100"/>
        <c:noMultiLvlLbl val="0"/>
      </c:catAx>
      <c:valAx>
        <c:axId val="508085584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08080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v>Aumento de salario</c:v>
          </c:tx>
          <c:spPr>
            <a:solidFill>
              <a:schemeClr val="accent1">
                <a:lumMod val="75000"/>
              </a:schemeClr>
            </a:solidFill>
          </c:spPr>
          <c:invertIfNegative val="0"/>
          <c:cat>
            <c:numRef>
              <c:f>'[C5.2 - Precios - Valores.xls]5.3.1'!$A$65:$A$87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'[C5.2 - Precios - Valores.xls]5.3.1'!$E$65:$E$87</c:f>
              <c:numCache>
                <c:formatCode>0%</c:formatCode>
                <c:ptCount val="23"/>
                <c:pt idx="0">
                  <c:v>3.1901840490797362E-2</c:v>
                </c:pt>
                <c:pt idx="1">
                  <c:v>2.9726516052318575E-2</c:v>
                </c:pt>
                <c:pt idx="2">
                  <c:v>8.6605080831408721E-2</c:v>
                </c:pt>
                <c:pt idx="3">
                  <c:v>6.2699256110520629E-2</c:v>
                </c:pt>
                <c:pt idx="4">
                  <c:v>7.9000000000000181E-2</c:v>
                </c:pt>
                <c:pt idx="5">
                  <c:v>0.12882298424467087</c:v>
                </c:pt>
                <c:pt idx="6">
                  <c:v>0.13269977686369683</c:v>
                </c:pt>
                <c:pt idx="7">
                  <c:v>0.37083440085546582</c:v>
                </c:pt>
                <c:pt idx="8">
                  <c:v>0.42129199569230491</c:v>
                </c:pt>
                <c:pt idx="9">
                  <c:v>0.32309825709993034</c:v>
                </c:pt>
                <c:pt idx="10">
                  <c:v>0.21751754793738698</c:v>
                </c:pt>
                <c:pt idx="11">
                  <c:v>0.248350767217002</c:v>
                </c:pt>
                <c:pt idx="12">
                  <c:v>0.26786967779463211</c:v>
                </c:pt>
                <c:pt idx="13">
                  <c:v>8.7848398290605534E-2</c:v>
                </c:pt>
                <c:pt idx="14">
                  <c:v>0.1454157392172355</c:v>
                </c:pt>
                <c:pt idx="15">
                  <c:v>9.0101626509301314E-2</c:v>
                </c:pt>
                <c:pt idx="16">
                  <c:v>0.2283977315863992</c:v>
                </c:pt>
                <c:pt idx="17">
                  <c:v>0.21061053651604977</c:v>
                </c:pt>
                <c:pt idx="18">
                  <c:v>0.40821058000115062</c:v>
                </c:pt>
                <c:pt idx="19">
                  <c:v>0.59044872421423533</c:v>
                </c:pt>
                <c:pt idx="20">
                  <c:v>0.30025430680052989</c:v>
                </c:pt>
                <c:pt idx="21">
                  <c:v>0.26316358785432925</c:v>
                </c:pt>
                <c:pt idx="22">
                  <c:v>0.25171596677183961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3C-4755-85DD-D870BD604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0773008"/>
        <c:axId val="1177010272"/>
      </c:barChart>
      <c:lineChart>
        <c:grouping val="standard"/>
        <c:varyColors val="0"/>
        <c:ser>
          <c:idx val="0"/>
          <c:order val="0"/>
          <c:tx>
            <c:v>Salario Real</c:v>
          </c:tx>
          <c:spPr>
            <a:ln w="57150" cap="rnd">
              <a:solidFill>
                <a:schemeClr val="accent1">
                  <a:lumMod val="50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'[C5.2 - Precios - Valores.xls]5.3.1'!$A$65:$A$87</c:f>
              <c:numCache>
                <c:formatCode>@</c:formatCode>
                <c:ptCount val="23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</c:numCache>
            </c:numRef>
          </c:cat>
          <c:val>
            <c:numRef>
              <c:f>'[C5.2 - Precios - Valores.xls]5.3.1'!$D$65:$D$87</c:f>
              <c:numCache>
                <c:formatCode>_ * #,##0.00_ ;_ * \-#,##0.00_ ;_ * "-"_ ;_ @_ </c:formatCode>
                <c:ptCount val="23"/>
                <c:pt idx="0">
                  <c:v>1095.3839060817957</c:v>
                </c:pt>
                <c:pt idx="1">
                  <c:v>1098.8643764674512</c:v>
                </c:pt>
                <c:pt idx="2">
                  <c:v>1129.9392937181851</c:v>
                </c:pt>
                <c:pt idx="3">
                  <c:v>1187.5401657742971</c:v>
                </c:pt>
                <c:pt idx="4">
                  <c:v>1285.3434607756653</c:v>
                </c:pt>
                <c:pt idx="5">
                  <c:v>1211.6880731937295</c:v>
                </c:pt>
                <c:pt idx="6">
                  <c:v>1166.3543851527111</c:v>
                </c:pt>
                <c:pt idx="7">
                  <c:v>1408.1328641950604</c:v>
                </c:pt>
                <c:pt idx="8">
                  <c:v>1769.602444374967</c:v>
                </c:pt>
                <c:pt idx="9">
                  <c:v>1785.9580256092584</c:v>
                </c:pt>
                <c:pt idx="10">
                  <c:v>1732.1011461231415</c:v>
                </c:pt>
                <c:pt idx="11">
                  <c:v>1581.4311182876684</c:v>
                </c:pt>
                <c:pt idx="12">
                  <c:v>1446.5461569397339</c:v>
                </c:pt>
                <c:pt idx="13">
                  <c:v>1513.0444951505767</c:v>
                </c:pt>
                <c:pt idx="14">
                  <c:v>1668.821943021574</c:v>
                </c:pt>
                <c:pt idx="15">
                  <c:v>1619.6754049411993</c:v>
                </c:pt>
                <c:pt idx="16">
                  <c:v>1754.7920947972589</c:v>
                </c:pt>
                <c:pt idx="17">
                  <c:v>1703.8572316228849</c:v>
                </c:pt>
                <c:pt idx="18">
                  <c:v>1822.9334772215091</c:v>
                </c:pt>
                <c:pt idx="19">
                  <c:v>1356.7064115741539</c:v>
                </c:pt>
                <c:pt idx="20">
                  <c:v>1385.9250924038392</c:v>
                </c:pt>
                <c:pt idx="21">
                  <c:v>1542.2328564801867</c:v>
                </c:pt>
                <c:pt idx="22">
                  <c:v>1507.4529916754527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3C-4755-85DD-D870BD604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7462448"/>
        <c:axId val="1"/>
      </c:lineChart>
      <c:catAx>
        <c:axId val="10174624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017462448"/>
        <c:crosses val="autoZero"/>
        <c:crossBetween val="between"/>
      </c:valAx>
      <c:valAx>
        <c:axId val="1177010272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ln>
            <a:noFill/>
          </a:ln>
        </c:spPr>
        <c:crossAx val="1180773008"/>
        <c:crosses val="max"/>
        <c:crossBetween val="between"/>
      </c:valAx>
      <c:catAx>
        <c:axId val="1180773008"/>
        <c:scaling>
          <c:orientation val="minMax"/>
        </c:scaling>
        <c:delete val="1"/>
        <c:axPos val="b"/>
        <c:numFmt formatCode="@" sourceLinked="1"/>
        <c:majorTickMark val="out"/>
        <c:minorTickMark val="none"/>
        <c:tickLblPos val="nextTo"/>
        <c:crossAx val="1177010272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</c:spPr>
    </c:plotArea>
    <c:legend>
      <c:legendPos val="b"/>
      <c:overlay val="0"/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numRef>
              <c:f>Hoja10!$A$4:$A$27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Hoja10!$J$4:$J$27</c:f>
              <c:numCache>
                <c:formatCode>#,##0.0\ \ </c:formatCode>
                <c:ptCount val="24"/>
                <c:pt idx="0">
                  <c:v>21545.437999999998</c:v>
                </c:pt>
                <c:pt idx="1">
                  <c:v>20778.030999999999</c:v>
                </c:pt>
                <c:pt idx="2">
                  <c:v>19409</c:v>
                </c:pt>
                <c:pt idx="3">
                  <c:v>18815.613000000005</c:v>
                </c:pt>
                <c:pt idx="4">
                  <c:v>20174.440000000002</c:v>
                </c:pt>
                <c:pt idx="5">
                  <c:v>18465.613999999998</c:v>
                </c:pt>
                <c:pt idx="6">
                  <c:v>17844.781000000003</c:v>
                </c:pt>
                <c:pt idx="7">
                  <c:v>19082.049000000003</c:v>
                </c:pt>
                <c:pt idx="8">
                  <c:v>16432.937000000002</c:v>
                </c:pt>
                <c:pt idx="9">
                  <c:v>16295.103000000003</c:v>
                </c:pt>
                <c:pt idx="10">
                  <c:v>14800.42</c:v>
                </c:pt>
                <c:pt idx="11">
                  <c:v>16607.870000000003</c:v>
                </c:pt>
                <c:pt idx="12">
                  <c:v>14215.539999999997</c:v>
                </c:pt>
                <c:pt idx="13">
                  <c:v>17117.512000000002</c:v>
                </c:pt>
                <c:pt idx="14">
                  <c:v>16538.88</c:v>
                </c:pt>
                <c:pt idx="15">
                  <c:v>15776.24</c:v>
                </c:pt>
                <c:pt idx="16">
                  <c:v>16042.650000000001</c:v>
                </c:pt>
                <c:pt idx="17">
                  <c:v>17889.2</c:v>
                </c:pt>
                <c:pt idx="18">
                  <c:v>18149.8</c:v>
                </c:pt>
                <c:pt idx="19">
                  <c:v>17834.2</c:v>
                </c:pt>
                <c:pt idx="20">
                  <c:v>16774.3</c:v>
                </c:pt>
                <c:pt idx="21">
                  <c:v>15864.3</c:v>
                </c:pt>
                <c:pt idx="22">
                  <c:v>16785.100000000002</c:v>
                </c:pt>
                <c:pt idx="23">
                  <c:v>16047.800000000001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D-438C-A562-08C6E6B2B8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315936"/>
        <c:axId val="500312328"/>
      </c:barChart>
      <c:catAx>
        <c:axId val="500315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0312328"/>
        <c:crosses val="autoZero"/>
        <c:auto val="1"/>
        <c:lblAlgn val="ctr"/>
        <c:lblOffset val="100"/>
        <c:noMultiLvlLbl val="0"/>
      </c:catAx>
      <c:valAx>
        <c:axId val="500312328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00315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PIB agro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Hoja1!$A$3:$A$13</c:f>
              <c:numCache>
                <c:formatCode>0</c:formatCode>
                <c:ptCount val="1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</c:numCache>
            </c:numRef>
          </c:cat>
          <c:val>
            <c:numRef>
              <c:f>Hoja1!$B$3:$B$13</c:f>
              <c:numCache>
                <c:formatCode>#,##0.0\ \ </c:formatCode>
                <c:ptCount val="11"/>
                <c:pt idx="0">
                  <c:v>5201.0239807489679</c:v>
                </c:pt>
                <c:pt idx="1">
                  <c:v>5550.4467804892092</c:v>
                </c:pt>
                <c:pt idx="2">
                  <c:v>4755.4259152148406</c:v>
                </c:pt>
                <c:pt idx="3">
                  <c:v>6226.1935170060933</c:v>
                </c:pt>
                <c:pt idx="4">
                  <c:v>6191.3352328973924</c:v>
                </c:pt>
                <c:pt idx="5">
                  <c:v>6447.9426014566325</c:v>
                </c:pt>
                <c:pt idx="6">
                  <c:v>6150.5972382161381</c:v>
                </c:pt>
                <c:pt idx="7">
                  <c:v>6119.0987887203228</c:v>
                </c:pt>
                <c:pt idx="8">
                  <c:v>6387.0455990980554</c:v>
                </c:pt>
                <c:pt idx="9">
                  <c:v>6322.3687827999838</c:v>
                </c:pt>
                <c:pt idx="10">
                  <c:v>6423.1638211865902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BC-4CC0-B486-32AAE437F587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PIB industria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Hoja1!$A$3:$A$13</c:f>
              <c:numCache>
                <c:formatCode>0</c:formatCode>
                <c:ptCount val="1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</c:numCache>
            </c:numRef>
          </c:cat>
          <c:val>
            <c:numRef>
              <c:f>Hoja1!$C$3:$C$13</c:f>
              <c:numCache>
                <c:formatCode>#,##0\ \ </c:formatCode>
                <c:ptCount val="11"/>
                <c:pt idx="0">
                  <c:v>13575.722408423959</c:v>
                </c:pt>
                <c:pt idx="1">
                  <c:v>13931.399701860859</c:v>
                </c:pt>
                <c:pt idx="2">
                  <c:v>13668.170276360928</c:v>
                </c:pt>
                <c:pt idx="3">
                  <c:v>13591.953713481595</c:v>
                </c:pt>
                <c:pt idx="4">
                  <c:v>14668.86551860999</c:v>
                </c:pt>
                <c:pt idx="5">
                  <c:v>16463.483290852135</c:v>
                </c:pt>
                <c:pt idx="6">
                  <c:v>17604.614607295523</c:v>
                </c:pt>
                <c:pt idx="7">
                  <c:v>18994.861170927859</c:v>
                </c:pt>
                <c:pt idx="8">
                  <c:v>20582.000521998481</c:v>
                </c:pt>
                <c:pt idx="9">
                  <c:v>18454.288141617017</c:v>
                </c:pt>
                <c:pt idx="10">
                  <c:v>20310.302589511957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BC-4CC0-B486-32AAE437F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8581088"/>
        <c:axId val="1005137424"/>
      </c:lineChart>
      <c:catAx>
        <c:axId val="101858108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005137424"/>
        <c:crosses val="autoZero"/>
        <c:auto val="1"/>
        <c:lblAlgn val="ctr"/>
        <c:lblOffset val="100"/>
        <c:noMultiLvlLbl val="0"/>
      </c:catAx>
      <c:valAx>
        <c:axId val="1005137424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101858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/>
              <a:t>Inflación anual y tendencia. 1956-1962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1943-1995'!$A$158:$A$241</c:f>
              <c:numCache>
                <c:formatCode>mmm\-yy</c:formatCode>
                <c:ptCount val="84"/>
                <c:pt idx="0">
                  <c:v>20455</c:v>
                </c:pt>
                <c:pt idx="1">
                  <c:v>20486</c:v>
                </c:pt>
                <c:pt idx="2">
                  <c:v>20515</c:v>
                </c:pt>
                <c:pt idx="3">
                  <c:v>20546</c:v>
                </c:pt>
                <c:pt idx="4">
                  <c:v>20576</c:v>
                </c:pt>
                <c:pt idx="5">
                  <c:v>20607</c:v>
                </c:pt>
                <c:pt idx="6">
                  <c:v>20637</c:v>
                </c:pt>
                <c:pt idx="7">
                  <c:v>20668</c:v>
                </c:pt>
                <c:pt idx="8">
                  <c:v>20699</c:v>
                </c:pt>
                <c:pt idx="9">
                  <c:v>20729</c:v>
                </c:pt>
                <c:pt idx="10">
                  <c:v>20760</c:v>
                </c:pt>
                <c:pt idx="11">
                  <c:v>20790</c:v>
                </c:pt>
                <c:pt idx="12">
                  <c:v>20821</c:v>
                </c:pt>
                <c:pt idx="13">
                  <c:v>20852</c:v>
                </c:pt>
                <c:pt idx="14">
                  <c:v>20880</c:v>
                </c:pt>
                <c:pt idx="15">
                  <c:v>20911</c:v>
                </c:pt>
                <c:pt idx="16">
                  <c:v>20941</c:v>
                </c:pt>
                <c:pt idx="17">
                  <c:v>20972</c:v>
                </c:pt>
                <c:pt idx="18">
                  <c:v>21002</c:v>
                </c:pt>
                <c:pt idx="19">
                  <c:v>21033</c:v>
                </c:pt>
                <c:pt idx="20">
                  <c:v>21064</c:v>
                </c:pt>
                <c:pt idx="21">
                  <c:v>21094</c:v>
                </c:pt>
                <c:pt idx="22">
                  <c:v>21125</c:v>
                </c:pt>
                <c:pt idx="23">
                  <c:v>21155</c:v>
                </c:pt>
                <c:pt idx="24">
                  <c:v>21186</c:v>
                </c:pt>
                <c:pt idx="25">
                  <c:v>21217</c:v>
                </c:pt>
                <c:pt idx="26">
                  <c:v>21245</c:v>
                </c:pt>
                <c:pt idx="27">
                  <c:v>21276</c:v>
                </c:pt>
                <c:pt idx="28">
                  <c:v>21306</c:v>
                </c:pt>
                <c:pt idx="29">
                  <c:v>21337</c:v>
                </c:pt>
                <c:pt idx="30">
                  <c:v>21367</c:v>
                </c:pt>
                <c:pt idx="31">
                  <c:v>21398</c:v>
                </c:pt>
                <c:pt idx="32">
                  <c:v>21429</c:v>
                </c:pt>
                <c:pt idx="33">
                  <c:v>21459</c:v>
                </c:pt>
                <c:pt idx="34">
                  <c:v>21490</c:v>
                </c:pt>
                <c:pt idx="35">
                  <c:v>21520</c:v>
                </c:pt>
                <c:pt idx="36">
                  <c:v>21551</c:v>
                </c:pt>
                <c:pt idx="37">
                  <c:v>21582</c:v>
                </c:pt>
                <c:pt idx="38">
                  <c:v>21610</c:v>
                </c:pt>
                <c:pt idx="39">
                  <c:v>21641</c:v>
                </c:pt>
                <c:pt idx="40">
                  <c:v>21671</c:v>
                </c:pt>
                <c:pt idx="41">
                  <c:v>21702</c:v>
                </c:pt>
                <c:pt idx="42">
                  <c:v>21732</c:v>
                </c:pt>
                <c:pt idx="43">
                  <c:v>21763</c:v>
                </c:pt>
                <c:pt idx="44">
                  <c:v>21794</c:v>
                </c:pt>
                <c:pt idx="45">
                  <c:v>21824</c:v>
                </c:pt>
                <c:pt idx="46">
                  <c:v>21855</c:v>
                </c:pt>
                <c:pt idx="47">
                  <c:v>21885</c:v>
                </c:pt>
                <c:pt idx="48">
                  <c:v>21916</c:v>
                </c:pt>
                <c:pt idx="49">
                  <c:v>21947</c:v>
                </c:pt>
                <c:pt idx="50">
                  <c:v>21976</c:v>
                </c:pt>
                <c:pt idx="51">
                  <c:v>22007</c:v>
                </c:pt>
                <c:pt idx="52">
                  <c:v>22037</c:v>
                </c:pt>
                <c:pt idx="53">
                  <c:v>22068</c:v>
                </c:pt>
                <c:pt idx="54">
                  <c:v>22098</c:v>
                </c:pt>
                <c:pt idx="55">
                  <c:v>22129</c:v>
                </c:pt>
                <c:pt idx="56">
                  <c:v>22160</c:v>
                </c:pt>
                <c:pt idx="57">
                  <c:v>22190</c:v>
                </c:pt>
                <c:pt idx="58">
                  <c:v>22221</c:v>
                </c:pt>
                <c:pt idx="59">
                  <c:v>22251</c:v>
                </c:pt>
                <c:pt idx="60">
                  <c:v>22282</c:v>
                </c:pt>
                <c:pt idx="61">
                  <c:v>22313</c:v>
                </c:pt>
                <c:pt idx="62">
                  <c:v>22341</c:v>
                </c:pt>
                <c:pt idx="63">
                  <c:v>22372</c:v>
                </c:pt>
                <c:pt idx="64">
                  <c:v>22402</c:v>
                </c:pt>
                <c:pt idx="65">
                  <c:v>22433</c:v>
                </c:pt>
                <c:pt idx="66">
                  <c:v>22463</c:v>
                </c:pt>
                <c:pt idx="67">
                  <c:v>22494</c:v>
                </c:pt>
                <c:pt idx="68">
                  <c:v>22525</c:v>
                </c:pt>
                <c:pt idx="69">
                  <c:v>22555</c:v>
                </c:pt>
                <c:pt idx="70">
                  <c:v>22586</c:v>
                </c:pt>
                <c:pt idx="71">
                  <c:v>22616</c:v>
                </c:pt>
                <c:pt idx="72">
                  <c:v>22647</c:v>
                </c:pt>
                <c:pt idx="73">
                  <c:v>22678</c:v>
                </c:pt>
                <c:pt idx="74">
                  <c:v>22706</c:v>
                </c:pt>
                <c:pt idx="75">
                  <c:v>22737</c:v>
                </c:pt>
                <c:pt idx="76">
                  <c:v>22767</c:v>
                </c:pt>
                <c:pt idx="77">
                  <c:v>22798</c:v>
                </c:pt>
                <c:pt idx="78">
                  <c:v>22828</c:v>
                </c:pt>
                <c:pt idx="79">
                  <c:v>22859</c:v>
                </c:pt>
                <c:pt idx="80">
                  <c:v>22890</c:v>
                </c:pt>
                <c:pt idx="81">
                  <c:v>22920</c:v>
                </c:pt>
                <c:pt idx="82">
                  <c:v>22951</c:v>
                </c:pt>
                <c:pt idx="83">
                  <c:v>22981</c:v>
                </c:pt>
              </c:numCache>
            </c:numRef>
          </c:cat>
          <c:val>
            <c:numRef>
              <c:f>'indice 1943-1995'!$F$158:$F$241</c:f>
              <c:numCache>
                <c:formatCode>0.0%</c:formatCode>
                <c:ptCount val="84"/>
                <c:pt idx="0">
                  <c:v>8.4437792329279615E-2</c:v>
                </c:pt>
                <c:pt idx="1">
                  <c:v>7.4660329133222625E-2</c:v>
                </c:pt>
                <c:pt idx="2">
                  <c:v>7.1511198346182248E-2</c:v>
                </c:pt>
                <c:pt idx="3">
                  <c:v>9.3501467742766131E-2</c:v>
                </c:pt>
                <c:pt idx="4">
                  <c:v>0.1339343443249279</c:v>
                </c:pt>
                <c:pt idx="5">
                  <c:v>0.17098218524713515</c:v>
                </c:pt>
                <c:pt idx="6">
                  <c:v>0.15982605154459262</c:v>
                </c:pt>
                <c:pt idx="7">
                  <c:v>0.15037686621249446</c:v>
                </c:pt>
                <c:pt idx="8">
                  <c:v>0.14890262951419153</c:v>
                </c:pt>
                <c:pt idx="9">
                  <c:v>0.1645485720872597</c:v>
                </c:pt>
                <c:pt idx="10">
                  <c:v>0.18203028797338461</c:v>
                </c:pt>
                <c:pt idx="11">
                  <c:v>0.16673023743682669</c:v>
                </c:pt>
                <c:pt idx="12">
                  <c:v>0.16901068264001973</c:v>
                </c:pt>
                <c:pt idx="13">
                  <c:v>0.18704275501404766</c:v>
                </c:pt>
                <c:pt idx="14">
                  <c:v>0.23220616402577043</c:v>
                </c:pt>
                <c:pt idx="15">
                  <c:v>0.22214597125787172</c:v>
                </c:pt>
                <c:pt idx="16">
                  <c:v>0.20997453558215029</c:v>
                </c:pt>
                <c:pt idx="17">
                  <c:v>0.20955226487356393</c:v>
                </c:pt>
                <c:pt idx="18">
                  <c:v>0.23820302213304911</c:v>
                </c:pt>
                <c:pt idx="19">
                  <c:v>0.31099547026693308</c:v>
                </c:pt>
                <c:pt idx="20">
                  <c:v>0.30089155373443832</c:v>
                </c:pt>
                <c:pt idx="21">
                  <c:v>0.29808715448763956</c:v>
                </c:pt>
                <c:pt idx="22">
                  <c:v>0.31047549422766463</c:v>
                </c:pt>
                <c:pt idx="23">
                  <c:v>0.25632089295200711</c:v>
                </c:pt>
                <c:pt idx="24">
                  <c:v>0.23674874113778732</c:v>
                </c:pt>
                <c:pt idx="25">
                  <c:v>0.24436997633163826</c:v>
                </c:pt>
                <c:pt idx="26">
                  <c:v>0.22044043998779084</c:v>
                </c:pt>
                <c:pt idx="27">
                  <c:v>0.23995595926231772</c:v>
                </c:pt>
                <c:pt idx="28">
                  <c:v>0.28402208429947673</c:v>
                </c:pt>
                <c:pt idx="29">
                  <c:v>0.29106351817567666</c:v>
                </c:pt>
                <c:pt idx="30">
                  <c:v>0.31372638380401141</c:v>
                </c:pt>
                <c:pt idx="31">
                  <c:v>0.30464263574459505</c:v>
                </c:pt>
                <c:pt idx="32">
                  <c:v>0.33252742807054725</c:v>
                </c:pt>
                <c:pt idx="33">
                  <c:v>0.35778351792897034</c:v>
                </c:pt>
                <c:pt idx="34">
                  <c:v>0.3917566989605219</c:v>
                </c:pt>
                <c:pt idx="35">
                  <c:v>0.50749521384360885</c:v>
                </c:pt>
                <c:pt idx="36">
                  <c:v>0.82348785703375604</c:v>
                </c:pt>
                <c:pt idx="37">
                  <c:v>0.96188866499689252</c:v>
                </c:pt>
                <c:pt idx="38">
                  <c:v>1.0716168086219913</c:v>
                </c:pt>
                <c:pt idx="39">
                  <c:v>1.1500412896580507</c:v>
                </c:pt>
                <c:pt idx="40">
                  <c:v>1.2303640465932926</c:v>
                </c:pt>
                <c:pt idx="41">
                  <c:v>1.2711240882909798</c:v>
                </c:pt>
                <c:pt idx="42">
                  <c:v>1.2586495320618574</c:v>
                </c:pt>
                <c:pt idx="43">
                  <c:v>1.2399783415043815</c:v>
                </c:pt>
                <c:pt idx="44">
                  <c:v>1.2369143914586629</c:v>
                </c:pt>
                <c:pt idx="45">
                  <c:v>1.1857733037090079</c:v>
                </c:pt>
                <c:pt idx="46">
                  <c:v>1.1236129575319498</c:v>
                </c:pt>
                <c:pt idx="47">
                  <c:v>1.0162043530126166</c:v>
                </c:pt>
                <c:pt idx="48">
                  <c:v>0.75908048624708147</c:v>
                </c:pt>
                <c:pt idx="49">
                  <c:v>0.62595599369350152</c:v>
                </c:pt>
                <c:pt idx="50">
                  <c:v>0.52563331537328195</c:v>
                </c:pt>
                <c:pt idx="51">
                  <c:v>0.40770147293560832</c:v>
                </c:pt>
                <c:pt idx="52">
                  <c:v>0.27213672656556787</c:v>
                </c:pt>
                <c:pt idx="53">
                  <c:v>0.19044118293658818</c:v>
                </c:pt>
                <c:pt idx="54">
                  <c:v>0.16573573957933352</c:v>
                </c:pt>
                <c:pt idx="55">
                  <c:v>0.12896855087358694</c:v>
                </c:pt>
                <c:pt idx="56">
                  <c:v>0.11042405538814526</c:v>
                </c:pt>
                <c:pt idx="57">
                  <c:v>0.11249355658721516</c:v>
                </c:pt>
                <c:pt idx="58">
                  <c:v>0.11690048021039301</c:v>
                </c:pt>
                <c:pt idx="59">
                  <c:v>0.18506027411920267</c:v>
                </c:pt>
                <c:pt idx="60">
                  <c:v>8.342187262841172E-2</c:v>
                </c:pt>
                <c:pt idx="61">
                  <c:v>8.7843531983286871E-2</c:v>
                </c:pt>
                <c:pt idx="62">
                  <c:v>9.2299373240582128E-2</c:v>
                </c:pt>
                <c:pt idx="63">
                  <c:v>0.11776725846365532</c:v>
                </c:pt>
                <c:pt idx="64">
                  <c:v>0.12817678583502601</c:v>
                </c:pt>
                <c:pt idx="65">
                  <c:v>0.14927747991850682</c:v>
                </c:pt>
                <c:pt idx="66">
                  <c:v>0.15603022726074967</c:v>
                </c:pt>
                <c:pt idx="67">
                  <c:v>0.15927224952443653</c:v>
                </c:pt>
                <c:pt idx="68">
                  <c:v>0.17019063015189606</c:v>
                </c:pt>
                <c:pt idx="69">
                  <c:v>0.16183734565851871</c:v>
                </c:pt>
                <c:pt idx="70">
                  <c:v>0.16959261157834837</c:v>
                </c:pt>
                <c:pt idx="71">
                  <c:v>0.16428473750616024</c:v>
                </c:pt>
                <c:pt idx="72">
                  <c:v>0.19011261140617974</c:v>
                </c:pt>
                <c:pt idx="73">
                  <c:v>0.19249032664202881</c:v>
                </c:pt>
                <c:pt idx="74">
                  <c:v>0.19776517875350152</c:v>
                </c:pt>
                <c:pt idx="75">
                  <c:v>0.209807976986635</c:v>
                </c:pt>
                <c:pt idx="76">
                  <c:v>0.24256183487768523</c:v>
                </c:pt>
                <c:pt idx="77">
                  <c:v>0.24377304257058685</c:v>
                </c:pt>
                <c:pt idx="78">
                  <c:v>0.28045715009339278</c:v>
                </c:pt>
                <c:pt idx="79">
                  <c:v>0.28695833537503956</c:v>
                </c:pt>
                <c:pt idx="80">
                  <c:v>0.32076572039641382</c:v>
                </c:pt>
                <c:pt idx="81">
                  <c:v>0.34222263635234196</c:v>
                </c:pt>
                <c:pt idx="82">
                  <c:v>0.29416538532393988</c:v>
                </c:pt>
                <c:pt idx="83">
                  <c:v>0.30674935677672566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4-4035-914C-F2B168490B36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1943-1995'!$A$158:$A$241</c:f>
              <c:numCache>
                <c:formatCode>mmm\-yy</c:formatCode>
                <c:ptCount val="84"/>
                <c:pt idx="0">
                  <c:v>20455</c:v>
                </c:pt>
                <c:pt idx="1">
                  <c:v>20486</c:v>
                </c:pt>
                <c:pt idx="2">
                  <c:v>20515</c:v>
                </c:pt>
                <c:pt idx="3">
                  <c:v>20546</c:v>
                </c:pt>
                <c:pt idx="4">
                  <c:v>20576</c:v>
                </c:pt>
                <c:pt idx="5">
                  <c:v>20607</c:v>
                </c:pt>
                <c:pt idx="6">
                  <c:v>20637</c:v>
                </c:pt>
                <c:pt idx="7">
                  <c:v>20668</c:v>
                </c:pt>
                <c:pt idx="8">
                  <c:v>20699</c:v>
                </c:pt>
                <c:pt idx="9">
                  <c:v>20729</c:v>
                </c:pt>
                <c:pt idx="10">
                  <c:v>20760</c:v>
                </c:pt>
                <c:pt idx="11">
                  <c:v>20790</c:v>
                </c:pt>
                <c:pt idx="12">
                  <c:v>20821</c:v>
                </c:pt>
                <c:pt idx="13">
                  <c:v>20852</c:v>
                </c:pt>
                <c:pt idx="14">
                  <c:v>20880</c:v>
                </c:pt>
                <c:pt idx="15">
                  <c:v>20911</c:v>
                </c:pt>
                <c:pt idx="16">
                  <c:v>20941</c:v>
                </c:pt>
                <c:pt idx="17">
                  <c:v>20972</c:v>
                </c:pt>
                <c:pt idx="18">
                  <c:v>21002</c:v>
                </c:pt>
                <c:pt idx="19">
                  <c:v>21033</c:v>
                </c:pt>
                <c:pt idx="20">
                  <c:v>21064</c:v>
                </c:pt>
                <c:pt idx="21">
                  <c:v>21094</c:v>
                </c:pt>
                <c:pt idx="22">
                  <c:v>21125</c:v>
                </c:pt>
                <c:pt idx="23">
                  <c:v>21155</c:v>
                </c:pt>
                <c:pt idx="24">
                  <c:v>21186</c:v>
                </c:pt>
                <c:pt idx="25">
                  <c:v>21217</c:v>
                </c:pt>
                <c:pt idx="26">
                  <c:v>21245</c:v>
                </c:pt>
                <c:pt idx="27">
                  <c:v>21276</c:v>
                </c:pt>
                <c:pt idx="28">
                  <c:v>21306</c:v>
                </c:pt>
                <c:pt idx="29">
                  <c:v>21337</c:v>
                </c:pt>
                <c:pt idx="30">
                  <c:v>21367</c:v>
                </c:pt>
                <c:pt idx="31">
                  <c:v>21398</c:v>
                </c:pt>
                <c:pt idx="32">
                  <c:v>21429</c:v>
                </c:pt>
                <c:pt idx="33">
                  <c:v>21459</c:v>
                </c:pt>
                <c:pt idx="34">
                  <c:v>21490</c:v>
                </c:pt>
                <c:pt idx="35">
                  <c:v>21520</c:v>
                </c:pt>
                <c:pt idx="36">
                  <c:v>21551</c:v>
                </c:pt>
                <c:pt idx="37">
                  <c:v>21582</c:v>
                </c:pt>
                <c:pt idx="38">
                  <c:v>21610</c:v>
                </c:pt>
                <c:pt idx="39">
                  <c:v>21641</c:v>
                </c:pt>
                <c:pt idx="40">
                  <c:v>21671</c:v>
                </c:pt>
                <c:pt idx="41">
                  <c:v>21702</c:v>
                </c:pt>
                <c:pt idx="42">
                  <c:v>21732</c:v>
                </c:pt>
                <c:pt idx="43">
                  <c:v>21763</c:v>
                </c:pt>
                <c:pt idx="44">
                  <c:v>21794</c:v>
                </c:pt>
                <c:pt idx="45">
                  <c:v>21824</c:v>
                </c:pt>
                <c:pt idx="46">
                  <c:v>21855</c:v>
                </c:pt>
                <c:pt idx="47">
                  <c:v>21885</c:v>
                </c:pt>
                <c:pt idx="48">
                  <c:v>21916</c:v>
                </c:pt>
                <c:pt idx="49">
                  <c:v>21947</c:v>
                </c:pt>
                <c:pt idx="50">
                  <c:v>21976</c:v>
                </c:pt>
                <c:pt idx="51">
                  <c:v>22007</c:v>
                </c:pt>
                <c:pt idx="52">
                  <c:v>22037</c:v>
                </c:pt>
                <c:pt idx="53">
                  <c:v>22068</c:v>
                </c:pt>
                <c:pt idx="54">
                  <c:v>22098</c:v>
                </c:pt>
                <c:pt idx="55">
                  <c:v>22129</c:v>
                </c:pt>
                <c:pt idx="56">
                  <c:v>22160</c:v>
                </c:pt>
                <c:pt idx="57">
                  <c:v>22190</c:v>
                </c:pt>
                <c:pt idx="58">
                  <c:v>22221</c:v>
                </c:pt>
                <c:pt idx="59">
                  <c:v>22251</c:v>
                </c:pt>
                <c:pt idx="60">
                  <c:v>22282</c:v>
                </c:pt>
                <c:pt idx="61">
                  <c:v>22313</c:v>
                </c:pt>
                <c:pt idx="62">
                  <c:v>22341</c:v>
                </c:pt>
                <c:pt idx="63">
                  <c:v>22372</c:v>
                </c:pt>
                <c:pt idx="64">
                  <c:v>22402</c:v>
                </c:pt>
                <c:pt idx="65">
                  <c:v>22433</c:v>
                </c:pt>
                <c:pt idx="66">
                  <c:v>22463</c:v>
                </c:pt>
                <c:pt idx="67">
                  <c:v>22494</c:v>
                </c:pt>
                <c:pt idx="68">
                  <c:v>22525</c:v>
                </c:pt>
                <c:pt idx="69">
                  <c:v>22555</c:v>
                </c:pt>
                <c:pt idx="70">
                  <c:v>22586</c:v>
                </c:pt>
                <c:pt idx="71">
                  <c:v>22616</c:v>
                </c:pt>
                <c:pt idx="72">
                  <c:v>22647</c:v>
                </c:pt>
                <c:pt idx="73">
                  <c:v>22678</c:v>
                </c:pt>
                <c:pt idx="74">
                  <c:v>22706</c:v>
                </c:pt>
                <c:pt idx="75">
                  <c:v>22737</c:v>
                </c:pt>
                <c:pt idx="76">
                  <c:v>22767</c:v>
                </c:pt>
                <c:pt idx="77">
                  <c:v>22798</c:v>
                </c:pt>
                <c:pt idx="78">
                  <c:v>22828</c:v>
                </c:pt>
                <c:pt idx="79">
                  <c:v>22859</c:v>
                </c:pt>
                <c:pt idx="80">
                  <c:v>22890</c:v>
                </c:pt>
                <c:pt idx="81">
                  <c:v>22920</c:v>
                </c:pt>
                <c:pt idx="82">
                  <c:v>22951</c:v>
                </c:pt>
                <c:pt idx="83">
                  <c:v>22981</c:v>
                </c:pt>
              </c:numCache>
            </c:numRef>
          </c:cat>
          <c:val>
            <c:numRef>
              <c:f>'indice 1943-1995'!$H$158:$H$241</c:f>
              <c:numCache>
                <c:formatCode>0.0%</c:formatCode>
                <c:ptCount val="84"/>
                <c:pt idx="0">
                  <c:v>0.11306612938642502</c:v>
                </c:pt>
                <c:pt idx="1">
                  <c:v>0.11950769275426865</c:v>
                </c:pt>
                <c:pt idx="2">
                  <c:v>0.1264621764421463</c:v>
                </c:pt>
                <c:pt idx="3">
                  <c:v>0.13393686711788177</c:v>
                </c:pt>
                <c:pt idx="4">
                  <c:v>0.14193530380725861</c:v>
                </c:pt>
                <c:pt idx="5">
                  <c:v>0.15045817196369171</c:v>
                </c:pt>
                <c:pt idx="6">
                  <c:v>0.15950559079647064</c:v>
                </c:pt>
                <c:pt idx="7">
                  <c:v>0.16907915472984314</c:v>
                </c:pt>
                <c:pt idx="8">
                  <c:v>0.17918042838573456</c:v>
                </c:pt>
                <c:pt idx="9">
                  <c:v>0.18980972468852997</c:v>
                </c:pt>
                <c:pt idx="10">
                  <c:v>0.20096521079540253</c:v>
                </c:pt>
                <c:pt idx="11">
                  <c:v>0.21264331042766571</c:v>
                </c:pt>
                <c:pt idx="12">
                  <c:v>0.22483916580677032</c:v>
                </c:pt>
                <c:pt idx="13">
                  <c:v>0.2375447005033493</c:v>
                </c:pt>
                <c:pt idx="14">
                  <c:v>0.25074794888496399</c:v>
                </c:pt>
                <c:pt idx="15">
                  <c:v>0.26443347334861755</c:v>
                </c:pt>
                <c:pt idx="16">
                  <c:v>0.27858451008796692</c:v>
                </c:pt>
                <c:pt idx="17">
                  <c:v>0.29318141937255859</c:v>
                </c:pt>
                <c:pt idx="18">
                  <c:v>0.30819970369338989</c:v>
                </c:pt>
                <c:pt idx="19">
                  <c:v>0.32360914349555969</c:v>
                </c:pt>
                <c:pt idx="20">
                  <c:v>0.33937463164329529</c:v>
                </c:pt>
                <c:pt idx="21">
                  <c:v>0.35546016693115234</c:v>
                </c:pt>
                <c:pt idx="22">
                  <c:v>0.37182709574699402</c:v>
                </c:pt>
                <c:pt idx="23">
                  <c:v>0.38843274116516113</c:v>
                </c:pt>
                <c:pt idx="24">
                  <c:v>0.40523025393486023</c:v>
                </c:pt>
                <c:pt idx="25">
                  <c:v>0.42216351628303528</c:v>
                </c:pt>
                <c:pt idx="26">
                  <c:v>0.43916475772857666</c:v>
                </c:pt>
                <c:pt idx="27">
                  <c:v>0.45615383982658386</c:v>
                </c:pt>
                <c:pt idx="28">
                  <c:v>0.47303545475006104</c:v>
                </c:pt>
                <c:pt idx="29">
                  <c:v>0.48969927430152893</c:v>
                </c:pt>
                <c:pt idx="30">
                  <c:v>0.50602185726165771</c:v>
                </c:pt>
                <c:pt idx="31">
                  <c:v>0.52186590433120728</c:v>
                </c:pt>
                <c:pt idx="32">
                  <c:v>0.53708088397979736</c:v>
                </c:pt>
                <c:pt idx="33">
                  <c:v>0.55150103569030762</c:v>
                </c:pt>
                <c:pt idx="34">
                  <c:v>0.56494647264480591</c:v>
                </c:pt>
                <c:pt idx="35">
                  <c:v>0.57722395658493042</c:v>
                </c:pt>
                <c:pt idx="36">
                  <c:v>0.58812797069549561</c:v>
                </c:pt>
                <c:pt idx="37">
                  <c:v>0.59744834899902344</c:v>
                </c:pt>
                <c:pt idx="38">
                  <c:v>0.60499125719070435</c:v>
                </c:pt>
                <c:pt idx="39">
                  <c:v>0.61058807373046875</c:v>
                </c:pt>
                <c:pt idx="40">
                  <c:v>0.61410272121429443</c:v>
                </c:pt>
                <c:pt idx="41">
                  <c:v>0.61543643474578857</c:v>
                </c:pt>
                <c:pt idx="42">
                  <c:v>0.61453330516815186</c:v>
                </c:pt>
                <c:pt idx="43">
                  <c:v>0.61138302087783813</c:v>
                </c:pt>
                <c:pt idx="44">
                  <c:v>0.60601991415023804</c:v>
                </c:pt>
                <c:pt idx="45">
                  <c:v>0.59852194786071777</c:v>
                </c:pt>
                <c:pt idx="46">
                  <c:v>0.58901107311248779</c:v>
                </c:pt>
                <c:pt idx="47">
                  <c:v>0.57764983177185059</c:v>
                </c:pt>
                <c:pt idx="48">
                  <c:v>0.56463789939880371</c:v>
                </c:pt>
                <c:pt idx="49">
                  <c:v>0.55020558834075928</c:v>
                </c:pt>
                <c:pt idx="50">
                  <c:v>0.53459650278091431</c:v>
                </c:pt>
                <c:pt idx="51">
                  <c:v>0.51805961132049561</c:v>
                </c:pt>
                <c:pt idx="52">
                  <c:v>0.50084322690963745</c:v>
                </c:pt>
                <c:pt idx="53">
                  <c:v>0.48318809270858765</c:v>
                </c:pt>
                <c:pt idx="54">
                  <c:v>0.46531891822814941</c:v>
                </c:pt>
                <c:pt idx="55">
                  <c:v>0.44744020700454712</c:v>
                </c:pt>
                <c:pt idx="56">
                  <c:v>0.42973557114601135</c:v>
                </c:pt>
                <c:pt idx="57">
                  <c:v>0.41236653923988342</c:v>
                </c:pt>
                <c:pt idx="58">
                  <c:v>0.39547252655029297</c:v>
                </c:pt>
                <c:pt idx="59">
                  <c:v>0.37917202711105347</c:v>
                </c:pt>
                <c:pt idx="60">
                  <c:v>0.36356422305107117</c:v>
                </c:pt>
                <c:pt idx="61">
                  <c:v>0.34873485565185547</c:v>
                </c:pt>
                <c:pt idx="62">
                  <c:v>0.33475014567375183</c:v>
                </c:pt>
                <c:pt idx="63">
                  <c:v>0.32165825366973877</c:v>
                </c:pt>
                <c:pt idx="64">
                  <c:v>0.30949050188064575</c:v>
                </c:pt>
                <c:pt idx="65">
                  <c:v>0.29826399683952332</c:v>
                </c:pt>
                <c:pt idx="66">
                  <c:v>0.28798329830169678</c:v>
                </c:pt>
                <c:pt idx="67">
                  <c:v>0.27864259481430054</c:v>
                </c:pt>
                <c:pt idx="68">
                  <c:v>0.27022698521614075</c:v>
                </c:pt>
                <c:pt idx="69">
                  <c:v>0.26271316409111023</c:v>
                </c:pt>
                <c:pt idx="70">
                  <c:v>0.25607097148895264</c:v>
                </c:pt>
                <c:pt idx="71">
                  <c:v>0.25026315450668335</c:v>
                </c:pt>
                <c:pt idx="72">
                  <c:v>0.24524658918380737</c:v>
                </c:pt>
                <c:pt idx="73">
                  <c:v>0.24097202718257904</c:v>
                </c:pt>
                <c:pt idx="74">
                  <c:v>0.23738650977611542</c:v>
                </c:pt>
                <c:pt idx="75">
                  <c:v>0.23443363606929779</c:v>
                </c:pt>
                <c:pt idx="76">
                  <c:v>0.23205429315567017</c:v>
                </c:pt>
                <c:pt idx="77">
                  <c:v>0.23018763959407806</c:v>
                </c:pt>
                <c:pt idx="78">
                  <c:v>0.22877359390258789</c:v>
                </c:pt>
                <c:pt idx="79">
                  <c:v>0.22775296866893768</c:v>
                </c:pt>
                <c:pt idx="80">
                  <c:v>0.22707021236419678</c:v>
                </c:pt>
                <c:pt idx="81">
                  <c:v>0.22667385637760162</c:v>
                </c:pt>
                <c:pt idx="82">
                  <c:v>0.22651894390583038</c:v>
                </c:pt>
                <c:pt idx="83">
                  <c:v>0.2265685498714447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E4-4035-914C-F2B168490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AR"/>
              <a:t>Tendencias de inflación IA comparadas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'infla anual comparada'!$H$1</c:f>
              <c:strCache>
                <c:ptCount val="1"/>
                <c:pt idx="0">
                  <c:v>infl_ARG_tend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'infla anual comparada'!$A$18:$A$24</c:f>
              <c:numCache>
                <c:formatCode>General</c:formatCode>
                <c:ptCount val="7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</c:numCache>
            </c:numRef>
          </c:cat>
          <c:val>
            <c:numRef>
              <c:f>'infla anual comparada'!$H$18:$H$24</c:f>
              <c:numCache>
                <c:formatCode>0%</c:formatCode>
                <c:ptCount val="7"/>
                <c:pt idx="0">
                  <c:v>0.27588525414466858</c:v>
                </c:pt>
                <c:pt idx="1">
                  <c:v>0.28980746865272522</c:v>
                </c:pt>
                <c:pt idx="2">
                  <c:v>0.30019420385360718</c:v>
                </c:pt>
                <c:pt idx="3">
                  <c:v>0.30295112729072571</c:v>
                </c:pt>
                <c:pt idx="4">
                  <c:v>0.29414433240890503</c:v>
                </c:pt>
                <c:pt idx="5">
                  <c:v>0.27818036079406738</c:v>
                </c:pt>
                <c:pt idx="6">
                  <c:v>0.25925269722938538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81-4BF8-B5E9-E431F8AFA6B4}"/>
            </c:ext>
          </c:extLst>
        </c:ser>
        <c:ser>
          <c:idx val="1"/>
          <c:order val="1"/>
          <c:tx>
            <c:strRef>
              <c:f>'infla anual comparada'!$I$1</c:f>
              <c:strCache>
                <c:ptCount val="1"/>
                <c:pt idx="0">
                  <c:v>inf_UK_tend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'infla anual comparada'!$A$18:$A$24</c:f>
              <c:numCache>
                <c:formatCode>General</c:formatCode>
                <c:ptCount val="7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</c:numCache>
            </c:numRef>
          </c:cat>
          <c:val>
            <c:numRef>
              <c:f>'infla anual comparada'!$I$18:$I$24</c:f>
              <c:numCache>
                <c:formatCode>0%</c:formatCode>
                <c:ptCount val="7"/>
                <c:pt idx="0">
                  <c:v>3.5338163375854492E-2</c:v>
                </c:pt>
                <c:pt idx="1">
                  <c:v>3.2333370298147202E-2</c:v>
                </c:pt>
                <c:pt idx="2">
                  <c:v>2.968239039182663E-2</c:v>
                </c:pt>
                <c:pt idx="3">
                  <c:v>2.7693653479218483E-2</c:v>
                </c:pt>
                <c:pt idx="4">
                  <c:v>2.6698606088757515E-2</c:v>
                </c:pt>
                <c:pt idx="5">
                  <c:v>2.6793070137500763E-2</c:v>
                </c:pt>
                <c:pt idx="6">
                  <c:v>2.7908772230148315E-2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81-4BF8-B5E9-E431F8AFA6B4}"/>
            </c:ext>
          </c:extLst>
        </c:ser>
        <c:ser>
          <c:idx val="2"/>
          <c:order val="2"/>
          <c:tx>
            <c:strRef>
              <c:f>'infla anual comparada'!$J$1</c:f>
              <c:strCache>
                <c:ptCount val="1"/>
                <c:pt idx="0">
                  <c:v>infl_USA_tend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'infla anual comparada'!$A$18:$A$24</c:f>
              <c:numCache>
                <c:formatCode>General</c:formatCode>
                <c:ptCount val="7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</c:numCache>
            </c:numRef>
          </c:cat>
          <c:val>
            <c:numRef>
              <c:f>'infla anual comparada'!$J$18:$J$24</c:f>
              <c:numCache>
                <c:formatCode>0%</c:formatCode>
                <c:ptCount val="7"/>
                <c:pt idx="0">
                  <c:v>1.5403197146952152E-2</c:v>
                </c:pt>
                <c:pt idx="1">
                  <c:v>1.4083569869399071E-2</c:v>
                </c:pt>
                <c:pt idx="2">
                  <c:v>1.3221245259046555E-2</c:v>
                </c:pt>
                <c:pt idx="3">
                  <c:v>1.2781505472958088E-2</c:v>
                </c:pt>
                <c:pt idx="4">
                  <c:v>1.2870338745415211E-2</c:v>
                </c:pt>
                <c:pt idx="5">
                  <c:v>1.3566982932388783E-2</c:v>
                </c:pt>
                <c:pt idx="6">
                  <c:v>1.4967773109674454E-2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81-4BF8-B5E9-E431F8AFA6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9529600"/>
        <c:axId val="716566048"/>
      </c:lineChart>
      <c:catAx>
        <c:axId val="609529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16566048"/>
        <c:crosses val="autoZero"/>
        <c:auto val="1"/>
        <c:lblAlgn val="ctr"/>
        <c:lblOffset val="100"/>
        <c:noMultiLvlLbl val="0"/>
      </c:catAx>
      <c:valAx>
        <c:axId val="71656604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9529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/>
              <a:t>Petróleo procesado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Hoja5!$B$4</c:f>
              <c:strCache>
                <c:ptCount val="1"/>
                <c:pt idx="0">
                  <c:v>Nacional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Hoja5!$A$5:$A$28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Hoja5!$B$5:$B$28</c:f>
              <c:numCache>
                <c:formatCode>#,##0.0\ \ </c:formatCode>
                <c:ptCount val="24"/>
                <c:pt idx="0">
                  <c:v>3306</c:v>
                </c:pt>
                <c:pt idx="1">
                  <c:v>3568</c:v>
                </c:pt>
                <c:pt idx="2">
                  <c:v>3712</c:v>
                </c:pt>
                <c:pt idx="3">
                  <c:v>3937</c:v>
                </c:pt>
                <c:pt idx="4">
                  <c:v>3757</c:v>
                </c:pt>
                <c:pt idx="5">
                  <c:v>3677.5250000000001</c:v>
                </c:pt>
                <c:pt idx="6">
                  <c:v>3306.7559999999999</c:v>
                </c:pt>
                <c:pt idx="7">
                  <c:v>3404.4740000000002</c:v>
                </c:pt>
                <c:pt idx="8">
                  <c:v>3631.9859999999999</c:v>
                </c:pt>
                <c:pt idx="9">
                  <c:v>3687.1880000000001</c:v>
                </c:pt>
                <c:pt idx="10">
                  <c:v>3668.326</c:v>
                </c:pt>
                <c:pt idx="11">
                  <c:v>3913.8449999999998</c:v>
                </c:pt>
                <c:pt idx="12">
                  <c:v>3829.4740000000002</c:v>
                </c:pt>
                <c:pt idx="13">
                  <c:v>4516.96</c:v>
                </c:pt>
                <c:pt idx="14">
                  <c:v>4627.7120000000004</c:v>
                </c:pt>
                <c:pt idx="15">
                  <c:v>4902.25</c:v>
                </c:pt>
                <c:pt idx="16">
                  <c:v>4935.9679999999998</c:v>
                </c:pt>
                <c:pt idx="17">
                  <c:v>5441.8209999999999</c:v>
                </c:pt>
                <c:pt idx="18">
                  <c:v>5608.9009999999998</c:v>
                </c:pt>
                <c:pt idx="19">
                  <c:v>6772.473</c:v>
                </c:pt>
                <c:pt idx="20">
                  <c:v>9771.393</c:v>
                </c:pt>
                <c:pt idx="21" formatCode="#,##0\ \ ">
                  <c:v>12810.504000000001</c:v>
                </c:pt>
                <c:pt idx="22" formatCode="#,##0\ \ ">
                  <c:v>15542.102999999999</c:v>
                </c:pt>
                <c:pt idx="23" formatCode="#,##0\ \ ">
                  <c:v>15450.22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C2-4A45-8A36-944E17326F2F}"/>
            </c:ext>
          </c:extLst>
        </c:ser>
        <c:ser>
          <c:idx val="1"/>
          <c:order val="1"/>
          <c:tx>
            <c:strRef>
              <c:f>Hoja5!$C$4</c:f>
              <c:strCache>
                <c:ptCount val="1"/>
                <c:pt idx="0">
                  <c:v>Importado 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Hoja5!$A$5:$A$28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Hoja5!$C$5:$C$28</c:f>
              <c:numCache>
                <c:formatCode>#,##0.00\ \ </c:formatCode>
                <c:ptCount val="24"/>
                <c:pt idx="0">
                  <c:v>584</c:v>
                </c:pt>
                <c:pt idx="1">
                  <c:v>606</c:v>
                </c:pt>
                <c:pt idx="2">
                  <c:v>379</c:v>
                </c:pt>
                <c:pt idx="3">
                  <c:v>139</c:v>
                </c:pt>
                <c:pt idx="4">
                  <c:v>155</c:v>
                </c:pt>
                <c:pt idx="5">
                  <c:v>155.898</c:v>
                </c:pt>
                <c:pt idx="6" formatCode="#,##0.0\ \ ">
                  <c:v>1085.288</c:v>
                </c:pt>
                <c:pt idx="7" formatCode="#,##0.0\ \ ">
                  <c:v>1375.5119999999999</c:v>
                </c:pt>
                <c:pt idx="8" formatCode="#,##0.0\ \ ">
                  <c:v>1985.9359999999999</c:v>
                </c:pt>
                <c:pt idx="9" formatCode="#,##0.0\ \ ">
                  <c:v>2059.9949999999999</c:v>
                </c:pt>
                <c:pt idx="10" formatCode="#,##0.0\ \ ">
                  <c:v>3445.4450000000002</c:v>
                </c:pt>
                <c:pt idx="11" formatCode="#,##0.0\ \ ">
                  <c:v>3380.761</c:v>
                </c:pt>
                <c:pt idx="12" formatCode="#,##0.0\ \ ">
                  <c:v>3864.0160000000001</c:v>
                </c:pt>
                <c:pt idx="13" formatCode="#,##0.0\ \ ">
                  <c:v>3908.3049999999998</c:v>
                </c:pt>
                <c:pt idx="14" formatCode="#,##0.0\ \ ">
                  <c:v>4266.0129999999999</c:v>
                </c:pt>
                <c:pt idx="15" formatCode="#,##0.0\ \ ">
                  <c:v>4634.4390000000003</c:v>
                </c:pt>
                <c:pt idx="16" formatCode="#,##0.0\ \ ">
                  <c:v>4690.518</c:v>
                </c:pt>
                <c:pt idx="17" formatCode="#,##0.0\ \ ">
                  <c:v>6515.585</c:v>
                </c:pt>
                <c:pt idx="18" formatCode="#,##0.0\ \ ">
                  <c:v>7424.4520000000002</c:v>
                </c:pt>
                <c:pt idx="19" formatCode="#,##0.0\ \ ">
                  <c:v>5878.7309999999998</c:v>
                </c:pt>
                <c:pt idx="20" formatCode="#,##0.0\ \ ">
                  <c:v>3856.2310000000002</c:v>
                </c:pt>
                <c:pt idx="21" formatCode="#,##0.0\ \ ">
                  <c:v>2038.798</c:v>
                </c:pt>
                <c:pt idx="22" formatCode="#,##0.0\ \ ">
                  <c:v>1929.421</c:v>
                </c:pt>
                <c:pt idx="23">
                  <c:v>856.42399999999998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C2-4A45-8A36-944E17326F2F}"/>
            </c:ext>
          </c:extLst>
        </c:ser>
        <c:ser>
          <c:idx val="2"/>
          <c:order val="2"/>
          <c:tx>
            <c:strRef>
              <c:f>Hoja5!$D$4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Hoja5!$A$5:$A$28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Hoja5!$D$5:$D$28</c:f>
              <c:numCache>
                <c:formatCode>#,##0.0\ \ </c:formatCode>
                <c:ptCount val="24"/>
                <c:pt idx="0">
                  <c:v>3890</c:v>
                </c:pt>
                <c:pt idx="1">
                  <c:v>4174</c:v>
                </c:pt>
                <c:pt idx="2">
                  <c:v>4091</c:v>
                </c:pt>
                <c:pt idx="3">
                  <c:v>4076</c:v>
                </c:pt>
                <c:pt idx="4">
                  <c:v>3912</c:v>
                </c:pt>
                <c:pt idx="5">
                  <c:v>3833.4229999999998</c:v>
                </c:pt>
                <c:pt idx="6">
                  <c:v>4392.0439999999999</c:v>
                </c:pt>
                <c:pt idx="7">
                  <c:v>4779.9859999999999</c:v>
                </c:pt>
                <c:pt idx="8">
                  <c:v>5617.9219999999996</c:v>
                </c:pt>
                <c:pt idx="9">
                  <c:v>5747.1130000000003</c:v>
                </c:pt>
                <c:pt idx="10">
                  <c:v>7113.7709999999997</c:v>
                </c:pt>
                <c:pt idx="11">
                  <c:v>7294.6059999999998</c:v>
                </c:pt>
                <c:pt idx="12">
                  <c:v>7693.49</c:v>
                </c:pt>
                <c:pt idx="13">
                  <c:v>8425.2649999999994</c:v>
                </c:pt>
                <c:pt idx="14">
                  <c:v>8893.7250000000004</c:v>
                </c:pt>
                <c:pt idx="15">
                  <c:v>9536.6890000000003</c:v>
                </c:pt>
                <c:pt idx="16">
                  <c:v>9626.4860000000008</c:v>
                </c:pt>
                <c:pt idx="17" formatCode="#,##0\ \ ">
                  <c:v>11957.406000000001</c:v>
                </c:pt>
                <c:pt idx="18" formatCode="#,##0\ \ ">
                  <c:v>13034.352999999999</c:v>
                </c:pt>
                <c:pt idx="19" formatCode="#,##0\ \ ">
                  <c:v>12651.204</c:v>
                </c:pt>
                <c:pt idx="20" formatCode="#,##0\ \ ">
                  <c:v>13627.624</c:v>
                </c:pt>
                <c:pt idx="21" formatCode="#,##0\ \ ">
                  <c:v>14849.302</c:v>
                </c:pt>
                <c:pt idx="22" formatCode="#,##0\ \ ">
                  <c:v>16771.524000000001</c:v>
                </c:pt>
                <c:pt idx="23" formatCode="#,##0\ \ ">
                  <c:v>16306.644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6C2-4A45-8A36-944E17326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9933552"/>
        <c:axId val="359940768"/>
      </c:lineChart>
      <c:catAx>
        <c:axId val="35993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59940768"/>
        <c:crosses val="autoZero"/>
        <c:auto val="1"/>
        <c:lblAlgn val="ctr"/>
        <c:lblOffset val="100"/>
        <c:noMultiLvlLbl val="0"/>
      </c:catAx>
      <c:valAx>
        <c:axId val="359940768"/>
        <c:scaling>
          <c:orientation val="minMax"/>
        </c:scaling>
        <c:delete val="1"/>
        <c:axPos val="l"/>
        <c:numFmt formatCode="#,##0.0\ \ " sourceLinked="1"/>
        <c:majorTickMark val="none"/>
        <c:minorTickMark val="none"/>
        <c:tickLblPos val="nextTo"/>
        <c:crossAx val="359933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/>
              <a:t>Electricidad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24347126542989"/>
          <c:w val="0.9971853993973443"/>
          <c:h val="0.54279848141462239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Hoja6!$C$3</c:f>
              <c:strCache>
                <c:ptCount val="1"/>
                <c:pt idx="0">
                  <c:v>Potencia instalada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Hoja6!$A$4:$A$27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Hoja6!$C$4:$C$27</c:f>
              <c:numCache>
                <c:formatCode>#,##0.00\ \ </c:formatCode>
                <c:ptCount val="24"/>
                <c:pt idx="0" formatCode="#,##0.0\ \ ">
                  <c:v>1590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 formatCode="#,##0.0\ \ ">
                  <c:v>1779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 formatCode="#,##0.0\ \ ">
                  <c:v>1986</c:v>
                </c:pt>
                <c:pt idx="11" formatCode="#,##0.0\ \ ">
                  <c:v>2023</c:v>
                </c:pt>
                <c:pt idx="12" formatCode="#,##0.0\ \ ">
                  <c:v>2091</c:v>
                </c:pt>
                <c:pt idx="13" formatCode="#,##0.0\ \ ">
                  <c:v>2163</c:v>
                </c:pt>
                <c:pt idx="14" formatCode="#,##0.0\ \ ">
                  <c:v>2243</c:v>
                </c:pt>
                <c:pt idx="15" formatCode="#,##0.0\ \ ">
                  <c:v>2343</c:v>
                </c:pt>
                <c:pt idx="16" formatCode="#,##0.0\ \ ">
                  <c:v>2443</c:v>
                </c:pt>
                <c:pt idx="17" formatCode="#,##0.0\ \ ">
                  <c:v>2878</c:v>
                </c:pt>
                <c:pt idx="18" formatCode="#,##0.0\ \ ">
                  <c:v>2179</c:v>
                </c:pt>
                <c:pt idx="19" formatCode="#,##0.0\ \ ">
                  <c:v>2228</c:v>
                </c:pt>
                <c:pt idx="20" formatCode="#,##0.0\ \ ">
                  <c:v>3474</c:v>
                </c:pt>
                <c:pt idx="21" formatCode="#,##0.0\ \ ">
                  <c:v>3720</c:v>
                </c:pt>
                <c:pt idx="22" formatCode="#,##0.0\ \ ">
                  <c:v>3996</c:v>
                </c:pt>
                <c:pt idx="23" formatCode="#,##0.0\ \ ">
                  <c:v>4713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F3-41CE-9A83-4C6C91FA2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0168608"/>
        <c:axId val="420167952"/>
      </c:barChart>
      <c:lineChart>
        <c:grouping val="standard"/>
        <c:varyColors val="0"/>
        <c:ser>
          <c:idx val="0"/>
          <c:order val="1"/>
          <c:tx>
            <c:strRef>
              <c:f>Hoja6!$E$3</c:f>
              <c:strCache>
                <c:ptCount val="1"/>
                <c:pt idx="0">
                  <c:v>consumo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Hoja6!$A$4:$A$27</c:f>
              <c:numCache>
                <c:formatCode>General</c:formatCode>
                <c:ptCount val="24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  <c:pt idx="21">
                  <c:v>1961</c:v>
                </c:pt>
                <c:pt idx="22">
                  <c:v>1962</c:v>
                </c:pt>
                <c:pt idx="23">
                  <c:v>1963</c:v>
                </c:pt>
              </c:numCache>
            </c:numRef>
          </c:cat>
          <c:val>
            <c:numRef>
              <c:f>Hoja6!$E$4:$E$27</c:f>
              <c:numCache>
                <c:formatCode>#,##0.0\ \ </c:formatCode>
                <c:ptCount val="24"/>
                <c:pt idx="0">
                  <c:v>8797</c:v>
                </c:pt>
                <c:pt idx="1">
                  <c:v>9825.7999999999993</c:v>
                </c:pt>
                <c:pt idx="2">
                  <c:v>9953.2999999999993</c:v>
                </c:pt>
                <c:pt idx="3" formatCode="#,##0\ \ ">
                  <c:v>10037.700000000001</c:v>
                </c:pt>
                <c:pt idx="4" formatCode="#,##0\ \ ">
                  <c:v>10392.200000000001</c:v>
                </c:pt>
                <c:pt idx="5">
                  <c:v>9728.9</c:v>
                </c:pt>
                <c:pt idx="6" formatCode="#,##0\ \ ">
                  <c:v>10168.799999999999</c:v>
                </c:pt>
                <c:pt idx="7" formatCode="#,##0\ \ ">
                  <c:v>10801.6</c:v>
                </c:pt>
                <c:pt idx="8" formatCode="#,##0\ \ ">
                  <c:v>11498.1</c:v>
                </c:pt>
                <c:pt idx="9" formatCode="#,##0\ \ ">
                  <c:v>11729.9</c:v>
                </c:pt>
                <c:pt idx="10" formatCode="#,##0\ \ ">
                  <c:v>12392.5</c:v>
                </c:pt>
                <c:pt idx="11" formatCode="#,##0\ \ ">
                  <c:v>12444.2</c:v>
                </c:pt>
                <c:pt idx="12" formatCode="#,##0\ \ ">
                  <c:v>13104.5</c:v>
                </c:pt>
                <c:pt idx="13" formatCode="#,##0\ \ ">
                  <c:v>13270.8</c:v>
                </c:pt>
                <c:pt idx="14" formatCode="#,##0\ \ ">
                  <c:v>13896.5</c:v>
                </c:pt>
                <c:pt idx="15" formatCode="#,##0\ \ ">
                  <c:v>14830.5</c:v>
                </c:pt>
                <c:pt idx="16" formatCode="#,##0\ \ ">
                  <c:v>15892.1</c:v>
                </c:pt>
                <c:pt idx="17" formatCode="#,##0\ \ ">
                  <c:v>16650.400000000001</c:v>
                </c:pt>
                <c:pt idx="18" formatCode="#,##0\ \ ">
                  <c:v>17368.2</c:v>
                </c:pt>
                <c:pt idx="19" formatCode="#,##0\ \ ">
                  <c:v>16751.099999999999</c:v>
                </c:pt>
                <c:pt idx="20" formatCode="#,##0\ \ ">
                  <c:v>17756</c:v>
                </c:pt>
                <c:pt idx="21" formatCode="#,##0\ \ ">
                  <c:v>19471.599999999999</c:v>
                </c:pt>
                <c:pt idx="22" formatCode="#,##0\ \ ">
                  <c:v>20188.099999999999</c:v>
                </c:pt>
                <c:pt idx="23" formatCode="#,##0\ \ ">
                  <c:v>20346.8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F3-41CE-9A83-4C6C91FA2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3939960"/>
        <c:axId val="423937008"/>
      </c:lineChart>
      <c:catAx>
        <c:axId val="423939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23937008"/>
        <c:crosses val="autoZero"/>
        <c:auto val="1"/>
        <c:lblAlgn val="ctr"/>
        <c:lblOffset val="100"/>
        <c:noMultiLvlLbl val="0"/>
      </c:catAx>
      <c:valAx>
        <c:axId val="423937008"/>
        <c:scaling>
          <c:orientation val="minMax"/>
        </c:scaling>
        <c:delete val="1"/>
        <c:axPos val="l"/>
        <c:numFmt formatCode="#,##0.0\ \ " sourceLinked="1"/>
        <c:majorTickMark val="none"/>
        <c:minorTickMark val="none"/>
        <c:tickLblPos val="nextTo"/>
        <c:crossAx val="423939960"/>
        <c:crosses val="autoZero"/>
        <c:crossBetween val="between"/>
      </c:valAx>
      <c:valAx>
        <c:axId val="420167952"/>
        <c:scaling>
          <c:orientation val="minMax"/>
        </c:scaling>
        <c:delete val="1"/>
        <c:axPos val="r"/>
        <c:numFmt formatCode="#,##0.0\ \ " sourceLinked="1"/>
        <c:majorTickMark val="out"/>
        <c:minorTickMark val="none"/>
        <c:tickLblPos val="nextTo"/>
        <c:crossAx val="420168608"/>
        <c:crosses val="max"/>
        <c:crossBetween val="between"/>
      </c:valAx>
      <c:catAx>
        <c:axId val="4201686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01679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185649566346294"/>
          <c:y val="0.18058710622067858"/>
          <c:w val="0.53522041945947196"/>
          <c:h val="0.20456275069665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S"/>
              <a:t>longitud de vías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4.2962784688423857E-2"/>
          <c:y val="0.15409125088087691"/>
          <c:w val="0.91100880386697991"/>
          <c:h val="0.61656163886217341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'4.7.1'!$A$60:$A$113</c:f>
              <c:numCache>
                <c:formatCode>@</c:formatCode>
                <c:ptCount val="54"/>
                <c:pt idx="0">
                  <c:v>1910</c:v>
                </c:pt>
                <c:pt idx="1">
                  <c:v>1911</c:v>
                </c:pt>
                <c:pt idx="2">
                  <c:v>1912</c:v>
                </c:pt>
                <c:pt idx="3">
                  <c:v>1913</c:v>
                </c:pt>
                <c:pt idx="4">
                  <c:v>1914</c:v>
                </c:pt>
                <c:pt idx="5">
                  <c:v>1915</c:v>
                </c:pt>
                <c:pt idx="6">
                  <c:v>1916</c:v>
                </c:pt>
                <c:pt idx="7">
                  <c:v>1917</c:v>
                </c:pt>
                <c:pt idx="8">
                  <c:v>1918</c:v>
                </c:pt>
                <c:pt idx="9">
                  <c:v>1919</c:v>
                </c:pt>
                <c:pt idx="10">
                  <c:v>1920</c:v>
                </c:pt>
                <c:pt idx="11">
                  <c:v>1921</c:v>
                </c:pt>
                <c:pt idx="12">
                  <c:v>1922</c:v>
                </c:pt>
                <c:pt idx="13">
                  <c:v>1923</c:v>
                </c:pt>
                <c:pt idx="14">
                  <c:v>1924</c:v>
                </c:pt>
                <c:pt idx="15">
                  <c:v>1925</c:v>
                </c:pt>
                <c:pt idx="16">
                  <c:v>1926</c:v>
                </c:pt>
                <c:pt idx="17">
                  <c:v>1927</c:v>
                </c:pt>
                <c:pt idx="18">
                  <c:v>1928</c:v>
                </c:pt>
                <c:pt idx="19">
                  <c:v>1929</c:v>
                </c:pt>
                <c:pt idx="20">
                  <c:v>1930</c:v>
                </c:pt>
                <c:pt idx="21">
                  <c:v>1931</c:v>
                </c:pt>
                <c:pt idx="22">
                  <c:v>1932</c:v>
                </c:pt>
                <c:pt idx="23">
                  <c:v>1933</c:v>
                </c:pt>
                <c:pt idx="24">
                  <c:v>1934</c:v>
                </c:pt>
                <c:pt idx="25">
                  <c:v>1935</c:v>
                </c:pt>
                <c:pt idx="26">
                  <c:v>1936</c:v>
                </c:pt>
                <c:pt idx="27">
                  <c:v>1937</c:v>
                </c:pt>
                <c:pt idx="28">
                  <c:v>1938</c:v>
                </c:pt>
                <c:pt idx="29">
                  <c:v>1939</c:v>
                </c:pt>
                <c:pt idx="30">
                  <c:v>1940</c:v>
                </c:pt>
                <c:pt idx="31">
                  <c:v>1941</c:v>
                </c:pt>
                <c:pt idx="32">
                  <c:v>1942</c:v>
                </c:pt>
                <c:pt idx="33">
                  <c:v>1943</c:v>
                </c:pt>
                <c:pt idx="34">
                  <c:v>1944</c:v>
                </c:pt>
                <c:pt idx="35">
                  <c:v>1945</c:v>
                </c:pt>
                <c:pt idx="36">
                  <c:v>1946</c:v>
                </c:pt>
                <c:pt idx="37">
                  <c:v>1947</c:v>
                </c:pt>
                <c:pt idx="38">
                  <c:v>1948</c:v>
                </c:pt>
                <c:pt idx="39">
                  <c:v>1949</c:v>
                </c:pt>
                <c:pt idx="40">
                  <c:v>1950</c:v>
                </c:pt>
                <c:pt idx="41">
                  <c:v>1951</c:v>
                </c:pt>
                <c:pt idx="42">
                  <c:v>1952</c:v>
                </c:pt>
                <c:pt idx="43">
                  <c:v>1953</c:v>
                </c:pt>
                <c:pt idx="44">
                  <c:v>1954</c:v>
                </c:pt>
                <c:pt idx="45">
                  <c:v>1955</c:v>
                </c:pt>
                <c:pt idx="46">
                  <c:v>1956</c:v>
                </c:pt>
                <c:pt idx="47">
                  <c:v>1957</c:v>
                </c:pt>
                <c:pt idx="48">
                  <c:v>1958</c:v>
                </c:pt>
                <c:pt idx="49">
                  <c:v>1959</c:v>
                </c:pt>
                <c:pt idx="50">
                  <c:v>1960</c:v>
                </c:pt>
                <c:pt idx="51">
                  <c:v>1961</c:v>
                </c:pt>
                <c:pt idx="52">
                  <c:v>1962</c:v>
                </c:pt>
                <c:pt idx="53">
                  <c:v>1963</c:v>
                </c:pt>
              </c:numCache>
            </c:numRef>
          </c:cat>
          <c:val>
            <c:numRef>
              <c:f>'4.7.1'!$B$60:$B$113</c:f>
              <c:numCache>
                <c:formatCode>#,##0\ \ </c:formatCode>
                <c:ptCount val="54"/>
                <c:pt idx="0">
                  <c:v>27994</c:v>
                </c:pt>
                <c:pt idx="1">
                  <c:v>30059</c:v>
                </c:pt>
                <c:pt idx="2">
                  <c:v>31461</c:v>
                </c:pt>
                <c:pt idx="3">
                  <c:v>32494</c:v>
                </c:pt>
                <c:pt idx="4">
                  <c:v>33510</c:v>
                </c:pt>
                <c:pt idx="5">
                  <c:v>33709</c:v>
                </c:pt>
                <c:pt idx="6">
                  <c:v>33821</c:v>
                </c:pt>
                <c:pt idx="7">
                  <c:v>33841</c:v>
                </c:pt>
                <c:pt idx="8">
                  <c:v>33841</c:v>
                </c:pt>
                <c:pt idx="9">
                  <c:v>33884</c:v>
                </c:pt>
                <c:pt idx="10">
                  <c:v>33884</c:v>
                </c:pt>
                <c:pt idx="11">
                  <c:v>33907</c:v>
                </c:pt>
                <c:pt idx="12">
                  <c:v>34025</c:v>
                </c:pt>
                <c:pt idx="13">
                  <c:v>34053</c:v>
                </c:pt>
                <c:pt idx="14">
                  <c:v>35958</c:v>
                </c:pt>
                <c:pt idx="15">
                  <c:v>36055</c:v>
                </c:pt>
                <c:pt idx="16">
                  <c:v>36257</c:v>
                </c:pt>
                <c:pt idx="17">
                  <c:v>36406</c:v>
                </c:pt>
                <c:pt idx="18">
                  <c:v>36586</c:v>
                </c:pt>
                <c:pt idx="19">
                  <c:v>37551</c:v>
                </c:pt>
                <c:pt idx="20">
                  <c:v>38120</c:v>
                </c:pt>
                <c:pt idx="21">
                  <c:v>39220</c:v>
                </c:pt>
                <c:pt idx="22">
                  <c:v>39679</c:v>
                </c:pt>
                <c:pt idx="23">
                  <c:v>39800</c:v>
                </c:pt>
                <c:pt idx="24">
                  <c:v>39830</c:v>
                </c:pt>
                <c:pt idx="25">
                  <c:v>40008</c:v>
                </c:pt>
                <c:pt idx="27">
                  <c:v>40193</c:v>
                </c:pt>
                <c:pt idx="28">
                  <c:v>40811</c:v>
                </c:pt>
                <c:pt idx="29">
                  <c:v>40811</c:v>
                </c:pt>
                <c:pt idx="30">
                  <c:v>41283</c:v>
                </c:pt>
                <c:pt idx="31">
                  <c:v>41371</c:v>
                </c:pt>
                <c:pt idx="32">
                  <c:v>41407</c:v>
                </c:pt>
                <c:pt idx="33">
                  <c:v>41521</c:v>
                </c:pt>
                <c:pt idx="34">
                  <c:v>42385</c:v>
                </c:pt>
                <c:pt idx="35">
                  <c:v>42578</c:v>
                </c:pt>
                <c:pt idx="36">
                  <c:v>42670</c:v>
                </c:pt>
                <c:pt idx="37">
                  <c:v>42701</c:v>
                </c:pt>
                <c:pt idx="38">
                  <c:v>42838</c:v>
                </c:pt>
                <c:pt idx="39">
                  <c:v>42838</c:v>
                </c:pt>
                <c:pt idx="40">
                  <c:v>42865</c:v>
                </c:pt>
                <c:pt idx="41">
                  <c:v>42855</c:v>
                </c:pt>
                <c:pt idx="42">
                  <c:v>43968</c:v>
                </c:pt>
                <c:pt idx="43">
                  <c:v>43952</c:v>
                </c:pt>
                <c:pt idx="44">
                  <c:v>43922</c:v>
                </c:pt>
                <c:pt idx="45">
                  <c:v>43930</c:v>
                </c:pt>
                <c:pt idx="46">
                  <c:v>43933</c:v>
                </c:pt>
                <c:pt idx="47">
                  <c:v>43938</c:v>
                </c:pt>
                <c:pt idx="48">
                  <c:v>43932</c:v>
                </c:pt>
                <c:pt idx="49">
                  <c:v>43931</c:v>
                </c:pt>
                <c:pt idx="50">
                  <c:v>43923</c:v>
                </c:pt>
                <c:pt idx="51">
                  <c:v>43923</c:v>
                </c:pt>
                <c:pt idx="52">
                  <c:v>43923</c:v>
                </c:pt>
                <c:pt idx="53">
                  <c:v>43923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10-4912-A3D6-299A4B5B6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1450128"/>
        <c:axId val="361450456"/>
      </c:lineChart>
      <c:catAx>
        <c:axId val="36145012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361450456"/>
        <c:crosses val="autoZero"/>
        <c:auto val="1"/>
        <c:lblAlgn val="ctr"/>
        <c:lblOffset val="100"/>
        <c:noMultiLvlLbl val="0"/>
      </c:catAx>
      <c:valAx>
        <c:axId val="361450456"/>
        <c:scaling>
          <c:orientation val="minMax"/>
        </c:scaling>
        <c:delete val="1"/>
        <c:axPos val="l"/>
        <c:numFmt formatCode="#,##0\ \ " sourceLinked="1"/>
        <c:majorTickMark val="none"/>
        <c:minorTickMark val="none"/>
        <c:tickLblPos val="nextTo"/>
        <c:crossAx val="361450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'4.4.12 (cont.)'!$B$4:$B$5</c:f>
              <c:strCache>
                <c:ptCount val="2"/>
                <c:pt idx="0">
                  <c:v>Automóviles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'4.4.12 (cont.)'!$A$40:$A$52</c:f>
              <c:numCache>
                <c:formatCode>@</c:formatCode>
                <c:ptCount val="13"/>
                <c:pt idx="0">
                  <c:v>1951</c:v>
                </c:pt>
                <c:pt idx="1">
                  <c:v>1952</c:v>
                </c:pt>
                <c:pt idx="2">
                  <c:v>1953</c:v>
                </c:pt>
                <c:pt idx="3">
                  <c:v>1954</c:v>
                </c:pt>
                <c:pt idx="4">
                  <c:v>1955</c:v>
                </c:pt>
                <c:pt idx="5">
                  <c:v>1956</c:v>
                </c:pt>
                <c:pt idx="6">
                  <c:v>1957</c:v>
                </c:pt>
                <c:pt idx="7">
                  <c:v>1958</c:v>
                </c:pt>
                <c:pt idx="8">
                  <c:v>1959</c:v>
                </c:pt>
                <c:pt idx="9">
                  <c:v>1960</c:v>
                </c:pt>
                <c:pt idx="10">
                  <c:v>1961</c:v>
                </c:pt>
                <c:pt idx="11">
                  <c:v>1962</c:v>
                </c:pt>
                <c:pt idx="12">
                  <c:v>1963</c:v>
                </c:pt>
              </c:numCache>
            </c:numRef>
          </c:cat>
          <c:val>
            <c:numRef>
              <c:f>'4.4.12 (cont.)'!$B$40:$B$52</c:f>
              <c:numCache>
                <c:formatCode>#,##0.00\ \ </c:formatCode>
                <c:ptCount val="13"/>
                <c:pt idx="0">
                  <c:v>18</c:v>
                </c:pt>
                <c:pt idx="1">
                  <c:v>62</c:v>
                </c:pt>
                <c:pt idx="2">
                  <c:v>63</c:v>
                </c:pt>
                <c:pt idx="3">
                  <c:v>173</c:v>
                </c:pt>
                <c:pt idx="4">
                  <c:v>235</c:v>
                </c:pt>
                <c:pt idx="5">
                  <c:v>326</c:v>
                </c:pt>
                <c:pt idx="6" formatCode="#,##0.0\ \ ">
                  <c:v>5461</c:v>
                </c:pt>
                <c:pt idx="7" formatCode="#,##0\ \ ">
                  <c:v>14310</c:v>
                </c:pt>
                <c:pt idx="8" formatCode="#,##0\ \ ">
                  <c:v>18290</c:v>
                </c:pt>
                <c:pt idx="9" formatCode="#,##0\ \ ">
                  <c:v>40144</c:v>
                </c:pt>
                <c:pt idx="10" formatCode="#,##0\ \ ">
                  <c:v>78274</c:v>
                </c:pt>
                <c:pt idx="11" formatCode="#,##0\ \ ">
                  <c:v>90648</c:v>
                </c:pt>
                <c:pt idx="12" formatCode="#,##0\ \ ">
                  <c:v>75338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D6-41DE-BF01-46AE541D3AED}"/>
            </c:ext>
          </c:extLst>
        </c:ser>
        <c:ser>
          <c:idx val="1"/>
          <c:order val="1"/>
          <c:tx>
            <c:strRef>
              <c:f>'4.4.12 (cont.)'!$C$4:$C$5</c:f>
              <c:strCache>
                <c:ptCount val="2"/>
                <c:pt idx="0">
                  <c:v>Vehículos comerciales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numRef>
              <c:f>'4.4.12 (cont.)'!$A$40:$A$52</c:f>
              <c:numCache>
                <c:formatCode>@</c:formatCode>
                <c:ptCount val="13"/>
                <c:pt idx="0">
                  <c:v>1951</c:v>
                </c:pt>
                <c:pt idx="1">
                  <c:v>1952</c:v>
                </c:pt>
                <c:pt idx="2">
                  <c:v>1953</c:v>
                </c:pt>
                <c:pt idx="3">
                  <c:v>1954</c:v>
                </c:pt>
                <c:pt idx="4">
                  <c:v>1955</c:v>
                </c:pt>
                <c:pt idx="5">
                  <c:v>1956</c:v>
                </c:pt>
                <c:pt idx="6">
                  <c:v>1957</c:v>
                </c:pt>
                <c:pt idx="7">
                  <c:v>1958</c:v>
                </c:pt>
                <c:pt idx="8">
                  <c:v>1959</c:v>
                </c:pt>
                <c:pt idx="9">
                  <c:v>1960</c:v>
                </c:pt>
                <c:pt idx="10">
                  <c:v>1961</c:v>
                </c:pt>
                <c:pt idx="11">
                  <c:v>1962</c:v>
                </c:pt>
                <c:pt idx="12">
                  <c:v>1963</c:v>
                </c:pt>
              </c:numCache>
            </c:numRef>
          </c:cat>
          <c:val>
            <c:numRef>
              <c:f>'4.4.12 (cont.)'!$C$40:$C$52</c:f>
              <c:numCache>
                <c:formatCode>#,##0.00\ \ </c:formatCode>
                <c:ptCount val="13"/>
                <c:pt idx="0">
                  <c:v>90</c:v>
                </c:pt>
                <c:pt idx="1">
                  <c:v>907</c:v>
                </c:pt>
                <c:pt idx="2" formatCode="#,##0.0\ \ ">
                  <c:v>3011</c:v>
                </c:pt>
                <c:pt idx="3" formatCode="#,##0.0\ \ ">
                  <c:v>3186</c:v>
                </c:pt>
                <c:pt idx="4" formatCode="#,##0.0\ \ ">
                  <c:v>6156</c:v>
                </c:pt>
                <c:pt idx="5" formatCode="#,##0.0\ \ ">
                  <c:v>5617</c:v>
                </c:pt>
                <c:pt idx="6" formatCode="#,##0\ \ ">
                  <c:v>10174</c:v>
                </c:pt>
                <c:pt idx="7" formatCode="#,##0\ \ ">
                  <c:v>13524</c:v>
                </c:pt>
                <c:pt idx="8" formatCode="#,##0\ \ ">
                  <c:v>14662</c:v>
                </c:pt>
                <c:pt idx="9" formatCode="#,##0\ \ ">
                  <c:v>49194</c:v>
                </c:pt>
                <c:pt idx="10" formatCode="#,##0\ \ ">
                  <c:v>57914</c:v>
                </c:pt>
                <c:pt idx="11" formatCode="#,##0\ \ ">
                  <c:v>39232</c:v>
                </c:pt>
                <c:pt idx="12" formatCode="#,##0\ \ ">
                  <c:v>29561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D6-41DE-BF01-46AE541D3AED}"/>
            </c:ext>
          </c:extLst>
        </c:ser>
        <c:ser>
          <c:idx val="2"/>
          <c:order val="2"/>
          <c:tx>
            <c:strRef>
              <c:f>'4.4.12 (cont.)'!$F$3:$F$5</c:f>
              <c:strCache>
                <c:ptCount val="3"/>
                <c:pt idx="0">
                  <c:v>Exportaciones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'4.4.12 (cont.)'!$A$40:$A$52</c:f>
              <c:numCache>
                <c:formatCode>@</c:formatCode>
                <c:ptCount val="13"/>
                <c:pt idx="0">
                  <c:v>1951</c:v>
                </c:pt>
                <c:pt idx="1">
                  <c:v>1952</c:v>
                </c:pt>
                <c:pt idx="2">
                  <c:v>1953</c:v>
                </c:pt>
                <c:pt idx="3">
                  <c:v>1954</c:v>
                </c:pt>
                <c:pt idx="4">
                  <c:v>1955</c:v>
                </c:pt>
                <c:pt idx="5">
                  <c:v>1956</c:v>
                </c:pt>
                <c:pt idx="6">
                  <c:v>1957</c:v>
                </c:pt>
                <c:pt idx="7">
                  <c:v>1958</c:v>
                </c:pt>
                <c:pt idx="8">
                  <c:v>1959</c:v>
                </c:pt>
                <c:pt idx="9">
                  <c:v>1960</c:v>
                </c:pt>
                <c:pt idx="10">
                  <c:v>1961</c:v>
                </c:pt>
                <c:pt idx="11">
                  <c:v>1962</c:v>
                </c:pt>
                <c:pt idx="12">
                  <c:v>1963</c:v>
                </c:pt>
              </c:numCache>
            </c:numRef>
          </c:cat>
          <c:val>
            <c:numRef>
              <c:f>'4.4.12 (cont.)'!$F$40:$F$52</c:f>
              <c:numCache>
                <c:formatCode>#,##0.00\ \ 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8</c:v>
                </c:pt>
                <c:pt idx="1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D6-41DE-BF01-46AE541D3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1684128"/>
        <c:axId val="581676584"/>
      </c:barChart>
      <c:catAx>
        <c:axId val="58168412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1676584"/>
        <c:crosses val="autoZero"/>
        <c:auto val="1"/>
        <c:lblAlgn val="ctr"/>
        <c:lblOffset val="100"/>
        <c:noMultiLvlLbl val="0"/>
      </c:catAx>
      <c:valAx>
        <c:axId val="581676584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8168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67925065939176"/>
          <c:y val="4.5659822658040208E-2"/>
          <c:w val="0.8150303139861983"/>
          <c:h val="0.77915198964820898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'8.1.7'!$A$97:$A$162</c:f>
              <c:numCache>
                <c:formatCode>@</c:formatCode>
                <c:ptCount val="66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  <c:pt idx="61">
                  <c:v>1961</c:v>
                </c:pt>
                <c:pt idx="62">
                  <c:v>1962</c:v>
                </c:pt>
                <c:pt idx="63">
                  <c:v>1963</c:v>
                </c:pt>
                <c:pt idx="64">
                  <c:v>1964</c:v>
                </c:pt>
                <c:pt idx="65">
                  <c:v>1965</c:v>
                </c:pt>
              </c:numCache>
            </c:numRef>
          </c:cat>
          <c:val>
            <c:numRef>
              <c:f>'8.1.7'!$J$97:$J$162</c:f>
              <c:numCache>
                <c:formatCode>#,##0.00\ \ </c:formatCode>
                <c:ptCount val="66"/>
                <c:pt idx="0">
                  <c:v>94.207956960307314</c:v>
                </c:pt>
                <c:pt idx="1">
                  <c:v>107.20215792034975</c:v>
                </c:pt>
                <c:pt idx="2">
                  <c:v>117.21222552038239</c:v>
                </c:pt>
                <c:pt idx="3">
                  <c:v>103.84286164942968</c:v>
                </c:pt>
                <c:pt idx="4">
                  <c:v>110.26613144217789</c:v>
                </c:pt>
                <c:pt idx="5">
                  <c:v>121.42358897106278</c:v>
                </c:pt>
                <c:pt idx="6">
                  <c:v>118.74127908538739</c:v>
                </c:pt>
                <c:pt idx="7">
                  <c:v>117.75994620038416</c:v>
                </c:pt>
                <c:pt idx="8">
                  <c:v>122.87994386127046</c:v>
                </c:pt>
                <c:pt idx="9">
                  <c:v>146.07525910699343</c:v>
                </c:pt>
                <c:pt idx="10">
                  <c:v>137.91267926148086</c:v>
                </c:pt>
                <c:pt idx="11">
                  <c:v>129.06490103562106</c:v>
                </c:pt>
                <c:pt idx="12">
                  <c:v>119.50453799594543</c:v>
                </c:pt>
                <c:pt idx="13">
                  <c:v>121.24912979150668</c:v>
                </c:pt>
                <c:pt idx="14">
                  <c:v>123.77515332882976</c:v>
                </c:pt>
                <c:pt idx="15">
                  <c:v>125.33738793886893</c:v>
                </c:pt>
                <c:pt idx="16">
                  <c:v>108.75009607527144</c:v>
                </c:pt>
                <c:pt idx="17">
                  <c:v>120.5126635144738</c:v>
                </c:pt>
                <c:pt idx="18">
                  <c:v>84.108132412993101</c:v>
                </c:pt>
                <c:pt idx="19">
                  <c:v>93.437458169309991</c:v>
                </c:pt>
                <c:pt idx="20">
                  <c:v>77.789949064272719</c:v>
                </c:pt>
                <c:pt idx="21">
                  <c:v>73.247274888710791</c:v>
                </c:pt>
                <c:pt idx="22">
                  <c:v>71.037903650489255</c:v>
                </c:pt>
                <c:pt idx="23">
                  <c:v>77.962492284366093</c:v>
                </c:pt>
                <c:pt idx="24">
                  <c:v>84.931011528406955</c:v>
                </c:pt>
                <c:pt idx="25">
                  <c:v>97.36451205546895</c:v>
                </c:pt>
                <c:pt idx="26">
                  <c:v>88.985758161517182</c:v>
                </c:pt>
                <c:pt idx="27">
                  <c:v>87.311913760658371</c:v>
                </c:pt>
                <c:pt idx="28">
                  <c:v>117.65588050437239</c:v>
                </c:pt>
                <c:pt idx="29">
                  <c:v>106.99695529408142</c:v>
                </c:pt>
                <c:pt idx="30">
                  <c:v>103.70908580347245</c:v>
                </c:pt>
                <c:pt idx="31">
                  <c:v>77.481558828149829</c:v>
                </c:pt>
                <c:pt idx="32">
                  <c:v>80.49199001552256</c:v>
                </c:pt>
                <c:pt idx="33">
                  <c:v>76.122565588119343</c:v>
                </c:pt>
                <c:pt idx="34">
                  <c:v>93.275060824215018</c:v>
                </c:pt>
                <c:pt idx="35">
                  <c:v>93.275060824215018</c:v>
                </c:pt>
                <c:pt idx="36">
                  <c:v>113.88923406712539</c:v>
                </c:pt>
                <c:pt idx="37">
                  <c:v>130.63061840142402</c:v>
                </c:pt>
                <c:pt idx="38">
                  <c:v>119.65588610783138</c:v>
                </c:pt>
                <c:pt idx="39">
                  <c:v>104.813641506953</c:v>
                </c:pt>
                <c:pt idx="40">
                  <c:v>108.03576068528609</c:v>
                </c:pt>
                <c:pt idx="41">
                  <c:v>118.96399340075928</c:v>
                </c:pt>
                <c:pt idx="42">
                  <c:v>113.04772896450042</c:v>
                </c:pt>
                <c:pt idx="43">
                  <c:v>116.937126971997</c:v>
                </c:pt>
                <c:pt idx="44">
                  <c:v>105.51889551902067</c:v>
                </c:pt>
                <c:pt idx="45">
                  <c:v>94.531290599625336</c:v>
                </c:pt>
                <c:pt idx="46">
                  <c:v>145.345892201813</c:v>
                </c:pt>
                <c:pt idx="47">
                  <c:v>146.67762753365781</c:v>
                </c:pt>
                <c:pt idx="48">
                  <c:v>150.44606171460993</c:v>
                </c:pt>
                <c:pt idx="49">
                  <c:v>133.69425384804154</c:v>
                </c:pt>
                <c:pt idx="50">
                  <c:v>130.94512958060344</c:v>
                </c:pt>
                <c:pt idx="51">
                  <c:v>124.09444702310365</c:v>
                </c:pt>
                <c:pt idx="52">
                  <c:v>96.595292577783084</c:v>
                </c:pt>
                <c:pt idx="53">
                  <c:v>110.82325651459084</c:v>
                </c:pt>
                <c:pt idx="54">
                  <c:v>96.827597253867239</c:v>
                </c:pt>
                <c:pt idx="55">
                  <c:v>96.574206506493468</c:v>
                </c:pt>
                <c:pt idx="56">
                  <c:v>86.661309000818193</c:v>
                </c:pt>
                <c:pt idx="57">
                  <c:v>83.613335958667648</c:v>
                </c:pt>
                <c:pt idx="58">
                  <c:v>82.865727078820512</c:v>
                </c:pt>
                <c:pt idx="59">
                  <c:v>91.970623585640013</c:v>
                </c:pt>
                <c:pt idx="60">
                  <c:v>97.376714062490294</c:v>
                </c:pt>
                <c:pt idx="61">
                  <c:v>96.902657068487102</c:v>
                </c:pt>
                <c:pt idx="62">
                  <c:v>88.609867474816582</c:v>
                </c:pt>
                <c:pt idx="63">
                  <c:v>95.075199061073121</c:v>
                </c:pt>
                <c:pt idx="64">
                  <c:v>108.39734719514664</c:v>
                </c:pt>
                <c:pt idx="65">
                  <c:v>107.55122530026817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57-47A7-8727-D703488AC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2627120"/>
        <c:axId val="512628432"/>
      </c:lineChart>
      <c:catAx>
        <c:axId val="51262712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12628432"/>
        <c:crosses val="autoZero"/>
        <c:auto val="1"/>
        <c:lblAlgn val="ctr"/>
        <c:lblOffset val="100"/>
        <c:noMultiLvlLbl val="0"/>
      </c:catAx>
      <c:valAx>
        <c:axId val="51262843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12627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  <c:userShapes r:id="rId4"/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Hoja2!$A$3:$A$23</c:f>
              <c:numCache>
                <c:formatCode>General</c:formatCode>
                <c:ptCount val="21"/>
                <c:pt idx="0">
                  <c:v>1940</c:v>
                </c:pt>
                <c:pt idx="1">
                  <c:v>1941</c:v>
                </c:pt>
                <c:pt idx="2">
                  <c:v>1942</c:v>
                </c:pt>
                <c:pt idx="3">
                  <c:v>1943</c:v>
                </c:pt>
                <c:pt idx="4">
                  <c:v>1944</c:v>
                </c:pt>
                <c:pt idx="5">
                  <c:v>1945</c:v>
                </c:pt>
                <c:pt idx="6">
                  <c:v>1946</c:v>
                </c:pt>
                <c:pt idx="7">
                  <c:v>1947</c:v>
                </c:pt>
                <c:pt idx="8">
                  <c:v>1948</c:v>
                </c:pt>
                <c:pt idx="9">
                  <c:v>1949</c:v>
                </c:pt>
                <c:pt idx="10">
                  <c:v>1950</c:v>
                </c:pt>
                <c:pt idx="11">
                  <c:v>1951</c:v>
                </c:pt>
                <c:pt idx="12">
                  <c:v>1952</c:v>
                </c:pt>
                <c:pt idx="13">
                  <c:v>1953</c:v>
                </c:pt>
                <c:pt idx="14">
                  <c:v>1954</c:v>
                </c:pt>
                <c:pt idx="15">
                  <c:v>1955</c:v>
                </c:pt>
                <c:pt idx="16">
                  <c:v>1956</c:v>
                </c:pt>
                <c:pt idx="17">
                  <c:v>1957</c:v>
                </c:pt>
                <c:pt idx="18">
                  <c:v>1958</c:v>
                </c:pt>
                <c:pt idx="19">
                  <c:v>1959</c:v>
                </c:pt>
                <c:pt idx="20">
                  <c:v>1960</c:v>
                </c:pt>
              </c:numCache>
            </c:numRef>
          </c:cat>
          <c:val>
            <c:numRef>
              <c:f>Hoja2!$B$3:$B$23</c:f>
              <c:numCache>
                <c:formatCode>#,##0.0\ \ </c:formatCode>
                <c:ptCount val="21"/>
                <c:pt idx="0">
                  <c:v>3825.849387200185</c:v>
                </c:pt>
                <c:pt idx="1">
                  <c:v>3964.0105620797517</c:v>
                </c:pt>
                <c:pt idx="2">
                  <c:v>3946.2128642107032</c:v>
                </c:pt>
                <c:pt idx="3">
                  <c:v>3859.1806607862313</c:v>
                </c:pt>
                <c:pt idx="4">
                  <c:v>4227.9773221336454</c:v>
                </c:pt>
                <c:pt idx="5">
                  <c:v>4029.422207530155</c:v>
                </c:pt>
                <c:pt idx="6">
                  <c:v>4289.6318146395124</c:v>
                </c:pt>
                <c:pt idx="7">
                  <c:v>4658.5784069332885</c:v>
                </c:pt>
                <c:pt idx="8">
                  <c:v>4802.3145350246514</c:v>
                </c:pt>
                <c:pt idx="9">
                  <c:v>4632.4330671458056</c:v>
                </c:pt>
                <c:pt idx="10">
                  <c:v>4582.2515026029496</c:v>
                </c:pt>
                <c:pt idx="11">
                  <c:v>4660.6495840887992</c:v>
                </c:pt>
                <c:pt idx="12">
                  <c:v>4337.0404296672841</c:v>
                </c:pt>
                <c:pt idx="13">
                  <c:v>4478.2522464513513</c:v>
                </c:pt>
                <c:pt idx="14">
                  <c:v>4575.3476851349651</c:v>
                </c:pt>
                <c:pt idx="15">
                  <c:v>4808.6624538633532</c:v>
                </c:pt>
                <c:pt idx="16">
                  <c:v>4854.1095849571157</c:v>
                </c:pt>
                <c:pt idx="17">
                  <c:v>5017.294467898736</c:v>
                </c:pt>
                <c:pt idx="18">
                  <c:v>5233.8317132060165</c:v>
                </c:pt>
                <c:pt idx="19">
                  <c:v>4815.0175249951753</c:v>
                </c:pt>
                <c:pt idx="20">
                  <c:v>5109.8524832213106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F3-4B9A-8533-A1BFBD0783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8724136"/>
        <c:axId val="648725776"/>
      </c:lineChart>
      <c:catAx>
        <c:axId val="648724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48725776"/>
        <c:crosses val="autoZero"/>
        <c:auto val="1"/>
        <c:lblAlgn val="ctr"/>
        <c:lblOffset val="100"/>
        <c:noMultiLvlLbl val="0"/>
      </c:catAx>
      <c:valAx>
        <c:axId val="648725776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48724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Agro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Hoja1!$A$3:$A$63</c:f>
              <c:numCache>
                <c:formatCode>0</c:formatCode>
                <c:ptCount val="61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</c:numCache>
            </c:numRef>
          </c:cat>
          <c:val>
            <c:numRef>
              <c:f>Hoja1!$B$3:$B$63</c:f>
              <c:numCache>
                <c:formatCode>#,##0.0\ \ </c:formatCode>
                <c:ptCount val="61"/>
                <c:pt idx="0">
                  <c:v>1539.9166529417987</c:v>
                </c:pt>
                <c:pt idx="1">
                  <c:v>1904.0744888109148</c:v>
                </c:pt>
                <c:pt idx="2">
                  <c:v>1738.0782513248353</c:v>
                </c:pt>
                <c:pt idx="3">
                  <c:v>2156.2279429852715</c:v>
                </c:pt>
                <c:pt idx="4">
                  <c:v>2265.9347989016769</c:v>
                </c:pt>
                <c:pt idx="5">
                  <c:v>2336.0093351414757</c:v>
                </c:pt>
                <c:pt idx="6">
                  <c:v>2395.1706239340924</c:v>
                </c:pt>
                <c:pt idx="7">
                  <c:v>2063.7525304065216</c:v>
                </c:pt>
                <c:pt idx="8">
                  <c:v>2582.4189748699469</c:v>
                </c:pt>
                <c:pt idx="9">
                  <c:v>2491.0923251803738</c:v>
                </c:pt>
                <c:pt idx="10">
                  <c:v>2392.2987167111501</c:v>
                </c:pt>
                <c:pt idx="11">
                  <c:v>2160.2486130973912</c:v>
                </c:pt>
                <c:pt idx="12">
                  <c:v>3151.0566050125735</c:v>
                </c:pt>
                <c:pt idx="13">
                  <c:v>2893.7337178369203</c:v>
                </c:pt>
                <c:pt idx="14">
                  <c:v>2838.5930991564228</c:v>
                </c:pt>
                <c:pt idx="15">
                  <c:v>3406.0819664098717</c:v>
                </c:pt>
                <c:pt idx="16">
                  <c:v>3035.0315532056929</c:v>
                </c:pt>
                <c:pt idx="17">
                  <c:v>2499.7080468492004</c:v>
                </c:pt>
                <c:pt idx="18">
                  <c:v>3504.3011934345068</c:v>
                </c:pt>
                <c:pt idx="19">
                  <c:v>3482.4746985401439</c:v>
                </c:pt>
                <c:pt idx="20">
                  <c:v>3619.7518637967978</c:v>
                </c:pt>
                <c:pt idx="21">
                  <c:v>3656.512276250462</c:v>
                </c:pt>
                <c:pt idx="22">
                  <c:v>3786.8968641720544</c:v>
                </c:pt>
                <c:pt idx="23">
                  <c:v>3858.6945447456183</c:v>
                </c:pt>
                <c:pt idx="24">
                  <c:v>4419.8652161085938</c:v>
                </c:pt>
                <c:pt idx="25">
                  <c:v>3951.1699573243691</c:v>
                </c:pt>
                <c:pt idx="26">
                  <c:v>4594.4771752635015</c:v>
                </c:pt>
                <c:pt idx="27">
                  <c:v>4715.0972786270886</c:v>
                </c:pt>
                <c:pt idx="28">
                  <c:v>4797.2338252032459</c:v>
                </c:pt>
                <c:pt idx="29">
                  <c:v>4788.0437220898302</c:v>
                </c:pt>
                <c:pt idx="30">
                  <c:v>4273.3979477385237</c:v>
                </c:pt>
                <c:pt idx="31">
                  <c:v>4379.0841335428095</c:v>
                </c:pt>
                <c:pt idx="32">
                  <c:v>4616.3036701578649</c:v>
                </c:pt>
                <c:pt idx="33">
                  <c:v>4636.9814021630509</c:v>
                </c:pt>
                <c:pt idx="34">
                  <c:v>4881.0935161131683</c:v>
                </c:pt>
                <c:pt idx="35">
                  <c:v>5569.7768681747939</c:v>
                </c:pt>
                <c:pt idx="36">
                  <c:v>5062.598052603139</c:v>
                </c:pt>
                <c:pt idx="37">
                  <c:v>5232.6149602013384</c:v>
                </c:pt>
                <c:pt idx="38">
                  <c:v>4760.4734127495822</c:v>
                </c:pt>
                <c:pt idx="39">
                  <c:v>5310.730836665376</c:v>
                </c:pt>
                <c:pt idx="40">
                  <c:v>5680.6324869803766</c:v>
                </c:pt>
                <c:pt idx="41">
                  <c:v>6344.0430554801069</c:v>
                </c:pt>
                <c:pt idx="42">
                  <c:v>6266.5015604606579</c:v>
                </c:pt>
                <c:pt idx="43">
                  <c:v>5487.6403215986356</c:v>
                </c:pt>
                <c:pt idx="44">
                  <c:v>6608.8329014354094</c:v>
                </c:pt>
                <c:pt idx="45">
                  <c:v>5301.5407335519585</c:v>
                </c:pt>
                <c:pt idx="46">
                  <c:v>5542.7809402791327</c:v>
                </c:pt>
                <c:pt idx="47">
                  <c:v>5967.8232092746312</c:v>
                </c:pt>
                <c:pt idx="48">
                  <c:v>5978.7364567218128</c:v>
                </c:pt>
                <c:pt idx="49">
                  <c:v>5514.636249494296</c:v>
                </c:pt>
                <c:pt idx="50">
                  <c:v>5201.0239807489679</c:v>
                </c:pt>
                <c:pt idx="51">
                  <c:v>5550.4467804892092</c:v>
                </c:pt>
                <c:pt idx="52">
                  <c:v>4755.4259152148406</c:v>
                </c:pt>
                <c:pt idx="53">
                  <c:v>6226.1935170060933</c:v>
                </c:pt>
                <c:pt idx="54">
                  <c:v>6191.3352328973924</c:v>
                </c:pt>
                <c:pt idx="55">
                  <c:v>6447.9426014566325</c:v>
                </c:pt>
                <c:pt idx="56">
                  <c:v>6150.5972382161381</c:v>
                </c:pt>
                <c:pt idx="57">
                  <c:v>6119.0987887203228</c:v>
                </c:pt>
                <c:pt idx="58">
                  <c:v>6387.0455990980554</c:v>
                </c:pt>
                <c:pt idx="59">
                  <c:v>6322.3687827999838</c:v>
                </c:pt>
                <c:pt idx="60">
                  <c:v>6423.1638211865902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84-4818-BE60-A5E61AFCC04C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industria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Hoja1!$A$3:$A$63</c:f>
              <c:numCache>
                <c:formatCode>0</c:formatCode>
                <c:ptCount val="61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  <c:pt idx="14">
                  <c:v>1914</c:v>
                </c:pt>
                <c:pt idx="15">
                  <c:v>1915</c:v>
                </c:pt>
                <c:pt idx="16">
                  <c:v>1916</c:v>
                </c:pt>
                <c:pt idx="17">
                  <c:v>1917</c:v>
                </c:pt>
                <c:pt idx="18">
                  <c:v>1918</c:v>
                </c:pt>
                <c:pt idx="19">
                  <c:v>1919</c:v>
                </c:pt>
                <c:pt idx="20">
                  <c:v>1920</c:v>
                </c:pt>
                <c:pt idx="21">
                  <c:v>1921</c:v>
                </c:pt>
                <c:pt idx="22">
                  <c:v>1922</c:v>
                </c:pt>
                <c:pt idx="23">
                  <c:v>1923</c:v>
                </c:pt>
                <c:pt idx="24">
                  <c:v>1924</c:v>
                </c:pt>
                <c:pt idx="25">
                  <c:v>1925</c:v>
                </c:pt>
                <c:pt idx="26">
                  <c:v>1926</c:v>
                </c:pt>
                <c:pt idx="27">
                  <c:v>1927</c:v>
                </c:pt>
                <c:pt idx="28">
                  <c:v>1928</c:v>
                </c:pt>
                <c:pt idx="29">
                  <c:v>1929</c:v>
                </c:pt>
                <c:pt idx="30">
                  <c:v>1930</c:v>
                </c:pt>
                <c:pt idx="31">
                  <c:v>1931</c:v>
                </c:pt>
                <c:pt idx="32">
                  <c:v>1932</c:v>
                </c:pt>
                <c:pt idx="33">
                  <c:v>1933</c:v>
                </c:pt>
                <c:pt idx="34">
                  <c:v>1934</c:v>
                </c:pt>
                <c:pt idx="35">
                  <c:v>1935</c:v>
                </c:pt>
                <c:pt idx="36">
                  <c:v>1936</c:v>
                </c:pt>
                <c:pt idx="37">
                  <c:v>1937</c:v>
                </c:pt>
                <c:pt idx="38">
                  <c:v>1938</c:v>
                </c:pt>
                <c:pt idx="39">
                  <c:v>1939</c:v>
                </c:pt>
                <c:pt idx="40">
                  <c:v>1940</c:v>
                </c:pt>
                <c:pt idx="41">
                  <c:v>1941</c:v>
                </c:pt>
                <c:pt idx="42">
                  <c:v>1942</c:v>
                </c:pt>
                <c:pt idx="43">
                  <c:v>1943</c:v>
                </c:pt>
                <c:pt idx="44">
                  <c:v>1944</c:v>
                </c:pt>
                <c:pt idx="45">
                  <c:v>1945</c:v>
                </c:pt>
                <c:pt idx="46">
                  <c:v>1946</c:v>
                </c:pt>
                <c:pt idx="47">
                  <c:v>1947</c:v>
                </c:pt>
                <c:pt idx="48">
                  <c:v>1948</c:v>
                </c:pt>
                <c:pt idx="49">
                  <c:v>1949</c:v>
                </c:pt>
                <c:pt idx="50">
                  <c:v>1950</c:v>
                </c:pt>
                <c:pt idx="51">
                  <c:v>1951</c:v>
                </c:pt>
                <c:pt idx="52">
                  <c:v>1952</c:v>
                </c:pt>
                <c:pt idx="53">
                  <c:v>1953</c:v>
                </c:pt>
                <c:pt idx="54">
                  <c:v>1954</c:v>
                </c:pt>
                <c:pt idx="55">
                  <c:v>1955</c:v>
                </c:pt>
                <c:pt idx="56">
                  <c:v>1956</c:v>
                </c:pt>
                <c:pt idx="57">
                  <c:v>1957</c:v>
                </c:pt>
                <c:pt idx="58">
                  <c:v>1958</c:v>
                </c:pt>
                <c:pt idx="59">
                  <c:v>1959</c:v>
                </c:pt>
                <c:pt idx="60">
                  <c:v>1960</c:v>
                </c:pt>
              </c:numCache>
            </c:numRef>
          </c:cat>
          <c:val>
            <c:numRef>
              <c:f>Hoja1!$C$3:$C$63</c:f>
              <c:numCache>
                <c:formatCode>#,##0.0\ \ </c:formatCode>
                <c:ptCount val="61"/>
                <c:pt idx="0">
                  <c:v>1255.5065906184791</c:v>
                </c:pt>
                <c:pt idx="1">
                  <c:v>1255.5065906184791</c:v>
                </c:pt>
                <c:pt idx="2">
                  <c:v>1328.8353101968273</c:v>
                </c:pt>
                <c:pt idx="3">
                  <c:v>1464.5925342810672</c:v>
                </c:pt>
                <c:pt idx="4">
                  <c:v>1606.2953302230105</c:v>
                </c:pt>
                <c:pt idx="5">
                  <c:v>1875.8279211055888</c:v>
                </c:pt>
                <c:pt idx="6">
                  <c:v>1969.9661421859009</c:v>
                </c:pt>
                <c:pt idx="7">
                  <c:v>2185.9885863491431</c:v>
                </c:pt>
                <c:pt idx="8">
                  <c:v>2320.7548817904321</c:v>
                </c:pt>
                <c:pt idx="9">
                  <c:v>2293.9998084307645</c:v>
                </c:pt>
                <c:pt idx="10">
                  <c:v>2807.300845479203</c:v>
                </c:pt>
                <c:pt idx="11">
                  <c:v>3009.450288641136</c:v>
                </c:pt>
                <c:pt idx="12">
                  <c:v>2853.8744916978835</c:v>
                </c:pt>
                <c:pt idx="13">
                  <c:v>3022.332360999495</c:v>
                </c:pt>
                <c:pt idx="14">
                  <c:v>2759.7362706175718</c:v>
                </c:pt>
                <c:pt idx="15">
                  <c:v>2476.3306787336846</c:v>
                </c:pt>
                <c:pt idx="16">
                  <c:v>2536.7773259536743</c:v>
                </c:pt>
                <c:pt idx="17">
                  <c:v>2516.958753094661</c:v>
                </c:pt>
                <c:pt idx="18">
                  <c:v>2995.5772876398264</c:v>
                </c:pt>
                <c:pt idx="19">
                  <c:v>3117.4615107227569</c:v>
                </c:pt>
                <c:pt idx="20">
                  <c:v>3238.3548051627367</c:v>
                </c:pt>
                <c:pt idx="21">
                  <c:v>3407.8036031072984</c:v>
                </c:pt>
                <c:pt idx="22">
                  <c:v>3785.3474160714968</c:v>
                </c:pt>
                <c:pt idx="23">
                  <c:v>4426.47824806057</c:v>
                </c:pt>
                <c:pt idx="24">
                  <c:v>4669.2557655834798</c:v>
                </c:pt>
                <c:pt idx="25">
                  <c:v>5067.6090800496422</c:v>
                </c:pt>
                <c:pt idx="26">
                  <c:v>4972.4799303263799</c:v>
                </c:pt>
                <c:pt idx="27">
                  <c:v>5282.6405955699347</c:v>
                </c:pt>
                <c:pt idx="28">
                  <c:v>5897.0163541993397</c:v>
                </c:pt>
                <c:pt idx="29">
                  <c:v>6187.3584465838812</c:v>
                </c:pt>
                <c:pt idx="30">
                  <c:v>6119.9752988632372</c:v>
                </c:pt>
                <c:pt idx="31">
                  <c:v>5431.2798920125324</c:v>
                </c:pt>
                <c:pt idx="32">
                  <c:v>5101.3006539099651</c:v>
                </c:pt>
                <c:pt idx="33">
                  <c:v>5782.068631617065</c:v>
                </c:pt>
                <c:pt idx="34">
                  <c:v>6564.9022595480801</c:v>
                </c:pt>
                <c:pt idx="35">
                  <c:v>6747.2331298510007</c:v>
                </c:pt>
                <c:pt idx="36">
                  <c:v>7181.2598754633864</c:v>
                </c:pt>
                <c:pt idx="37">
                  <c:v>7629.1596220770816</c:v>
                </c:pt>
                <c:pt idx="38">
                  <c:v>7928.4200722481792</c:v>
                </c:pt>
                <c:pt idx="39">
                  <c:v>8240.5625947776352</c:v>
                </c:pt>
                <c:pt idx="40">
                  <c:v>8254.4355957789448</c:v>
                </c:pt>
                <c:pt idx="41">
                  <c:v>8579.4601906667594</c:v>
                </c:pt>
                <c:pt idx="42">
                  <c:v>8702.3353423926401</c:v>
                </c:pt>
                <c:pt idx="43">
                  <c:v>9095.7340136440507</c:v>
                </c:pt>
                <c:pt idx="44" formatCode="#,##0\ \ ">
                  <c:v>10317.549030402208</c:v>
                </c:pt>
                <c:pt idx="45" formatCode="#,##0\ \ ">
                  <c:v>10385.923106765804</c:v>
                </c:pt>
                <c:pt idx="46" formatCode="#,##0\ \ ">
                  <c:v>11715.74934560558</c:v>
                </c:pt>
                <c:pt idx="47" formatCode="#,##0\ \ ">
                  <c:v>13508.339260703313</c:v>
                </c:pt>
                <c:pt idx="48" formatCode="#,##0\ \ ">
                  <c:v>13670.85155814722</c:v>
                </c:pt>
                <c:pt idx="49" formatCode="#,##0\ \ ">
                  <c:v>13182.323737172548</c:v>
                </c:pt>
                <c:pt idx="50" formatCode="#,##0\ \ ">
                  <c:v>13575.722408423959</c:v>
                </c:pt>
                <c:pt idx="51" formatCode="#,##0\ \ ">
                  <c:v>13931.399701860859</c:v>
                </c:pt>
                <c:pt idx="52" formatCode="#,##0\ \ ">
                  <c:v>13668.170276360928</c:v>
                </c:pt>
                <c:pt idx="53" formatCode="#,##0\ \ ">
                  <c:v>13591.953713481595</c:v>
                </c:pt>
                <c:pt idx="54" formatCode="#,##0\ \ ">
                  <c:v>14668.86551860999</c:v>
                </c:pt>
                <c:pt idx="55" formatCode="#,##0\ \ ">
                  <c:v>16463.483290852135</c:v>
                </c:pt>
                <c:pt idx="56" formatCode="#,##0\ \ ">
                  <c:v>17604.614607295523</c:v>
                </c:pt>
                <c:pt idx="57" formatCode="#,##0\ \ ">
                  <c:v>18994.861170927859</c:v>
                </c:pt>
                <c:pt idx="58" formatCode="#,##0\ \ ">
                  <c:v>20582.000521998481</c:v>
                </c:pt>
                <c:pt idx="59" formatCode="#,##0\ \ ">
                  <c:v>18454.288141617017</c:v>
                </c:pt>
                <c:pt idx="60" formatCode="#,##0\ \ ">
                  <c:v>20310.302589511957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84-4818-BE60-A5E61AFCC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2599240"/>
        <c:axId val="512602520"/>
      </c:lineChart>
      <c:catAx>
        <c:axId val="512599240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602520"/>
        <c:crosses val="autoZero"/>
        <c:auto val="1"/>
        <c:lblAlgn val="ctr"/>
        <c:lblOffset val="100"/>
        <c:noMultiLvlLbl val="0"/>
      </c:catAx>
      <c:valAx>
        <c:axId val="512602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599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07839604331034"/>
          <c:y val="3.9456053704470549E-2"/>
          <c:w val="0.84031406052155222"/>
          <c:h val="0.7783310271922647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'3.1.1 (cont.)'!$A$127:$A$157</c:f>
              <c:numCache>
                <c:formatCode>@</c:formatCode>
                <c:ptCount val="31"/>
                <c:pt idx="0">
                  <c:v>1930</c:v>
                </c:pt>
                <c:pt idx="1">
                  <c:v>1931</c:v>
                </c:pt>
                <c:pt idx="2">
                  <c:v>1932</c:v>
                </c:pt>
                <c:pt idx="3">
                  <c:v>1933</c:v>
                </c:pt>
                <c:pt idx="4">
                  <c:v>1934</c:v>
                </c:pt>
                <c:pt idx="5">
                  <c:v>1935</c:v>
                </c:pt>
                <c:pt idx="6">
                  <c:v>1936</c:v>
                </c:pt>
                <c:pt idx="7">
                  <c:v>1937</c:v>
                </c:pt>
                <c:pt idx="8">
                  <c:v>1938</c:v>
                </c:pt>
                <c:pt idx="9">
                  <c:v>1939</c:v>
                </c:pt>
                <c:pt idx="10">
                  <c:v>1940</c:v>
                </c:pt>
                <c:pt idx="11">
                  <c:v>1941</c:v>
                </c:pt>
                <c:pt idx="12">
                  <c:v>1942</c:v>
                </c:pt>
                <c:pt idx="13">
                  <c:v>1943</c:v>
                </c:pt>
                <c:pt idx="14">
                  <c:v>1944</c:v>
                </c:pt>
                <c:pt idx="15">
                  <c:v>1945</c:v>
                </c:pt>
                <c:pt idx="16">
                  <c:v>1946</c:v>
                </c:pt>
                <c:pt idx="17">
                  <c:v>1947</c:v>
                </c:pt>
                <c:pt idx="18">
                  <c:v>1948</c:v>
                </c:pt>
                <c:pt idx="19">
                  <c:v>1949</c:v>
                </c:pt>
                <c:pt idx="20">
                  <c:v>1950</c:v>
                </c:pt>
                <c:pt idx="21">
                  <c:v>1951</c:v>
                </c:pt>
                <c:pt idx="22">
                  <c:v>1952</c:v>
                </c:pt>
                <c:pt idx="23">
                  <c:v>1953</c:v>
                </c:pt>
                <c:pt idx="24">
                  <c:v>1954</c:v>
                </c:pt>
                <c:pt idx="25">
                  <c:v>1955</c:v>
                </c:pt>
                <c:pt idx="26">
                  <c:v>1956</c:v>
                </c:pt>
                <c:pt idx="27">
                  <c:v>1957</c:v>
                </c:pt>
                <c:pt idx="28">
                  <c:v>1958</c:v>
                </c:pt>
                <c:pt idx="29">
                  <c:v>1959</c:v>
                </c:pt>
                <c:pt idx="30">
                  <c:v>1960</c:v>
                </c:pt>
              </c:numCache>
            </c:numRef>
          </c:cat>
          <c:val>
            <c:numRef>
              <c:f>'3.1.1 (cont.)'!$B$127:$B$157</c:f>
              <c:numCache>
                <c:formatCode>#,##0.0\ \ </c:formatCode>
                <c:ptCount val="31"/>
                <c:pt idx="0">
                  <c:v>9901.8283157273709</c:v>
                </c:pt>
                <c:pt idx="1">
                  <c:v>6060.158047668463</c:v>
                </c:pt>
                <c:pt idx="2">
                  <c:v>4250.1642753822252</c:v>
                </c:pt>
                <c:pt idx="3">
                  <c:v>4748.3276989472452</c:v>
                </c:pt>
                <c:pt idx="4">
                  <c:v>6291.8040396261968</c:v>
                </c:pt>
                <c:pt idx="5">
                  <c:v>6193.8318996584103</c:v>
                </c:pt>
                <c:pt idx="6">
                  <c:v>6635.808248432897</c:v>
                </c:pt>
                <c:pt idx="7">
                  <c:v>8966.3090356959838</c:v>
                </c:pt>
                <c:pt idx="8">
                  <c:v>9618.7083871738632</c:v>
                </c:pt>
                <c:pt idx="9">
                  <c:v>8177.4428833016791</c:v>
                </c:pt>
                <c:pt idx="10">
                  <c:v>7295.2510477000124</c:v>
                </c:pt>
                <c:pt idx="11">
                  <c:v>6940.4373653173052</c:v>
                </c:pt>
                <c:pt idx="12">
                  <c:v>6492.2979997272369</c:v>
                </c:pt>
                <c:pt idx="13">
                  <c:v>6420.9830908612339</c:v>
                </c:pt>
                <c:pt idx="14">
                  <c:v>7358.6420778031243</c:v>
                </c:pt>
                <c:pt idx="15">
                  <c:v>7410.5875052487318</c:v>
                </c:pt>
                <c:pt idx="16">
                  <c:v>9594.9367508851938</c:v>
                </c:pt>
                <c:pt idx="17" formatCode="#,##0\ \ ">
                  <c:v>14505.980721929205</c:v>
                </c:pt>
                <c:pt idx="18" formatCode="#,##0\ \ ">
                  <c:v>15007.82637691219</c:v>
                </c:pt>
                <c:pt idx="19" formatCode="#,##0\ \ ">
                  <c:v>12835.803164906887</c:v>
                </c:pt>
                <c:pt idx="20" formatCode="#,##0\ \ ">
                  <c:v>12555.826115284803</c:v>
                </c:pt>
                <c:pt idx="21" formatCode="#,##0\ \ ">
                  <c:v>15456.903185944786</c:v>
                </c:pt>
                <c:pt idx="22" formatCode="#,##0\ \ ">
                  <c:v>13753.254260906582</c:v>
                </c:pt>
                <c:pt idx="23" formatCode="#,##0\ \ ">
                  <c:v>13593.744868705346</c:v>
                </c:pt>
                <c:pt idx="24" formatCode="#,##0\ \ ">
                  <c:v>13053.185261801158</c:v>
                </c:pt>
                <c:pt idx="25" formatCode="#,##0\ \ ">
                  <c:v>15141.207513879837</c:v>
                </c:pt>
                <c:pt idx="26" formatCode="#,##0\ \ ">
                  <c:v>16114.879428774884</c:v>
                </c:pt>
                <c:pt idx="27" formatCode="#,##0\ \ ">
                  <c:v>17667.880594511917</c:v>
                </c:pt>
                <c:pt idx="28" formatCode="#,##0\ \ ">
                  <c:v>19256.328291849222</c:v>
                </c:pt>
                <c:pt idx="29" formatCode="#,##0\ \ ">
                  <c:v>15236.47006755557</c:v>
                </c:pt>
                <c:pt idx="30" formatCode="#,##0\ \ ">
                  <c:v>23030.276203165962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AC-4DAE-9A6B-934C93346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2580216"/>
        <c:axId val="512582840"/>
      </c:lineChart>
      <c:catAx>
        <c:axId val="51258021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582840"/>
        <c:crosses val="autoZero"/>
        <c:auto val="1"/>
        <c:lblAlgn val="ctr"/>
        <c:lblOffset val="100"/>
        <c:noMultiLvlLbl val="0"/>
      </c:catAx>
      <c:valAx>
        <c:axId val="512582840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580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Hoja2!$A$3:$A$26</c:f>
              <c:numCache>
                <c:formatCode>General</c:formatCode>
                <c:ptCount val="24"/>
                <c:pt idx="0">
                  <c:v>1951</c:v>
                </c:pt>
                <c:pt idx="1">
                  <c:v>1952</c:v>
                </c:pt>
                <c:pt idx="2">
                  <c:v>1953</c:v>
                </c:pt>
                <c:pt idx="3">
                  <c:v>1954</c:v>
                </c:pt>
                <c:pt idx="4">
                  <c:v>1955</c:v>
                </c:pt>
                <c:pt idx="5">
                  <c:v>1956</c:v>
                </c:pt>
                <c:pt idx="6">
                  <c:v>1957</c:v>
                </c:pt>
                <c:pt idx="7">
                  <c:v>1958</c:v>
                </c:pt>
                <c:pt idx="8">
                  <c:v>1959</c:v>
                </c:pt>
                <c:pt idx="9">
                  <c:v>1960</c:v>
                </c:pt>
                <c:pt idx="10">
                  <c:v>1961</c:v>
                </c:pt>
                <c:pt idx="11">
                  <c:v>1962</c:v>
                </c:pt>
                <c:pt idx="12">
                  <c:v>1963</c:v>
                </c:pt>
                <c:pt idx="13">
                  <c:v>1964</c:v>
                </c:pt>
                <c:pt idx="14">
                  <c:v>1965</c:v>
                </c:pt>
                <c:pt idx="15">
                  <c:v>1966</c:v>
                </c:pt>
                <c:pt idx="16">
                  <c:v>1967</c:v>
                </c:pt>
                <c:pt idx="17">
                  <c:v>1968</c:v>
                </c:pt>
                <c:pt idx="18">
                  <c:v>1969</c:v>
                </c:pt>
                <c:pt idx="19">
                  <c:v>1970</c:v>
                </c:pt>
                <c:pt idx="20">
                  <c:v>1971</c:v>
                </c:pt>
                <c:pt idx="21">
                  <c:v>1972</c:v>
                </c:pt>
                <c:pt idx="22">
                  <c:v>1973</c:v>
                </c:pt>
                <c:pt idx="23">
                  <c:v>1974</c:v>
                </c:pt>
              </c:numCache>
            </c:numRef>
          </c:cat>
          <c:val>
            <c:numRef>
              <c:f>Hoja2!$C$3:$C$26</c:f>
              <c:numCache>
                <c:formatCode>0%</c:formatCode>
                <c:ptCount val="24"/>
                <c:pt idx="0">
                  <c:v>0.21297854295264607</c:v>
                </c:pt>
                <c:pt idx="1">
                  <c:v>0.1372650927663901</c:v>
                </c:pt>
                <c:pt idx="2">
                  <c:v>0.24054353508221094</c:v>
                </c:pt>
                <c:pt idx="3">
                  <c:v>0.16292006784692048</c:v>
                </c:pt>
                <c:pt idx="4">
                  <c:v>0.17623799832722953</c:v>
                </c:pt>
                <c:pt idx="5">
                  <c:v>0.16711843061273934</c:v>
                </c:pt>
                <c:pt idx="6">
                  <c:v>4.6565368314628319E-3</c:v>
                </c:pt>
                <c:pt idx="7">
                  <c:v>0.40833333333333321</c:v>
                </c:pt>
                <c:pt idx="8">
                  <c:v>0.40828402366863936</c:v>
                </c:pt>
                <c:pt idx="9">
                  <c:v>0.20756302521008396</c:v>
                </c:pt>
                <c:pt idx="10">
                  <c:v>-1.6005567153792644E-2</c:v>
                </c:pt>
                <c:pt idx="11">
                  <c:v>4.2079207920792117E-2</c:v>
                </c:pt>
                <c:pt idx="12">
                  <c:v>0.42585680352901267</c:v>
                </c:pt>
                <c:pt idx="13">
                  <c:v>0.40742503569728683</c:v>
                </c:pt>
                <c:pt idx="14">
                  <c:v>0.39228948258369978</c:v>
                </c:pt>
                <c:pt idx="15">
                  <c:v>0.27204274957493335</c:v>
                </c:pt>
                <c:pt idx="16">
                  <c:v>0.41359556998281444</c:v>
                </c:pt>
                <c:pt idx="17">
                  <c:v>0.13008239902742136</c:v>
                </c:pt>
                <c:pt idx="18">
                  <c:v>8.964857757590261E-3</c:v>
                </c:pt>
                <c:pt idx="19">
                  <c:v>0.19713304110887342</c:v>
                </c:pt>
                <c:pt idx="20">
                  <c:v>0.28441365660564055</c:v>
                </c:pt>
                <c:pt idx="21">
                  <c:v>0.4304645966561369</c:v>
                </c:pt>
                <c:pt idx="22">
                  <c:v>1.4307335990520307</c:v>
                </c:pt>
                <c:pt idx="23">
                  <c:v>0.59099470407055321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B6-4C0B-9ED5-F74984B49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4584976"/>
        <c:axId val="573113232"/>
      </c:barChart>
      <c:catAx>
        <c:axId val="46458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73113232"/>
        <c:crosses val="autoZero"/>
        <c:auto val="1"/>
        <c:lblAlgn val="ctr"/>
        <c:lblOffset val="100"/>
        <c:noMultiLvlLbl val="0"/>
      </c:catAx>
      <c:valAx>
        <c:axId val="57311323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6458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Resultado primario (%PIB)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'6.2.4'!$D$2:$D$5</c:f>
              <c:strCache>
                <c:ptCount val="4"/>
                <c:pt idx="0">
                  <c:v>Resultado Primario</c:v>
                </c:pt>
              </c:strCache>
            </c:strRef>
          </c:tx>
          <c:spPr>
            <a:solidFill>
              <a:srgbClr val="4F81BD"/>
            </a:solidFill>
            <a:ln w="25400">
              <a:noFill/>
            </a:ln>
          </c:spPr>
          <c:invertIfNegative val="0"/>
          <c:cat>
            <c:numRef>
              <c:f>'6.2.4'!$A$147:$A$171</c:f>
              <c:numCache>
                <c:formatCode>@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'6.2.4'!$D$147:$D$171</c:f>
              <c:numCache>
                <c:formatCode>_ * #.##000_ ;_ * \-#.##000_ ;_ * "-"_ ;_ @_ </c:formatCode>
                <c:ptCount val="25"/>
                <c:pt idx="0">
                  <c:v>-2.6409930477634855</c:v>
                </c:pt>
                <c:pt idx="1">
                  <c:v>-2.7901179767662234</c:v>
                </c:pt>
                <c:pt idx="2">
                  <c:v>-2.203170184634947</c:v>
                </c:pt>
                <c:pt idx="3">
                  <c:v>-2.3726543487760146</c:v>
                </c:pt>
                <c:pt idx="4">
                  <c:v>-2.4125364044785118</c:v>
                </c:pt>
                <c:pt idx="5">
                  <c:v>-2.9553328942548047</c:v>
                </c:pt>
                <c:pt idx="6">
                  <c:v>-3.0386868360083987</c:v>
                </c:pt>
                <c:pt idx="7">
                  <c:v>-2.0616482791609578</c:v>
                </c:pt>
                <c:pt idx="8">
                  <c:v>-5.9051064585995938</c:v>
                </c:pt>
                <c:pt idx="9">
                  <c:v>-4.3017986960826127</c:v>
                </c:pt>
                <c:pt idx="10">
                  <c:v>-1.4746112580100637</c:v>
                </c:pt>
                <c:pt idx="11">
                  <c:v>2.2097032379126698</c:v>
                </c:pt>
                <c:pt idx="12">
                  <c:v>7.4138233412179247E-2</c:v>
                </c:pt>
                <c:pt idx="13">
                  <c:v>-4.2013219504704463E-2</c:v>
                </c:pt>
                <c:pt idx="14">
                  <c:v>-0.5176591966768751</c:v>
                </c:pt>
                <c:pt idx="15">
                  <c:v>-0.37862656522882676</c:v>
                </c:pt>
                <c:pt idx="16">
                  <c:v>-0.50721050009790725</c:v>
                </c:pt>
                <c:pt idx="17">
                  <c:v>1.0346944410425891</c:v>
                </c:pt>
                <c:pt idx="18">
                  <c:v>0.54081047935449122</c:v>
                </c:pt>
                <c:pt idx="19">
                  <c:v>0.84767445236563777</c:v>
                </c:pt>
                <c:pt idx="20">
                  <c:v>1.3184597734917169</c:v>
                </c:pt>
                <c:pt idx="21">
                  <c:v>0.65497294136886852</c:v>
                </c:pt>
                <c:pt idx="22">
                  <c:v>0.29975369529183132</c:v>
                </c:pt>
                <c:pt idx="23">
                  <c:v>-1.0628240947530294</c:v>
                </c:pt>
                <c:pt idx="24">
                  <c:v>-0.4795942184750725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62-491E-B9E9-F8C24FD882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1266384"/>
        <c:axId val="1"/>
      </c:barChart>
      <c:catAx>
        <c:axId val="731266384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3126638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ES"/>
              <a:t>Ingresos y gastos (%PIB)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'6.2.4'!$B$2:$B$5</c:f>
              <c:strCache>
                <c:ptCount val="4"/>
                <c:pt idx="0">
                  <c:v>Ingresos Totales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'6.2.4'!$A$147:$A$171</c:f>
              <c:numCache>
                <c:formatCode>@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'6.2.4'!$B$147:$B$171</c:f>
              <c:numCache>
                <c:formatCode>_ * #.##000_ ;_ * \-#.##000_ ;_ * "-"_ ;_ @_ </c:formatCode>
                <c:ptCount val="25"/>
                <c:pt idx="0">
                  <c:v>7.8151888804817409</c:v>
                </c:pt>
                <c:pt idx="1">
                  <c:v>8.4778368420422794</c:v>
                </c:pt>
                <c:pt idx="2">
                  <c:v>8.9012894513246632</c:v>
                </c:pt>
                <c:pt idx="3">
                  <c:v>7.930034512434081</c:v>
                </c:pt>
                <c:pt idx="4">
                  <c:v>7.7468191753643367</c:v>
                </c:pt>
                <c:pt idx="5">
                  <c:v>6.4454206220284656</c:v>
                </c:pt>
                <c:pt idx="6">
                  <c:v>6.267866977172047</c:v>
                </c:pt>
                <c:pt idx="7">
                  <c:v>5.6905766316196758</c:v>
                </c:pt>
                <c:pt idx="8">
                  <c:v>6.5851139290668765</c:v>
                </c:pt>
                <c:pt idx="9">
                  <c:v>8.8011367442623758</c:v>
                </c:pt>
                <c:pt idx="10">
                  <c:v>9.3264657123346844</c:v>
                </c:pt>
                <c:pt idx="11">
                  <c:v>14.025116433575121</c:v>
                </c:pt>
                <c:pt idx="12">
                  <c:v>10.835273624908726</c:v>
                </c:pt>
                <c:pt idx="13">
                  <c:v>10.559789315732466</c:v>
                </c:pt>
                <c:pt idx="14">
                  <c:v>10.438232727816869</c:v>
                </c:pt>
                <c:pt idx="15">
                  <c:v>10.720328631184818</c:v>
                </c:pt>
                <c:pt idx="16">
                  <c:v>11.149611367835139</c:v>
                </c:pt>
                <c:pt idx="17">
                  <c:v>13.610560186235624</c:v>
                </c:pt>
                <c:pt idx="18">
                  <c:v>13.013688041301648</c:v>
                </c:pt>
                <c:pt idx="19">
                  <c:v>12.84961704766495</c:v>
                </c:pt>
                <c:pt idx="20">
                  <c:v>13.09128880519371</c:v>
                </c:pt>
                <c:pt idx="21">
                  <c:v>12.020573738318776</c:v>
                </c:pt>
                <c:pt idx="22">
                  <c:v>11.054186932030936</c:v>
                </c:pt>
                <c:pt idx="23">
                  <c:v>11.099589202845452</c:v>
                </c:pt>
                <c:pt idx="24">
                  <c:v>12.952881981781072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F8-45EE-BAD8-A03D9237E77D}"/>
            </c:ext>
          </c:extLst>
        </c:ser>
        <c:ser>
          <c:idx val="1"/>
          <c:order val="1"/>
          <c:tx>
            <c:strRef>
              <c:f>'6.2.4'!$C$2:$C$5</c:f>
              <c:strCache>
                <c:ptCount val="4"/>
                <c:pt idx="0">
                  <c:v>Gastos Totales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'6.2.4'!$A$147:$A$171</c:f>
              <c:numCache>
                <c:formatCode>@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'6.2.4'!$C$147:$C$171</c:f>
              <c:numCache>
                <c:formatCode>_ * #.##000_ ;_ * \-#.##000_ ;_ * "-"_ ;_ @_ </c:formatCode>
                <c:ptCount val="25"/>
                <c:pt idx="0">
                  <c:v>11.199757859529882</c:v>
                </c:pt>
                <c:pt idx="1">
                  <c:v>11.958973802454874</c:v>
                </c:pt>
                <c:pt idx="2">
                  <c:v>11.90117495500326</c:v>
                </c:pt>
                <c:pt idx="3">
                  <c:v>11.050888975873399</c:v>
                </c:pt>
                <c:pt idx="4">
                  <c:v>10.980079669848992</c:v>
                </c:pt>
                <c:pt idx="5">
                  <c:v>10.21560164416745</c:v>
                </c:pt>
                <c:pt idx="6">
                  <c:v>10.04118490500475</c:v>
                </c:pt>
                <c:pt idx="7">
                  <c:v>8.4272916332381396</c:v>
                </c:pt>
                <c:pt idx="8">
                  <c:v>13.193231828399897</c:v>
                </c:pt>
                <c:pt idx="9">
                  <c:v>13.636928908587148</c:v>
                </c:pt>
                <c:pt idx="10">
                  <c:v>11.30709949362018</c:v>
                </c:pt>
                <c:pt idx="11">
                  <c:v>12.273240598550242</c:v>
                </c:pt>
                <c:pt idx="12">
                  <c:v>11.315712728044325</c:v>
                </c:pt>
                <c:pt idx="13">
                  <c:v>11.208193336755073</c:v>
                </c:pt>
                <c:pt idx="14">
                  <c:v>11.777583818830774</c:v>
                </c:pt>
                <c:pt idx="15">
                  <c:v>11.60331164573174</c:v>
                </c:pt>
                <c:pt idx="16">
                  <c:v>12.12968099477423</c:v>
                </c:pt>
                <c:pt idx="17">
                  <c:v>12.956053075140849</c:v>
                </c:pt>
                <c:pt idx="18">
                  <c:v>12.864442101278149</c:v>
                </c:pt>
                <c:pt idx="19">
                  <c:v>12.289665556155585</c:v>
                </c:pt>
                <c:pt idx="20">
                  <c:v>12.076197965778318</c:v>
                </c:pt>
                <c:pt idx="21">
                  <c:v>11.726754101069188</c:v>
                </c:pt>
                <c:pt idx="22">
                  <c:v>11.180042448419124</c:v>
                </c:pt>
                <c:pt idx="23">
                  <c:v>12.567449856486544</c:v>
                </c:pt>
                <c:pt idx="24">
                  <c:v>14.046071020567409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F8-45EE-BAD8-A03D9237E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1251984"/>
        <c:axId val="1"/>
      </c:lineChart>
      <c:catAx>
        <c:axId val="731251984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31251984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'5.3.1'!$A$75:$A$99</c:f>
              <c:numCache>
                <c:formatCode>@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'5.3.1'!$D$75:$D$99</c:f>
              <c:numCache>
                <c:formatCode>_ * #.##000_ ;_ * \-#.##000_ ;_ * "-"_ ;_ @_ </c:formatCode>
                <c:ptCount val="25"/>
                <c:pt idx="0">
                  <c:v>1732.1011461231415</c:v>
                </c:pt>
                <c:pt idx="1">
                  <c:v>1581.4311182876684</c:v>
                </c:pt>
                <c:pt idx="2">
                  <c:v>1446.5461569397339</c:v>
                </c:pt>
                <c:pt idx="3">
                  <c:v>1513.0444951505767</c:v>
                </c:pt>
                <c:pt idx="4">
                  <c:v>1668.821943021574</c:v>
                </c:pt>
                <c:pt idx="5">
                  <c:v>1619.6754049411993</c:v>
                </c:pt>
                <c:pt idx="6">
                  <c:v>1754.7920947972589</c:v>
                </c:pt>
                <c:pt idx="7">
                  <c:v>1703.8572316228849</c:v>
                </c:pt>
                <c:pt idx="8">
                  <c:v>1822.9334772215091</c:v>
                </c:pt>
                <c:pt idx="9">
                  <c:v>1356.7064115741539</c:v>
                </c:pt>
                <c:pt idx="10">
                  <c:v>1385.9250924038392</c:v>
                </c:pt>
                <c:pt idx="11">
                  <c:v>1542.2328564801867</c:v>
                </c:pt>
                <c:pt idx="12">
                  <c:v>1507.4529916754527</c:v>
                </c:pt>
                <c:pt idx="13">
                  <c:v>1541.2735692532178</c:v>
                </c:pt>
                <c:pt idx="14">
                  <c:v>1705.3286024837207</c:v>
                </c:pt>
                <c:pt idx="15">
                  <c:v>1844.7013762769916</c:v>
                </c:pt>
                <c:pt idx="16">
                  <c:v>1864.9531001146051</c:v>
                </c:pt>
                <c:pt idx="17">
                  <c:v>1864.0695658354014</c:v>
                </c:pt>
                <c:pt idx="18">
                  <c:v>1725.436126782108</c:v>
                </c:pt>
                <c:pt idx="19">
                  <c:v>1770.1442901859541</c:v>
                </c:pt>
                <c:pt idx="20">
                  <c:v>1830.5783018542836</c:v>
                </c:pt>
                <c:pt idx="21">
                  <c:v>1905.7538238777558</c:v>
                </c:pt>
                <c:pt idx="22">
                  <c:v>1771.2352675346501</c:v>
                </c:pt>
                <c:pt idx="23">
                  <c:v>1909.0192175336572</c:v>
                </c:pt>
                <c:pt idx="24">
                  <c:v>2112.4254657647648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D4-47F1-B552-10EBA1931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4537152"/>
        <c:axId val="1"/>
      </c:lineChart>
      <c:catAx>
        <c:axId val="7245371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72453715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Hoja1!$A$8:$B$307</c:f>
              <c:multiLvlStrCache>
                <c:ptCount val="300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 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 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 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  <c:pt idx="252">
                    <c:v>Ene. </c:v>
                  </c:pt>
                  <c:pt idx="253">
                    <c:v>Feb.</c:v>
                  </c:pt>
                  <c:pt idx="254">
                    <c:v>Mar.</c:v>
                  </c:pt>
                  <c:pt idx="255">
                    <c:v>Abr.</c:v>
                  </c:pt>
                  <c:pt idx="256">
                    <c:v>May.</c:v>
                  </c:pt>
                  <c:pt idx="257">
                    <c:v>Jun.</c:v>
                  </c:pt>
                  <c:pt idx="258">
                    <c:v>Jul.</c:v>
                  </c:pt>
                  <c:pt idx="259">
                    <c:v>Ago.</c:v>
                  </c:pt>
                  <c:pt idx="260">
                    <c:v>Set.</c:v>
                  </c:pt>
                  <c:pt idx="261">
                    <c:v>Oct.</c:v>
                  </c:pt>
                  <c:pt idx="262">
                    <c:v>Nov.</c:v>
                  </c:pt>
                  <c:pt idx="263">
                    <c:v>Dic.</c:v>
                  </c:pt>
                  <c:pt idx="264">
                    <c:v>Ene. </c:v>
                  </c:pt>
                  <c:pt idx="265">
                    <c:v>Feb.</c:v>
                  </c:pt>
                  <c:pt idx="266">
                    <c:v>Mar.</c:v>
                  </c:pt>
                  <c:pt idx="267">
                    <c:v>Abr.</c:v>
                  </c:pt>
                  <c:pt idx="268">
                    <c:v>May.</c:v>
                  </c:pt>
                  <c:pt idx="269">
                    <c:v>Jun.</c:v>
                  </c:pt>
                  <c:pt idx="270">
                    <c:v>Jul.</c:v>
                  </c:pt>
                  <c:pt idx="271">
                    <c:v>Ago.</c:v>
                  </c:pt>
                  <c:pt idx="272">
                    <c:v>Set.</c:v>
                  </c:pt>
                  <c:pt idx="273">
                    <c:v>Oct.</c:v>
                  </c:pt>
                  <c:pt idx="274">
                    <c:v>Nov.</c:v>
                  </c:pt>
                  <c:pt idx="275">
                    <c:v>Dic.</c:v>
                  </c:pt>
                  <c:pt idx="276">
                    <c:v>Ene. </c:v>
                  </c:pt>
                  <c:pt idx="277">
                    <c:v>Feb.</c:v>
                  </c:pt>
                  <c:pt idx="278">
                    <c:v>Mar.</c:v>
                  </c:pt>
                  <c:pt idx="279">
                    <c:v>Abr.</c:v>
                  </c:pt>
                  <c:pt idx="280">
                    <c:v>May.</c:v>
                  </c:pt>
                  <c:pt idx="281">
                    <c:v>Jun.</c:v>
                  </c:pt>
                  <c:pt idx="282">
                    <c:v>Jul.</c:v>
                  </c:pt>
                  <c:pt idx="283">
                    <c:v>Ago.</c:v>
                  </c:pt>
                  <c:pt idx="284">
                    <c:v>Set.</c:v>
                  </c:pt>
                  <c:pt idx="285">
                    <c:v>Oct.</c:v>
                  </c:pt>
                  <c:pt idx="286">
                    <c:v>Nov.</c:v>
                  </c:pt>
                  <c:pt idx="287">
                    <c:v>Dic.</c:v>
                  </c:pt>
                  <c:pt idx="288">
                    <c:v>Ene.</c:v>
                  </c:pt>
                  <c:pt idx="289">
                    <c:v>Feb.</c:v>
                  </c:pt>
                  <c:pt idx="290">
                    <c:v>Mar.</c:v>
                  </c:pt>
                  <c:pt idx="291">
                    <c:v>Abr.</c:v>
                  </c:pt>
                  <c:pt idx="292">
                    <c:v>May.</c:v>
                  </c:pt>
                  <c:pt idx="293">
                    <c:v>Jun.</c:v>
                  </c:pt>
                  <c:pt idx="294">
                    <c:v>Jul.</c:v>
                  </c:pt>
                  <c:pt idx="295">
                    <c:v>Ago.</c:v>
                  </c:pt>
                  <c:pt idx="296">
                    <c:v>Set.</c:v>
                  </c:pt>
                  <c:pt idx="297">
                    <c:v>Oct.</c:v>
                  </c:pt>
                  <c:pt idx="298">
                    <c:v>Nov.</c:v>
                  </c:pt>
                  <c:pt idx="299">
                    <c:v>Dic.</c:v>
                  </c:pt>
                </c:lvl>
                <c:lvl>
                  <c:pt idx="0">
                    <c:v>1950 </c:v>
                  </c:pt>
                  <c:pt idx="12">
                    <c:v>1951 </c:v>
                  </c:pt>
                  <c:pt idx="24">
                    <c:v>1952 </c:v>
                  </c:pt>
                  <c:pt idx="36">
                    <c:v>1953 </c:v>
                  </c:pt>
                  <c:pt idx="48">
                    <c:v>1954 </c:v>
                  </c:pt>
                  <c:pt idx="60">
                    <c:v>1955 </c:v>
                  </c:pt>
                  <c:pt idx="72">
                    <c:v>1956 </c:v>
                  </c:pt>
                  <c:pt idx="84">
                    <c:v>1957 </c:v>
                  </c:pt>
                  <c:pt idx="96">
                    <c:v>1958 </c:v>
                  </c:pt>
                  <c:pt idx="108">
                    <c:v>1959 </c:v>
                  </c:pt>
                  <c:pt idx="120">
                    <c:v>1960 </c:v>
                  </c:pt>
                  <c:pt idx="132">
                    <c:v>1961 </c:v>
                  </c:pt>
                  <c:pt idx="144">
                    <c:v>1962 </c:v>
                  </c:pt>
                  <c:pt idx="156">
                    <c:v>1963 </c:v>
                  </c:pt>
                  <c:pt idx="168">
                    <c:v>1964 </c:v>
                  </c:pt>
                  <c:pt idx="180">
                    <c:v>1965 </c:v>
                  </c:pt>
                  <c:pt idx="192">
                    <c:v>1966 </c:v>
                  </c:pt>
                  <c:pt idx="204">
                    <c:v>1967 </c:v>
                  </c:pt>
                  <c:pt idx="216">
                    <c:v>1968 </c:v>
                  </c:pt>
                  <c:pt idx="228">
                    <c:v>1969 </c:v>
                  </c:pt>
                  <c:pt idx="240">
                    <c:v>1970 </c:v>
                  </c:pt>
                  <c:pt idx="252">
                    <c:v>1971 </c:v>
                  </c:pt>
                  <c:pt idx="264">
                    <c:v>1972 </c:v>
                  </c:pt>
                  <c:pt idx="276">
                    <c:v>1973 </c:v>
                  </c:pt>
                  <c:pt idx="288">
                    <c:v>1974 </c:v>
                  </c:pt>
                </c:lvl>
              </c:multiLvlStrCache>
            </c:multiLvlStrRef>
          </c:cat>
          <c:val>
            <c:numRef>
              <c:f>Hoja1!$O$8:$O$307</c:f>
              <c:numCache>
                <c:formatCode>#,#00</c:formatCode>
                <c:ptCount val="300"/>
                <c:pt idx="0">
                  <c:v>30.6</c:v>
                </c:pt>
                <c:pt idx="1">
                  <c:v>34.299999999999997</c:v>
                </c:pt>
                <c:pt idx="2">
                  <c:v>25.8</c:v>
                </c:pt>
                <c:pt idx="3">
                  <c:v>22.6</c:v>
                </c:pt>
                <c:pt idx="4">
                  <c:v>24.8</c:v>
                </c:pt>
                <c:pt idx="5">
                  <c:v>26.8</c:v>
                </c:pt>
                <c:pt idx="6">
                  <c:v>24.6</c:v>
                </c:pt>
                <c:pt idx="7">
                  <c:v>22.7</c:v>
                </c:pt>
                <c:pt idx="8">
                  <c:v>25.6</c:v>
                </c:pt>
                <c:pt idx="9">
                  <c:v>26.9</c:v>
                </c:pt>
                <c:pt idx="10">
                  <c:v>22.7</c:v>
                </c:pt>
                <c:pt idx="11">
                  <c:v>22.1</c:v>
                </c:pt>
                <c:pt idx="12">
                  <c:v>23.1</c:v>
                </c:pt>
                <c:pt idx="13">
                  <c:v>23.5</c:v>
                </c:pt>
                <c:pt idx="14">
                  <c:v>23.8</c:v>
                </c:pt>
                <c:pt idx="15">
                  <c:v>32.200000000000003</c:v>
                </c:pt>
                <c:pt idx="16">
                  <c:v>35.6</c:v>
                </c:pt>
                <c:pt idx="17">
                  <c:v>36.200000000000003</c:v>
                </c:pt>
                <c:pt idx="18">
                  <c:v>37.200000000000003</c:v>
                </c:pt>
                <c:pt idx="19">
                  <c:v>49.6</c:v>
                </c:pt>
                <c:pt idx="20">
                  <c:v>41.2</c:v>
                </c:pt>
                <c:pt idx="21">
                  <c:v>40.1</c:v>
                </c:pt>
                <c:pt idx="22">
                  <c:v>40.9</c:v>
                </c:pt>
                <c:pt idx="23">
                  <c:v>50.2</c:v>
                </c:pt>
                <c:pt idx="24">
                  <c:v>57.6</c:v>
                </c:pt>
                <c:pt idx="25">
                  <c:v>54.2</c:v>
                </c:pt>
                <c:pt idx="26">
                  <c:v>58.3</c:v>
                </c:pt>
                <c:pt idx="27">
                  <c:v>54.2</c:v>
                </c:pt>
                <c:pt idx="28">
                  <c:v>45.8</c:v>
                </c:pt>
                <c:pt idx="29">
                  <c:v>44</c:v>
                </c:pt>
                <c:pt idx="30">
                  <c:v>37.1</c:v>
                </c:pt>
                <c:pt idx="31">
                  <c:v>24.9</c:v>
                </c:pt>
                <c:pt idx="32">
                  <c:v>31.6</c:v>
                </c:pt>
                <c:pt idx="33">
                  <c:v>29</c:v>
                </c:pt>
                <c:pt idx="34">
                  <c:v>28.9</c:v>
                </c:pt>
                <c:pt idx="35">
                  <c:v>19.100000000000001</c:v>
                </c:pt>
                <c:pt idx="36">
                  <c:v>13.1</c:v>
                </c:pt>
                <c:pt idx="37">
                  <c:v>18.8</c:v>
                </c:pt>
                <c:pt idx="38">
                  <c:v>14.9</c:v>
                </c:pt>
                <c:pt idx="39">
                  <c:v>3.6</c:v>
                </c:pt>
                <c:pt idx="40">
                  <c:v>0.3</c:v>
                </c:pt>
                <c:pt idx="41">
                  <c:v>-1.9</c:v>
                </c:pt>
                <c:pt idx="42">
                  <c:v>3.1</c:v>
                </c:pt>
                <c:pt idx="43">
                  <c:v>3.6</c:v>
                </c:pt>
                <c:pt idx="44">
                  <c:v>-0.4</c:v>
                </c:pt>
                <c:pt idx="45">
                  <c:v>-1.8</c:v>
                </c:pt>
                <c:pt idx="46">
                  <c:v>-1.4</c:v>
                </c:pt>
                <c:pt idx="47">
                  <c:v>-0.7</c:v>
                </c:pt>
                <c:pt idx="48">
                  <c:v>-1.4</c:v>
                </c:pt>
                <c:pt idx="49">
                  <c:v>-7</c:v>
                </c:pt>
                <c:pt idx="50">
                  <c:v>-6.4</c:v>
                </c:pt>
                <c:pt idx="51">
                  <c:v>-0.3</c:v>
                </c:pt>
                <c:pt idx="52">
                  <c:v>1.1000000000000001</c:v>
                </c:pt>
                <c:pt idx="53">
                  <c:v>2.9</c:v>
                </c:pt>
                <c:pt idx="54">
                  <c:v>4.4000000000000004</c:v>
                </c:pt>
                <c:pt idx="55">
                  <c:v>5</c:v>
                </c:pt>
                <c:pt idx="56">
                  <c:v>8.3000000000000007</c:v>
                </c:pt>
                <c:pt idx="57">
                  <c:v>11.9</c:v>
                </c:pt>
                <c:pt idx="58">
                  <c:v>12.3</c:v>
                </c:pt>
                <c:pt idx="59">
                  <c:v>16</c:v>
                </c:pt>
                <c:pt idx="60">
                  <c:v>15.8</c:v>
                </c:pt>
                <c:pt idx="61">
                  <c:v>16.2</c:v>
                </c:pt>
                <c:pt idx="62">
                  <c:v>16.2</c:v>
                </c:pt>
                <c:pt idx="63">
                  <c:v>15.4</c:v>
                </c:pt>
                <c:pt idx="64">
                  <c:v>15.8</c:v>
                </c:pt>
                <c:pt idx="65">
                  <c:v>14.7</c:v>
                </c:pt>
                <c:pt idx="66">
                  <c:v>12.7</c:v>
                </c:pt>
                <c:pt idx="67">
                  <c:v>12.3</c:v>
                </c:pt>
                <c:pt idx="68">
                  <c:v>10.4</c:v>
                </c:pt>
                <c:pt idx="69">
                  <c:v>7.2</c:v>
                </c:pt>
                <c:pt idx="70">
                  <c:v>6.1</c:v>
                </c:pt>
                <c:pt idx="71">
                  <c:v>7.5</c:v>
                </c:pt>
                <c:pt idx="72">
                  <c:v>8.4</c:v>
                </c:pt>
                <c:pt idx="73">
                  <c:v>7.5</c:v>
                </c:pt>
                <c:pt idx="74">
                  <c:v>7.2</c:v>
                </c:pt>
                <c:pt idx="75">
                  <c:v>9.4</c:v>
                </c:pt>
                <c:pt idx="76">
                  <c:v>13.4</c:v>
                </c:pt>
                <c:pt idx="77">
                  <c:v>17.100000000000001</c:v>
                </c:pt>
                <c:pt idx="78">
                  <c:v>16</c:v>
                </c:pt>
                <c:pt idx="79">
                  <c:v>15</c:v>
                </c:pt>
                <c:pt idx="80">
                  <c:v>14.9</c:v>
                </c:pt>
                <c:pt idx="81">
                  <c:v>16.5</c:v>
                </c:pt>
                <c:pt idx="82">
                  <c:v>18.2</c:v>
                </c:pt>
                <c:pt idx="83">
                  <c:v>16.7</c:v>
                </c:pt>
                <c:pt idx="84">
                  <c:v>16.899999999999999</c:v>
                </c:pt>
                <c:pt idx="85">
                  <c:v>18.7</c:v>
                </c:pt>
                <c:pt idx="86">
                  <c:v>23.2</c:v>
                </c:pt>
                <c:pt idx="87">
                  <c:v>22.2</c:v>
                </c:pt>
                <c:pt idx="88">
                  <c:v>21</c:v>
                </c:pt>
                <c:pt idx="89">
                  <c:v>21</c:v>
                </c:pt>
                <c:pt idx="90">
                  <c:v>23.8</c:v>
                </c:pt>
                <c:pt idx="91">
                  <c:v>31.1</c:v>
                </c:pt>
                <c:pt idx="92">
                  <c:v>30.1</c:v>
                </c:pt>
                <c:pt idx="93">
                  <c:v>29.8</c:v>
                </c:pt>
                <c:pt idx="94">
                  <c:v>31</c:v>
                </c:pt>
                <c:pt idx="95">
                  <c:v>25.6</c:v>
                </c:pt>
                <c:pt idx="96">
                  <c:v>23.7</c:v>
                </c:pt>
                <c:pt idx="97">
                  <c:v>24.4</c:v>
                </c:pt>
                <c:pt idx="98">
                  <c:v>22</c:v>
                </c:pt>
                <c:pt idx="99">
                  <c:v>24</c:v>
                </c:pt>
                <c:pt idx="100">
                  <c:v>28.4</c:v>
                </c:pt>
                <c:pt idx="101">
                  <c:v>29.1</c:v>
                </c:pt>
                <c:pt idx="102">
                  <c:v>31.4</c:v>
                </c:pt>
                <c:pt idx="103">
                  <c:v>30.5</c:v>
                </c:pt>
                <c:pt idx="104">
                  <c:v>33.299999999999997</c:v>
                </c:pt>
                <c:pt idx="105">
                  <c:v>35.799999999999997</c:v>
                </c:pt>
                <c:pt idx="106">
                  <c:v>39.200000000000003</c:v>
                </c:pt>
                <c:pt idx="107">
                  <c:v>50.7</c:v>
                </c:pt>
                <c:pt idx="108">
                  <c:v>82.3</c:v>
                </c:pt>
                <c:pt idx="109">
                  <c:v>96.2</c:v>
                </c:pt>
                <c:pt idx="110">
                  <c:v>107.2</c:v>
                </c:pt>
                <c:pt idx="111">
                  <c:v>115</c:v>
                </c:pt>
                <c:pt idx="112">
                  <c:v>123</c:v>
                </c:pt>
                <c:pt idx="113">
                  <c:v>127.1</c:v>
                </c:pt>
                <c:pt idx="114">
                  <c:v>125.9</c:v>
                </c:pt>
                <c:pt idx="115">
                  <c:v>124</c:v>
                </c:pt>
                <c:pt idx="116">
                  <c:v>123.7</c:v>
                </c:pt>
                <c:pt idx="117">
                  <c:v>118.6</c:v>
                </c:pt>
                <c:pt idx="118">
                  <c:v>112.4</c:v>
                </c:pt>
                <c:pt idx="119">
                  <c:v>101.6</c:v>
                </c:pt>
                <c:pt idx="120">
                  <c:v>75.900000000000006</c:v>
                </c:pt>
                <c:pt idx="121">
                  <c:v>62.6</c:v>
                </c:pt>
                <c:pt idx="122">
                  <c:v>52.6</c:v>
                </c:pt>
                <c:pt idx="123">
                  <c:v>40.799999999999997</c:v>
                </c:pt>
                <c:pt idx="124">
                  <c:v>27.2</c:v>
                </c:pt>
                <c:pt idx="125">
                  <c:v>19</c:v>
                </c:pt>
                <c:pt idx="126">
                  <c:v>16.600000000000001</c:v>
                </c:pt>
                <c:pt idx="127">
                  <c:v>12.9</c:v>
                </c:pt>
                <c:pt idx="128">
                  <c:v>11</c:v>
                </c:pt>
                <c:pt idx="129">
                  <c:v>11.2</c:v>
                </c:pt>
                <c:pt idx="130">
                  <c:v>11.7</c:v>
                </c:pt>
                <c:pt idx="131">
                  <c:v>18.5</c:v>
                </c:pt>
                <c:pt idx="132">
                  <c:v>8.3000000000000007</c:v>
                </c:pt>
                <c:pt idx="133">
                  <c:v>8.8000000000000007</c:v>
                </c:pt>
                <c:pt idx="134">
                  <c:v>9.1999999999999993</c:v>
                </c:pt>
                <c:pt idx="135">
                  <c:v>11.8</c:v>
                </c:pt>
                <c:pt idx="136">
                  <c:v>12.8</c:v>
                </c:pt>
                <c:pt idx="137">
                  <c:v>14.9</c:v>
                </c:pt>
                <c:pt idx="138">
                  <c:v>15.6</c:v>
                </c:pt>
                <c:pt idx="139">
                  <c:v>15.9</c:v>
                </c:pt>
                <c:pt idx="140">
                  <c:v>17</c:v>
                </c:pt>
                <c:pt idx="141">
                  <c:v>16.2</c:v>
                </c:pt>
                <c:pt idx="142">
                  <c:v>17</c:v>
                </c:pt>
                <c:pt idx="143">
                  <c:v>16.399999999999999</c:v>
                </c:pt>
                <c:pt idx="144">
                  <c:v>19</c:v>
                </c:pt>
                <c:pt idx="145">
                  <c:v>19.2</c:v>
                </c:pt>
                <c:pt idx="146">
                  <c:v>19.8</c:v>
                </c:pt>
                <c:pt idx="147">
                  <c:v>21</c:v>
                </c:pt>
                <c:pt idx="148">
                  <c:v>24.3</c:v>
                </c:pt>
                <c:pt idx="149">
                  <c:v>24.4</c:v>
                </c:pt>
                <c:pt idx="150">
                  <c:v>28</c:v>
                </c:pt>
                <c:pt idx="151">
                  <c:v>28.7</c:v>
                </c:pt>
                <c:pt idx="152">
                  <c:v>32.1</c:v>
                </c:pt>
                <c:pt idx="153">
                  <c:v>34.200000000000003</c:v>
                </c:pt>
                <c:pt idx="154">
                  <c:v>29.4</c:v>
                </c:pt>
                <c:pt idx="155">
                  <c:v>30.7</c:v>
                </c:pt>
                <c:pt idx="156">
                  <c:v>30.5</c:v>
                </c:pt>
                <c:pt idx="157">
                  <c:v>29.8</c:v>
                </c:pt>
                <c:pt idx="158">
                  <c:v>33.9</c:v>
                </c:pt>
                <c:pt idx="159">
                  <c:v>31.7</c:v>
                </c:pt>
                <c:pt idx="160">
                  <c:v>27.3</c:v>
                </c:pt>
                <c:pt idx="161">
                  <c:v>26.9</c:v>
                </c:pt>
                <c:pt idx="162">
                  <c:v>23.3</c:v>
                </c:pt>
                <c:pt idx="163">
                  <c:v>22.2</c:v>
                </c:pt>
                <c:pt idx="164">
                  <c:v>19.7</c:v>
                </c:pt>
                <c:pt idx="165">
                  <c:v>21.3</c:v>
                </c:pt>
                <c:pt idx="166">
                  <c:v>25</c:v>
                </c:pt>
                <c:pt idx="167">
                  <c:v>23.8</c:v>
                </c:pt>
                <c:pt idx="168">
                  <c:v>28.5</c:v>
                </c:pt>
                <c:pt idx="169">
                  <c:v>26.4</c:v>
                </c:pt>
                <c:pt idx="170">
                  <c:v>20.3</c:v>
                </c:pt>
                <c:pt idx="171">
                  <c:v>23</c:v>
                </c:pt>
                <c:pt idx="172">
                  <c:v>23.2</c:v>
                </c:pt>
                <c:pt idx="173">
                  <c:v>23.5</c:v>
                </c:pt>
                <c:pt idx="174">
                  <c:v>22.1</c:v>
                </c:pt>
                <c:pt idx="175">
                  <c:v>21</c:v>
                </c:pt>
                <c:pt idx="176">
                  <c:v>20.399999999999999</c:v>
                </c:pt>
                <c:pt idx="177">
                  <c:v>21.4</c:v>
                </c:pt>
                <c:pt idx="178">
                  <c:v>19.7</c:v>
                </c:pt>
                <c:pt idx="179">
                  <c:v>18.100000000000001</c:v>
                </c:pt>
                <c:pt idx="180">
                  <c:v>14.3</c:v>
                </c:pt>
                <c:pt idx="181">
                  <c:v>20.7</c:v>
                </c:pt>
                <c:pt idx="182">
                  <c:v>24</c:v>
                </c:pt>
                <c:pt idx="183">
                  <c:v>20.7</c:v>
                </c:pt>
                <c:pt idx="184">
                  <c:v>23.1</c:v>
                </c:pt>
                <c:pt idx="185">
                  <c:v>26.3</c:v>
                </c:pt>
                <c:pt idx="186">
                  <c:v>31.3</c:v>
                </c:pt>
                <c:pt idx="187">
                  <c:v>34.9</c:v>
                </c:pt>
                <c:pt idx="188">
                  <c:v>35.4</c:v>
                </c:pt>
                <c:pt idx="189">
                  <c:v>33.700000000000003</c:v>
                </c:pt>
                <c:pt idx="190">
                  <c:v>36.9</c:v>
                </c:pt>
                <c:pt idx="191">
                  <c:v>38.200000000000003</c:v>
                </c:pt>
                <c:pt idx="192">
                  <c:v>40.299999999999997</c:v>
                </c:pt>
                <c:pt idx="193">
                  <c:v>36.700000000000003</c:v>
                </c:pt>
                <c:pt idx="194">
                  <c:v>36.4</c:v>
                </c:pt>
                <c:pt idx="195">
                  <c:v>37.799999999999997</c:v>
                </c:pt>
                <c:pt idx="196">
                  <c:v>36.299999999999997</c:v>
                </c:pt>
                <c:pt idx="197">
                  <c:v>32.1</c:v>
                </c:pt>
                <c:pt idx="198">
                  <c:v>28.6</c:v>
                </c:pt>
                <c:pt idx="199">
                  <c:v>27.3</c:v>
                </c:pt>
                <c:pt idx="200">
                  <c:v>27.3</c:v>
                </c:pt>
                <c:pt idx="201">
                  <c:v>28.1</c:v>
                </c:pt>
                <c:pt idx="202">
                  <c:v>26.5</c:v>
                </c:pt>
                <c:pt idx="203">
                  <c:v>29.9</c:v>
                </c:pt>
                <c:pt idx="204">
                  <c:v>26.7</c:v>
                </c:pt>
                <c:pt idx="205">
                  <c:v>26.6</c:v>
                </c:pt>
                <c:pt idx="206">
                  <c:v>26.7</c:v>
                </c:pt>
                <c:pt idx="207">
                  <c:v>25.6</c:v>
                </c:pt>
                <c:pt idx="208">
                  <c:v>25.5</c:v>
                </c:pt>
                <c:pt idx="209">
                  <c:v>29.8</c:v>
                </c:pt>
                <c:pt idx="210">
                  <c:v>34.200000000000003</c:v>
                </c:pt>
                <c:pt idx="211">
                  <c:v>33.1</c:v>
                </c:pt>
                <c:pt idx="212">
                  <c:v>31.7</c:v>
                </c:pt>
                <c:pt idx="213">
                  <c:v>31.3</c:v>
                </c:pt>
                <c:pt idx="214">
                  <c:v>31.3</c:v>
                </c:pt>
                <c:pt idx="215">
                  <c:v>27.4</c:v>
                </c:pt>
                <c:pt idx="216">
                  <c:v>29</c:v>
                </c:pt>
                <c:pt idx="217">
                  <c:v>27.6</c:v>
                </c:pt>
                <c:pt idx="218">
                  <c:v>24</c:v>
                </c:pt>
                <c:pt idx="219">
                  <c:v>22</c:v>
                </c:pt>
                <c:pt idx="220">
                  <c:v>21</c:v>
                </c:pt>
                <c:pt idx="221">
                  <c:v>16.3</c:v>
                </c:pt>
                <c:pt idx="222">
                  <c:v>10.8</c:v>
                </c:pt>
                <c:pt idx="223">
                  <c:v>10.6</c:v>
                </c:pt>
                <c:pt idx="224">
                  <c:v>11.6</c:v>
                </c:pt>
                <c:pt idx="225">
                  <c:v>10.6</c:v>
                </c:pt>
                <c:pt idx="226">
                  <c:v>8.5</c:v>
                </c:pt>
                <c:pt idx="227">
                  <c:v>9.6</c:v>
                </c:pt>
                <c:pt idx="228">
                  <c:v>8.1999999999999993</c:v>
                </c:pt>
                <c:pt idx="229">
                  <c:v>5.7</c:v>
                </c:pt>
                <c:pt idx="230">
                  <c:v>7.6</c:v>
                </c:pt>
                <c:pt idx="231">
                  <c:v>8.1999999999999993</c:v>
                </c:pt>
                <c:pt idx="232">
                  <c:v>6.6</c:v>
                </c:pt>
                <c:pt idx="233">
                  <c:v>7.3</c:v>
                </c:pt>
                <c:pt idx="234">
                  <c:v>8.6999999999999993</c:v>
                </c:pt>
                <c:pt idx="235">
                  <c:v>7.8</c:v>
                </c:pt>
                <c:pt idx="236">
                  <c:v>8.3000000000000007</c:v>
                </c:pt>
                <c:pt idx="237">
                  <c:v>7.8</c:v>
                </c:pt>
                <c:pt idx="238">
                  <c:v>8.1999999999999993</c:v>
                </c:pt>
                <c:pt idx="239">
                  <c:v>6.7</c:v>
                </c:pt>
                <c:pt idx="240">
                  <c:v>6.5</c:v>
                </c:pt>
                <c:pt idx="241">
                  <c:v>9.5</c:v>
                </c:pt>
                <c:pt idx="242">
                  <c:v>9.6</c:v>
                </c:pt>
                <c:pt idx="243">
                  <c:v>10.4</c:v>
                </c:pt>
                <c:pt idx="244">
                  <c:v>12.7</c:v>
                </c:pt>
                <c:pt idx="245">
                  <c:v>12.5</c:v>
                </c:pt>
                <c:pt idx="246">
                  <c:v>12.3</c:v>
                </c:pt>
                <c:pt idx="247">
                  <c:v>14.5</c:v>
                </c:pt>
                <c:pt idx="248">
                  <c:v>14.7</c:v>
                </c:pt>
                <c:pt idx="249">
                  <c:v>17.399999999999999</c:v>
                </c:pt>
                <c:pt idx="250">
                  <c:v>19.600000000000001</c:v>
                </c:pt>
                <c:pt idx="251">
                  <c:v>21.7</c:v>
                </c:pt>
                <c:pt idx="252">
                  <c:v>27.4</c:v>
                </c:pt>
                <c:pt idx="253">
                  <c:v>29.9</c:v>
                </c:pt>
                <c:pt idx="254">
                  <c:v>29.6</c:v>
                </c:pt>
                <c:pt idx="255">
                  <c:v>29.8</c:v>
                </c:pt>
                <c:pt idx="256">
                  <c:v>31.9</c:v>
                </c:pt>
                <c:pt idx="257">
                  <c:v>35.1</c:v>
                </c:pt>
                <c:pt idx="258">
                  <c:v>39.200000000000003</c:v>
                </c:pt>
                <c:pt idx="259">
                  <c:v>41.2</c:v>
                </c:pt>
                <c:pt idx="260">
                  <c:v>39.6</c:v>
                </c:pt>
                <c:pt idx="261">
                  <c:v>35.700000000000003</c:v>
                </c:pt>
                <c:pt idx="262">
                  <c:v>35.9</c:v>
                </c:pt>
                <c:pt idx="263">
                  <c:v>39.1</c:v>
                </c:pt>
                <c:pt idx="264">
                  <c:v>46.8</c:v>
                </c:pt>
                <c:pt idx="265">
                  <c:v>47.2</c:v>
                </c:pt>
                <c:pt idx="266">
                  <c:v>51.8</c:v>
                </c:pt>
                <c:pt idx="267">
                  <c:v>57.8</c:v>
                </c:pt>
                <c:pt idx="268">
                  <c:v>56.5</c:v>
                </c:pt>
                <c:pt idx="269">
                  <c:v>60.1</c:v>
                </c:pt>
                <c:pt idx="270">
                  <c:v>61.2</c:v>
                </c:pt>
                <c:pt idx="271">
                  <c:v>56.8</c:v>
                </c:pt>
                <c:pt idx="272">
                  <c:v>59.2</c:v>
                </c:pt>
                <c:pt idx="273">
                  <c:v>65.2</c:v>
                </c:pt>
                <c:pt idx="274">
                  <c:v>68.7</c:v>
                </c:pt>
                <c:pt idx="275">
                  <c:v>64.099999999999994</c:v>
                </c:pt>
                <c:pt idx="276">
                  <c:v>63.2</c:v>
                </c:pt>
                <c:pt idx="277">
                  <c:v>69.5</c:v>
                </c:pt>
                <c:pt idx="278">
                  <c:v>76.5</c:v>
                </c:pt>
                <c:pt idx="279">
                  <c:v>75.900000000000006</c:v>
                </c:pt>
                <c:pt idx="280">
                  <c:v>79.099999999999994</c:v>
                </c:pt>
                <c:pt idx="281">
                  <c:v>64.8</c:v>
                </c:pt>
                <c:pt idx="282">
                  <c:v>56.9</c:v>
                </c:pt>
                <c:pt idx="283">
                  <c:v>58.4</c:v>
                </c:pt>
                <c:pt idx="284">
                  <c:v>55.4</c:v>
                </c:pt>
                <c:pt idx="285">
                  <c:v>50.5</c:v>
                </c:pt>
                <c:pt idx="286">
                  <c:v>44.7</c:v>
                </c:pt>
                <c:pt idx="287">
                  <c:v>43.8</c:v>
                </c:pt>
                <c:pt idx="288">
                  <c:v>29.6</c:v>
                </c:pt>
                <c:pt idx="289">
                  <c:v>22.3</c:v>
                </c:pt>
                <c:pt idx="290">
                  <c:v>14</c:v>
                </c:pt>
                <c:pt idx="291">
                  <c:v>12.2</c:v>
                </c:pt>
                <c:pt idx="292">
                  <c:v>12.1</c:v>
                </c:pt>
                <c:pt idx="293">
                  <c:v>19.899999999999999</c:v>
                </c:pt>
                <c:pt idx="294">
                  <c:v>22.6</c:v>
                </c:pt>
                <c:pt idx="295">
                  <c:v>23.9</c:v>
                </c:pt>
                <c:pt idx="296">
                  <c:v>27.4</c:v>
                </c:pt>
                <c:pt idx="297">
                  <c:v>30.2</c:v>
                </c:pt>
                <c:pt idx="298">
                  <c:v>34.5</c:v>
                </c:pt>
                <c:pt idx="299">
                  <c:v>40.1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13-4FE5-B21A-3A476CA46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8458944"/>
        <c:axId val="404368144"/>
      </c:lineChart>
      <c:catAx>
        <c:axId val="5784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04368144"/>
        <c:crosses val="autoZero"/>
        <c:auto val="1"/>
        <c:lblAlgn val="ctr"/>
        <c:lblOffset val="100"/>
        <c:noMultiLvlLbl val="0"/>
      </c:catAx>
      <c:valAx>
        <c:axId val="40436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7845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s-AR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109514435695539"/>
          <c:y val="5.0925925925925923E-2"/>
          <c:w val="0.83372331583552051"/>
          <c:h val="0.80808690580344122"/>
        </c:manualLayout>
      </c:layout>
      <c:lineChart>
        <c:grouping val="standard"/>
        <c:varyColors val="0"/>
        <c:ser>
          <c:idx val="0"/>
          <c:order val="0"/>
          <c:tx>
            <c:strRef>
              <c:f>'8.1.1'!$B$2:$B$5</c:f>
              <c:strCache>
                <c:ptCount val="4"/>
                <c:pt idx="0">
                  <c:v>Exportaciones    (FOB)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'8.1.1'!$A$147:$A$171</c:f>
              <c:numCache>
                <c:formatCode>0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'8.1.1'!$B$147:$B$171</c:f>
              <c:numCache>
                <c:formatCode>#.##00\ \ </c:formatCode>
                <c:ptCount val="25"/>
                <c:pt idx="0">
                  <c:v>1167.5999999999999</c:v>
                </c:pt>
                <c:pt idx="1">
                  <c:v>1169.4000000000001</c:v>
                </c:pt>
                <c:pt idx="2" formatCode="#.##000\ \ ">
                  <c:v>687.8</c:v>
                </c:pt>
                <c:pt idx="3">
                  <c:v>1125.0999999999999</c:v>
                </c:pt>
                <c:pt idx="4">
                  <c:v>1026.5999999999999</c:v>
                </c:pt>
                <c:pt idx="5" formatCode="#.##000\ \ ">
                  <c:v>928.6</c:v>
                </c:pt>
                <c:pt idx="6" formatCode="#.##000\ \ ">
                  <c:v>943.8</c:v>
                </c:pt>
                <c:pt idx="7" formatCode="#.##000\ \ ">
                  <c:v>974.8</c:v>
                </c:pt>
                <c:pt idx="8" formatCode="#.##000\ \ ">
                  <c:v>993.9</c:v>
                </c:pt>
                <c:pt idx="9">
                  <c:v>1000.6</c:v>
                </c:pt>
                <c:pt idx="10">
                  <c:v>1079.2</c:v>
                </c:pt>
                <c:pt idx="11" formatCode="#.##000\ \ ">
                  <c:v>964.1</c:v>
                </c:pt>
                <c:pt idx="12">
                  <c:v>1216</c:v>
                </c:pt>
                <c:pt idx="13">
                  <c:v>1365.5</c:v>
                </c:pt>
                <c:pt idx="14">
                  <c:v>1410.5</c:v>
                </c:pt>
                <c:pt idx="15">
                  <c:v>1488</c:v>
                </c:pt>
                <c:pt idx="16">
                  <c:v>1593.2</c:v>
                </c:pt>
                <c:pt idx="17">
                  <c:v>1464.5</c:v>
                </c:pt>
                <c:pt idx="18">
                  <c:v>1367.9</c:v>
                </c:pt>
                <c:pt idx="19">
                  <c:v>1612.1</c:v>
                </c:pt>
                <c:pt idx="20">
                  <c:v>1773.2</c:v>
                </c:pt>
                <c:pt idx="21">
                  <c:v>1740.4</c:v>
                </c:pt>
                <c:pt idx="22">
                  <c:v>1941.1</c:v>
                </c:pt>
                <c:pt idx="23">
                  <c:v>3266</c:v>
                </c:pt>
                <c:pt idx="24">
                  <c:v>3930.7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8-4298-B3B4-FAAB8666BCB7}"/>
            </c:ext>
          </c:extLst>
        </c:ser>
        <c:ser>
          <c:idx val="1"/>
          <c:order val="1"/>
          <c:tx>
            <c:strRef>
              <c:f>'8.1.1'!$D$2:$D$5</c:f>
              <c:strCache>
                <c:ptCount val="4"/>
                <c:pt idx="0">
                  <c:v>Importaciones    (CIF)</c:v>
                </c:pt>
              </c:strCache>
            </c:strRef>
          </c:tx>
          <c:marker>
            <c:symbol val="none"/>
          </c:marker>
          <c:cat>
            <c:numRef>
              <c:f>'8.1.1'!$A$147:$A$171</c:f>
              <c:numCache>
                <c:formatCode>0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'8.1.1'!$D$147:$D$171</c:f>
              <c:numCache>
                <c:formatCode>#.##00\ \ </c:formatCode>
                <c:ptCount val="25"/>
                <c:pt idx="0">
                  <c:v>1045.4000000000001</c:v>
                </c:pt>
                <c:pt idx="1">
                  <c:v>1480.2</c:v>
                </c:pt>
                <c:pt idx="2">
                  <c:v>1179.3</c:v>
                </c:pt>
                <c:pt idx="3" formatCode="#.##000\ \ ">
                  <c:v>795.1</c:v>
                </c:pt>
                <c:pt idx="4" formatCode="#.##000\ \ ">
                  <c:v>979</c:v>
                </c:pt>
                <c:pt idx="5">
                  <c:v>1172.5999999999999</c:v>
                </c:pt>
                <c:pt idx="6">
                  <c:v>1127.5999999999999</c:v>
                </c:pt>
                <c:pt idx="7">
                  <c:v>1310.4000000000001</c:v>
                </c:pt>
                <c:pt idx="8">
                  <c:v>1232.5999999999999</c:v>
                </c:pt>
                <c:pt idx="9" formatCode="#.##000\ \ ">
                  <c:v>983.6</c:v>
                </c:pt>
                <c:pt idx="10">
                  <c:v>1249.3</c:v>
                </c:pt>
                <c:pt idx="11">
                  <c:v>1460.3</c:v>
                </c:pt>
                <c:pt idx="12">
                  <c:v>1356.5</c:v>
                </c:pt>
                <c:pt idx="13" formatCode="#.##000\ \ ">
                  <c:v>980.7</c:v>
                </c:pt>
                <c:pt idx="14">
                  <c:v>1077.4000000000001</c:v>
                </c:pt>
                <c:pt idx="15">
                  <c:v>1195</c:v>
                </c:pt>
                <c:pt idx="16">
                  <c:v>1124.3</c:v>
                </c:pt>
                <c:pt idx="17">
                  <c:v>1095.5</c:v>
                </c:pt>
                <c:pt idx="18">
                  <c:v>1169.2</c:v>
                </c:pt>
                <c:pt idx="19">
                  <c:v>1576.1</c:v>
                </c:pt>
                <c:pt idx="20">
                  <c:v>1694.1</c:v>
                </c:pt>
                <c:pt idx="21">
                  <c:v>1868.1</c:v>
                </c:pt>
                <c:pt idx="22">
                  <c:v>1904.7</c:v>
                </c:pt>
                <c:pt idx="23">
                  <c:v>2229.5</c:v>
                </c:pt>
                <c:pt idx="24">
                  <c:v>3634.9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8-4298-B3B4-FAAB8666B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2965743"/>
        <c:axId val="1"/>
      </c:lineChart>
      <c:catAx>
        <c:axId val="1042965743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.##00\ \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042965743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553740157480315"/>
          <c:y val="0.10609762321376495"/>
          <c:w val="0.3307370953630796"/>
          <c:h val="0.16743438320209972"/>
        </c:manualLayout>
      </c:layout>
      <c:overlay val="0"/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  <c:userShapes r:id="rId2"/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Cuenta Capital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'8.2 (cont. 2)'!$A$76:$A$100</c:f>
              <c:numCache>
                <c:formatCode>General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'8.2 (cont. 2)'!$G$76:$G$100</c:f>
              <c:numCache>
                <c:formatCode>#.##000\ \ </c:formatCode>
                <c:ptCount val="25"/>
                <c:pt idx="0">
                  <c:v>32.799999999999997</c:v>
                </c:pt>
                <c:pt idx="1">
                  <c:v>151.1</c:v>
                </c:pt>
                <c:pt idx="2">
                  <c:v>287.5</c:v>
                </c:pt>
                <c:pt idx="3">
                  <c:v>-18.3</c:v>
                </c:pt>
                <c:pt idx="4">
                  <c:v>-76.099999999999994</c:v>
                </c:pt>
                <c:pt idx="5" formatCode="#.##0000\ \ ">
                  <c:v>-0.1</c:v>
                </c:pt>
                <c:pt idx="6">
                  <c:v>112.9</c:v>
                </c:pt>
                <c:pt idx="7">
                  <c:v>423.1</c:v>
                </c:pt>
                <c:pt idx="8">
                  <c:v>84.4</c:v>
                </c:pt>
                <c:pt idx="9">
                  <c:v>235.8</c:v>
                </c:pt>
                <c:pt idx="10">
                  <c:v>524.6</c:v>
                </c:pt>
                <c:pt idx="11">
                  <c:v>385.6</c:v>
                </c:pt>
                <c:pt idx="12">
                  <c:v>-25.1</c:v>
                </c:pt>
                <c:pt idx="13">
                  <c:v>-109.7</c:v>
                </c:pt>
                <c:pt idx="14">
                  <c:v>-165.5</c:v>
                </c:pt>
                <c:pt idx="15">
                  <c:v>-110.5</c:v>
                </c:pt>
                <c:pt idx="16">
                  <c:v>-170.7</c:v>
                </c:pt>
                <c:pt idx="17">
                  <c:v>283.89999999999998</c:v>
                </c:pt>
                <c:pt idx="18">
                  <c:v>214.3</c:v>
                </c:pt>
                <c:pt idx="19">
                  <c:v>116.6</c:v>
                </c:pt>
                <c:pt idx="20">
                  <c:v>413.7</c:v>
                </c:pt>
                <c:pt idx="21">
                  <c:v>-189.5</c:v>
                </c:pt>
                <c:pt idx="22">
                  <c:v>-74.5</c:v>
                </c:pt>
                <c:pt idx="23">
                  <c:v>15</c:v>
                </c:pt>
                <c:pt idx="24">
                  <c:v>-53.7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B-4855-8A17-E89567AE0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4872031"/>
        <c:axId val="1036444383"/>
      </c:barChart>
      <c:catAx>
        <c:axId val="113487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036444383"/>
        <c:crosses val="autoZero"/>
        <c:auto val="1"/>
        <c:lblAlgn val="ctr"/>
        <c:lblOffset val="100"/>
        <c:noMultiLvlLbl val="0"/>
      </c:catAx>
      <c:valAx>
        <c:axId val="1036444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.##000\ \ 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13487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'3.1.1'!$A$147:$A$171</c:f>
              <c:numCache>
                <c:formatCode>@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'3.1.1'!$N$147:$N$171</c:f>
              <c:numCache>
                <c:formatCode>#.##0\ \ </c:formatCode>
                <c:ptCount val="25"/>
                <c:pt idx="0">
                  <c:v>66434.149267897781</c:v>
                </c:pt>
                <c:pt idx="1">
                  <c:v>67700.357865194441</c:v>
                </c:pt>
                <c:pt idx="2">
                  <c:v>64904.154408420734</c:v>
                </c:pt>
                <c:pt idx="3">
                  <c:v>67658.233329329174</c:v>
                </c:pt>
                <c:pt idx="4">
                  <c:v>72127.390507476506</c:v>
                </c:pt>
                <c:pt idx="5">
                  <c:v>76989.400198179763</c:v>
                </c:pt>
                <c:pt idx="6">
                  <c:v>77738.701887585863</c:v>
                </c:pt>
                <c:pt idx="7">
                  <c:v>81253.088506756074</c:v>
                </c:pt>
                <c:pt idx="8">
                  <c:v>85735.004483458499</c:v>
                </c:pt>
                <c:pt idx="9">
                  <c:v>82401.432598026964</c:v>
                </c:pt>
                <c:pt idx="10">
                  <c:v>83099.999158624283</c:v>
                </c:pt>
                <c:pt idx="11">
                  <c:v>87857.549097769457</c:v>
                </c:pt>
                <c:pt idx="12">
                  <c:v>87095.841438535048</c:v>
                </c:pt>
                <c:pt idx="13">
                  <c:v>87002.237792513784</c:v>
                </c:pt>
                <c:pt idx="14">
                  <c:v>96812.373745694305</c:v>
                </c:pt>
                <c:pt idx="15">
                  <c:v>106282.34546246302</c:v>
                </c:pt>
                <c:pt idx="16">
                  <c:v>105721.00385433175</c:v>
                </c:pt>
                <c:pt idx="17">
                  <c:v>108035.22314245827</c:v>
                </c:pt>
                <c:pt idx="18">
                  <c:v>110936.93704046501</c:v>
                </c:pt>
                <c:pt idx="19">
                  <c:v>117366.10465871359</c:v>
                </c:pt>
                <c:pt idx="20">
                  <c:v>123319.48795130872</c:v>
                </c:pt>
                <c:pt idx="21">
                  <c:v>127670.082412075</c:v>
                </c:pt>
                <c:pt idx="22">
                  <c:v>130261.17313077199</c:v>
                </c:pt>
                <c:pt idx="23">
                  <c:v>138682.36657025438</c:v>
                </c:pt>
                <c:pt idx="24">
                  <c:v>147037.95512813714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6-47D8-9720-28049E549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2995343"/>
        <c:axId val="1"/>
      </c:lineChart>
      <c:catAx>
        <c:axId val="1042995343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.##0\ \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0429953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/>
      </a:pPr>
      <a:endParaRPr lang="es-AR"/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0.71321</cdr:x>
      <cdr:y>0.29381</cdr:y>
    </cdr:from>
    <cdr:to>
      <cdr:x>0.76568</cdr:x>
      <cdr:y>0.38414</cdr:y>
    </cdr:to>
    <cdr:pic>
      <cdr:nvPicPr>
        <cdr:cNvPr id="3" name="Gráfico 2" descr="Mano con dedo índice apuntando a la derecha">
          <a:extLst xmlns:a="http://schemas.openxmlformats.org/drawingml/2006/main">
            <a:ext uri="{FF2B5EF4-FFF2-40B4-BE49-F238E27FC236}">
              <a16:creationId xmlns:a16="http://schemas.microsoft.com/office/drawing/2014/main" id="{549C4B40-B944-4BCA-999A-E3797ACB9F0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 rot="1093469">
          <a:off x="6214169" y="1487116"/>
          <a:ext cx="457201" cy="457201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0.7037</cdr:x>
      <cdr:y>0.02789</cdr:y>
    </cdr:from>
    <cdr:to>
      <cdr:x>0.81592</cdr:x>
      <cdr:y>0.08671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a16="http://schemas.microsoft.com/office/drawing/2014/main" id="{A8F95888-D732-4090-B843-B336A2B7821A}"/>
            </a:ext>
          </a:extLst>
        </cdr:cNvPr>
        <cdr:cNvSpPr/>
      </cdr:nvSpPr>
      <cdr:spPr>
        <a:xfrm xmlns:a="http://schemas.openxmlformats.org/drawingml/2006/main">
          <a:off x="5472608" y="126014"/>
          <a:ext cx="872719" cy="265779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1">
            <a:lumMod val="7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s-A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1948</a:t>
          </a:r>
          <a:endParaRPr lang="es-ES" sz="1400" dirty="0">
            <a:solidFill>
              <a:schemeClr val="accent1">
                <a:lumMod val="20000"/>
                <a:lumOff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0.1478</cdr:x>
      <cdr:y>0.51281</cdr:y>
    </cdr:from>
    <cdr:to>
      <cdr:x>0.31748</cdr:x>
      <cdr:y>0.59648</cdr:y>
    </cdr:to>
    <cdr:sp macro="" textlink="">
      <cdr:nvSpPr>
        <cdr:cNvPr id="3" name="Rectángulo 2">
          <a:extLst xmlns:a="http://schemas.openxmlformats.org/drawingml/2006/main">
            <a:ext uri="{FF2B5EF4-FFF2-40B4-BE49-F238E27FC236}">
              <a16:creationId xmlns:a16="http://schemas.microsoft.com/office/drawing/2014/main" id="{E1E41070-5152-4CFC-A16F-938C9AEAE493}"/>
            </a:ext>
          </a:extLst>
        </cdr:cNvPr>
        <cdr:cNvSpPr/>
      </cdr:nvSpPr>
      <cdr:spPr>
        <a:xfrm xmlns:a="http://schemas.openxmlformats.org/drawingml/2006/main">
          <a:off x="1149399" y="2317137"/>
          <a:ext cx="1319604" cy="378043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1">
            <a:lumMod val="7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A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crecimiento</a:t>
          </a:r>
          <a:endParaRPr lang="es-ES" sz="1400" dirty="0">
            <a:solidFill>
              <a:schemeClr val="accent1">
                <a:lumMod val="20000"/>
                <a:lumOff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0.45149</cdr:x>
      <cdr:y>0.60159</cdr:y>
    </cdr:from>
    <cdr:to>
      <cdr:x>0.66657</cdr:x>
      <cdr:y>0.71924</cdr:y>
    </cdr:to>
    <cdr:sp macro="" textlink="">
      <cdr:nvSpPr>
        <cdr:cNvPr id="4" name="Rectángulo 3">
          <a:extLst xmlns:a="http://schemas.openxmlformats.org/drawingml/2006/main">
            <a:ext uri="{FF2B5EF4-FFF2-40B4-BE49-F238E27FC236}">
              <a16:creationId xmlns:a16="http://schemas.microsoft.com/office/drawing/2014/main" id="{892D33D5-C288-48A2-8AA4-8C0AFBE28540}"/>
            </a:ext>
          </a:extLst>
        </cdr:cNvPr>
        <cdr:cNvSpPr/>
      </cdr:nvSpPr>
      <cdr:spPr>
        <a:xfrm xmlns:a="http://schemas.openxmlformats.org/drawingml/2006/main">
          <a:off x="3511159" y="2718302"/>
          <a:ext cx="1672648" cy="531602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1">
            <a:lumMod val="75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A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¿caída?</a:t>
          </a:r>
          <a:endParaRPr lang="es-ES" sz="1400" dirty="0">
            <a:solidFill>
              <a:schemeClr val="accent1">
                <a:lumMod val="20000"/>
                <a:lumOff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0.40574</cdr:x>
      <cdr:y>0.54762</cdr:y>
    </cdr:from>
    <cdr:to>
      <cdr:x>0.49063</cdr:x>
      <cdr:y>0.7619</cdr:y>
    </cdr:to>
    <cdr:sp macro="" textlink="">
      <cdr:nvSpPr>
        <cdr:cNvPr id="2" name="Elipse 1">
          <a:extLst xmlns:a="http://schemas.openxmlformats.org/drawingml/2006/main">
            <a:ext uri="{FF2B5EF4-FFF2-40B4-BE49-F238E27FC236}">
              <a16:creationId xmlns:a16="http://schemas.microsoft.com/office/drawing/2014/main" id="{E0B595F4-55DB-4341-9703-8E5CD463774B}"/>
            </a:ext>
          </a:extLst>
        </cdr:cNvPr>
        <cdr:cNvSpPr/>
      </cdr:nvSpPr>
      <cdr:spPr>
        <a:xfrm xmlns:a="http://schemas.openxmlformats.org/drawingml/2006/main">
          <a:off x="2064906" y="1656184"/>
          <a:ext cx="432048" cy="648072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0.43461</cdr:x>
      <cdr:y>0.47333</cdr:y>
    </cdr:from>
    <cdr:to>
      <cdr:x>0.45982</cdr:x>
      <cdr:y>0.52667</cdr:y>
    </cdr:to>
    <cdr:sp macro="" textlink="">
      <cdr:nvSpPr>
        <cdr:cNvPr id="2" name="Flecha: hacia abajo 1">
          <a:extLst xmlns:a="http://schemas.openxmlformats.org/drawingml/2006/main">
            <a:ext uri="{FF2B5EF4-FFF2-40B4-BE49-F238E27FC236}">
              <a16:creationId xmlns:a16="http://schemas.microsoft.com/office/drawing/2014/main" id="{48C9E2D7-A46F-4329-942A-83F5F9CD66B3}"/>
            </a:ext>
          </a:extLst>
        </cdr:cNvPr>
        <cdr:cNvSpPr/>
      </cdr:nvSpPr>
      <cdr:spPr>
        <a:xfrm xmlns:a="http://schemas.openxmlformats.org/drawingml/2006/main">
          <a:off x="3724132" y="2556284"/>
          <a:ext cx="216024" cy="288032"/>
        </a:xfrm>
        <a:prstGeom xmlns:a="http://schemas.openxmlformats.org/drawingml/2006/main" prst="down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0.53545</cdr:x>
      <cdr:y>0.44206</cdr:y>
    </cdr:from>
    <cdr:to>
      <cdr:x>0.56066</cdr:x>
      <cdr:y>0.49539</cdr:y>
    </cdr:to>
    <cdr:sp macro="" textlink="">
      <cdr:nvSpPr>
        <cdr:cNvPr id="3" name="Flecha: hacia abajo 2">
          <a:extLst xmlns:a="http://schemas.openxmlformats.org/drawingml/2006/main">
            <a:ext uri="{FF2B5EF4-FFF2-40B4-BE49-F238E27FC236}">
              <a16:creationId xmlns:a16="http://schemas.microsoft.com/office/drawing/2014/main" id="{7D5F5091-0A21-49B8-BD65-8714EB38D4BA}"/>
            </a:ext>
          </a:extLst>
        </cdr:cNvPr>
        <cdr:cNvSpPr/>
      </cdr:nvSpPr>
      <cdr:spPr>
        <a:xfrm xmlns:a="http://schemas.openxmlformats.org/drawingml/2006/main">
          <a:off x="4588228" y="2387387"/>
          <a:ext cx="216024" cy="288032"/>
        </a:xfrm>
        <a:prstGeom xmlns:a="http://schemas.openxmlformats.org/drawingml/2006/main" prst="down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0.57746</cdr:x>
      <cdr:y>0.44667</cdr:y>
    </cdr:from>
    <cdr:to>
      <cdr:x>0.60267</cdr:x>
      <cdr:y>0.5</cdr:y>
    </cdr:to>
    <cdr:sp macro="" textlink="">
      <cdr:nvSpPr>
        <cdr:cNvPr id="4" name="Flecha: hacia abajo 3">
          <a:extLst xmlns:a="http://schemas.openxmlformats.org/drawingml/2006/main">
            <a:ext uri="{FF2B5EF4-FFF2-40B4-BE49-F238E27FC236}">
              <a16:creationId xmlns:a16="http://schemas.microsoft.com/office/drawing/2014/main" id="{D274CA2C-7E1A-4407-801A-858E153F169F}"/>
            </a:ext>
          </a:extLst>
        </cdr:cNvPr>
        <cdr:cNvSpPr/>
      </cdr:nvSpPr>
      <cdr:spPr>
        <a:xfrm xmlns:a="http://schemas.openxmlformats.org/drawingml/2006/main">
          <a:off x="4948268" y="2412268"/>
          <a:ext cx="216024" cy="288032"/>
        </a:xfrm>
        <a:prstGeom xmlns:a="http://schemas.openxmlformats.org/drawingml/2006/main" prst="down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0.4735</cdr:x>
      <cdr:y>0.47333</cdr:y>
    </cdr:from>
    <cdr:to>
      <cdr:x>0.49871</cdr:x>
      <cdr:y>0.52667</cdr:y>
    </cdr:to>
    <cdr:sp macro="" textlink="">
      <cdr:nvSpPr>
        <cdr:cNvPr id="5" name="Flecha: hacia abajo 4">
          <a:extLst xmlns:a="http://schemas.openxmlformats.org/drawingml/2006/main">
            <a:ext uri="{FF2B5EF4-FFF2-40B4-BE49-F238E27FC236}">
              <a16:creationId xmlns:a16="http://schemas.microsoft.com/office/drawing/2014/main" id="{D274CA2C-7E1A-4407-801A-858E153F169F}"/>
            </a:ext>
          </a:extLst>
        </cdr:cNvPr>
        <cdr:cNvSpPr/>
      </cdr:nvSpPr>
      <cdr:spPr>
        <a:xfrm xmlns:a="http://schemas.openxmlformats.org/drawingml/2006/main" flipV="1">
          <a:off x="4057431" y="2556284"/>
          <a:ext cx="216024" cy="288032"/>
        </a:xfrm>
        <a:prstGeom xmlns:a="http://schemas.openxmlformats.org/drawingml/2006/main" prst="down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0.5</cdr:x>
      <cdr:y>0.4472</cdr:y>
    </cdr:from>
    <cdr:to>
      <cdr:x>0.52521</cdr:x>
      <cdr:y>0.50054</cdr:y>
    </cdr:to>
    <cdr:sp macro="" textlink="">
      <cdr:nvSpPr>
        <cdr:cNvPr id="6" name="Flecha: hacia abajo 5">
          <a:extLst xmlns:a="http://schemas.openxmlformats.org/drawingml/2006/main">
            <a:ext uri="{FF2B5EF4-FFF2-40B4-BE49-F238E27FC236}">
              <a16:creationId xmlns:a16="http://schemas.microsoft.com/office/drawing/2014/main" id="{138A3E75-A734-4765-A446-F739E7F9A3CA}"/>
            </a:ext>
          </a:extLst>
        </cdr:cNvPr>
        <cdr:cNvSpPr/>
      </cdr:nvSpPr>
      <cdr:spPr>
        <a:xfrm xmlns:a="http://schemas.openxmlformats.org/drawingml/2006/main" flipV="1">
          <a:off x="4284476" y="2415175"/>
          <a:ext cx="216024" cy="288032"/>
        </a:xfrm>
        <a:prstGeom xmlns:a="http://schemas.openxmlformats.org/drawingml/2006/main" prst="down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B4FC2-502F-438A-9BEC-268AB1945BDB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63F5B-7E74-4735-AAB1-9D0BDAD88CDB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145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8918B-A752-478E-98C3-4EE43565EF57}" type="datetimeFigureOut">
              <a:rPr lang="es-AR" smtClean="0"/>
              <a:pPr/>
              <a:t>31/5/2020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8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chart" Target="../charts/chart4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1.xml"/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619672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805861" y="3258850"/>
            <a:ext cx="34079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INFLACIÓN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(PARTE 1)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4 Rectángulo redondeado">
            <a:extLst>
              <a:ext uri="{FF2B5EF4-FFF2-40B4-BE49-F238E27FC236}">
                <a16:creationId xmlns:a16="http://schemas.microsoft.com/office/drawing/2014/main" id="{7DFE4203-8FAC-4057-9FFA-2BC80CB25781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SIGUIÓ LA HISTORIA DE LA INDUSTRIA?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3DF0924-D9C1-421E-9240-BCFD786A96CE}"/>
              </a:ext>
            </a:extLst>
          </p:cNvPr>
          <p:cNvCxnSpPr>
            <a:cxnSpLocks/>
          </p:cNvCxnSpPr>
          <p:nvPr/>
        </p:nvCxnSpPr>
        <p:spPr>
          <a:xfrm>
            <a:off x="107504" y="5972240"/>
            <a:ext cx="8496944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69C4037-60BE-477B-A4EC-E2B078EA9D09}"/>
              </a:ext>
            </a:extLst>
          </p:cNvPr>
          <p:cNvCxnSpPr/>
          <p:nvPr/>
        </p:nvCxnSpPr>
        <p:spPr>
          <a:xfrm>
            <a:off x="240293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C54CDA-56E7-42A3-9F86-3201DC4F0526}"/>
              </a:ext>
            </a:extLst>
          </p:cNvPr>
          <p:cNvSpPr txBox="1"/>
          <p:nvPr/>
        </p:nvSpPr>
        <p:spPr>
          <a:xfrm>
            <a:off x="-108520" y="622316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6A1E219-6812-4F5A-BD18-739D0CB1A5F2}"/>
              </a:ext>
            </a:extLst>
          </p:cNvPr>
          <p:cNvCxnSpPr/>
          <p:nvPr/>
        </p:nvCxnSpPr>
        <p:spPr>
          <a:xfrm>
            <a:off x="744349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F99048-045A-4C10-906B-304C60401735}"/>
              </a:ext>
            </a:extLst>
          </p:cNvPr>
          <p:cNvSpPr txBox="1"/>
          <p:nvPr/>
        </p:nvSpPr>
        <p:spPr>
          <a:xfrm>
            <a:off x="395536" y="622316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C962BB5-D722-4B23-AF93-5D57834A9799}"/>
              </a:ext>
            </a:extLst>
          </p:cNvPr>
          <p:cNvCxnSpPr/>
          <p:nvPr/>
        </p:nvCxnSpPr>
        <p:spPr>
          <a:xfrm>
            <a:off x="2472541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A16A01F-6045-4349-B6B3-3FE80EBD0407}"/>
              </a:ext>
            </a:extLst>
          </p:cNvPr>
          <p:cNvSpPr txBox="1"/>
          <p:nvPr/>
        </p:nvSpPr>
        <p:spPr>
          <a:xfrm>
            <a:off x="2123728" y="6223166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1930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8182DDEC-8498-47E9-99CA-CCC70D0C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5" y="2132857"/>
            <a:ext cx="636844" cy="35765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BPE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Eslabonamientos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B692787-9D49-4E75-A5D1-AFFC523EF1DB}"/>
              </a:ext>
            </a:extLst>
          </p:cNvPr>
          <p:cNvCxnSpPr/>
          <p:nvPr/>
        </p:nvCxnSpPr>
        <p:spPr>
          <a:xfrm>
            <a:off x="1248405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D57444E-6586-464C-89B4-DE694E0A2DA0}"/>
              </a:ext>
            </a:extLst>
          </p:cNvPr>
          <p:cNvSpPr txBox="1"/>
          <p:nvPr/>
        </p:nvSpPr>
        <p:spPr>
          <a:xfrm>
            <a:off x="899592" y="622316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1918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0CE2E97-E93E-4301-BC3F-7D3B01A43D45}"/>
              </a:ext>
            </a:extLst>
          </p:cNvPr>
          <p:cNvCxnSpPr/>
          <p:nvPr/>
        </p:nvCxnSpPr>
        <p:spPr>
          <a:xfrm>
            <a:off x="1842871" y="5756216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481B375-32F8-4B17-A2CF-7AE258DAB80B}"/>
              </a:ext>
            </a:extLst>
          </p:cNvPr>
          <p:cNvSpPr txBox="1"/>
          <p:nvPr/>
        </p:nvSpPr>
        <p:spPr>
          <a:xfrm>
            <a:off x="1494058" y="622316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1924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4D912D38-4453-467E-8EE8-72C5E26C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7" y="2125756"/>
            <a:ext cx="1154638" cy="3583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GUERRA Y POSGUERRA.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Restricciones y mercados</a:t>
            </a: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E4F8018-7AE0-4C01-8093-5C04612438CC}"/>
              </a:ext>
            </a:extLst>
          </p:cNvPr>
          <p:cNvCxnSpPr/>
          <p:nvPr/>
        </p:nvCxnSpPr>
        <p:spPr>
          <a:xfrm>
            <a:off x="3211023" y="575976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BD6E63C-AF30-41DB-849B-28C4FF691355}"/>
              </a:ext>
            </a:extLst>
          </p:cNvPr>
          <p:cNvSpPr txBox="1"/>
          <p:nvPr/>
        </p:nvSpPr>
        <p:spPr>
          <a:xfrm>
            <a:off x="2862210" y="6226710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1940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F262BC7E-6D05-4AD6-96FB-5684C1000669}"/>
              </a:ext>
            </a:extLst>
          </p:cNvPr>
          <p:cNvCxnSpPr/>
          <p:nvPr/>
        </p:nvCxnSpPr>
        <p:spPr>
          <a:xfrm>
            <a:off x="3682827" y="576107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45F2032-8303-4917-A4C3-030B65AB4EAD}"/>
              </a:ext>
            </a:extLst>
          </p:cNvPr>
          <p:cNvSpPr txBox="1"/>
          <p:nvPr/>
        </p:nvSpPr>
        <p:spPr>
          <a:xfrm>
            <a:off x="3334014" y="6228020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1943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DCBC8E75-DD03-4F8E-911C-C05C3B6FA4DB}"/>
              </a:ext>
            </a:extLst>
          </p:cNvPr>
          <p:cNvCxnSpPr/>
          <p:nvPr/>
        </p:nvCxnSpPr>
        <p:spPr>
          <a:xfrm>
            <a:off x="4200733" y="5759760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958BD7F-55AA-40D1-B552-2AB85D4E589C}"/>
              </a:ext>
            </a:extLst>
          </p:cNvPr>
          <p:cNvSpPr txBox="1"/>
          <p:nvPr/>
        </p:nvSpPr>
        <p:spPr>
          <a:xfrm>
            <a:off x="3874373" y="6226710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1946</a:t>
            </a:r>
          </a:p>
        </p:txBody>
      </p:sp>
      <p:sp>
        <p:nvSpPr>
          <p:cNvPr id="42" name="Text Box 9">
            <a:extLst>
              <a:ext uri="{FF2B5EF4-FFF2-40B4-BE49-F238E27FC236}">
                <a16:creationId xmlns:a16="http://schemas.microsoft.com/office/drawing/2014/main" id="{72D865B1-1FB5-4FEC-B3CF-D8C8580F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897" y="2132857"/>
            <a:ext cx="678962" cy="3583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LUEGO DE POSGUERRA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Mercado y pocas políticas</a:t>
            </a:r>
          </a:p>
        </p:txBody>
      </p:sp>
      <p:sp>
        <p:nvSpPr>
          <p:cNvPr id="43" name="Text Box 9">
            <a:extLst>
              <a:ext uri="{FF2B5EF4-FFF2-40B4-BE49-F238E27FC236}">
                <a16:creationId xmlns:a16="http://schemas.microsoft.com/office/drawing/2014/main" id="{C4597E1A-E453-43F5-A5F8-EE3B05393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097" y="1700809"/>
            <a:ext cx="678962" cy="4008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Políticas para salir de la crisis y primeros debates sobre la industria:</a:t>
            </a: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06E512CD-3D1B-4B0C-861B-FEED68BF5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272" y="620281"/>
            <a:ext cx="478133" cy="507944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PENSANDO UNA NUEVA INDUSTRIA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 Pinedo</a:t>
            </a:r>
          </a:p>
        </p:txBody>
      </p:sp>
      <p:sp>
        <p:nvSpPr>
          <p:cNvPr id="45" name="Text Box 9">
            <a:extLst>
              <a:ext uri="{FF2B5EF4-FFF2-40B4-BE49-F238E27FC236}">
                <a16:creationId xmlns:a16="http://schemas.microsoft.com/office/drawing/2014/main" id="{AB6A1A96-0397-40BD-8A43-230F336E5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1710" y="639754"/>
            <a:ext cx="478134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TRIUNFA LA IDEA DE LA INDUSTRIA “NACIONAL” </a:t>
            </a:r>
          </a:p>
        </p:txBody>
      </p:sp>
      <p:sp>
        <p:nvSpPr>
          <p:cNvPr id="46" name="Text Box 9">
            <a:extLst>
              <a:ext uri="{FF2B5EF4-FFF2-40B4-BE49-F238E27FC236}">
                <a16:creationId xmlns:a16="http://schemas.microsoft.com/office/drawing/2014/main" id="{D3F99D87-E762-41AD-AA18-615371B02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308" y="628492"/>
            <a:ext cx="584192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MANTENIEMIENTO Y FOMENTO DE LA INDUSTRIA LIVIANA EXISTENTE. MANO DE OBRA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C443E05-76FC-4498-BDD8-BE1B9640F94B}"/>
              </a:ext>
            </a:extLst>
          </p:cNvPr>
          <p:cNvCxnSpPr/>
          <p:nvPr/>
        </p:nvCxnSpPr>
        <p:spPr>
          <a:xfrm>
            <a:off x="4799250" y="575010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CB10037-593A-4C9D-98AB-1140E1521D15}"/>
              </a:ext>
            </a:extLst>
          </p:cNvPr>
          <p:cNvSpPr txBox="1"/>
          <p:nvPr/>
        </p:nvSpPr>
        <p:spPr>
          <a:xfrm>
            <a:off x="4450437" y="6217052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3F5CF4B2-8DB5-4D4C-8572-DC36AB9765B5}"/>
              </a:ext>
            </a:extLst>
          </p:cNvPr>
          <p:cNvCxnSpPr/>
          <p:nvPr/>
        </p:nvCxnSpPr>
        <p:spPr>
          <a:xfrm>
            <a:off x="5507580" y="575010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D16E2FF-449F-4643-8570-C8C5F0CE53A7}"/>
              </a:ext>
            </a:extLst>
          </p:cNvPr>
          <p:cNvSpPr txBox="1"/>
          <p:nvPr/>
        </p:nvSpPr>
        <p:spPr>
          <a:xfrm>
            <a:off x="5158767" y="6217052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1955</a:t>
            </a:r>
          </a:p>
        </p:txBody>
      </p:sp>
      <p:sp>
        <p:nvSpPr>
          <p:cNvPr id="35" name="Text Box 9">
            <a:extLst>
              <a:ext uri="{FF2B5EF4-FFF2-40B4-BE49-F238E27FC236}">
                <a16:creationId xmlns:a16="http://schemas.microsoft.com/office/drawing/2014/main" id="{6FFA6272-4338-4351-BC6D-CEC11DCBC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598" y="649384"/>
            <a:ext cx="1184469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SUSTITUIR IMPORTACIONES EN INDUSTRIAS MÁS PESADAS. No muchos éxitos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F10DEE2A-6639-43B5-A476-32169CB467FC}"/>
              </a:ext>
            </a:extLst>
          </p:cNvPr>
          <p:cNvCxnSpPr/>
          <p:nvPr/>
        </p:nvCxnSpPr>
        <p:spPr>
          <a:xfrm>
            <a:off x="5988069" y="5750102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EEA8CEA-6ED2-4A2E-B0DB-5EE6CC3050BE}"/>
              </a:ext>
            </a:extLst>
          </p:cNvPr>
          <p:cNvSpPr txBox="1"/>
          <p:nvPr/>
        </p:nvSpPr>
        <p:spPr>
          <a:xfrm>
            <a:off x="5639256" y="6217052"/>
            <a:ext cx="69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1958</a:t>
            </a: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75DA3A84-DA60-4F31-9B2C-6F1F3CCFD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064" y="641700"/>
            <a:ext cx="1184469" cy="50599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vert="vert270" wrap="square" lIns="91440" tIns="18000" rIns="91440" bIns="18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RECIÉN SE EMPIEZAN A VER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ALGUNOS CAMBIOS</a:t>
            </a:r>
          </a:p>
        </p:txBody>
      </p:sp>
    </p:spTree>
    <p:extLst>
      <p:ext uri="{BB962C8B-B14F-4D97-AF65-F5344CB8AC3E}">
        <p14:creationId xmlns:p14="http://schemas.microsoft.com/office/powerpoint/2010/main" val="146740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930B8ED8-F49A-48E7-8EA6-C980C0677E4D}"/>
              </a:ext>
            </a:extLst>
          </p:cNvPr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SURGIMIENTO DE DOS PROBLEMAS RELACIONADOS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DA149BEF-4ACD-4F44-9386-EC2B7874C588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 CRECIMIENTO</a:t>
            </a:r>
          </a:p>
        </p:txBody>
      </p:sp>
    </p:spTree>
    <p:extLst>
      <p:ext uri="{BB962C8B-B14F-4D97-AF65-F5344CB8AC3E}">
        <p14:creationId xmlns:p14="http://schemas.microsoft.com/office/powerpoint/2010/main" val="243634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2675AAD9-8800-42CF-B69B-ACD5927EA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8441059"/>
              </p:ext>
            </p:extLst>
          </p:nvPr>
        </p:nvGraphicFramePr>
        <p:xfrm>
          <a:off x="-1" y="1613451"/>
          <a:ext cx="9144001" cy="5244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F2F6BA52-90DF-45C5-A60F-33C0D8AC9BCC}"/>
              </a:ext>
            </a:extLst>
          </p:cNvPr>
          <p:cNvCxnSpPr/>
          <p:nvPr/>
        </p:nvCxnSpPr>
        <p:spPr>
          <a:xfrm flipV="1">
            <a:off x="3995936" y="1818741"/>
            <a:ext cx="0" cy="4346713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brir llave 64">
            <a:extLst>
              <a:ext uri="{FF2B5EF4-FFF2-40B4-BE49-F238E27FC236}">
                <a16:creationId xmlns:a16="http://schemas.microsoft.com/office/drawing/2014/main" id="{888A75E3-A6FB-45B9-9595-7FBD1E02E181}"/>
              </a:ext>
            </a:extLst>
          </p:cNvPr>
          <p:cNvSpPr/>
          <p:nvPr/>
        </p:nvSpPr>
        <p:spPr>
          <a:xfrm rot="5400000">
            <a:off x="7304558" y="1120997"/>
            <a:ext cx="485747" cy="2978129"/>
          </a:xfrm>
          <a:prstGeom prst="leftBrac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658312DD-6EEA-46D8-B563-CD2BAD398268}"/>
              </a:ext>
            </a:extLst>
          </p:cNvPr>
          <p:cNvSpPr/>
          <p:nvPr/>
        </p:nvSpPr>
        <p:spPr>
          <a:xfrm>
            <a:off x="6084168" y="1091095"/>
            <a:ext cx="2878664" cy="10626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necesitaban importaciones. Financiadas con cuenta capital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Flecha: hacia abajo 66">
            <a:extLst>
              <a:ext uri="{FF2B5EF4-FFF2-40B4-BE49-F238E27FC236}">
                <a16:creationId xmlns:a16="http://schemas.microsoft.com/office/drawing/2014/main" id="{DCFFECA7-63CF-478D-A200-A52A2B5E1816}"/>
              </a:ext>
            </a:extLst>
          </p:cNvPr>
          <p:cNvSpPr/>
          <p:nvPr/>
        </p:nvSpPr>
        <p:spPr>
          <a:xfrm rot="19317819">
            <a:off x="4155870" y="3741687"/>
            <a:ext cx="1176132" cy="56908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Giro Perón</a:t>
            </a:r>
            <a:endParaRPr lang="es-ES" sz="11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Flecha: hacia abajo 67">
            <a:extLst>
              <a:ext uri="{FF2B5EF4-FFF2-40B4-BE49-F238E27FC236}">
                <a16:creationId xmlns:a16="http://schemas.microsoft.com/office/drawing/2014/main" id="{204CAC3E-3CBF-4EFA-82C7-013B327FBE44}"/>
              </a:ext>
            </a:extLst>
          </p:cNvPr>
          <p:cNvSpPr/>
          <p:nvPr/>
        </p:nvSpPr>
        <p:spPr>
          <a:xfrm rot="2179283">
            <a:off x="4973855" y="3719077"/>
            <a:ext cx="1445891" cy="67585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Plan 52</a:t>
            </a:r>
            <a:endParaRPr lang="es-ES" sz="11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Estrella: 5 puntas 68">
            <a:extLst>
              <a:ext uri="{FF2B5EF4-FFF2-40B4-BE49-F238E27FC236}">
                <a16:creationId xmlns:a16="http://schemas.microsoft.com/office/drawing/2014/main" id="{35BB1817-F6C6-4D3A-B3FC-551304D66AFC}"/>
              </a:ext>
            </a:extLst>
          </p:cNvPr>
          <p:cNvSpPr/>
          <p:nvPr/>
        </p:nvSpPr>
        <p:spPr>
          <a:xfrm>
            <a:off x="4572000" y="49709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0" name="Estrella: 5 puntas 69">
            <a:extLst>
              <a:ext uri="{FF2B5EF4-FFF2-40B4-BE49-F238E27FC236}">
                <a16:creationId xmlns:a16="http://schemas.microsoft.com/office/drawing/2014/main" id="{1D2F3FC7-19E5-40D1-ADF4-27D792F60144}"/>
              </a:ext>
            </a:extLst>
          </p:cNvPr>
          <p:cNvSpPr/>
          <p:nvPr/>
        </p:nvSpPr>
        <p:spPr>
          <a:xfrm>
            <a:off x="4893329" y="4862937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Estrella: 5 puntas 70">
            <a:extLst>
              <a:ext uri="{FF2B5EF4-FFF2-40B4-BE49-F238E27FC236}">
                <a16:creationId xmlns:a16="http://schemas.microsoft.com/office/drawing/2014/main" id="{00BDAB0F-C96A-4DCD-A087-77390D6250F0}"/>
              </a:ext>
            </a:extLst>
          </p:cNvPr>
          <p:cNvSpPr/>
          <p:nvPr/>
        </p:nvSpPr>
        <p:spPr>
          <a:xfrm>
            <a:off x="5924544" y="49709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Estrella: 5 puntas 71">
            <a:extLst>
              <a:ext uri="{FF2B5EF4-FFF2-40B4-BE49-F238E27FC236}">
                <a16:creationId xmlns:a16="http://schemas.microsoft.com/office/drawing/2014/main" id="{97ED0312-188B-41F2-A1A0-AC1036B1A6DD}"/>
              </a:ext>
            </a:extLst>
          </p:cNvPr>
          <p:cNvSpPr/>
          <p:nvPr/>
        </p:nvSpPr>
        <p:spPr>
          <a:xfrm>
            <a:off x="6955759" y="493515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3" name="Estrella: 5 puntas 72">
            <a:extLst>
              <a:ext uri="{FF2B5EF4-FFF2-40B4-BE49-F238E27FC236}">
                <a16:creationId xmlns:a16="http://schemas.microsoft.com/office/drawing/2014/main" id="{E54EBD9C-25B8-43D8-8FA0-0690D15D88D1}"/>
              </a:ext>
            </a:extLst>
          </p:cNvPr>
          <p:cNvSpPr/>
          <p:nvPr/>
        </p:nvSpPr>
        <p:spPr>
          <a:xfrm>
            <a:off x="8005580" y="4921261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4" name="Estrella: 5 puntas 73">
            <a:extLst>
              <a:ext uri="{FF2B5EF4-FFF2-40B4-BE49-F238E27FC236}">
                <a16:creationId xmlns:a16="http://schemas.microsoft.com/office/drawing/2014/main" id="{18884B80-289F-44B8-ACBD-48AC4B610055}"/>
              </a:ext>
            </a:extLst>
          </p:cNvPr>
          <p:cNvSpPr/>
          <p:nvPr/>
        </p:nvSpPr>
        <p:spPr>
          <a:xfrm>
            <a:off x="8322041" y="5055655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1A692F5A-7F2F-49BA-91B0-CC17412754B2}"/>
              </a:ext>
            </a:extLst>
          </p:cNvPr>
          <p:cNvSpPr/>
          <p:nvPr/>
        </p:nvSpPr>
        <p:spPr>
          <a:xfrm>
            <a:off x="3913267" y="51919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658312DD-6EEA-46D8-B563-CD2BAD398268}"/>
              </a:ext>
            </a:extLst>
          </p:cNvPr>
          <p:cNvSpPr/>
          <p:nvPr/>
        </p:nvSpPr>
        <p:spPr>
          <a:xfrm>
            <a:off x="251520" y="836712"/>
            <a:ext cx="3888432" cy="10626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Peronismo:</a:t>
            </a:r>
          </a:p>
          <a:p>
            <a:pPr algn="ctr"/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del agro:  IAPI + DEV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0EE52591-D8E8-4F80-AFAB-EFCA73C803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8473987"/>
              </p:ext>
            </p:extLst>
          </p:nvPr>
        </p:nvGraphicFramePr>
        <p:xfrm>
          <a:off x="251520" y="2215430"/>
          <a:ext cx="8640960" cy="4237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Gráfico 2" descr="Intravenoso">
            <a:extLst>
              <a:ext uri="{FF2B5EF4-FFF2-40B4-BE49-F238E27FC236}">
                <a16:creationId xmlns:a16="http://schemas.microsoft.com/office/drawing/2014/main" id="{1C0F8018-8E51-4AE0-9956-B57171878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4248" y="3284984"/>
            <a:ext cx="601216" cy="601216"/>
          </a:xfrm>
          <a:prstGeom prst="rect">
            <a:avLst/>
          </a:prstGeom>
        </p:spPr>
      </p:pic>
      <p:pic>
        <p:nvPicPr>
          <p:cNvPr id="19" name="Gráfico 18" descr="Intravenoso">
            <a:extLst>
              <a:ext uri="{FF2B5EF4-FFF2-40B4-BE49-F238E27FC236}">
                <a16:creationId xmlns:a16="http://schemas.microsoft.com/office/drawing/2014/main" id="{80F6868B-A62E-4CCA-BE23-D7BFD5395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8384" y="2420888"/>
            <a:ext cx="601216" cy="601216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F636FF0-E2F3-42A3-96EB-819C3E8AF11F}"/>
              </a:ext>
            </a:extLst>
          </p:cNvPr>
          <p:cNvSpPr/>
          <p:nvPr/>
        </p:nvSpPr>
        <p:spPr>
          <a:xfrm>
            <a:off x="2843808" y="2619449"/>
            <a:ext cx="1872208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“PRIMER GIRO”</a:t>
            </a:r>
          </a:p>
        </p:txBody>
      </p:sp>
    </p:spTree>
    <p:extLst>
      <p:ext uri="{BB962C8B-B14F-4D97-AF65-F5344CB8AC3E}">
        <p14:creationId xmlns:p14="http://schemas.microsoft.com/office/powerpoint/2010/main" val="22157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658312DD-6EEA-46D8-B563-CD2BAD398268}"/>
              </a:ext>
            </a:extLst>
          </p:cNvPr>
          <p:cNvSpPr/>
          <p:nvPr/>
        </p:nvSpPr>
        <p:spPr>
          <a:xfrm>
            <a:off x="251520" y="836712"/>
            <a:ext cx="3888432" cy="10626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Peronismo:</a:t>
            </a:r>
          </a:p>
          <a:p>
            <a:pPr algn="ctr"/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del agro:  IAPI + DEV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FD0C04E8-5A40-408F-AD09-9AFAB669E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5374397"/>
              </p:ext>
            </p:extLst>
          </p:nvPr>
        </p:nvGraphicFramePr>
        <p:xfrm>
          <a:off x="251520" y="1899370"/>
          <a:ext cx="8640960" cy="4841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E03514-91CF-4450-8339-5BE4C8E1B1B8}"/>
              </a:ext>
            </a:extLst>
          </p:cNvPr>
          <p:cNvSpPr txBox="1"/>
          <p:nvPr/>
        </p:nvSpPr>
        <p:spPr>
          <a:xfrm>
            <a:off x="5292081" y="836712"/>
            <a:ext cx="15751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tx2">
                    <a:lumMod val="50000"/>
                  </a:schemeClr>
                </a:solidFill>
              </a:rPr>
              <a:t>49: más precio</a:t>
            </a:r>
          </a:p>
          <a:p>
            <a:r>
              <a:rPr lang="es-AR" b="1" dirty="0">
                <a:solidFill>
                  <a:schemeClr val="tx2">
                    <a:lumMod val="50000"/>
                  </a:schemeClr>
                </a:solidFill>
              </a:rPr>
              <a:t>50: </a:t>
            </a:r>
            <a:r>
              <a:rPr lang="es-AR" b="1" dirty="0" err="1">
                <a:solidFill>
                  <a:schemeClr val="tx2">
                    <a:lumMod val="50000"/>
                  </a:schemeClr>
                </a:solidFill>
              </a:rPr>
              <a:t>precio+TC</a:t>
            </a:r>
            <a:endParaRPr lang="es-AR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s-AR" b="1" dirty="0">
                <a:solidFill>
                  <a:schemeClr val="tx2">
                    <a:lumMod val="50000"/>
                  </a:schemeClr>
                </a:solidFill>
              </a:rPr>
              <a:t>51: más TC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B3DD2-6610-4F3D-A276-8505EC13EBFD}"/>
              </a:ext>
            </a:extLst>
          </p:cNvPr>
          <p:cNvCxnSpPr/>
          <p:nvPr/>
        </p:nvCxnSpPr>
        <p:spPr>
          <a:xfrm flipV="1">
            <a:off x="6660232" y="1484784"/>
            <a:ext cx="0" cy="4176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C442AF0-D547-46AB-8E90-52BBB30AD878}"/>
              </a:ext>
            </a:extLst>
          </p:cNvPr>
          <p:cNvCxnSpPr/>
          <p:nvPr/>
        </p:nvCxnSpPr>
        <p:spPr>
          <a:xfrm flipV="1">
            <a:off x="6948264" y="1484784"/>
            <a:ext cx="0" cy="4176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F75BDEA-AF7A-4459-A7CB-543614521A28}"/>
              </a:ext>
            </a:extLst>
          </p:cNvPr>
          <p:cNvCxnSpPr/>
          <p:nvPr/>
        </p:nvCxnSpPr>
        <p:spPr>
          <a:xfrm flipV="1">
            <a:off x="7236296" y="1484784"/>
            <a:ext cx="0" cy="4176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01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231A95-DE39-4574-A00A-0338C67A0D1C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interanual del TC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DF65B6CF-69B5-4D49-AE56-DB7CC7929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3295181"/>
              </p:ext>
            </p:extLst>
          </p:nvPr>
        </p:nvGraphicFramePr>
        <p:xfrm>
          <a:off x="0" y="1644630"/>
          <a:ext cx="8964488" cy="4808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295D3601-1F5C-4AE0-B924-ECAC4993C3FE}"/>
              </a:ext>
            </a:extLst>
          </p:cNvPr>
          <p:cNvSpPr/>
          <p:nvPr/>
        </p:nvSpPr>
        <p:spPr>
          <a:xfrm>
            <a:off x="2132501" y="42930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8AE0971D-A13C-4459-A611-F061B34F06B5}"/>
              </a:ext>
            </a:extLst>
          </p:cNvPr>
          <p:cNvSpPr/>
          <p:nvPr/>
        </p:nvSpPr>
        <p:spPr>
          <a:xfrm>
            <a:off x="2627784" y="460060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strella: 5 puntas 11">
            <a:extLst>
              <a:ext uri="{FF2B5EF4-FFF2-40B4-BE49-F238E27FC236}">
                <a16:creationId xmlns:a16="http://schemas.microsoft.com/office/drawing/2014/main" id="{E398E23A-069D-46CB-B561-10E05B9DA7A9}"/>
              </a:ext>
            </a:extLst>
          </p:cNvPr>
          <p:cNvSpPr/>
          <p:nvPr/>
        </p:nvSpPr>
        <p:spPr>
          <a:xfrm>
            <a:off x="3059832" y="461713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3947DFA8-80A7-4E75-A9C1-C7CFA947B99E}"/>
              </a:ext>
            </a:extLst>
          </p:cNvPr>
          <p:cNvSpPr/>
          <p:nvPr/>
        </p:nvSpPr>
        <p:spPr>
          <a:xfrm>
            <a:off x="4932040" y="464857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strella: 5 puntas 13">
            <a:extLst>
              <a:ext uri="{FF2B5EF4-FFF2-40B4-BE49-F238E27FC236}">
                <a16:creationId xmlns:a16="http://schemas.microsoft.com/office/drawing/2014/main" id="{22467457-F7CB-40B6-9A9D-8189F22ACFEE}"/>
              </a:ext>
            </a:extLst>
          </p:cNvPr>
          <p:cNvSpPr/>
          <p:nvPr/>
        </p:nvSpPr>
        <p:spPr>
          <a:xfrm>
            <a:off x="6660232" y="1916832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E69257BB-A362-4099-9E80-BC7F68959610}"/>
              </a:ext>
            </a:extLst>
          </p:cNvPr>
          <p:cNvSpPr/>
          <p:nvPr/>
        </p:nvSpPr>
        <p:spPr>
          <a:xfrm>
            <a:off x="8488059" y="49145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33CE61CF-B12A-4AA7-9FC1-87DC93A4DA19}"/>
              </a:ext>
            </a:extLst>
          </p:cNvPr>
          <p:cNvSpPr/>
          <p:nvPr/>
        </p:nvSpPr>
        <p:spPr>
          <a:xfrm>
            <a:off x="5364088" y="357301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6FCC3436-2FA8-4CBA-95DE-69655B2514D4}"/>
              </a:ext>
            </a:extLst>
          </p:cNvPr>
          <p:cNvSpPr/>
          <p:nvPr/>
        </p:nvSpPr>
        <p:spPr>
          <a:xfrm>
            <a:off x="8011630" y="4736941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4EFBD20-8E9E-49D6-824C-AA53CF637669}"/>
              </a:ext>
            </a:extLst>
          </p:cNvPr>
          <p:cNvSpPr/>
          <p:nvPr/>
        </p:nvSpPr>
        <p:spPr>
          <a:xfrm>
            <a:off x="5020171" y="928057"/>
            <a:ext cx="3744416" cy="510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EMPIEZA A HACER COSTUMBRE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56 Rectángulo redondeado">
            <a:extLst>
              <a:ext uri="{FF2B5EF4-FFF2-40B4-BE49-F238E27FC236}">
                <a16:creationId xmlns:a16="http://schemas.microsoft.com/office/drawing/2014/main" id="{2ECEBC7B-7204-462A-94B5-6C3997F734BE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31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1A45548E-2A93-4175-95CB-CD60CD87C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365898"/>
              </p:ext>
            </p:extLst>
          </p:nvPr>
        </p:nvGraphicFramePr>
        <p:xfrm>
          <a:off x="323528" y="908720"/>
          <a:ext cx="8568952" cy="5688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10354772-D33E-4B21-834E-ADE5A2B9325B}"/>
              </a:ext>
            </a:extLst>
          </p:cNvPr>
          <p:cNvSpPr/>
          <p:nvPr/>
        </p:nvSpPr>
        <p:spPr>
          <a:xfrm>
            <a:off x="3131840" y="530120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7FA0E253-102F-45CC-9AB0-55A2E0764679}"/>
              </a:ext>
            </a:extLst>
          </p:cNvPr>
          <p:cNvSpPr/>
          <p:nvPr/>
        </p:nvSpPr>
        <p:spPr>
          <a:xfrm>
            <a:off x="3563888" y="516486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A164B3E3-D9E4-478E-B18A-4D8FBF197631}"/>
              </a:ext>
            </a:extLst>
          </p:cNvPr>
          <p:cNvSpPr/>
          <p:nvPr/>
        </p:nvSpPr>
        <p:spPr>
          <a:xfrm>
            <a:off x="3995936" y="50125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620458B8-9D28-4984-B674-5F94E186D5FC}"/>
              </a:ext>
            </a:extLst>
          </p:cNvPr>
          <p:cNvSpPr/>
          <p:nvPr/>
        </p:nvSpPr>
        <p:spPr>
          <a:xfrm>
            <a:off x="6012160" y="42930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BF0C30DB-6377-46C7-ACED-1CEEFB372BEC}"/>
              </a:ext>
            </a:extLst>
          </p:cNvPr>
          <p:cNvSpPr/>
          <p:nvPr/>
        </p:nvSpPr>
        <p:spPr>
          <a:xfrm>
            <a:off x="6948264" y="3480353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51C617B8-ACB2-4C8E-BD6C-664CC1B832EA}"/>
              </a:ext>
            </a:extLst>
          </p:cNvPr>
          <p:cNvSpPr/>
          <p:nvPr/>
        </p:nvSpPr>
        <p:spPr>
          <a:xfrm>
            <a:off x="7215910" y="2955579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strella: 5 puntas 26">
            <a:extLst>
              <a:ext uri="{FF2B5EF4-FFF2-40B4-BE49-F238E27FC236}">
                <a16:creationId xmlns:a16="http://schemas.microsoft.com/office/drawing/2014/main" id="{5C1299D5-6428-435E-981F-D4260031B42F}"/>
              </a:ext>
            </a:extLst>
          </p:cNvPr>
          <p:cNvSpPr/>
          <p:nvPr/>
        </p:nvSpPr>
        <p:spPr>
          <a:xfrm>
            <a:off x="8562156" y="13407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E73987EC-D00D-418E-BCEE-951640AB0733}"/>
              </a:ext>
            </a:extLst>
          </p:cNvPr>
          <p:cNvSpPr/>
          <p:nvPr/>
        </p:nvSpPr>
        <p:spPr>
          <a:xfrm>
            <a:off x="1393455" y="2629098"/>
            <a:ext cx="3744416" cy="510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pasaba en el medio?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56 Rectángulo redondeado">
            <a:extLst>
              <a:ext uri="{FF2B5EF4-FFF2-40B4-BE49-F238E27FC236}">
                <a16:creationId xmlns:a16="http://schemas.microsoft.com/office/drawing/2014/main" id="{E3C873A0-3C98-427C-ADAD-476A26B98F02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89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246F8133-B441-4868-82CF-297D9A8D9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837128"/>
              </p:ext>
            </p:extLst>
          </p:nvPr>
        </p:nvGraphicFramePr>
        <p:xfrm>
          <a:off x="179512" y="908720"/>
          <a:ext cx="8964488" cy="583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00105D53-9D8C-45BD-98FD-D85B88D49CE7}"/>
              </a:ext>
            </a:extLst>
          </p:cNvPr>
          <p:cNvSpPr/>
          <p:nvPr/>
        </p:nvSpPr>
        <p:spPr>
          <a:xfrm>
            <a:off x="3131840" y="382504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strella: 5 puntas 13">
            <a:extLst>
              <a:ext uri="{FF2B5EF4-FFF2-40B4-BE49-F238E27FC236}">
                <a16:creationId xmlns:a16="http://schemas.microsoft.com/office/drawing/2014/main" id="{9F7D3F28-4943-439F-B3F4-52F10D038FF2}"/>
              </a:ext>
            </a:extLst>
          </p:cNvPr>
          <p:cNvSpPr/>
          <p:nvPr/>
        </p:nvSpPr>
        <p:spPr>
          <a:xfrm>
            <a:off x="3563888" y="3156317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74A62DD6-4282-41FC-B630-8CCCDC752F84}"/>
              </a:ext>
            </a:extLst>
          </p:cNvPr>
          <p:cNvSpPr/>
          <p:nvPr/>
        </p:nvSpPr>
        <p:spPr>
          <a:xfrm>
            <a:off x="3831534" y="25822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strella: 5 puntas 15">
            <a:extLst>
              <a:ext uri="{FF2B5EF4-FFF2-40B4-BE49-F238E27FC236}">
                <a16:creationId xmlns:a16="http://schemas.microsoft.com/office/drawing/2014/main" id="{045352F3-CA8B-4350-878E-8A110737D002}"/>
              </a:ext>
            </a:extLst>
          </p:cNvPr>
          <p:cNvSpPr/>
          <p:nvPr/>
        </p:nvSpPr>
        <p:spPr>
          <a:xfrm>
            <a:off x="5940152" y="170080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A1A1D695-AAD9-4EE8-9540-DFAAE9A95EE5}"/>
              </a:ext>
            </a:extLst>
          </p:cNvPr>
          <p:cNvSpPr/>
          <p:nvPr/>
        </p:nvSpPr>
        <p:spPr>
          <a:xfrm>
            <a:off x="7092280" y="244587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D1FB9D49-E922-4744-A65F-5C27A1E8A2DF}"/>
              </a:ext>
            </a:extLst>
          </p:cNvPr>
          <p:cNvSpPr/>
          <p:nvPr/>
        </p:nvSpPr>
        <p:spPr>
          <a:xfrm>
            <a:off x="7359926" y="334617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DB2C7448-974E-4565-A623-E41E5803E39D}"/>
              </a:ext>
            </a:extLst>
          </p:cNvPr>
          <p:cNvSpPr/>
          <p:nvPr/>
        </p:nvSpPr>
        <p:spPr>
          <a:xfrm>
            <a:off x="8791161" y="3688702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56 Rectángulo redondeado">
            <a:extLst>
              <a:ext uri="{FF2B5EF4-FFF2-40B4-BE49-F238E27FC236}">
                <a16:creationId xmlns:a16="http://schemas.microsoft.com/office/drawing/2014/main" id="{C4F66460-9C21-47FB-816A-B03CDA253D96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0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Rectángulo redondeado">
            <a:extLst>
              <a:ext uri="{FF2B5EF4-FFF2-40B4-BE49-F238E27FC236}">
                <a16:creationId xmlns:a16="http://schemas.microsoft.com/office/drawing/2014/main" id="{930B8ED8-F49A-48E7-8EA6-C980C0677E4D}"/>
              </a:ext>
            </a:extLst>
          </p:cNvPr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PROBLEMAS IBAN A CONTINUAR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DA149BEF-4ACD-4F44-9386-EC2B7874C588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 CRECIMIENTO</a:t>
            </a:r>
          </a:p>
        </p:txBody>
      </p:sp>
    </p:spTree>
    <p:extLst>
      <p:ext uri="{BB962C8B-B14F-4D97-AF65-F5344CB8AC3E}">
        <p14:creationId xmlns:p14="http://schemas.microsoft.com/office/powerpoint/2010/main" val="410079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 redondeado"/>
          <p:cNvSpPr/>
          <p:nvPr/>
        </p:nvSpPr>
        <p:spPr>
          <a:xfrm>
            <a:off x="3473624" y="1519672"/>
            <a:ext cx="2196751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1949: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 de B.C.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6300192" y="2348880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6300192" y="342900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</a:t>
            </a:r>
          </a:p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300192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distribución del ingreso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220072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Demandas sectoriales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2123728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satisfechas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827584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Rectángulo redondeado"/>
          <p:cNvSpPr/>
          <p:nvPr/>
        </p:nvSpPr>
        <p:spPr>
          <a:xfrm>
            <a:off x="827584" y="3356992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 aumento del 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Rectángulo redondeado"/>
          <p:cNvSpPr/>
          <p:nvPr/>
        </p:nvSpPr>
        <p:spPr>
          <a:xfrm>
            <a:off x="827584" y="234888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Espiral inflacionario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40 Conector recto de flecha"/>
          <p:cNvCxnSpPr>
            <a:cxnSpLocks/>
            <a:stCxn id="23" idx="3"/>
            <a:endCxn id="25" idx="0"/>
          </p:cNvCxnSpPr>
          <p:nvPr/>
        </p:nvCxnSpPr>
        <p:spPr>
          <a:xfrm>
            <a:off x="5670375" y="1879712"/>
            <a:ext cx="1637929" cy="4691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>
            <a:stCxn id="25" idx="2"/>
            <a:endCxn id="27" idx="0"/>
          </p:cNvCxnSpPr>
          <p:nvPr/>
        </p:nvCxnSpPr>
        <p:spPr>
          <a:xfrm>
            <a:off x="7308304" y="3212976"/>
            <a:ext cx="0" cy="21602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27" idx="2"/>
            <a:endCxn id="31" idx="0"/>
          </p:cNvCxnSpPr>
          <p:nvPr/>
        </p:nvCxnSpPr>
        <p:spPr>
          <a:xfrm>
            <a:off x="7308304" y="4149080"/>
            <a:ext cx="0" cy="36004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>
            <a:stCxn id="37" idx="0"/>
            <a:endCxn id="38" idx="2"/>
          </p:cNvCxnSpPr>
          <p:nvPr/>
        </p:nvCxnSpPr>
        <p:spPr>
          <a:xfrm flipV="1">
            <a:off x="1835696" y="4221088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>
            <a:stCxn id="38" idx="0"/>
            <a:endCxn id="40" idx="2"/>
          </p:cNvCxnSpPr>
          <p:nvPr/>
        </p:nvCxnSpPr>
        <p:spPr>
          <a:xfrm flipV="1">
            <a:off x="1835696" y="3068960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>
            <a:stCxn id="31" idx="2"/>
            <a:endCxn id="33" idx="0"/>
          </p:cNvCxnSpPr>
          <p:nvPr/>
        </p:nvCxnSpPr>
        <p:spPr>
          <a:xfrm flipH="1">
            <a:off x="6228184" y="5445224"/>
            <a:ext cx="108012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stCxn id="33" idx="1"/>
            <a:endCxn id="35" idx="3"/>
          </p:cNvCxnSpPr>
          <p:nvPr/>
        </p:nvCxnSpPr>
        <p:spPr>
          <a:xfrm flipH="1">
            <a:off x="4139952" y="6093296"/>
            <a:ext cx="1080120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>
            <a:stCxn id="35" idx="0"/>
            <a:endCxn id="37" idx="2"/>
          </p:cNvCxnSpPr>
          <p:nvPr/>
        </p:nvCxnSpPr>
        <p:spPr>
          <a:xfrm flipH="1" flipV="1">
            <a:off x="1835696" y="5445224"/>
            <a:ext cx="1296144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 redondeado"/>
          <p:cNvSpPr/>
          <p:nvPr/>
        </p:nvSpPr>
        <p:spPr>
          <a:xfrm>
            <a:off x="6100535" y="1692534"/>
            <a:ext cx="1225152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Requieren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672135" y="2203513"/>
            <a:ext cx="1857388" cy="5774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acceso al capital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Flecha: curva con sentido contrario a las agujas del reloj">
            <a:extLst>
              <a:ext uri="{FF2B5EF4-FFF2-40B4-BE49-F238E27FC236}">
                <a16:creationId xmlns:a16="http://schemas.microsoft.com/office/drawing/2014/main" id="{94B896D0-A63B-4B90-A5A4-C32619ABB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17389">
            <a:off x="7834477" y="1974446"/>
            <a:ext cx="914400" cy="914400"/>
          </a:xfrm>
          <a:prstGeom prst="rect">
            <a:avLst/>
          </a:prstGeom>
        </p:spPr>
      </p:pic>
      <p:sp>
        <p:nvSpPr>
          <p:cNvPr id="30" name="8 CuadroTexto">
            <a:extLst>
              <a:ext uri="{FF2B5EF4-FFF2-40B4-BE49-F238E27FC236}">
                <a16:creationId xmlns:a16="http://schemas.microsoft.com/office/drawing/2014/main" id="{8694290A-9B72-4BFA-AE66-AD54EEBD8C48}"/>
              </a:ext>
            </a:extLst>
          </p:cNvPr>
          <p:cNvSpPr txBox="1"/>
          <p:nvPr/>
        </p:nvSpPr>
        <p:spPr>
          <a:xfrm>
            <a:off x="7755848" y="1484784"/>
            <a:ext cx="1238882" cy="60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TC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16 Rectángulo redondeado">
            <a:extLst>
              <a:ext uri="{FF2B5EF4-FFF2-40B4-BE49-F238E27FC236}">
                <a16:creationId xmlns:a16="http://schemas.microsoft.com/office/drawing/2014/main" id="{4A9DF78E-FCF3-4E3B-B433-F85A3170B2DB}"/>
              </a:ext>
            </a:extLst>
          </p:cNvPr>
          <p:cNvSpPr/>
          <p:nvPr/>
        </p:nvSpPr>
        <p:spPr>
          <a:xfrm>
            <a:off x="467544" y="614130"/>
            <a:ext cx="8461449" cy="6463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Ahora, a las </a:t>
            </a:r>
            <a:r>
              <a:rPr lang="es-ES" sz="20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presiones inflacionarias 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le sumaban los </a:t>
            </a:r>
            <a:r>
              <a:rPr lang="es-ES" sz="20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mecanismos de propagación</a:t>
            </a:r>
            <a:endParaRPr lang="es-AR" sz="20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4 Rectángulo redondeado">
            <a:extLst>
              <a:ext uri="{FF2B5EF4-FFF2-40B4-BE49-F238E27FC236}">
                <a16:creationId xmlns:a16="http://schemas.microsoft.com/office/drawing/2014/main" id="{A3D49931-EB61-4007-981D-D1FA1487F94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EF9B500D-2069-4A88-ADBD-35E264B2E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88335"/>
              </p:ext>
            </p:extLst>
          </p:nvPr>
        </p:nvGraphicFramePr>
        <p:xfrm>
          <a:off x="107504" y="2057400"/>
          <a:ext cx="8928992" cy="479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231A95-DE39-4574-A00A-0338C67A0D1C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interanual </a:t>
            </a:r>
            <a:r>
              <a:rPr lang="es-AR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IPC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3D47035B-96EB-4E1C-9243-746E2D2F5775}"/>
              </a:ext>
            </a:extLst>
          </p:cNvPr>
          <p:cNvSpPr/>
          <p:nvPr/>
        </p:nvSpPr>
        <p:spPr>
          <a:xfrm>
            <a:off x="4109223" y="3011726"/>
            <a:ext cx="1686914" cy="12813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Efecto del </a:t>
            </a:r>
            <a:r>
              <a:rPr lang="es-AR" sz="1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1952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FB2AC789-45A3-4ED7-842A-4BD5A36F4FBC}"/>
              </a:ext>
            </a:extLst>
          </p:cNvPr>
          <p:cNvSpPr/>
          <p:nvPr/>
        </p:nvSpPr>
        <p:spPr>
          <a:xfrm>
            <a:off x="7956376" y="1536848"/>
            <a:ext cx="1485171" cy="147487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Efecto del </a:t>
            </a:r>
            <a:r>
              <a:rPr lang="es-AR" sz="1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FMI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B58EBC9E-7B2F-481B-9122-DA49AB4ED2F7}"/>
              </a:ext>
            </a:extLst>
          </p:cNvPr>
          <p:cNvSpPr/>
          <p:nvPr/>
        </p:nvSpPr>
        <p:spPr>
          <a:xfrm rot="19499921">
            <a:off x="6217890" y="4881126"/>
            <a:ext cx="1131798" cy="62285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 Lib.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ACEACF49-2EFD-4E42-AA4B-71C00E550687}"/>
              </a:ext>
            </a:extLst>
          </p:cNvPr>
          <p:cNvSpPr/>
          <p:nvPr/>
        </p:nvSpPr>
        <p:spPr>
          <a:xfrm>
            <a:off x="5181836" y="4411602"/>
            <a:ext cx="1228601" cy="12813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2do plan </a:t>
            </a:r>
            <a:r>
              <a:rPr lang="es-AR" sz="14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quin</a:t>
            </a:r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4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Elipse"/>
          <p:cNvSpPr/>
          <p:nvPr/>
        </p:nvSpPr>
        <p:spPr>
          <a:xfrm>
            <a:off x="3357554" y="2071678"/>
            <a:ext cx="2214578" cy="221457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</a:t>
            </a:r>
          </a:p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algn="ctr"/>
            <a:r>
              <a:rPr lang="es-AR" sz="3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endParaRPr lang="es-AR" sz="3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245552" y="116632"/>
            <a:ext cx="2581458" cy="81545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444208" y="799379"/>
            <a:ext cx="1714512" cy="5749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Devaluación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878455" y="4552446"/>
            <a:ext cx="1357322" cy="3640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Expo</a:t>
            </a:r>
          </a:p>
        </p:txBody>
      </p:sp>
      <p:sp>
        <p:nvSpPr>
          <p:cNvPr id="35" name="34 Rectángulo redondeado"/>
          <p:cNvSpPr/>
          <p:nvPr/>
        </p:nvSpPr>
        <p:spPr>
          <a:xfrm>
            <a:off x="706525" y="5330477"/>
            <a:ext cx="1957854" cy="9758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Reacción de salarios nominales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5664047" y="5930607"/>
            <a:ext cx="12144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44 Rectángulo redondeado"/>
          <p:cNvSpPr/>
          <p:nvPr/>
        </p:nvSpPr>
        <p:spPr>
          <a:xfrm>
            <a:off x="6443076" y="1741102"/>
            <a:ext cx="1715644" cy="5624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Salario real</a:t>
            </a:r>
          </a:p>
        </p:txBody>
      </p:sp>
      <p:sp>
        <p:nvSpPr>
          <p:cNvPr id="47" name="46 Rectángulo redondeado"/>
          <p:cNvSpPr/>
          <p:nvPr/>
        </p:nvSpPr>
        <p:spPr>
          <a:xfrm>
            <a:off x="6443076" y="2670380"/>
            <a:ext cx="171451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Consumo interno</a:t>
            </a:r>
          </a:p>
        </p:txBody>
      </p:sp>
      <p:sp>
        <p:nvSpPr>
          <p:cNvPr id="49" name="48 Rectángulo redondeado"/>
          <p:cNvSpPr/>
          <p:nvPr/>
        </p:nvSpPr>
        <p:spPr>
          <a:xfrm>
            <a:off x="5878974" y="3764070"/>
            <a:ext cx="135732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Transables</a:t>
            </a:r>
          </a:p>
        </p:txBody>
      </p:sp>
      <p:sp>
        <p:nvSpPr>
          <p:cNvPr id="50" name="49 Rectángulo redondeado"/>
          <p:cNvSpPr/>
          <p:nvPr/>
        </p:nvSpPr>
        <p:spPr>
          <a:xfrm>
            <a:off x="7380312" y="3764070"/>
            <a:ext cx="1327500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Transables</a:t>
            </a:r>
          </a:p>
        </p:txBody>
      </p:sp>
      <p:sp>
        <p:nvSpPr>
          <p:cNvPr id="51" name="50 Rectángulo redondeado"/>
          <p:cNvSpPr/>
          <p:nvPr/>
        </p:nvSpPr>
        <p:spPr>
          <a:xfrm>
            <a:off x="7858148" y="95575"/>
            <a:ext cx="1209597" cy="904533"/>
          </a:xfrm>
          <a:prstGeom prst="roundRect">
            <a:avLst>
              <a:gd name="adj" fmla="val 1044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incentivaba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51 Rectángulo redondeado"/>
          <p:cNvSpPr/>
          <p:nvPr/>
        </p:nvSpPr>
        <p:spPr>
          <a:xfrm>
            <a:off x="7380312" y="4559238"/>
            <a:ext cx="1327500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Industria</a:t>
            </a:r>
          </a:p>
        </p:txBody>
      </p:sp>
      <p:sp>
        <p:nvSpPr>
          <p:cNvPr id="53" name="52 Rectángulo redondeado"/>
          <p:cNvSpPr/>
          <p:nvPr/>
        </p:nvSpPr>
        <p:spPr>
          <a:xfrm>
            <a:off x="7293963" y="5679297"/>
            <a:ext cx="1500198" cy="833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(“Stop”)</a:t>
            </a:r>
          </a:p>
        </p:txBody>
      </p:sp>
      <p:cxnSp>
        <p:nvCxnSpPr>
          <p:cNvPr id="54" name="53 Conector recto de flecha"/>
          <p:cNvCxnSpPr>
            <a:cxnSpLocks/>
            <a:stCxn id="50" idx="2"/>
            <a:endCxn id="52" idx="0"/>
          </p:cNvCxnSpPr>
          <p:nvPr/>
        </p:nvCxnSpPr>
        <p:spPr>
          <a:xfrm>
            <a:off x="8044062" y="4264136"/>
            <a:ext cx="0" cy="29510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cxnSpLocks/>
            <a:stCxn id="49" idx="2"/>
            <a:endCxn id="33" idx="0"/>
          </p:cNvCxnSpPr>
          <p:nvPr/>
        </p:nvCxnSpPr>
        <p:spPr>
          <a:xfrm flipH="1">
            <a:off x="6557116" y="4264136"/>
            <a:ext cx="519" cy="28831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cxnSpLocks/>
            <a:stCxn id="52" idx="2"/>
            <a:endCxn id="53" idx="0"/>
          </p:cNvCxnSpPr>
          <p:nvPr/>
        </p:nvCxnSpPr>
        <p:spPr>
          <a:xfrm>
            <a:off x="8044062" y="4916428"/>
            <a:ext cx="0" cy="76286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>
            <a:cxnSpLocks/>
            <a:stCxn id="53" idx="1"/>
            <a:endCxn id="44" idx="3"/>
          </p:cNvCxnSpPr>
          <p:nvPr/>
        </p:nvCxnSpPr>
        <p:spPr>
          <a:xfrm flipH="1">
            <a:off x="6878494" y="6096017"/>
            <a:ext cx="415469" cy="1318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Forma"/>
          <p:cNvCxnSpPr>
            <a:cxnSpLocks/>
            <a:stCxn id="47" idx="2"/>
            <a:endCxn id="49" idx="0"/>
          </p:cNvCxnSpPr>
          <p:nvPr/>
        </p:nvCxnSpPr>
        <p:spPr>
          <a:xfrm rot="5400000">
            <a:off x="6632172" y="3095910"/>
            <a:ext cx="593624" cy="742697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Forma"/>
          <p:cNvCxnSpPr>
            <a:cxnSpLocks/>
            <a:stCxn id="47" idx="2"/>
            <a:endCxn id="50" idx="0"/>
          </p:cNvCxnSpPr>
          <p:nvPr/>
        </p:nvCxnSpPr>
        <p:spPr>
          <a:xfrm rot="16200000" flipH="1">
            <a:off x="7375385" y="3095393"/>
            <a:ext cx="593624" cy="74373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 de flecha"/>
          <p:cNvCxnSpPr>
            <a:cxnSpLocks/>
            <a:stCxn id="45" idx="2"/>
            <a:endCxn id="47" idx="0"/>
          </p:cNvCxnSpPr>
          <p:nvPr/>
        </p:nvCxnSpPr>
        <p:spPr>
          <a:xfrm flipH="1">
            <a:off x="7300332" y="2303581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 de flecha"/>
          <p:cNvCxnSpPr>
            <a:cxnSpLocks/>
            <a:stCxn id="31" idx="2"/>
            <a:endCxn id="45" idx="0"/>
          </p:cNvCxnSpPr>
          <p:nvPr/>
        </p:nvCxnSpPr>
        <p:spPr>
          <a:xfrm flipH="1">
            <a:off x="7300898" y="1374303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Forma"/>
          <p:cNvCxnSpPr>
            <a:cxnSpLocks/>
            <a:stCxn id="28" idx="3"/>
            <a:endCxn id="31" idx="1"/>
          </p:cNvCxnSpPr>
          <p:nvPr/>
        </p:nvCxnSpPr>
        <p:spPr>
          <a:xfrm>
            <a:off x="5827010" y="524361"/>
            <a:ext cx="617198" cy="56248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96 Forma libre"/>
          <p:cNvSpPr/>
          <p:nvPr/>
        </p:nvSpPr>
        <p:spPr>
          <a:xfrm>
            <a:off x="2677129" y="2250274"/>
            <a:ext cx="3799987" cy="3615988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99" name="98 Rectángulo redondeado"/>
          <p:cNvSpPr/>
          <p:nvPr/>
        </p:nvSpPr>
        <p:spPr>
          <a:xfrm>
            <a:off x="706525" y="4572008"/>
            <a:ext cx="1957853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Consumo interno</a:t>
            </a:r>
          </a:p>
        </p:txBody>
      </p:sp>
      <p:sp>
        <p:nvSpPr>
          <p:cNvPr id="100" name="99 Rectángulo redondeado"/>
          <p:cNvSpPr/>
          <p:nvPr/>
        </p:nvSpPr>
        <p:spPr>
          <a:xfrm>
            <a:off x="706525" y="3857627"/>
            <a:ext cx="1957853" cy="4559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Producción</a:t>
            </a:r>
          </a:p>
        </p:txBody>
      </p:sp>
      <p:sp>
        <p:nvSpPr>
          <p:cNvPr id="102" name="101 Rectángulo redondeado"/>
          <p:cNvSpPr/>
          <p:nvPr/>
        </p:nvSpPr>
        <p:spPr>
          <a:xfrm>
            <a:off x="706525" y="2658003"/>
            <a:ext cx="1957853" cy="8458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Reactivación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sp>
        <p:nvSpPr>
          <p:cNvPr id="103" name="102 Rectángulo redondeado"/>
          <p:cNvSpPr/>
          <p:nvPr/>
        </p:nvSpPr>
        <p:spPr>
          <a:xfrm>
            <a:off x="1139427" y="1893084"/>
            <a:ext cx="10920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103 Conector recto de flecha"/>
          <p:cNvCxnSpPr>
            <a:cxnSpLocks/>
            <a:stCxn id="35" idx="0"/>
            <a:endCxn id="99" idx="2"/>
          </p:cNvCxnSpPr>
          <p:nvPr/>
        </p:nvCxnSpPr>
        <p:spPr>
          <a:xfrm flipV="1">
            <a:off x="1685452" y="5072074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06 Conector recto de flecha"/>
          <p:cNvCxnSpPr>
            <a:cxnSpLocks/>
            <a:stCxn id="99" idx="0"/>
            <a:endCxn id="100" idx="2"/>
          </p:cNvCxnSpPr>
          <p:nvPr/>
        </p:nvCxnSpPr>
        <p:spPr>
          <a:xfrm flipV="1">
            <a:off x="1685452" y="4313605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 de flecha"/>
          <p:cNvCxnSpPr>
            <a:cxnSpLocks/>
            <a:stCxn id="100" idx="0"/>
            <a:endCxn id="102" idx="2"/>
          </p:cNvCxnSpPr>
          <p:nvPr/>
        </p:nvCxnSpPr>
        <p:spPr>
          <a:xfrm flipV="1">
            <a:off x="1685452" y="3503859"/>
            <a:ext cx="0" cy="3537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116 Conector recto de flecha"/>
          <p:cNvCxnSpPr>
            <a:cxnSpLocks/>
            <a:stCxn id="102" idx="0"/>
            <a:endCxn id="103" idx="2"/>
          </p:cNvCxnSpPr>
          <p:nvPr/>
        </p:nvCxnSpPr>
        <p:spPr>
          <a:xfrm flipH="1" flipV="1">
            <a:off x="1685451" y="2250274"/>
            <a:ext cx="1" cy="40772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119 Rectángulo redondeado"/>
          <p:cNvSpPr/>
          <p:nvPr/>
        </p:nvSpPr>
        <p:spPr>
          <a:xfrm>
            <a:off x="4471687" y="5102663"/>
            <a:ext cx="1214446" cy="6463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de B.C.</a:t>
            </a:r>
          </a:p>
        </p:txBody>
      </p:sp>
      <p:cxnSp>
        <p:nvCxnSpPr>
          <p:cNvPr id="121" name="120 Forma"/>
          <p:cNvCxnSpPr>
            <a:cxnSpLocks/>
            <a:stCxn id="33" idx="1"/>
            <a:endCxn id="120" idx="0"/>
          </p:cNvCxnSpPr>
          <p:nvPr/>
        </p:nvCxnSpPr>
        <p:spPr>
          <a:xfrm rot="10800000" flipV="1">
            <a:off x="5078911" y="4734461"/>
            <a:ext cx="799545" cy="368202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Forma"/>
          <p:cNvCxnSpPr>
            <a:cxnSpLocks/>
            <a:stCxn id="44" idx="1"/>
            <a:endCxn id="120" idx="2"/>
          </p:cNvCxnSpPr>
          <p:nvPr/>
        </p:nvCxnSpPr>
        <p:spPr>
          <a:xfrm rot="10800000">
            <a:off x="5078911" y="5749026"/>
            <a:ext cx="585137" cy="36017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128 Rectángulo redondeado"/>
          <p:cNvSpPr/>
          <p:nvPr/>
        </p:nvSpPr>
        <p:spPr>
          <a:xfrm>
            <a:off x="2478258" y="6031080"/>
            <a:ext cx="1386206" cy="5336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relaciona con espiral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129 Rectángulo redondeado"/>
          <p:cNvSpPr/>
          <p:nvPr/>
        </p:nvSpPr>
        <p:spPr>
          <a:xfrm>
            <a:off x="195650" y="551710"/>
            <a:ext cx="2035824" cy="1081842"/>
          </a:xfrm>
          <a:prstGeom prst="roundRect">
            <a:avLst>
              <a:gd name="adj" fmla="val 931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producción de </a:t>
            </a:r>
            <a:r>
              <a:rPr lang="es-AR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exportables</a:t>
            </a: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reaccionaba</a:t>
            </a:r>
          </a:p>
        </p:txBody>
      </p:sp>
      <p:cxnSp>
        <p:nvCxnSpPr>
          <p:cNvPr id="131" name="130 Forma"/>
          <p:cNvCxnSpPr>
            <a:cxnSpLocks/>
            <a:stCxn id="103" idx="3"/>
            <a:endCxn id="28" idx="1"/>
          </p:cNvCxnSpPr>
          <p:nvPr/>
        </p:nvCxnSpPr>
        <p:spPr>
          <a:xfrm flipV="1">
            <a:off x="2231474" y="524361"/>
            <a:ext cx="1014078" cy="154731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0 Forma"/>
          <p:cNvCxnSpPr>
            <a:cxnSpLocks/>
            <a:stCxn id="130" idx="3"/>
            <a:endCxn id="28" idx="1"/>
          </p:cNvCxnSpPr>
          <p:nvPr/>
        </p:nvCxnSpPr>
        <p:spPr>
          <a:xfrm flipV="1">
            <a:off x="2231474" y="524361"/>
            <a:ext cx="1014078" cy="56827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Rectángulo redondeado"/>
          <p:cNvSpPr/>
          <p:nvPr/>
        </p:nvSpPr>
        <p:spPr>
          <a:xfrm>
            <a:off x="5947873" y="4882412"/>
            <a:ext cx="1243474" cy="6005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Aun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estancada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96 Forma libre">
            <a:extLst>
              <a:ext uri="{FF2B5EF4-FFF2-40B4-BE49-F238E27FC236}">
                <a16:creationId xmlns:a16="http://schemas.microsoft.com/office/drawing/2014/main" id="{2E1E7B3B-A013-4430-B392-041BD498B31C}"/>
              </a:ext>
            </a:extLst>
          </p:cNvPr>
          <p:cNvSpPr/>
          <p:nvPr/>
        </p:nvSpPr>
        <p:spPr>
          <a:xfrm rot="14602025" flipH="1" flipV="1">
            <a:off x="2557521" y="4259111"/>
            <a:ext cx="2042333" cy="992954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70967BF9-33DD-455D-A1DD-40A351A1493D}"/>
              </a:ext>
            </a:extLst>
          </p:cNvPr>
          <p:cNvSpPr txBox="1"/>
          <p:nvPr/>
        </p:nvSpPr>
        <p:spPr>
          <a:xfrm>
            <a:off x="7956665" y="6593148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231A95-DE39-4574-A00A-0338C67A0D1C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interanual del PIB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A0C5C3EB-9A7A-4A39-8AD8-4529D5597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036800"/>
              </p:ext>
            </p:extLst>
          </p:nvPr>
        </p:nvGraphicFramePr>
        <p:xfrm>
          <a:off x="148678" y="1556792"/>
          <a:ext cx="8995322" cy="5157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Flecha: hacia arriba 8">
            <a:extLst>
              <a:ext uri="{FF2B5EF4-FFF2-40B4-BE49-F238E27FC236}">
                <a16:creationId xmlns:a16="http://schemas.microsoft.com/office/drawing/2014/main" id="{D110DB7E-C29A-4DAF-BD10-79A3B1234EBE}"/>
              </a:ext>
            </a:extLst>
          </p:cNvPr>
          <p:cNvSpPr/>
          <p:nvPr/>
        </p:nvSpPr>
        <p:spPr>
          <a:xfrm>
            <a:off x="3517712" y="4856203"/>
            <a:ext cx="886264" cy="506436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echa: hacia arriba 9">
            <a:extLst>
              <a:ext uri="{FF2B5EF4-FFF2-40B4-BE49-F238E27FC236}">
                <a16:creationId xmlns:a16="http://schemas.microsoft.com/office/drawing/2014/main" id="{8E2463AE-1966-427D-BC59-89DC6CA1C408}"/>
              </a:ext>
            </a:extLst>
          </p:cNvPr>
          <p:cNvSpPr/>
          <p:nvPr/>
        </p:nvSpPr>
        <p:spPr>
          <a:xfrm>
            <a:off x="4323724" y="5534566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lecha: hacia arriba 10">
            <a:extLst>
              <a:ext uri="{FF2B5EF4-FFF2-40B4-BE49-F238E27FC236}">
                <a16:creationId xmlns:a16="http://schemas.microsoft.com/office/drawing/2014/main" id="{75CA7840-A29A-493A-AD25-5C7BAE42D12C}"/>
              </a:ext>
            </a:extLst>
          </p:cNvPr>
          <p:cNvSpPr/>
          <p:nvPr/>
        </p:nvSpPr>
        <p:spPr>
          <a:xfrm>
            <a:off x="8043659" y="5077145"/>
            <a:ext cx="1226641" cy="506436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lecha: hacia arriba 11">
            <a:extLst>
              <a:ext uri="{FF2B5EF4-FFF2-40B4-BE49-F238E27FC236}">
                <a16:creationId xmlns:a16="http://schemas.microsoft.com/office/drawing/2014/main" id="{A21F1CD6-7032-4B7B-B4B0-B7E93DC54474}"/>
              </a:ext>
            </a:extLst>
          </p:cNvPr>
          <p:cNvSpPr/>
          <p:nvPr/>
        </p:nvSpPr>
        <p:spPr>
          <a:xfrm>
            <a:off x="6842428" y="5786612"/>
            <a:ext cx="1199066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672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E INFLACIÓN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FD3B24A-2A6A-42C5-88AD-6688DC1783CB}"/>
              </a:ext>
            </a:extLst>
          </p:cNvPr>
          <p:cNvSpPr/>
          <p:nvPr/>
        </p:nvSpPr>
        <p:spPr>
          <a:xfrm>
            <a:off x="1403648" y="1124744"/>
            <a:ext cx="2304256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“SEGUNDO GIRO”</a:t>
            </a:r>
          </a:p>
        </p:txBody>
      </p:sp>
    </p:spTree>
    <p:extLst>
      <p:ext uri="{BB962C8B-B14F-4D97-AF65-F5344CB8AC3E}">
        <p14:creationId xmlns:p14="http://schemas.microsoft.com/office/powerpoint/2010/main" val="45140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SEGUNDO PERONISMO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231A95-DE39-4574-A00A-0338C67A0D1C}"/>
              </a:ext>
            </a:extLst>
          </p:cNvPr>
          <p:cNvSpPr/>
          <p:nvPr/>
        </p:nvSpPr>
        <p:spPr>
          <a:xfrm>
            <a:off x="2766534" y="776721"/>
            <a:ext cx="3888432" cy="6429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GIRO EN LA POLÍTICA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9 Rectángulo redondeado">
            <a:extLst>
              <a:ext uri="{FF2B5EF4-FFF2-40B4-BE49-F238E27FC236}">
                <a16:creationId xmlns:a16="http://schemas.microsoft.com/office/drawing/2014/main" id="{491FE8BC-6821-4DE8-AA67-D51E8BB426AF}"/>
              </a:ext>
            </a:extLst>
          </p:cNvPr>
          <p:cNvSpPr/>
          <p:nvPr/>
        </p:nvSpPr>
        <p:spPr>
          <a:xfrm>
            <a:off x="3909636" y="1617033"/>
            <a:ext cx="1368152" cy="5760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1951-52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21 Rectángulo redondeado">
            <a:extLst>
              <a:ext uri="{FF2B5EF4-FFF2-40B4-BE49-F238E27FC236}">
                <a16:creationId xmlns:a16="http://schemas.microsoft.com/office/drawing/2014/main" id="{808D021B-2891-4B4E-A7F4-82870C5C0DE6}"/>
              </a:ext>
            </a:extLst>
          </p:cNvPr>
          <p:cNvSpPr/>
          <p:nvPr/>
        </p:nvSpPr>
        <p:spPr>
          <a:xfrm>
            <a:off x="927522" y="3012389"/>
            <a:ext cx="3109596" cy="975869"/>
          </a:xfrm>
          <a:prstGeom prst="roundRect">
            <a:avLst>
              <a:gd name="adj" fmla="val 962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Evidente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resolver el estrangulamiento de divisas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22 Rectángulo redondeado">
            <a:extLst>
              <a:ext uri="{FF2B5EF4-FFF2-40B4-BE49-F238E27FC236}">
                <a16:creationId xmlns:a16="http://schemas.microsoft.com/office/drawing/2014/main" id="{3361EC2A-243F-4825-8413-119D3A0197F6}"/>
              </a:ext>
            </a:extLst>
          </p:cNvPr>
          <p:cNvSpPr/>
          <p:nvPr/>
        </p:nvSpPr>
        <p:spPr>
          <a:xfrm>
            <a:off x="927522" y="4936315"/>
            <a:ext cx="3109596" cy="808894"/>
          </a:xfrm>
          <a:prstGeom prst="roundRect">
            <a:avLst>
              <a:gd name="adj" fmla="val 749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Incentivos a la actividad rural</a:t>
            </a:r>
          </a:p>
        </p:txBody>
      </p:sp>
      <p:cxnSp>
        <p:nvCxnSpPr>
          <p:cNvPr id="21" name="35 Conector recto de flecha">
            <a:extLst>
              <a:ext uri="{FF2B5EF4-FFF2-40B4-BE49-F238E27FC236}">
                <a16:creationId xmlns:a16="http://schemas.microsoft.com/office/drawing/2014/main" id="{4C51A963-2D72-4530-8047-735FA47FE8A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2482320" y="3988258"/>
            <a:ext cx="0" cy="94805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22 Rectángulo redondeado">
            <a:extLst>
              <a:ext uri="{FF2B5EF4-FFF2-40B4-BE49-F238E27FC236}">
                <a16:creationId xmlns:a16="http://schemas.microsoft.com/office/drawing/2014/main" id="{02BA064C-7A8F-46E4-B2B9-989223600391}"/>
              </a:ext>
            </a:extLst>
          </p:cNvPr>
          <p:cNvSpPr/>
          <p:nvPr/>
        </p:nvSpPr>
        <p:spPr>
          <a:xfrm>
            <a:off x="927522" y="5877636"/>
            <a:ext cx="3109596" cy="808894"/>
          </a:xfrm>
          <a:prstGeom prst="roundRect">
            <a:avLst>
              <a:gd name="adj" fmla="val 749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Cooperación de capital extranjero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21 Rectángulo redondeado">
            <a:extLst>
              <a:ext uri="{FF2B5EF4-FFF2-40B4-BE49-F238E27FC236}">
                <a16:creationId xmlns:a16="http://schemas.microsoft.com/office/drawing/2014/main" id="{70F38780-7239-477D-BD6D-87B4CB08C419}"/>
              </a:ext>
            </a:extLst>
          </p:cNvPr>
          <p:cNvSpPr/>
          <p:nvPr/>
        </p:nvSpPr>
        <p:spPr>
          <a:xfrm>
            <a:off x="5114187" y="3009578"/>
            <a:ext cx="3109596" cy="975869"/>
          </a:xfrm>
          <a:prstGeom prst="roundRect">
            <a:avLst>
              <a:gd name="adj" fmla="val 962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Impostergable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detener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proceso inflacionario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22 Rectángulo redondeado">
            <a:extLst>
              <a:ext uri="{FF2B5EF4-FFF2-40B4-BE49-F238E27FC236}">
                <a16:creationId xmlns:a16="http://schemas.microsoft.com/office/drawing/2014/main" id="{B2BEB95C-C3A6-46FF-ACCA-81076B868903}"/>
              </a:ext>
            </a:extLst>
          </p:cNvPr>
          <p:cNvSpPr/>
          <p:nvPr/>
        </p:nvSpPr>
        <p:spPr>
          <a:xfrm>
            <a:off x="5106882" y="4954747"/>
            <a:ext cx="3109596" cy="808894"/>
          </a:xfrm>
          <a:prstGeom prst="roundRect">
            <a:avLst>
              <a:gd name="adj" fmla="val 749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Restringir la demanda agregada</a:t>
            </a:r>
          </a:p>
        </p:txBody>
      </p:sp>
      <p:sp>
        <p:nvSpPr>
          <p:cNvPr id="17" name="23 Rectángulo redondeado">
            <a:extLst>
              <a:ext uri="{FF2B5EF4-FFF2-40B4-BE49-F238E27FC236}">
                <a16:creationId xmlns:a16="http://schemas.microsoft.com/office/drawing/2014/main" id="{C3619F6D-1482-47BA-8C40-78626B7886A5}"/>
              </a:ext>
            </a:extLst>
          </p:cNvPr>
          <p:cNvSpPr/>
          <p:nvPr/>
        </p:nvSpPr>
        <p:spPr>
          <a:xfrm>
            <a:off x="3528865" y="4293096"/>
            <a:ext cx="2124228" cy="8088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rumbo en el segundo gobierno de Perón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35 Conector recto de flecha">
            <a:extLst>
              <a:ext uri="{FF2B5EF4-FFF2-40B4-BE49-F238E27FC236}">
                <a16:creationId xmlns:a16="http://schemas.microsoft.com/office/drawing/2014/main" id="{32067F37-7435-45A8-838F-FF98BF76B1E2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6661680" y="3985447"/>
            <a:ext cx="7305" cy="96930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46128BB4-94A3-4514-BCC5-759F4B53CA93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3128370" y="1547047"/>
            <a:ext cx="819292" cy="2111392"/>
          </a:xfrm>
          <a:prstGeom prst="bentConnector3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C88DF7C8-D48F-4FF3-8EA8-A16F3DD5D36C}"/>
              </a:ext>
            </a:extLst>
          </p:cNvPr>
          <p:cNvCxnSpPr>
            <a:cxnSpLocks/>
            <a:stCxn id="13" idx="2"/>
            <a:endCxn id="45" idx="0"/>
          </p:cNvCxnSpPr>
          <p:nvPr/>
        </p:nvCxnSpPr>
        <p:spPr>
          <a:xfrm rot="16200000" flipH="1">
            <a:off x="5223108" y="1563700"/>
            <a:ext cx="816481" cy="2075273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279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9 Rectángulo redondeado">
            <a:extLst>
              <a:ext uri="{FF2B5EF4-FFF2-40B4-BE49-F238E27FC236}">
                <a16:creationId xmlns:a16="http://schemas.microsoft.com/office/drawing/2014/main" id="{491FE8BC-6821-4DE8-AA67-D51E8BB426AF}"/>
              </a:ext>
            </a:extLst>
          </p:cNvPr>
          <p:cNvSpPr/>
          <p:nvPr/>
        </p:nvSpPr>
        <p:spPr>
          <a:xfrm>
            <a:off x="1114167" y="2060848"/>
            <a:ext cx="2414697" cy="5760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21 Rectángulo redondeado">
            <a:extLst>
              <a:ext uri="{FF2B5EF4-FFF2-40B4-BE49-F238E27FC236}">
                <a16:creationId xmlns:a16="http://schemas.microsoft.com/office/drawing/2014/main" id="{70F38780-7239-477D-BD6D-87B4CB08C419}"/>
              </a:ext>
            </a:extLst>
          </p:cNvPr>
          <p:cNvSpPr/>
          <p:nvPr/>
        </p:nvSpPr>
        <p:spPr>
          <a:xfrm>
            <a:off x="3851920" y="2060849"/>
            <a:ext cx="4642389" cy="576064"/>
          </a:xfrm>
          <a:prstGeom prst="roundRect">
            <a:avLst>
              <a:gd name="adj" fmla="val 1882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y congelamiento por dos años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9 Rectángulo redondeado">
            <a:extLst>
              <a:ext uri="{FF2B5EF4-FFF2-40B4-BE49-F238E27FC236}">
                <a16:creationId xmlns:a16="http://schemas.microsoft.com/office/drawing/2014/main" id="{E0776925-1C89-45F8-8B62-4C2FB7C2655C}"/>
              </a:ext>
            </a:extLst>
          </p:cNvPr>
          <p:cNvSpPr/>
          <p:nvPr/>
        </p:nvSpPr>
        <p:spPr>
          <a:xfrm>
            <a:off x="1114166" y="2852936"/>
            <a:ext cx="2414697" cy="1011814"/>
          </a:xfrm>
          <a:prstGeom prst="roundRect">
            <a:avLst>
              <a:gd name="adj" fmla="val 1404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21 Rectángulo redondeado">
            <a:extLst>
              <a:ext uri="{FF2B5EF4-FFF2-40B4-BE49-F238E27FC236}">
                <a16:creationId xmlns:a16="http://schemas.microsoft.com/office/drawing/2014/main" id="{02EEC116-8F54-441B-90C7-D8ECF97EB898}"/>
              </a:ext>
            </a:extLst>
          </p:cNvPr>
          <p:cNvSpPr/>
          <p:nvPr/>
        </p:nvSpPr>
        <p:spPr>
          <a:xfrm>
            <a:off x="3851920" y="2852936"/>
            <a:ext cx="4642389" cy="1011814"/>
          </a:xfrm>
          <a:prstGeom prst="roundRect">
            <a:avLst>
              <a:gd name="adj" fmla="val 1227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“racionalización administrativa”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Recortes presupuestarios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Modificación de impuestos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 redondeado">
            <a:extLst>
              <a:ext uri="{FF2B5EF4-FFF2-40B4-BE49-F238E27FC236}">
                <a16:creationId xmlns:a16="http://schemas.microsoft.com/office/drawing/2014/main" id="{0AECB277-B2AC-4302-8CEF-48D10EE8A2B8}"/>
              </a:ext>
            </a:extLst>
          </p:cNvPr>
          <p:cNvSpPr/>
          <p:nvPr/>
        </p:nvSpPr>
        <p:spPr>
          <a:xfrm>
            <a:off x="1121469" y="4149080"/>
            <a:ext cx="2414697" cy="1011814"/>
          </a:xfrm>
          <a:prstGeom prst="roundRect">
            <a:avLst>
              <a:gd name="adj" fmla="val 1404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21 Rectángulo redondeado">
            <a:extLst>
              <a:ext uri="{FF2B5EF4-FFF2-40B4-BE49-F238E27FC236}">
                <a16:creationId xmlns:a16="http://schemas.microsoft.com/office/drawing/2014/main" id="{BE5E08EA-57BF-4541-BBC8-F19D5A64C190}"/>
              </a:ext>
            </a:extLst>
          </p:cNvPr>
          <p:cNvSpPr/>
          <p:nvPr/>
        </p:nvSpPr>
        <p:spPr>
          <a:xfrm>
            <a:off x="3859223" y="4149080"/>
            <a:ext cx="4642389" cy="1011814"/>
          </a:xfrm>
          <a:prstGeom prst="roundRect">
            <a:avLst>
              <a:gd name="adj" fmla="val 1227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 financiamiento al gobierno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de crédito menos laxa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Restrictiva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5 Rectángulo redondeado">
            <a:extLst>
              <a:ext uri="{FF2B5EF4-FFF2-40B4-BE49-F238E27FC236}">
                <a16:creationId xmlns:a16="http://schemas.microsoft.com/office/drawing/2014/main" id="{ACBCEAAB-2D24-4164-97AB-B2FD4B54C39E}"/>
              </a:ext>
            </a:extLst>
          </p:cNvPr>
          <p:cNvSpPr/>
          <p:nvPr/>
        </p:nvSpPr>
        <p:spPr>
          <a:xfrm>
            <a:off x="2051720" y="985858"/>
            <a:ext cx="5040560" cy="6429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MEDIDAS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9 Rectángulo redondeado">
            <a:extLst>
              <a:ext uri="{FF2B5EF4-FFF2-40B4-BE49-F238E27FC236}">
                <a16:creationId xmlns:a16="http://schemas.microsoft.com/office/drawing/2014/main" id="{AEB8BC40-7DDF-4422-9A70-E79FDD09EE22}"/>
              </a:ext>
            </a:extLst>
          </p:cNvPr>
          <p:cNvSpPr/>
          <p:nvPr/>
        </p:nvSpPr>
        <p:spPr>
          <a:xfrm>
            <a:off x="179512" y="5821364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CONTENER LA DEMANDA AGREGADA</a:t>
            </a:r>
          </a:p>
        </p:txBody>
      </p:sp>
    </p:spTree>
    <p:extLst>
      <p:ext uri="{BB962C8B-B14F-4D97-AF65-F5344CB8AC3E}">
        <p14:creationId xmlns:p14="http://schemas.microsoft.com/office/powerpoint/2010/main" val="2455250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21EF65A-FA3A-4526-8664-3CC8C7DC7B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117431"/>
              </p:ext>
            </p:extLst>
          </p:nvPr>
        </p:nvGraphicFramePr>
        <p:xfrm>
          <a:off x="0" y="814387"/>
          <a:ext cx="9187424" cy="604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7668493-7BBE-4FA4-A8AC-7F4CE551C420}"/>
              </a:ext>
            </a:extLst>
          </p:cNvPr>
          <p:cNvSpPr/>
          <p:nvPr/>
        </p:nvSpPr>
        <p:spPr>
          <a:xfrm>
            <a:off x="5220072" y="3357079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2,3%</a:t>
            </a:r>
          </a:p>
        </p:txBody>
      </p:sp>
    </p:spTree>
    <p:extLst>
      <p:ext uri="{BB962C8B-B14F-4D97-AF65-F5344CB8AC3E}">
        <p14:creationId xmlns:p14="http://schemas.microsoft.com/office/powerpoint/2010/main" val="1453482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74342BC-E119-4AC9-AF5E-13A7DFFE8C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1716494"/>
              </p:ext>
            </p:extLst>
          </p:nvPr>
        </p:nvGraphicFramePr>
        <p:xfrm>
          <a:off x="27322" y="685800"/>
          <a:ext cx="9009173" cy="6055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6D46D771-C90C-4E65-9B80-2216D431E107}"/>
              </a:ext>
            </a:extLst>
          </p:cNvPr>
          <p:cNvSpPr/>
          <p:nvPr/>
        </p:nvSpPr>
        <p:spPr>
          <a:xfrm>
            <a:off x="4251717" y="3284984"/>
            <a:ext cx="504056" cy="936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9789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251520" y="2636912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Moderó inflación pero golpeó producción y empleo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51520" y="4941168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54 - 55  ∆Demanda y ∆Producción (pero más lento q la población) 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251520" y="3212976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53  buena cosecha y se permitió aumento de las M 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251520" y="3789040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53  se alivió el crédito y 54   2º plan quinquenal 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251520" y="4365104"/>
            <a:ext cx="8568952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54  se otorgaron aumentos salariales</a:t>
            </a:r>
          </a:p>
        </p:txBody>
      </p:sp>
      <p:sp>
        <p:nvSpPr>
          <p:cNvPr id="11" name="56 Rectángulo redondeado">
            <a:extLst>
              <a:ext uri="{FF2B5EF4-FFF2-40B4-BE49-F238E27FC236}">
                <a16:creationId xmlns:a16="http://schemas.microsoft.com/office/drawing/2014/main" id="{59E6FBF5-9D4A-4552-A8F4-29124EE1CB82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5 Rectángulo redondeado">
            <a:extLst>
              <a:ext uri="{FF2B5EF4-FFF2-40B4-BE49-F238E27FC236}">
                <a16:creationId xmlns:a16="http://schemas.microsoft.com/office/drawing/2014/main" id="{5BC2DF6E-12B9-41E5-9DCB-6120EB772985}"/>
              </a:ext>
            </a:extLst>
          </p:cNvPr>
          <p:cNvSpPr/>
          <p:nvPr/>
        </p:nvSpPr>
        <p:spPr>
          <a:xfrm>
            <a:off x="2051720" y="985858"/>
            <a:ext cx="5040560" cy="6429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CONSECUENCIAS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923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C772571-F8B0-4D30-94A1-BED68F9436CC}"/>
              </a:ext>
            </a:extLst>
          </p:cNvPr>
          <p:cNvGraphicFramePr>
            <a:graphicFrameLocks/>
          </p:cNvGraphicFramePr>
          <p:nvPr/>
        </p:nvGraphicFramePr>
        <p:xfrm>
          <a:off x="21712" y="1484784"/>
          <a:ext cx="8798760" cy="5184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lecha: hacia arriba 4">
            <a:extLst>
              <a:ext uri="{FF2B5EF4-FFF2-40B4-BE49-F238E27FC236}">
                <a16:creationId xmlns:a16="http://schemas.microsoft.com/office/drawing/2014/main" id="{E3F28E59-2F52-4C68-891F-7BBDB0EAAF93}"/>
              </a:ext>
            </a:extLst>
          </p:cNvPr>
          <p:cNvSpPr/>
          <p:nvPr/>
        </p:nvSpPr>
        <p:spPr>
          <a:xfrm>
            <a:off x="5292080" y="3176953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3BE74F-EBC6-48E1-A533-1BD5AECEC1A0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 Real (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27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19D7EFA-52A5-4E80-B57F-26BB4B1C3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7198181"/>
              </p:ext>
            </p:extLst>
          </p:nvPr>
        </p:nvGraphicFramePr>
        <p:xfrm>
          <a:off x="179512" y="2132856"/>
          <a:ext cx="4680520" cy="3603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lecha: hacia arriba 4">
            <a:extLst>
              <a:ext uri="{FF2B5EF4-FFF2-40B4-BE49-F238E27FC236}">
                <a16:creationId xmlns:a16="http://schemas.microsoft.com/office/drawing/2014/main" id="{E3F28E59-2F52-4C68-891F-7BBDB0EAAF93}"/>
              </a:ext>
            </a:extLst>
          </p:cNvPr>
          <p:cNvSpPr/>
          <p:nvPr/>
        </p:nvSpPr>
        <p:spPr>
          <a:xfrm>
            <a:off x="2699792" y="3789040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3BE74F-EBC6-48E1-A533-1BD5AECEC1A0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 (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1B5D7D78-CCD5-4B5E-B5BF-68D73851246F}"/>
              </a:ext>
            </a:extLst>
          </p:cNvPr>
          <p:cNvSpPr/>
          <p:nvPr/>
        </p:nvSpPr>
        <p:spPr>
          <a:xfrm>
            <a:off x="3275856" y="3212976"/>
            <a:ext cx="288032" cy="144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s igual a 2">
            <a:extLst>
              <a:ext uri="{FF2B5EF4-FFF2-40B4-BE49-F238E27FC236}">
                <a16:creationId xmlns:a16="http://schemas.microsoft.com/office/drawing/2014/main" id="{7992D6AF-E556-40C1-B0BA-F3C0E02EEC13}"/>
              </a:ext>
            </a:extLst>
          </p:cNvPr>
          <p:cNvSpPr/>
          <p:nvPr/>
        </p:nvSpPr>
        <p:spPr>
          <a:xfrm>
            <a:off x="3266255" y="2679285"/>
            <a:ext cx="288032" cy="272201"/>
          </a:xfrm>
          <a:prstGeom prst="mathEqual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CEA5AC87-3F44-4863-A214-EFA71D4FE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3609683"/>
              </p:ext>
            </p:extLst>
          </p:nvPr>
        </p:nvGraphicFramePr>
        <p:xfrm>
          <a:off x="5094312" y="2679285"/>
          <a:ext cx="3870176" cy="412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lecha: hacia arriba 10">
            <a:extLst>
              <a:ext uri="{FF2B5EF4-FFF2-40B4-BE49-F238E27FC236}">
                <a16:creationId xmlns:a16="http://schemas.microsoft.com/office/drawing/2014/main" id="{FFC4683C-963C-4E6F-8FD0-A323933B3A42}"/>
              </a:ext>
            </a:extLst>
          </p:cNvPr>
          <p:cNvSpPr/>
          <p:nvPr/>
        </p:nvSpPr>
        <p:spPr>
          <a:xfrm>
            <a:off x="7111280" y="4869160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BE11F321-6E0D-47A5-A7D3-0C50E00DC0BE}"/>
              </a:ext>
            </a:extLst>
          </p:cNvPr>
          <p:cNvSpPr/>
          <p:nvPr/>
        </p:nvSpPr>
        <p:spPr>
          <a:xfrm rot="19936671">
            <a:off x="6929350" y="4630269"/>
            <a:ext cx="1727050" cy="1124909"/>
          </a:xfrm>
          <a:custGeom>
            <a:avLst/>
            <a:gdLst>
              <a:gd name="connsiteX0" fmla="*/ 0 w 2093844"/>
              <a:gd name="connsiteY0" fmla="*/ 116553 h 885179"/>
              <a:gd name="connsiteX1" fmla="*/ 1391478 w 2093844"/>
              <a:gd name="connsiteY1" fmla="*/ 63544 h 885179"/>
              <a:gd name="connsiteX2" fmla="*/ 2093844 w 2093844"/>
              <a:gd name="connsiteY2" fmla="*/ 885179 h 88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3844" h="885179">
                <a:moveTo>
                  <a:pt x="0" y="116553"/>
                </a:moveTo>
                <a:cubicBezTo>
                  <a:pt x="521252" y="25996"/>
                  <a:pt x="1042504" y="-64560"/>
                  <a:pt x="1391478" y="63544"/>
                </a:cubicBezTo>
                <a:cubicBezTo>
                  <a:pt x="1740452" y="191648"/>
                  <a:pt x="1917148" y="538413"/>
                  <a:pt x="2093844" y="885179"/>
                </a:cubicBezTo>
              </a:path>
            </a:pathLst>
          </a:custGeom>
          <a:noFill/>
          <a:ln w="7620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1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3BE74F-EBC6-48E1-A533-1BD5AECEC1A0}"/>
              </a:ext>
            </a:extLst>
          </p:cNvPr>
          <p:cNvSpPr/>
          <p:nvPr/>
        </p:nvSpPr>
        <p:spPr>
          <a:xfrm>
            <a:off x="611560" y="980728"/>
            <a:ext cx="3816424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IA base monetaria (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E73E1A1F-66DB-4193-AA74-AA9069C416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90217"/>
              </p:ext>
            </p:extLst>
          </p:nvPr>
        </p:nvGraphicFramePr>
        <p:xfrm>
          <a:off x="323528" y="1772816"/>
          <a:ext cx="8712968" cy="5083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Flecha: hacia arriba 13">
            <a:extLst>
              <a:ext uri="{FF2B5EF4-FFF2-40B4-BE49-F238E27FC236}">
                <a16:creationId xmlns:a16="http://schemas.microsoft.com/office/drawing/2014/main" id="{8C6A7C81-EE3D-4D09-87B4-FA56C74A29B8}"/>
              </a:ext>
            </a:extLst>
          </p:cNvPr>
          <p:cNvSpPr/>
          <p:nvPr/>
        </p:nvSpPr>
        <p:spPr>
          <a:xfrm>
            <a:off x="5076056" y="4314732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60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28ADAD8F-09D7-4BCE-B079-DC085CC6D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7975616"/>
              </p:ext>
            </p:extLst>
          </p:nvPr>
        </p:nvGraphicFramePr>
        <p:xfrm>
          <a:off x="0" y="1178598"/>
          <a:ext cx="9144000" cy="5562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Flecha: hacia arriba 10">
            <a:extLst>
              <a:ext uri="{FF2B5EF4-FFF2-40B4-BE49-F238E27FC236}">
                <a16:creationId xmlns:a16="http://schemas.microsoft.com/office/drawing/2014/main" id="{7533F715-D5EC-439F-8199-FBF6A4516AB4}"/>
              </a:ext>
            </a:extLst>
          </p:cNvPr>
          <p:cNvSpPr/>
          <p:nvPr/>
        </p:nvSpPr>
        <p:spPr>
          <a:xfrm>
            <a:off x="6156176" y="5301208"/>
            <a:ext cx="1363190" cy="504093"/>
          </a:xfrm>
          <a:prstGeom prst="up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endParaRPr lang="es-ES"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E4D9CC8-5AD9-411D-B3CD-17BCAA671194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IA y tendencia (INDEC)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05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PLAN ECONÓMICO DE 1952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03BE74F-EBC6-48E1-A533-1BD5AECEC1A0}"/>
              </a:ext>
            </a:extLst>
          </p:cNvPr>
          <p:cNvSpPr/>
          <p:nvPr/>
        </p:nvSpPr>
        <p:spPr>
          <a:xfrm>
            <a:off x="611560" y="980728"/>
            <a:ext cx="4680520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IA comparada (INDEC)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6BE4C5A9-53A6-49CE-9748-361183C12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440343"/>
              </p:ext>
            </p:extLst>
          </p:nvPr>
        </p:nvGraphicFramePr>
        <p:xfrm>
          <a:off x="391974" y="1772816"/>
          <a:ext cx="8360051" cy="4486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4863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¿Y EL PROBLEMA EXTERNO?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E INFLACIÓN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2854AEC-5962-4FC9-8DCF-06B80A9F7471}"/>
              </a:ext>
            </a:extLst>
          </p:cNvPr>
          <p:cNvSpPr/>
          <p:nvPr/>
        </p:nvSpPr>
        <p:spPr>
          <a:xfrm>
            <a:off x="1403648" y="1124744"/>
            <a:ext cx="2304256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“SEGUNDO GIRO”</a:t>
            </a:r>
          </a:p>
        </p:txBody>
      </p:sp>
    </p:spTree>
    <p:extLst>
      <p:ext uri="{BB962C8B-B14F-4D97-AF65-F5344CB8AC3E}">
        <p14:creationId xmlns:p14="http://schemas.microsoft.com/office/powerpoint/2010/main" val="315247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EXTERNO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9 Rectángulo redondeado">
            <a:extLst>
              <a:ext uri="{FF2B5EF4-FFF2-40B4-BE49-F238E27FC236}">
                <a16:creationId xmlns:a16="http://schemas.microsoft.com/office/drawing/2014/main" id="{491FE8BC-6821-4DE8-AA67-D51E8BB426AF}"/>
              </a:ext>
            </a:extLst>
          </p:cNvPr>
          <p:cNvSpPr/>
          <p:nvPr/>
        </p:nvSpPr>
        <p:spPr>
          <a:xfrm>
            <a:off x="610111" y="2187542"/>
            <a:ext cx="2414697" cy="9308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VUELTA AL CAMPO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21 Rectángulo redondeado">
            <a:extLst>
              <a:ext uri="{FF2B5EF4-FFF2-40B4-BE49-F238E27FC236}">
                <a16:creationId xmlns:a16="http://schemas.microsoft.com/office/drawing/2014/main" id="{70F38780-7239-477D-BD6D-87B4CB08C419}"/>
              </a:ext>
            </a:extLst>
          </p:cNvPr>
          <p:cNvSpPr/>
          <p:nvPr/>
        </p:nvSpPr>
        <p:spPr>
          <a:xfrm>
            <a:off x="3347864" y="2187542"/>
            <a:ext cx="5335504" cy="930867"/>
          </a:xfrm>
          <a:prstGeom prst="roundRect">
            <a:avLst>
              <a:gd name="adj" fmla="val 159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de signo en las compras del IAPI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Subsidios, no devaluación (≠ Planes posteriores)</a:t>
            </a:r>
          </a:p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Asignación de créditos al sector agropecuario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9 Rectángulo redondeado">
            <a:extLst>
              <a:ext uri="{FF2B5EF4-FFF2-40B4-BE49-F238E27FC236}">
                <a16:creationId xmlns:a16="http://schemas.microsoft.com/office/drawing/2014/main" id="{E0776925-1C89-45F8-8B62-4C2FB7C2655C}"/>
              </a:ext>
            </a:extLst>
          </p:cNvPr>
          <p:cNvSpPr/>
          <p:nvPr/>
        </p:nvSpPr>
        <p:spPr>
          <a:xfrm>
            <a:off x="610110" y="3717032"/>
            <a:ext cx="2414697" cy="1011814"/>
          </a:xfrm>
          <a:prstGeom prst="roundRect">
            <a:avLst>
              <a:gd name="adj" fmla="val 1404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EXTRANJERO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21 Rectángulo redondeado">
            <a:extLst>
              <a:ext uri="{FF2B5EF4-FFF2-40B4-BE49-F238E27FC236}">
                <a16:creationId xmlns:a16="http://schemas.microsoft.com/office/drawing/2014/main" id="{02EEC116-8F54-441B-90C7-D8ECF97EB898}"/>
              </a:ext>
            </a:extLst>
          </p:cNvPr>
          <p:cNvSpPr/>
          <p:nvPr/>
        </p:nvSpPr>
        <p:spPr>
          <a:xfrm>
            <a:off x="3347864" y="3717032"/>
            <a:ext cx="5335504" cy="1011814"/>
          </a:xfrm>
          <a:prstGeom prst="roundRect">
            <a:avLst>
              <a:gd name="adj" fmla="val 1227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modera el “desdén” al capital extranjero y se recurre a él para financiar déficit de balanza de pagos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995DD21-6BFB-41F9-935B-6868BE433A3F}"/>
              </a:ext>
            </a:extLst>
          </p:cNvPr>
          <p:cNvSpPr/>
          <p:nvPr/>
        </p:nvSpPr>
        <p:spPr>
          <a:xfrm>
            <a:off x="287055" y="1628787"/>
            <a:ext cx="2304256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“PRIMER GIRO”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63A9AB4-47A5-4A70-BF24-4F3488D6FD7F}"/>
              </a:ext>
            </a:extLst>
          </p:cNvPr>
          <p:cNvSpPr/>
          <p:nvPr/>
        </p:nvSpPr>
        <p:spPr>
          <a:xfrm>
            <a:off x="287053" y="4653149"/>
            <a:ext cx="2304256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“TERCER GIRO”</a:t>
            </a:r>
          </a:p>
        </p:txBody>
      </p:sp>
    </p:spTree>
    <p:extLst>
      <p:ext uri="{BB962C8B-B14F-4D97-AF65-F5344CB8AC3E}">
        <p14:creationId xmlns:p14="http://schemas.microsoft.com/office/powerpoint/2010/main" val="3731004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en los precios relativos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2 Gráfico"/>
          <p:cNvGraphicFramePr/>
          <p:nvPr>
            <p:extLst>
              <p:ext uri="{D42A27DB-BD31-4B8C-83A1-F6EECF244321}">
                <p14:modId xmlns:p14="http://schemas.microsoft.com/office/powerpoint/2010/main" val="3117459301"/>
              </p:ext>
            </p:extLst>
          </p:nvPr>
        </p:nvGraphicFramePr>
        <p:xfrm>
          <a:off x="500034" y="2343750"/>
          <a:ext cx="8001056" cy="442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13 Conector recto de flecha"/>
          <p:cNvCxnSpPr>
            <a:cxnSpLocks/>
          </p:cNvCxnSpPr>
          <p:nvPr/>
        </p:nvCxnSpPr>
        <p:spPr>
          <a:xfrm>
            <a:off x="4386714" y="3403404"/>
            <a:ext cx="571504" cy="527261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>
            <a:cxnSpLocks/>
          </p:cNvCxnSpPr>
          <p:nvPr/>
        </p:nvCxnSpPr>
        <p:spPr>
          <a:xfrm flipV="1">
            <a:off x="5028893" y="3508878"/>
            <a:ext cx="589016" cy="316314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16200000" flipV="1">
            <a:off x="3350863" y="4379733"/>
            <a:ext cx="3286148" cy="7143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0" y="1760105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implícitos relativos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(agricultura/industria) – Della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Paolera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56 Rectángulo redondeado">
            <a:extLst>
              <a:ext uri="{FF2B5EF4-FFF2-40B4-BE49-F238E27FC236}">
                <a16:creationId xmlns:a16="http://schemas.microsoft.com/office/drawing/2014/main" id="{7D7449A3-B745-41E6-BE92-E0920547096E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EXTERNO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uadroTexto"/>
          <p:cNvSpPr txBox="1"/>
          <p:nvPr/>
        </p:nvSpPr>
        <p:spPr>
          <a:xfrm>
            <a:off x="0" y="1772816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Superficie sembrada </a:t>
            </a:r>
            <a:r>
              <a:rPr lang="es-ES" b="0" dirty="0"/>
              <a:t>(miles de ha) - </a:t>
            </a:r>
            <a:r>
              <a:rPr lang="es-ES" b="0" dirty="0" err="1"/>
              <a:t>Ferreres</a:t>
            </a:r>
            <a:endParaRPr lang="es-AR" b="0" dirty="0"/>
          </a:p>
        </p:txBody>
      </p:sp>
      <p:graphicFrame>
        <p:nvGraphicFramePr>
          <p:cNvPr id="9" name="1 Gráfico"/>
          <p:cNvGraphicFramePr/>
          <p:nvPr>
            <p:extLst>
              <p:ext uri="{D42A27DB-BD31-4B8C-83A1-F6EECF244321}">
                <p14:modId xmlns:p14="http://schemas.microsoft.com/office/powerpoint/2010/main" val="243532029"/>
              </p:ext>
            </p:extLst>
          </p:nvPr>
        </p:nvGraphicFramePr>
        <p:xfrm>
          <a:off x="214282" y="2344320"/>
          <a:ext cx="8715436" cy="4214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" name="9 Conector recto"/>
          <p:cNvCxnSpPr>
            <a:cxnSpLocks/>
          </p:cNvCxnSpPr>
          <p:nvPr/>
        </p:nvCxnSpPr>
        <p:spPr>
          <a:xfrm flipV="1">
            <a:off x="4931470" y="2924944"/>
            <a:ext cx="0" cy="2858339"/>
          </a:xfrm>
          <a:prstGeom prst="line">
            <a:avLst/>
          </a:prstGeom>
          <a:ln w="381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5643570" y="5058964"/>
            <a:ext cx="3071834" cy="71438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detiene la caída de las superficies cultivadas, pero no se quiebra la tendencia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33 Rectángulo redondeado">
            <a:extLst>
              <a:ext uri="{FF2B5EF4-FFF2-40B4-BE49-F238E27FC236}">
                <a16:creationId xmlns:a16="http://schemas.microsoft.com/office/drawing/2014/main" id="{EAB9B448-91ED-4F12-B09E-A966F8957228}"/>
              </a:ext>
            </a:extLst>
          </p:cNvPr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Poco impacto…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56 Rectángulo redondeado">
            <a:extLst>
              <a:ext uri="{FF2B5EF4-FFF2-40B4-BE49-F238E27FC236}">
                <a16:creationId xmlns:a16="http://schemas.microsoft.com/office/drawing/2014/main" id="{E2E268C0-65A3-4AAD-9EA1-B4C386C6B307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EXTERNO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CB98B99B-44C4-4349-8131-5711316DEB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9572701"/>
              </p:ext>
            </p:extLst>
          </p:nvPr>
        </p:nvGraphicFramePr>
        <p:xfrm>
          <a:off x="179512" y="1644631"/>
          <a:ext cx="8712968" cy="5024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CFC6AAB-7B2D-4CC7-90FA-58179E2BC55C}"/>
              </a:ext>
            </a:extLst>
          </p:cNvPr>
          <p:cNvSpPr/>
          <p:nvPr/>
        </p:nvSpPr>
        <p:spPr>
          <a:xfrm>
            <a:off x="5662316" y="1720376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Cuenta capital (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Ferreres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19 Rectángulo redondeado">
            <a:extLst>
              <a:ext uri="{FF2B5EF4-FFF2-40B4-BE49-F238E27FC236}">
                <a16:creationId xmlns:a16="http://schemas.microsoft.com/office/drawing/2014/main" id="{E555BE7B-D38E-4C32-B321-D69743F2D4A2}"/>
              </a:ext>
            </a:extLst>
          </p:cNvPr>
          <p:cNvSpPr/>
          <p:nvPr/>
        </p:nvSpPr>
        <p:spPr>
          <a:xfrm>
            <a:off x="1835696" y="5013176"/>
            <a:ext cx="2952328" cy="75975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Primero instituciones oficiales y bancos, luego también privados</a:t>
            </a:r>
            <a:endParaRPr lang="es-AR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6 Rectángulo redondeado">
            <a:extLst>
              <a:ext uri="{FF2B5EF4-FFF2-40B4-BE49-F238E27FC236}">
                <a16:creationId xmlns:a16="http://schemas.microsoft.com/office/drawing/2014/main" id="{E06F4A8A-2292-4689-8DB8-16A83827B95A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EXTERNO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C1E5CF6-F005-465F-9E52-3243C7AE7443}"/>
              </a:ext>
            </a:extLst>
          </p:cNvPr>
          <p:cNvSpPr/>
          <p:nvPr/>
        </p:nvSpPr>
        <p:spPr>
          <a:xfrm>
            <a:off x="5280248" y="2140207"/>
            <a:ext cx="1584176" cy="2736305"/>
          </a:xfrm>
          <a:prstGeom prst="ellipse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A0A497-B157-4604-95E8-6FA391F33D93}"/>
              </a:ext>
            </a:extLst>
          </p:cNvPr>
          <p:cNvSpPr/>
          <p:nvPr/>
        </p:nvSpPr>
        <p:spPr>
          <a:xfrm>
            <a:off x="7036394" y="3212976"/>
            <a:ext cx="5613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AR" sz="4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33 Rectángulo redondeado">
            <a:extLst>
              <a:ext uri="{FF2B5EF4-FFF2-40B4-BE49-F238E27FC236}">
                <a16:creationId xmlns:a16="http://schemas.microsoft.com/office/drawing/2014/main" id="{EC7CA0D7-BB54-4038-894D-5B1C6E65B35F}"/>
              </a:ext>
            </a:extLst>
          </p:cNvPr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CAPITAL: corta duración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075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SEGUNDO PLAN QUINQUENAL (1954)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E INFLACIÓN</a:t>
            </a:r>
          </a:p>
        </p:txBody>
      </p:sp>
    </p:spTree>
    <p:extLst>
      <p:ext uri="{BB962C8B-B14F-4D97-AF65-F5344CB8AC3E}">
        <p14:creationId xmlns:p14="http://schemas.microsoft.com/office/powerpoint/2010/main" val="1335231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64D27D-49E3-4F67-8347-B74B902D23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D6D5D3"/>
              </a:clrFrom>
              <a:clrTo>
                <a:srgbClr val="D6D5D3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64"/>
          <a:stretch/>
        </p:blipFill>
        <p:spPr>
          <a:xfrm rot="16200000" flipH="1" flipV="1">
            <a:off x="1575487" y="801147"/>
            <a:ext cx="5993026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06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3E7578-FA8C-48F2-B52F-3932390187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50" r="6951"/>
          <a:stretch/>
        </p:blipFill>
        <p:spPr>
          <a:xfrm rot="5400000">
            <a:off x="2875111" y="838413"/>
            <a:ext cx="6143315" cy="5773873"/>
          </a:xfrm>
          <a:prstGeom prst="rect">
            <a:avLst/>
          </a:prstGeom>
        </p:spPr>
      </p:pic>
      <p:sp>
        <p:nvSpPr>
          <p:cNvPr id="6" name="8 Rectángulo redondeado">
            <a:extLst>
              <a:ext uri="{FF2B5EF4-FFF2-40B4-BE49-F238E27FC236}">
                <a16:creationId xmlns:a16="http://schemas.microsoft.com/office/drawing/2014/main" id="{183D7420-E8BF-4BF5-BA04-FB3BC8037300}"/>
              </a:ext>
            </a:extLst>
          </p:cNvPr>
          <p:cNvSpPr/>
          <p:nvPr/>
        </p:nvSpPr>
        <p:spPr>
          <a:xfrm>
            <a:off x="179512" y="1340768"/>
            <a:ext cx="2549538" cy="8870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A PLANIFICAR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42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</a:p>
        </p:txBody>
      </p:sp>
      <p:sp>
        <p:nvSpPr>
          <p:cNvPr id="6" name="8 Rectángulo redondeado">
            <a:extLst>
              <a:ext uri="{FF2B5EF4-FFF2-40B4-BE49-F238E27FC236}">
                <a16:creationId xmlns:a16="http://schemas.microsoft.com/office/drawing/2014/main" id="{183D7420-E8BF-4BF5-BA04-FB3BC8037300}"/>
              </a:ext>
            </a:extLst>
          </p:cNvPr>
          <p:cNvSpPr/>
          <p:nvPr/>
        </p:nvSpPr>
        <p:spPr>
          <a:xfrm>
            <a:off x="157300" y="709932"/>
            <a:ext cx="4414700" cy="120689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ALGUNOS EJES SEGÚN EL DISCURSO DE PERÓN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AD8F85-827E-473D-8E92-F3C49A6488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3398" y="1950783"/>
            <a:ext cx="5099212" cy="38244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07032C3-B643-4E24-B58F-8FE24BD064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951" r="27950"/>
          <a:stretch/>
        </p:blipFill>
        <p:spPr>
          <a:xfrm rot="5400000">
            <a:off x="1113874" y="1148898"/>
            <a:ext cx="2730322" cy="4643470"/>
          </a:xfrm>
          <a:prstGeom prst="rect">
            <a:avLst/>
          </a:prstGeom>
        </p:spPr>
      </p:pic>
      <p:sp>
        <p:nvSpPr>
          <p:cNvPr id="9" name="19 Rectángulo redondeado">
            <a:extLst>
              <a:ext uri="{FF2B5EF4-FFF2-40B4-BE49-F238E27FC236}">
                <a16:creationId xmlns:a16="http://schemas.microsoft.com/office/drawing/2014/main" id="{D5C1AEE4-C633-41F5-B320-EA9F4CBBB476}"/>
              </a:ext>
            </a:extLst>
          </p:cNvPr>
          <p:cNvSpPr/>
          <p:nvPr/>
        </p:nvSpPr>
        <p:spPr>
          <a:xfrm>
            <a:off x="240414" y="4809327"/>
            <a:ext cx="4477242" cy="430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se había contenido la inflación</a:t>
            </a:r>
          </a:p>
        </p:txBody>
      </p:sp>
      <p:sp>
        <p:nvSpPr>
          <p:cNvPr id="10" name="19 Rectángulo redondeado">
            <a:extLst>
              <a:ext uri="{FF2B5EF4-FFF2-40B4-BE49-F238E27FC236}">
                <a16:creationId xmlns:a16="http://schemas.microsoft.com/office/drawing/2014/main" id="{08DE5F9B-D864-4498-9BAB-F09A2948F77C}"/>
              </a:ext>
            </a:extLst>
          </p:cNvPr>
          <p:cNvSpPr/>
          <p:nvPr/>
        </p:nvSpPr>
        <p:spPr>
          <a:xfrm>
            <a:off x="1043608" y="6119871"/>
            <a:ext cx="4477242" cy="430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Agro tan importante como industria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437842D-7F84-4933-A847-E046CF9D219A}"/>
              </a:ext>
            </a:extLst>
          </p:cNvPr>
          <p:cNvSpPr/>
          <p:nvPr/>
        </p:nvSpPr>
        <p:spPr>
          <a:xfrm>
            <a:off x="2632144" y="5207858"/>
            <a:ext cx="2304256" cy="30937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“SEGUNDO GIRO”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C117A65-3A81-4C1F-8752-70EC81859875}"/>
              </a:ext>
            </a:extLst>
          </p:cNvPr>
          <p:cNvSpPr/>
          <p:nvPr/>
        </p:nvSpPr>
        <p:spPr>
          <a:xfrm>
            <a:off x="327888" y="5849648"/>
            <a:ext cx="2304256" cy="30937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“PRIMER GIRO”</a:t>
            </a:r>
          </a:p>
        </p:txBody>
      </p:sp>
    </p:spTree>
    <p:extLst>
      <p:ext uri="{BB962C8B-B14F-4D97-AF65-F5344CB8AC3E}">
        <p14:creationId xmlns:p14="http://schemas.microsoft.com/office/powerpoint/2010/main" val="1284534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CuadroTexto"/>
          <p:cNvSpPr txBox="1"/>
          <p:nvPr/>
        </p:nvSpPr>
        <p:spPr>
          <a:xfrm>
            <a:off x="0" y="-27384"/>
            <a:ext cx="914400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GIRO EN LA POLÍTICA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2299094" y="2143116"/>
            <a:ext cx="4643470" cy="430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Complemento del plan de 1952</a:t>
            </a:r>
          </a:p>
        </p:txBody>
      </p:sp>
      <p:sp>
        <p:nvSpPr>
          <p:cNvPr id="34" name="33 Rectángulo redondeado"/>
          <p:cNvSpPr/>
          <p:nvPr/>
        </p:nvSpPr>
        <p:spPr>
          <a:xfrm>
            <a:off x="2285984" y="857232"/>
            <a:ext cx="4656580" cy="10715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857224" y="2859084"/>
            <a:ext cx="7429552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“…producción de materias primas, energía y transporte y bienes de capital”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870334" y="3899254"/>
            <a:ext cx="2549538" cy="8870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distribucioncita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395536" y="5072074"/>
            <a:ext cx="2747704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Preocupación por la PRODUCTIVIDAD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3786182" y="5072074"/>
            <a:ext cx="4962282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Congreso de la productividad y el Bienestar Social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14 Conector recto de flecha"/>
          <p:cNvCxnSpPr>
            <a:cxnSpLocks/>
            <a:stCxn id="13" idx="3"/>
            <a:endCxn id="14" idx="1"/>
          </p:cNvCxnSpPr>
          <p:nvPr/>
        </p:nvCxnSpPr>
        <p:spPr>
          <a:xfrm>
            <a:off x="3143240" y="5357826"/>
            <a:ext cx="642942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Rectángulo redondeado"/>
          <p:cNvSpPr/>
          <p:nvPr/>
        </p:nvSpPr>
        <p:spPr>
          <a:xfrm>
            <a:off x="395536" y="5857892"/>
            <a:ext cx="2747704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Recurrir a la inversión extranjera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3786182" y="5857892"/>
            <a:ext cx="4962282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emblemático: Standard </a:t>
            </a:r>
            <a:r>
              <a:rPr lang="es-ES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California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21 Conector recto de flecha"/>
          <p:cNvCxnSpPr>
            <a:cxnSpLocks/>
            <a:stCxn id="19" idx="3"/>
            <a:endCxn id="21" idx="1"/>
          </p:cNvCxnSpPr>
          <p:nvPr/>
        </p:nvCxnSpPr>
        <p:spPr>
          <a:xfrm>
            <a:off x="3143240" y="6143644"/>
            <a:ext cx="642942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6 Rectángulo redondeado">
            <a:extLst>
              <a:ext uri="{FF2B5EF4-FFF2-40B4-BE49-F238E27FC236}">
                <a16:creationId xmlns:a16="http://schemas.microsoft.com/office/drawing/2014/main" id="{A8B50DCE-EE7F-4D1C-8C4B-93DB43654799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“EL PLAN DEL 52 FUE EXITOSO”, ENTONCES…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8 Rectángulo redondeado">
            <a:extLst>
              <a:ext uri="{FF2B5EF4-FFF2-40B4-BE49-F238E27FC236}">
                <a16:creationId xmlns:a16="http://schemas.microsoft.com/office/drawing/2014/main" id="{50BD66F4-1095-4093-BFD4-E15F95E3BD21}"/>
              </a:ext>
            </a:extLst>
          </p:cNvPr>
          <p:cNvSpPr/>
          <p:nvPr/>
        </p:nvSpPr>
        <p:spPr>
          <a:xfrm>
            <a:off x="5737238" y="3893476"/>
            <a:ext cx="2549538" cy="8870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eficiencia</a:t>
            </a:r>
            <a:r>
              <a:rPr lang="es-E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8 Rectángulo redondeado">
            <a:extLst>
              <a:ext uri="{FF2B5EF4-FFF2-40B4-BE49-F238E27FC236}">
                <a16:creationId xmlns:a16="http://schemas.microsoft.com/office/drawing/2014/main" id="{4BDA42B0-ECB3-4D2E-B43C-A05A02E091B4}"/>
              </a:ext>
            </a:extLst>
          </p:cNvPr>
          <p:cNvSpPr/>
          <p:nvPr/>
        </p:nvSpPr>
        <p:spPr>
          <a:xfrm>
            <a:off x="3633426" y="3893476"/>
            <a:ext cx="1877147" cy="8870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1952</a:t>
            </a:r>
            <a:endParaRPr lang="es-AR" sz="4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A8A1055-D44F-43D5-AFBC-86FF9B20E075}"/>
              </a:ext>
            </a:extLst>
          </p:cNvPr>
          <p:cNvSpPr/>
          <p:nvPr/>
        </p:nvSpPr>
        <p:spPr>
          <a:xfrm>
            <a:off x="107504" y="1133111"/>
            <a:ext cx="1872208" cy="576064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“TERCER GIRO”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285984" y="857232"/>
            <a:ext cx="4656580" cy="10715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1643042" y="3786189"/>
            <a:ext cx="6072230" cy="1143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aumenta la productividad: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margen para aumentar salarios reales y utilidades de las empresas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5143504" y="3214686"/>
            <a:ext cx="2928958" cy="6429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Aumentar la cantidad de bienes a repartir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2351152" y="5500693"/>
            <a:ext cx="1571636" cy="85726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la inversión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5221214" y="5500693"/>
            <a:ext cx="1571636" cy="85726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Mayor eficiencia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5" name="24 Conector recto de flecha"/>
          <p:cNvCxnSpPr>
            <a:cxnSpLocks/>
            <a:stCxn id="18" idx="2"/>
            <a:endCxn id="23" idx="0"/>
          </p:cNvCxnSpPr>
          <p:nvPr/>
        </p:nvCxnSpPr>
        <p:spPr>
          <a:xfrm flipH="1">
            <a:off x="3136970" y="4929190"/>
            <a:ext cx="1542187" cy="571503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>
            <a:cxnSpLocks/>
            <a:stCxn id="18" idx="2"/>
            <a:endCxn id="24" idx="0"/>
          </p:cNvCxnSpPr>
          <p:nvPr/>
        </p:nvCxnSpPr>
        <p:spPr>
          <a:xfrm>
            <a:off x="4679157" y="4929190"/>
            <a:ext cx="1327875" cy="571503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6 Rectángulo redondeado">
            <a:extLst>
              <a:ext uri="{FF2B5EF4-FFF2-40B4-BE49-F238E27FC236}">
                <a16:creationId xmlns:a16="http://schemas.microsoft.com/office/drawing/2014/main" id="{B1CD7D95-0BB2-4EDE-8DF4-906234803D0B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“EL PLAN DEL 52 FUE EXITOSO”, ENTONCES…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2 Rectángulo redondeado">
            <a:extLst>
              <a:ext uri="{FF2B5EF4-FFF2-40B4-BE49-F238E27FC236}">
                <a16:creationId xmlns:a16="http://schemas.microsoft.com/office/drawing/2014/main" id="{D7A30540-0222-4B6E-9CD3-D445A6D95F42}"/>
              </a:ext>
            </a:extLst>
          </p:cNvPr>
          <p:cNvSpPr/>
          <p:nvPr/>
        </p:nvSpPr>
        <p:spPr>
          <a:xfrm>
            <a:off x="389266" y="2214553"/>
            <a:ext cx="2747704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Preocupación por la PRODUCTIVIDAD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13 Rectángulo redondeado">
            <a:extLst>
              <a:ext uri="{FF2B5EF4-FFF2-40B4-BE49-F238E27FC236}">
                <a16:creationId xmlns:a16="http://schemas.microsoft.com/office/drawing/2014/main" id="{4F0F9A2D-B702-4C08-8F26-073D45CD2430}"/>
              </a:ext>
            </a:extLst>
          </p:cNvPr>
          <p:cNvSpPr/>
          <p:nvPr/>
        </p:nvSpPr>
        <p:spPr>
          <a:xfrm>
            <a:off x="3779912" y="2214553"/>
            <a:ext cx="4962282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Congreso de la productividad y el Bienestar Social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14 Conector recto de flecha">
            <a:extLst>
              <a:ext uri="{FF2B5EF4-FFF2-40B4-BE49-F238E27FC236}">
                <a16:creationId xmlns:a16="http://schemas.microsoft.com/office/drawing/2014/main" id="{85284516-1331-4371-85F3-290E949C624C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3136970" y="2500305"/>
            <a:ext cx="642942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 redondeado"/>
          <p:cNvSpPr/>
          <p:nvPr/>
        </p:nvSpPr>
        <p:spPr>
          <a:xfrm>
            <a:off x="1714480" y="3643314"/>
            <a:ext cx="5643602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Ahorro insuficiente y falta de divisas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5072066" y="3071810"/>
            <a:ext cx="2928958" cy="6429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Necesario para aumentar la productividad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1285852" y="4572008"/>
            <a:ext cx="6572296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Segundo Plan Quinquenal destaca la IMPORTANCIA de </a:t>
            </a:r>
            <a:r>
              <a:rPr lang="es-ES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capitales extranjeros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1285852" y="5429264"/>
            <a:ext cx="6572296" cy="1143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Mecanización agrícola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local de insumos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Inversiones petroleras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8 Rectángulo redondeado">
            <a:extLst>
              <a:ext uri="{FF2B5EF4-FFF2-40B4-BE49-F238E27FC236}">
                <a16:creationId xmlns:a16="http://schemas.microsoft.com/office/drawing/2014/main" id="{B4BA78FC-35A9-4908-A6F7-C86B9CBFD751}"/>
              </a:ext>
            </a:extLst>
          </p:cNvPr>
          <p:cNvSpPr/>
          <p:nvPr/>
        </p:nvSpPr>
        <p:spPr>
          <a:xfrm>
            <a:off x="389266" y="2214554"/>
            <a:ext cx="2747704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Recurrir a la inversión extranjera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20 Rectángulo redondeado">
            <a:extLst>
              <a:ext uri="{FF2B5EF4-FFF2-40B4-BE49-F238E27FC236}">
                <a16:creationId xmlns:a16="http://schemas.microsoft.com/office/drawing/2014/main" id="{D03D336A-78B5-4F76-8927-BC02764F5E6B}"/>
              </a:ext>
            </a:extLst>
          </p:cNvPr>
          <p:cNvSpPr/>
          <p:nvPr/>
        </p:nvSpPr>
        <p:spPr>
          <a:xfrm>
            <a:off x="3779912" y="2214554"/>
            <a:ext cx="4962282" cy="571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emblemático: Standard </a:t>
            </a:r>
            <a:r>
              <a:rPr lang="es-ES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</a:t>
            </a:r>
            <a:r>
              <a:rPr lang="es-ES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California</a:t>
            </a:r>
            <a:endParaRPr lang="es-AR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21 Conector recto de flecha">
            <a:extLst>
              <a:ext uri="{FF2B5EF4-FFF2-40B4-BE49-F238E27FC236}">
                <a16:creationId xmlns:a16="http://schemas.microsoft.com/office/drawing/2014/main" id="{4F9F2E92-66E0-40B1-AD99-1FAAD5194B09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136970" y="2500306"/>
            <a:ext cx="642942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33 Rectángulo redondeado">
            <a:extLst>
              <a:ext uri="{FF2B5EF4-FFF2-40B4-BE49-F238E27FC236}">
                <a16:creationId xmlns:a16="http://schemas.microsoft.com/office/drawing/2014/main" id="{E89923C4-063E-4ACD-B5DD-22940859DEC1}"/>
              </a:ext>
            </a:extLst>
          </p:cNvPr>
          <p:cNvSpPr/>
          <p:nvPr/>
        </p:nvSpPr>
        <p:spPr>
          <a:xfrm>
            <a:off x="2285984" y="857232"/>
            <a:ext cx="4656580" cy="10715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 QUINQUENAL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56 Rectángulo redondeado">
            <a:extLst>
              <a:ext uri="{FF2B5EF4-FFF2-40B4-BE49-F238E27FC236}">
                <a16:creationId xmlns:a16="http://schemas.microsoft.com/office/drawing/2014/main" id="{24B243D3-F7A1-4B33-9F9F-D7F766D22049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“EL PLAN DEL 52 FUE EXITOSO”, ENTONCES…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1 Gráfico"/>
          <p:cNvGraphicFramePr/>
          <p:nvPr>
            <p:extLst>
              <p:ext uri="{D42A27DB-BD31-4B8C-83A1-F6EECF244321}">
                <p14:modId xmlns:p14="http://schemas.microsoft.com/office/powerpoint/2010/main" val="723771061"/>
              </p:ext>
            </p:extLst>
          </p:nvPr>
        </p:nvGraphicFramePr>
        <p:xfrm>
          <a:off x="683568" y="1700808"/>
          <a:ext cx="7416824" cy="5112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0" y="1187460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PIB por sectores -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6" name="5 Elipse"/>
          <p:cNvSpPr/>
          <p:nvPr/>
        </p:nvSpPr>
        <p:spPr>
          <a:xfrm>
            <a:off x="7236296" y="1991405"/>
            <a:ext cx="1080120" cy="1224136"/>
          </a:xfrm>
          <a:prstGeom prst="ellipse">
            <a:avLst/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456022E-A717-4429-B32A-CCCB5EF3E46A}"/>
              </a:ext>
            </a:extLst>
          </p:cNvPr>
          <p:cNvSpPr/>
          <p:nvPr/>
        </p:nvSpPr>
        <p:spPr>
          <a:xfrm>
            <a:off x="2339752" y="1991405"/>
            <a:ext cx="3888432" cy="6429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Fuerte crecimiento de la industria, no del agro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56 Rectángulo redondeado">
            <a:extLst>
              <a:ext uri="{FF2B5EF4-FFF2-40B4-BE49-F238E27FC236}">
                <a16:creationId xmlns:a16="http://schemas.microsoft.com/office/drawing/2014/main" id="{D1844F99-67C1-4ED5-88ED-B86CC4EECA1E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PLAN: DATOS RÁPIDOS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1 Gráfico"/>
          <p:cNvGraphicFramePr/>
          <p:nvPr>
            <p:extLst>
              <p:ext uri="{D42A27DB-BD31-4B8C-83A1-F6EECF244321}">
                <p14:modId xmlns:p14="http://schemas.microsoft.com/office/powerpoint/2010/main" val="4241885726"/>
              </p:ext>
            </p:extLst>
          </p:nvPr>
        </p:nvGraphicFramePr>
        <p:xfrm>
          <a:off x="683568" y="1772816"/>
          <a:ext cx="7848872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1 CuadroTexto"/>
          <p:cNvSpPr txBox="1"/>
          <p:nvPr/>
        </p:nvSpPr>
        <p:spPr>
          <a:xfrm>
            <a:off x="0" y="1052736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Importaciones (</a:t>
            </a:r>
            <a:r>
              <a:rPr lang="es-ES" dirty="0" err="1"/>
              <a:t>mill</a:t>
            </a:r>
            <a:r>
              <a:rPr lang="es-ES" dirty="0"/>
              <a:t> US$) - </a:t>
            </a:r>
            <a:r>
              <a:rPr lang="es-ES" dirty="0" err="1"/>
              <a:t>Ferreres</a:t>
            </a:r>
            <a:endParaRPr lang="es-AR" dirty="0"/>
          </a:p>
        </p:txBody>
      </p:sp>
      <p:sp>
        <p:nvSpPr>
          <p:cNvPr id="6" name="5 Elipse"/>
          <p:cNvSpPr/>
          <p:nvPr/>
        </p:nvSpPr>
        <p:spPr>
          <a:xfrm>
            <a:off x="5940152" y="2636912"/>
            <a:ext cx="1512168" cy="1872208"/>
          </a:xfrm>
          <a:prstGeom prst="ellipse">
            <a:avLst/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839BBC3-C368-46D0-AAB6-132499C61956}"/>
              </a:ext>
            </a:extLst>
          </p:cNvPr>
          <p:cNvSpPr/>
          <p:nvPr/>
        </p:nvSpPr>
        <p:spPr>
          <a:xfrm>
            <a:off x="4572000" y="4911457"/>
            <a:ext cx="3888432" cy="6429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Seguían siendo necesarias las importaciones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56 Rectángulo redondeado">
            <a:extLst>
              <a:ext uri="{FF2B5EF4-FFF2-40B4-BE49-F238E27FC236}">
                <a16:creationId xmlns:a16="http://schemas.microsoft.com/office/drawing/2014/main" id="{3690F52A-34EE-4D0A-B06D-F66AFD50F8BD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PLAN: DATOS RÁPIDOS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1052736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Saldo Comercial y Cuenta Capital (</a:t>
            </a:r>
            <a:r>
              <a:rPr lang="es-ES" dirty="0" err="1"/>
              <a:t>mill</a:t>
            </a:r>
            <a:r>
              <a:rPr lang="es-ES" dirty="0"/>
              <a:t> US$) - </a:t>
            </a:r>
            <a:r>
              <a:rPr lang="es-ES" dirty="0" err="1"/>
              <a:t>Ferreres</a:t>
            </a:r>
            <a:endParaRPr lang="es-AR" dirty="0"/>
          </a:p>
        </p:txBody>
      </p:sp>
      <p:sp>
        <p:nvSpPr>
          <p:cNvPr id="9" name="56 Rectángulo redondeado">
            <a:extLst>
              <a:ext uri="{FF2B5EF4-FFF2-40B4-BE49-F238E27FC236}">
                <a16:creationId xmlns:a16="http://schemas.microsoft.com/office/drawing/2014/main" id="{3690F52A-34EE-4D0A-B06D-F66AFD50F8BD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PLAN: DATOS RÁPIDOS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C0DC30B4-8FF9-4C7C-8D11-D18B4BE1DD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7267715"/>
              </p:ext>
            </p:extLst>
          </p:nvPr>
        </p:nvGraphicFramePr>
        <p:xfrm>
          <a:off x="179512" y="1700808"/>
          <a:ext cx="5040560" cy="3168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7093F98-8242-4080-B52A-DBFAFB47D2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6230589"/>
              </p:ext>
            </p:extLst>
          </p:nvPr>
        </p:nvGraphicFramePr>
        <p:xfrm>
          <a:off x="5220072" y="4221088"/>
          <a:ext cx="396735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12E4BFFE-43DB-439B-8318-47A6C4633107}"/>
              </a:ext>
            </a:extLst>
          </p:cNvPr>
          <p:cNvSpPr/>
          <p:nvPr/>
        </p:nvSpPr>
        <p:spPr>
          <a:xfrm>
            <a:off x="2987824" y="1831862"/>
            <a:ext cx="432048" cy="23892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675286-21E9-4971-A429-8CF275385D99}"/>
              </a:ext>
            </a:extLst>
          </p:cNvPr>
          <p:cNvSpPr/>
          <p:nvPr/>
        </p:nvSpPr>
        <p:spPr>
          <a:xfrm>
            <a:off x="7452320" y="3942348"/>
            <a:ext cx="360040" cy="23892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4263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VOLVIMOS A EMPEZAR…</a:t>
            </a:r>
            <a:endParaRPr lang="es-AR" sz="28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9269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E INFLACIÓN</a:t>
            </a:r>
          </a:p>
        </p:txBody>
      </p:sp>
    </p:spTree>
    <p:extLst>
      <p:ext uri="{BB962C8B-B14F-4D97-AF65-F5344CB8AC3E}">
        <p14:creationId xmlns:p14="http://schemas.microsoft.com/office/powerpoint/2010/main" val="46493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 DE PERÓN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9269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E INFLACIÓN</a:t>
            </a:r>
          </a:p>
        </p:txBody>
      </p:sp>
    </p:spTree>
    <p:extLst>
      <p:ext uri="{BB962C8B-B14F-4D97-AF65-F5344CB8AC3E}">
        <p14:creationId xmlns:p14="http://schemas.microsoft.com/office/powerpoint/2010/main" val="1086848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2675AAD9-8800-42CF-B69B-ACD5927EA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262317"/>
              </p:ext>
            </p:extLst>
          </p:nvPr>
        </p:nvGraphicFramePr>
        <p:xfrm>
          <a:off x="-1" y="1613451"/>
          <a:ext cx="9144001" cy="5244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F2F6BA52-90DF-45C5-A60F-33C0D8AC9BCC}"/>
              </a:ext>
            </a:extLst>
          </p:cNvPr>
          <p:cNvCxnSpPr/>
          <p:nvPr/>
        </p:nvCxnSpPr>
        <p:spPr>
          <a:xfrm flipV="1">
            <a:off x="5924544" y="1844824"/>
            <a:ext cx="0" cy="4346713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brir llave 64">
            <a:extLst>
              <a:ext uri="{FF2B5EF4-FFF2-40B4-BE49-F238E27FC236}">
                <a16:creationId xmlns:a16="http://schemas.microsoft.com/office/drawing/2014/main" id="{888A75E3-A6FB-45B9-9595-7FBD1E02E181}"/>
              </a:ext>
            </a:extLst>
          </p:cNvPr>
          <p:cNvSpPr/>
          <p:nvPr/>
        </p:nvSpPr>
        <p:spPr>
          <a:xfrm rot="5400000">
            <a:off x="7216248" y="272858"/>
            <a:ext cx="485747" cy="2978129"/>
          </a:xfrm>
          <a:prstGeom prst="leftBrac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Flecha: hacia abajo 66">
            <a:extLst>
              <a:ext uri="{FF2B5EF4-FFF2-40B4-BE49-F238E27FC236}">
                <a16:creationId xmlns:a16="http://schemas.microsoft.com/office/drawing/2014/main" id="{DCFFECA7-63CF-478D-A200-A52A2B5E1816}"/>
              </a:ext>
            </a:extLst>
          </p:cNvPr>
          <p:cNvSpPr/>
          <p:nvPr/>
        </p:nvSpPr>
        <p:spPr>
          <a:xfrm rot="19317819">
            <a:off x="5729196" y="3802976"/>
            <a:ext cx="1176132" cy="56908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1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</a:t>
            </a:r>
            <a:r>
              <a:rPr lang="es-AR" sz="1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1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endParaRPr lang="es-ES" sz="11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Estrella: 5 puntas 68">
            <a:extLst>
              <a:ext uri="{FF2B5EF4-FFF2-40B4-BE49-F238E27FC236}">
                <a16:creationId xmlns:a16="http://schemas.microsoft.com/office/drawing/2014/main" id="{35BB1817-F6C6-4D3A-B3FC-551304D66AFC}"/>
              </a:ext>
            </a:extLst>
          </p:cNvPr>
          <p:cNvSpPr/>
          <p:nvPr/>
        </p:nvSpPr>
        <p:spPr>
          <a:xfrm>
            <a:off x="4572000" y="49709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0" name="Estrella: 5 puntas 69">
            <a:extLst>
              <a:ext uri="{FF2B5EF4-FFF2-40B4-BE49-F238E27FC236}">
                <a16:creationId xmlns:a16="http://schemas.microsoft.com/office/drawing/2014/main" id="{1D2F3FC7-19E5-40D1-ADF4-27D792F60144}"/>
              </a:ext>
            </a:extLst>
          </p:cNvPr>
          <p:cNvSpPr/>
          <p:nvPr/>
        </p:nvSpPr>
        <p:spPr>
          <a:xfrm>
            <a:off x="4893329" y="4862937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Estrella: 5 puntas 70">
            <a:extLst>
              <a:ext uri="{FF2B5EF4-FFF2-40B4-BE49-F238E27FC236}">
                <a16:creationId xmlns:a16="http://schemas.microsoft.com/office/drawing/2014/main" id="{00BDAB0F-C96A-4DCD-A087-77390D6250F0}"/>
              </a:ext>
            </a:extLst>
          </p:cNvPr>
          <p:cNvSpPr/>
          <p:nvPr/>
        </p:nvSpPr>
        <p:spPr>
          <a:xfrm>
            <a:off x="5924544" y="49709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Estrella: 5 puntas 71">
            <a:extLst>
              <a:ext uri="{FF2B5EF4-FFF2-40B4-BE49-F238E27FC236}">
                <a16:creationId xmlns:a16="http://schemas.microsoft.com/office/drawing/2014/main" id="{97ED0312-188B-41F2-A1A0-AC1036B1A6DD}"/>
              </a:ext>
            </a:extLst>
          </p:cNvPr>
          <p:cNvSpPr/>
          <p:nvPr/>
        </p:nvSpPr>
        <p:spPr>
          <a:xfrm>
            <a:off x="6955759" y="493515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3" name="Estrella: 5 puntas 72">
            <a:extLst>
              <a:ext uri="{FF2B5EF4-FFF2-40B4-BE49-F238E27FC236}">
                <a16:creationId xmlns:a16="http://schemas.microsoft.com/office/drawing/2014/main" id="{E54EBD9C-25B8-43D8-8FA0-0690D15D88D1}"/>
              </a:ext>
            </a:extLst>
          </p:cNvPr>
          <p:cNvSpPr/>
          <p:nvPr/>
        </p:nvSpPr>
        <p:spPr>
          <a:xfrm>
            <a:off x="8005580" y="4921261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4" name="Estrella: 5 puntas 73">
            <a:extLst>
              <a:ext uri="{FF2B5EF4-FFF2-40B4-BE49-F238E27FC236}">
                <a16:creationId xmlns:a16="http://schemas.microsoft.com/office/drawing/2014/main" id="{18884B80-289F-44B8-ACBD-48AC4B610055}"/>
              </a:ext>
            </a:extLst>
          </p:cNvPr>
          <p:cNvSpPr/>
          <p:nvPr/>
        </p:nvSpPr>
        <p:spPr>
          <a:xfrm>
            <a:off x="8322041" y="5055655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1A692F5A-7F2F-49BA-91B0-CC17412754B2}"/>
              </a:ext>
            </a:extLst>
          </p:cNvPr>
          <p:cNvSpPr/>
          <p:nvPr/>
        </p:nvSpPr>
        <p:spPr>
          <a:xfrm>
            <a:off x="3913267" y="51919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0FA383-BAFC-4958-858B-624AC05EAEF5}"/>
              </a:ext>
            </a:extLst>
          </p:cNvPr>
          <p:cNvCxnSpPr/>
          <p:nvPr/>
        </p:nvCxnSpPr>
        <p:spPr>
          <a:xfrm flipV="1">
            <a:off x="7223405" y="1914163"/>
            <a:ext cx="0" cy="4346713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658312DD-6EEA-46D8-B563-CD2BAD398268}"/>
              </a:ext>
            </a:extLst>
          </p:cNvPr>
          <p:cNvSpPr/>
          <p:nvPr/>
        </p:nvSpPr>
        <p:spPr>
          <a:xfrm>
            <a:off x="4893329" y="960507"/>
            <a:ext cx="3801857" cy="5223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necesitaban importaciones. Financiadas con cuenta capital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350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840E33A2-4EF5-41B7-8800-4B08E0B94C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360369"/>
              </p:ext>
            </p:extLst>
          </p:nvPr>
        </p:nvGraphicFramePr>
        <p:xfrm>
          <a:off x="0" y="1407135"/>
          <a:ext cx="9187424" cy="5449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Revolución Libertadora y las Exportaciones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Intravenoso">
            <a:extLst>
              <a:ext uri="{FF2B5EF4-FFF2-40B4-BE49-F238E27FC236}">
                <a16:creationId xmlns:a16="http://schemas.microsoft.com/office/drawing/2014/main" id="{1C0F8018-8E51-4AE0-9956-B57171878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9024" y="5110275"/>
            <a:ext cx="601216" cy="601216"/>
          </a:xfrm>
          <a:prstGeom prst="rect">
            <a:avLst/>
          </a:prstGeom>
        </p:spPr>
      </p:pic>
      <p:pic>
        <p:nvPicPr>
          <p:cNvPr id="5" name="Gráfico 4" descr="Trueno">
            <a:extLst>
              <a:ext uri="{FF2B5EF4-FFF2-40B4-BE49-F238E27FC236}">
                <a16:creationId xmlns:a16="http://schemas.microsoft.com/office/drawing/2014/main" id="{28369D48-92FA-4DBD-B9E0-4C15B39DC1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9414" y="4540237"/>
            <a:ext cx="457200" cy="4572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64A7CAF-7166-42E5-B718-78633299895E}"/>
              </a:ext>
            </a:extLst>
          </p:cNvPr>
          <p:cNvSpPr txBox="1"/>
          <p:nvPr/>
        </p:nvSpPr>
        <p:spPr>
          <a:xfrm>
            <a:off x="7819897" y="4912860"/>
            <a:ext cx="1317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57-58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EXT: 19% p.a.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INT: 22% p.a.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ECAD74-6197-48EB-8485-11A2F7D55244}"/>
              </a:ext>
            </a:extLst>
          </p:cNvPr>
          <p:cNvSpPr txBox="1"/>
          <p:nvPr/>
        </p:nvSpPr>
        <p:spPr>
          <a:xfrm>
            <a:off x="6306543" y="3777396"/>
            <a:ext cx="10833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56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EXT: 193%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INT: 42%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97EC89B-B137-4C2E-BBEE-588F2475622B}"/>
              </a:ext>
            </a:extLst>
          </p:cNvPr>
          <p:cNvSpPr/>
          <p:nvPr/>
        </p:nvSpPr>
        <p:spPr>
          <a:xfrm>
            <a:off x="1187624" y="1988840"/>
            <a:ext cx="4533893" cy="10626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precios en pesos</a:t>
            </a:r>
          </a:p>
          <a:p>
            <a:pPr algn="ctr"/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“se preocuparon por no perjudicar al agro”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65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F872768E-8DA7-48DE-A5AD-644A2E0A20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002856"/>
              </p:ext>
            </p:extLst>
          </p:nvPr>
        </p:nvGraphicFramePr>
        <p:xfrm>
          <a:off x="0" y="1760042"/>
          <a:ext cx="9187413" cy="5096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E03514-91CF-4450-8339-5BE4C8E1B1B8}"/>
              </a:ext>
            </a:extLst>
          </p:cNvPr>
          <p:cNvSpPr txBox="1"/>
          <p:nvPr/>
        </p:nvSpPr>
        <p:spPr>
          <a:xfrm>
            <a:off x="7001408" y="2967335"/>
            <a:ext cx="734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b="1" i="1" dirty="0">
                <a:solidFill>
                  <a:schemeClr val="tx2">
                    <a:lumMod val="50000"/>
                  </a:schemeClr>
                </a:solidFill>
              </a:rPr>
              <a:t>¿FOB </a:t>
            </a:r>
          </a:p>
          <a:p>
            <a:pPr algn="ctr"/>
            <a:r>
              <a:rPr lang="es-AR" b="1" i="1" dirty="0">
                <a:solidFill>
                  <a:schemeClr val="tx2">
                    <a:lumMod val="50000"/>
                  </a:schemeClr>
                </a:solidFill>
              </a:rPr>
              <a:t>vs </a:t>
            </a:r>
          </a:p>
          <a:p>
            <a:pPr algn="ctr"/>
            <a:r>
              <a:rPr lang="es-AR" b="1" i="1" dirty="0">
                <a:solidFill>
                  <a:schemeClr val="tx2">
                    <a:lumMod val="50000"/>
                  </a:schemeClr>
                </a:solidFill>
              </a:rPr>
              <a:t>FAS?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3B3DD2-6610-4F3D-A276-8505EC13EBFD}"/>
              </a:ext>
            </a:extLst>
          </p:cNvPr>
          <p:cNvCxnSpPr/>
          <p:nvPr/>
        </p:nvCxnSpPr>
        <p:spPr>
          <a:xfrm flipV="1">
            <a:off x="7001408" y="1628800"/>
            <a:ext cx="0" cy="4176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C442AF0-D547-46AB-8E90-52BBB30AD878}"/>
              </a:ext>
            </a:extLst>
          </p:cNvPr>
          <p:cNvCxnSpPr/>
          <p:nvPr/>
        </p:nvCxnSpPr>
        <p:spPr>
          <a:xfrm flipV="1">
            <a:off x="7746100" y="1628800"/>
            <a:ext cx="0" cy="4176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6AD01EB-4468-426A-9C1F-5D6FFC6DE2DE}"/>
              </a:ext>
            </a:extLst>
          </p:cNvPr>
          <p:cNvSpPr/>
          <p:nvPr/>
        </p:nvSpPr>
        <p:spPr>
          <a:xfrm>
            <a:off x="539552" y="980728"/>
            <a:ext cx="4533893" cy="3600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precios en dólares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6C393E-EE3B-46E3-92DA-58E8ED88A7CE}"/>
              </a:ext>
            </a:extLst>
          </p:cNvPr>
          <p:cNvSpPr txBox="1"/>
          <p:nvPr/>
        </p:nvSpPr>
        <p:spPr>
          <a:xfrm>
            <a:off x="6012611" y="1760042"/>
            <a:ext cx="9887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56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EXT: 12%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INT: -46%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EAE1D8-DCBD-4525-AD5F-8FD964D57B10}"/>
              </a:ext>
            </a:extLst>
          </p:cNvPr>
          <p:cNvSpPr txBox="1"/>
          <p:nvPr/>
        </p:nvSpPr>
        <p:spPr>
          <a:xfrm>
            <a:off x="7735840" y="3013501"/>
            <a:ext cx="1317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57-58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EXT: 19% p.a.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INT: 22% p.a.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82A1224-1C45-467C-A3E5-66BE0B5DB4ED}"/>
              </a:ext>
            </a:extLst>
          </p:cNvPr>
          <p:cNvSpPr/>
          <p:nvPr/>
        </p:nvSpPr>
        <p:spPr>
          <a:xfrm>
            <a:off x="763281" y="1488981"/>
            <a:ext cx="3148138" cy="92333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56: TIPO DE CAMBIO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57-58: PRECIOS EXTERNOS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96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231A95-DE39-4574-A00A-0338C67A0D1C}"/>
              </a:ext>
            </a:extLst>
          </p:cNvPr>
          <p:cNvSpPr/>
          <p:nvPr/>
        </p:nvSpPr>
        <p:spPr>
          <a:xfrm>
            <a:off x="611560" y="980728"/>
            <a:ext cx="3309528" cy="3274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interanual del TC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DF65B6CF-69B5-4D49-AE56-DB7CC7929970}"/>
              </a:ext>
            </a:extLst>
          </p:cNvPr>
          <p:cNvGraphicFramePr>
            <a:graphicFrameLocks/>
          </p:cNvGraphicFramePr>
          <p:nvPr/>
        </p:nvGraphicFramePr>
        <p:xfrm>
          <a:off x="0" y="1644630"/>
          <a:ext cx="8964488" cy="4808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295D3601-1F5C-4AE0-B924-ECAC4993C3FE}"/>
              </a:ext>
            </a:extLst>
          </p:cNvPr>
          <p:cNvSpPr/>
          <p:nvPr/>
        </p:nvSpPr>
        <p:spPr>
          <a:xfrm>
            <a:off x="2132501" y="42930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8AE0971D-A13C-4459-A611-F061B34F06B5}"/>
              </a:ext>
            </a:extLst>
          </p:cNvPr>
          <p:cNvSpPr/>
          <p:nvPr/>
        </p:nvSpPr>
        <p:spPr>
          <a:xfrm>
            <a:off x="2627784" y="460060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strella: 5 puntas 11">
            <a:extLst>
              <a:ext uri="{FF2B5EF4-FFF2-40B4-BE49-F238E27FC236}">
                <a16:creationId xmlns:a16="http://schemas.microsoft.com/office/drawing/2014/main" id="{E398E23A-069D-46CB-B561-10E05B9DA7A9}"/>
              </a:ext>
            </a:extLst>
          </p:cNvPr>
          <p:cNvSpPr/>
          <p:nvPr/>
        </p:nvSpPr>
        <p:spPr>
          <a:xfrm>
            <a:off x="3059832" y="461713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3947DFA8-80A7-4E75-A9C1-C7CFA947B99E}"/>
              </a:ext>
            </a:extLst>
          </p:cNvPr>
          <p:cNvSpPr/>
          <p:nvPr/>
        </p:nvSpPr>
        <p:spPr>
          <a:xfrm>
            <a:off x="4932040" y="464857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strella: 5 puntas 13">
            <a:extLst>
              <a:ext uri="{FF2B5EF4-FFF2-40B4-BE49-F238E27FC236}">
                <a16:creationId xmlns:a16="http://schemas.microsoft.com/office/drawing/2014/main" id="{22467457-F7CB-40B6-9A9D-8189F22ACFEE}"/>
              </a:ext>
            </a:extLst>
          </p:cNvPr>
          <p:cNvSpPr/>
          <p:nvPr/>
        </p:nvSpPr>
        <p:spPr>
          <a:xfrm>
            <a:off x="6660232" y="1916832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E69257BB-A362-4099-9E80-BC7F68959610}"/>
              </a:ext>
            </a:extLst>
          </p:cNvPr>
          <p:cNvSpPr/>
          <p:nvPr/>
        </p:nvSpPr>
        <p:spPr>
          <a:xfrm>
            <a:off x="8488059" y="49145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33CE61CF-B12A-4AA7-9FC1-87DC93A4DA19}"/>
              </a:ext>
            </a:extLst>
          </p:cNvPr>
          <p:cNvSpPr/>
          <p:nvPr/>
        </p:nvSpPr>
        <p:spPr>
          <a:xfrm>
            <a:off x="5364088" y="357301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6FCC3436-2FA8-4CBA-95DE-69655B2514D4}"/>
              </a:ext>
            </a:extLst>
          </p:cNvPr>
          <p:cNvSpPr/>
          <p:nvPr/>
        </p:nvSpPr>
        <p:spPr>
          <a:xfrm>
            <a:off x="8011630" y="4736941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4EFBD20-8E9E-49D6-824C-AA53CF637669}"/>
              </a:ext>
            </a:extLst>
          </p:cNvPr>
          <p:cNvSpPr/>
          <p:nvPr/>
        </p:nvSpPr>
        <p:spPr>
          <a:xfrm>
            <a:off x="5020171" y="928057"/>
            <a:ext cx="3744416" cy="5107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EMPIEZA A HACER COSTUMBRE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56 Rectángulo redondeado">
            <a:extLst>
              <a:ext uri="{FF2B5EF4-FFF2-40B4-BE49-F238E27FC236}">
                <a16:creationId xmlns:a16="http://schemas.microsoft.com/office/drawing/2014/main" id="{2ECEBC7B-7204-462A-94B5-6C3997F734BE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794B819-82A9-49C3-B617-AE402F86E6A5}"/>
              </a:ext>
            </a:extLst>
          </p:cNvPr>
          <p:cNvSpPr/>
          <p:nvPr/>
        </p:nvSpPr>
        <p:spPr>
          <a:xfrm>
            <a:off x="5199686" y="3429000"/>
            <a:ext cx="1388538" cy="25009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9860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1A45548E-2A93-4175-95CB-CD60CD87C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3901301"/>
              </p:ext>
            </p:extLst>
          </p:nvPr>
        </p:nvGraphicFramePr>
        <p:xfrm>
          <a:off x="323528" y="908720"/>
          <a:ext cx="8568952" cy="5688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10354772-D33E-4B21-834E-ADE5A2B9325B}"/>
              </a:ext>
            </a:extLst>
          </p:cNvPr>
          <p:cNvSpPr/>
          <p:nvPr/>
        </p:nvSpPr>
        <p:spPr>
          <a:xfrm>
            <a:off x="3131840" y="530120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7FA0E253-102F-45CC-9AB0-55A2E0764679}"/>
              </a:ext>
            </a:extLst>
          </p:cNvPr>
          <p:cNvSpPr/>
          <p:nvPr/>
        </p:nvSpPr>
        <p:spPr>
          <a:xfrm>
            <a:off x="3563888" y="516486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Estrella: 5 puntas 22">
            <a:extLst>
              <a:ext uri="{FF2B5EF4-FFF2-40B4-BE49-F238E27FC236}">
                <a16:creationId xmlns:a16="http://schemas.microsoft.com/office/drawing/2014/main" id="{A164B3E3-D9E4-478E-B18A-4D8FBF197631}"/>
              </a:ext>
            </a:extLst>
          </p:cNvPr>
          <p:cNvSpPr/>
          <p:nvPr/>
        </p:nvSpPr>
        <p:spPr>
          <a:xfrm>
            <a:off x="3995936" y="50125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strella: 5 puntas 23">
            <a:extLst>
              <a:ext uri="{FF2B5EF4-FFF2-40B4-BE49-F238E27FC236}">
                <a16:creationId xmlns:a16="http://schemas.microsoft.com/office/drawing/2014/main" id="{620458B8-9D28-4984-B674-5F94E186D5FC}"/>
              </a:ext>
            </a:extLst>
          </p:cNvPr>
          <p:cNvSpPr/>
          <p:nvPr/>
        </p:nvSpPr>
        <p:spPr>
          <a:xfrm>
            <a:off x="6012160" y="4293096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strella: 5 puntas 24">
            <a:extLst>
              <a:ext uri="{FF2B5EF4-FFF2-40B4-BE49-F238E27FC236}">
                <a16:creationId xmlns:a16="http://schemas.microsoft.com/office/drawing/2014/main" id="{BF0C30DB-6377-46C7-ACED-1CEEFB372BEC}"/>
              </a:ext>
            </a:extLst>
          </p:cNvPr>
          <p:cNvSpPr/>
          <p:nvPr/>
        </p:nvSpPr>
        <p:spPr>
          <a:xfrm>
            <a:off x="6948264" y="3480353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strella: 5 puntas 25">
            <a:extLst>
              <a:ext uri="{FF2B5EF4-FFF2-40B4-BE49-F238E27FC236}">
                <a16:creationId xmlns:a16="http://schemas.microsoft.com/office/drawing/2014/main" id="{51C617B8-ACB2-4C8E-BD6C-664CC1B832EA}"/>
              </a:ext>
            </a:extLst>
          </p:cNvPr>
          <p:cNvSpPr/>
          <p:nvPr/>
        </p:nvSpPr>
        <p:spPr>
          <a:xfrm>
            <a:off x="7215910" y="2955579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strella: 5 puntas 26">
            <a:extLst>
              <a:ext uri="{FF2B5EF4-FFF2-40B4-BE49-F238E27FC236}">
                <a16:creationId xmlns:a16="http://schemas.microsoft.com/office/drawing/2014/main" id="{5C1299D5-6428-435E-981F-D4260031B42F}"/>
              </a:ext>
            </a:extLst>
          </p:cNvPr>
          <p:cNvSpPr/>
          <p:nvPr/>
        </p:nvSpPr>
        <p:spPr>
          <a:xfrm>
            <a:off x="8562156" y="134076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E73987EC-D00D-418E-BCEE-951640AB0733}"/>
              </a:ext>
            </a:extLst>
          </p:cNvPr>
          <p:cNvSpPr/>
          <p:nvPr/>
        </p:nvSpPr>
        <p:spPr>
          <a:xfrm>
            <a:off x="1043608" y="1603579"/>
            <a:ext cx="3924436" cy="27268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pasaba en el medio?</a:t>
            </a:r>
            <a:endParaRPr lang="es-ES" sz="1200" b="1" i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56 Rectángulo redondeado">
            <a:extLst>
              <a:ext uri="{FF2B5EF4-FFF2-40B4-BE49-F238E27FC236}">
                <a16:creationId xmlns:a16="http://schemas.microsoft.com/office/drawing/2014/main" id="{E3C873A0-3C98-427C-ADAD-476A26B98F02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AD7AF47-9529-4D0D-9577-32E0523CDA6B}"/>
              </a:ext>
            </a:extLst>
          </p:cNvPr>
          <p:cNvSpPr/>
          <p:nvPr/>
        </p:nvSpPr>
        <p:spPr>
          <a:xfrm>
            <a:off x="5863275" y="1876263"/>
            <a:ext cx="1084989" cy="4150432"/>
          </a:xfrm>
          <a:prstGeom prst="roundRect">
            <a:avLst>
              <a:gd name="adj" fmla="val 807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478277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246F8133-B441-4868-82CF-297D9A8D9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376075"/>
              </p:ext>
            </p:extLst>
          </p:nvPr>
        </p:nvGraphicFramePr>
        <p:xfrm>
          <a:off x="179512" y="908720"/>
          <a:ext cx="8964488" cy="583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00105D53-9D8C-45BD-98FD-D85B88D49CE7}"/>
              </a:ext>
            </a:extLst>
          </p:cNvPr>
          <p:cNvSpPr/>
          <p:nvPr/>
        </p:nvSpPr>
        <p:spPr>
          <a:xfrm>
            <a:off x="3131840" y="382504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strella: 5 puntas 13">
            <a:extLst>
              <a:ext uri="{FF2B5EF4-FFF2-40B4-BE49-F238E27FC236}">
                <a16:creationId xmlns:a16="http://schemas.microsoft.com/office/drawing/2014/main" id="{9F7D3F28-4943-439F-B3F4-52F10D038FF2}"/>
              </a:ext>
            </a:extLst>
          </p:cNvPr>
          <p:cNvSpPr/>
          <p:nvPr/>
        </p:nvSpPr>
        <p:spPr>
          <a:xfrm>
            <a:off x="3563888" y="3156317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74A62DD6-4282-41FC-B630-8CCCDC752F84}"/>
              </a:ext>
            </a:extLst>
          </p:cNvPr>
          <p:cNvSpPr/>
          <p:nvPr/>
        </p:nvSpPr>
        <p:spPr>
          <a:xfrm>
            <a:off x="3831534" y="2582220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strella: 5 puntas 15">
            <a:extLst>
              <a:ext uri="{FF2B5EF4-FFF2-40B4-BE49-F238E27FC236}">
                <a16:creationId xmlns:a16="http://schemas.microsoft.com/office/drawing/2014/main" id="{045352F3-CA8B-4350-878E-8A110737D002}"/>
              </a:ext>
            </a:extLst>
          </p:cNvPr>
          <p:cNvSpPr/>
          <p:nvPr/>
        </p:nvSpPr>
        <p:spPr>
          <a:xfrm>
            <a:off x="5940152" y="170080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A1A1D695-AAD9-4EE8-9540-DFAAE9A95EE5}"/>
              </a:ext>
            </a:extLst>
          </p:cNvPr>
          <p:cNvSpPr/>
          <p:nvPr/>
        </p:nvSpPr>
        <p:spPr>
          <a:xfrm>
            <a:off x="7092280" y="244587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D1FB9D49-E922-4744-A65F-5C27A1E8A2DF}"/>
              </a:ext>
            </a:extLst>
          </p:cNvPr>
          <p:cNvSpPr/>
          <p:nvPr/>
        </p:nvSpPr>
        <p:spPr>
          <a:xfrm>
            <a:off x="7359926" y="3346174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DB2C7448-974E-4565-A623-E41E5803E39D}"/>
              </a:ext>
            </a:extLst>
          </p:cNvPr>
          <p:cNvSpPr/>
          <p:nvPr/>
        </p:nvSpPr>
        <p:spPr>
          <a:xfrm>
            <a:off x="8791161" y="3688702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56 Rectángulo redondeado">
            <a:extLst>
              <a:ext uri="{FF2B5EF4-FFF2-40B4-BE49-F238E27FC236}">
                <a16:creationId xmlns:a16="http://schemas.microsoft.com/office/drawing/2014/main" id="{C4F66460-9C21-47FB-816A-B03CDA253D96}"/>
              </a:ext>
            </a:extLst>
          </p:cNvPr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EXTRANGULAMIENTO EXTERNO 1949-1963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8BB11BF-FE56-433E-8D89-C7B57F6AC792}"/>
              </a:ext>
            </a:extLst>
          </p:cNvPr>
          <p:cNvSpPr/>
          <p:nvPr/>
        </p:nvSpPr>
        <p:spPr>
          <a:xfrm>
            <a:off x="5940152" y="1340768"/>
            <a:ext cx="1152128" cy="4685927"/>
          </a:xfrm>
          <a:prstGeom prst="roundRect">
            <a:avLst>
              <a:gd name="adj" fmla="val 807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05544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115616" y="2368248"/>
            <a:ext cx="6912768" cy="6678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56-58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Transición de una política intervencionista a una ortodoxa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1115616" y="3467384"/>
            <a:ext cx="6912768" cy="6678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Recomendaciones del Informe Prebisch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1331640" y="4383106"/>
            <a:ext cx="507656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(energía, transporte, acero, petróleo, agro)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1331640" y="4923166"/>
            <a:ext cx="507656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Contener Inflación (a través de medidas ortodoxas)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331640" y="5463226"/>
            <a:ext cx="507656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Desmantelar aparato interventor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6489212" y="4923166"/>
            <a:ext cx="2405961" cy="9181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Medidas más aplicadas</a:t>
            </a:r>
            <a:endParaRPr lang="es-ES" sz="15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1" name="3 Rectángulo redondeado"/>
          <p:cNvSpPr/>
          <p:nvPr/>
        </p:nvSpPr>
        <p:spPr>
          <a:xfrm>
            <a:off x="1331640" y="1325302"/>
            <a:ext cx="6426714" cy="6429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Situación 1956-1958…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56 Rectángulo redondeado">
            <a:extLst>
              <a:ext uri="{FF2B5EF4-FFF2-40B4-BE49-F238E27FC236}">
                <a16:creationId xmlns:a16="http://schemas.microsoft.com/office/drawing/2014/main" id="{9CC8CC16-8A8E-4049-9EF9-49D14327E5DE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8 Rectángulo redondeado">
            <a:extLst>
              <a:ext uri="{FF2B5EF4-FFF2-40B4-BE49-F238E27FC236}">
                <a16:creationId xmlns:a16="http://schemas.microsoft.com/office/drawing/2014/main" id="{9D582C4B-9905-4B49-859B-200447ABC242}"/>
              </a:ext>
            </a:extLst>
          </p:cNvPr>
          <p:cNvSpPr/>
          <p:nvPr/>
        </p:nvSpPr>
        <p:spPr>
          <a:xfrm>
            <a:off x="6489213" y="4383106"/>
            <a:ext cx="2405962" cy="37804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Recién con Frondizi</a:t>
            </a:r>
            <a:endParaRPr lang="es-ES" sz="15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057760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31640" y="965262"/>
            <a:ext cx="6426714" cy="715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Medidas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1331640" y="2078850"/>
            <a:ext cx="6426714" cy="357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1955-1956</a:t>
            </a:r>
            <a:endParaRPr lang="es-A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1331640" y="2834934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Devaluación del peso (flotación, pero BCRA podía intervenir)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1331640" y="3320988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Se eliminaron algunos subsidios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331640" y="3807042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Se abolieron algunos controles de precios (reimplantados luego)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1331640" y="4293096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Privatización de algunas Empresas</a:t>
            </a:r>
          </a:p>
        </p:txBody>
      </p:sp>
      <p:sp>
        <p:nvSpPr>
          <p:cNvPr id="12" name="11 Rectángulo redondeado"/>
          <p:cNvSpPr/>
          <p:nvPr/>
        </p:nvSpPr>
        <p:spPr>
          <a:xfrm>
            <a:off x="1331640" y="4779150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Mantuvieron controles a importaciones</a:t>
            </a:r>
          </a:p>
        </p:txBody>
      </p:sp>
      <p:sp>
        <p:nvSpPr>
          <p:cNvPr id="14" name="13 Rectángulo redondeado"/>
          <p:cNvSpPr/>
          <p:nvPr/>
        </p:nvSpPr>
        <p:spPr>
          <a:xfrm>
            <a:off x="1331640" y="5265204"/>
            <a:ext cx="6426714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Continuó estímulo a la producción agropecuaria (vía precio: ∆TCE)</a:t>
            </a:r>
          </a:p>
        </p:txBody>
      </p:sp>
      <p:sp>
        <p:nvSpPr>
          <p:cNvPr id="15" name="56 Rectángulo redondeado">
            <a:extLst>
              <a:ext uri="{FF2B5EF4-FFF2-40B4-BE49-F238E27FC236}">
                <a16:creationId xmlns:a16="http://schemas.microsoft.com/office/drawing/2014/main" id="{E545C3BA-B05C-4B7C-97BB-6DF76C68AC2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7548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331640" y="2780928"/>
            <a:ext cx="6426714" cy="5773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∆precio agrop</a:t>
            </a:r>
            <a:r>
              <a:rPr lang="es-E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Poco efecto</a:t>
            </a:r>
            <a:r>
              <a:rPr lang="es-E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529272" y="3702896"/>
            <a:ext cx="4032448" cy="8734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*P/ aumentar la producción se requería inversiones y mejoras tecnológicas + cosechas pobres en 57 - 58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2771800" y="4791488"/>
            <a:ext cx="5517114" cy="5773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∆X (pequeño) + ∆</a:t>
            </a:r>
            <a:r>
              <a:rPr lang="es-ES"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déficit C.C.  Préstamos de CP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683568" y="5807503"/>
            <a:ext cx="5229082" cy="5773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∆Precio interno (conflicto, ∆salarios)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" name="3 Rectángulo redondeado">
            <a:extLst>
              <a:ext uri="{FF2B5EF4-FFF2-40B4-BE49-F238E27FC236}">
                <a16:creationId xmlns:a16="http://schemas.microsoft.com/office/drawing/2014/main" id="{AC7D5C7E-9057-42C5-9DC0-4C8101902892}"/>
              </a:ext>
            </a:extLst>
          </p:cNvPr>
          <p:cNvSpPr/>
          <p:nvPr/>
        </p:nvSpPr>
        <p:spPr>
          <a:xfrm>
            <a:off x="1331640" y="965262"/>
            <a:ext cx="6426714" cy="715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Comportamiento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5 Rectángulo redondeado">
            <a:extLst>
              <a:ext uri="{FF2B5EF4-FFF2-40B4-BE49-F238E27FC236}">
                <a16:creationId xmlns:a16="http://schemas.microsoft.com/office/drawing/2014/main" id="{08484345-761D-4FA1-928F-42DD07B0AC89}"/>
              </a:ext>
            </a:extLst>
          </p:cNvPr>
          <p:cNvSpPr/>
          <p:nvPr/>
        </p:nvSpPr>
        <p:spPr>
          <a:xfrm>
            <a:off x="1331640" y="2078850"/>
            <a:ext cx="6426714" cy="357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1955-1956</a:t>
            </a:r>
            <a:endParaRPr lang="es-A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38092AB9-78E3-41AB-9B7D-688C8768B2E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3 Rectángulo redondeado">
            <a:extLst>
              <a:ext uri="{FF2B5EF4-FFF2-40B4-BE49-F238E27FC236}">
                <a16:creationId xmlns:a16="http://schemas.microsoft.com/office/drawing/2014/main" id="{FDFAED98-97DB-476D-856D-AA097E3E6BFD}"/>
              </a:ext>
            </a:extLst>
          </p:cNvPr>
          <p:cNvSpPr/>
          <p:nvPr/>
        </p:nvSpPr>
        <p:spPr>
          <a:xfrm>
            <a:off x="881590" y="2619477"/>
            <a:ext cx="1008112" cy="46137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DEV.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367E6D4-C842-4C0F-9C0E-237CE179A82B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4544997" y="3358322"/>
            <a:ext cx="499" cy="34457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A0B6C598-4845-490B-9054-9621D433A78A}"/>
              </a:ext>
            </a:extLst>
          </p:cNvPr>
          <p:cNvCxnSpPr>
            <a:cxnSpLocks/>
            <a:stCxn id="13" idx="3"/>
            <a:endCxn id="8" idx="3"/>
          </p:cNvCxnSpPr>
          <p:nvPr/>
        </p:nvCxnSpPr>
        <p:spPr>
          <a:xfrm>
            <a:off x="6561720" y="4139628"/>
            <a:ext cx="1727194" cy="940557"/>
          </a:xfrm>
          <a:prstGeom prst="bentConnector3">
            <a:avLst>
              <a:gd name="adj1" fmla="val 113235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140B7ED7-1B98-4DEC-8F11-E1A3498640AB}"/>
              </a:ext>
            </a:extLst>
          </p:cNvPr>
          <p:cNvCxnSpPr>
            <a:cxnSpLocks/>
            <a:stCxn id="9" idx="1"/>
            <a:endCxn id="11" idx="1"/>
          </p:cNvCxnSpPr>
          <p:nvPr/>
        </p:nvCxnSpPr>
        <p:spPr>
          <a:xfrm rot="10800000" flipV="1">
            <a:off x="683568" y="2850162"/>
            <a:ext cx="198022" cy="3246037"/>
          </a:xfrm>
          <a:prstGeom prst="bentConnector3">
            <a:avLst>
              <a:gd name="adj1" fmla="val 215442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714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 en los precios relativos: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CONTINUIDAD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2 Gráfico"/>
          <p:cNvGraphicFramePr/>
          <p:nvPr>
            <p:extLst>
              <p:ext uri="{D42A27DB-BD31-4B8C-83A1-F6EECF244321}">
                <p14:modId xmlns:p14="http://schemas.microsoft.com/office/powerpoint/2010/main" val="3036608871"/>
              </p:ext>
            </p:extLst>
          </p:nvPr>
        </p:nvGraphicFramePr>
        <p:xfrm>
          <a:off x="500034" y="2343750"/>
          <a:ext cx="8001056" cy="442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9" name="18 Conector recto"/>
          <p:cNvCxnSpPr>
            <a:cxnSpLocks/>
          </p:cNvCxnSpPr>
          <p:nvPr/>
        </p:nvCxnSpPr>
        <p:spPr>
          <a:xfrm flipV="1">
            <a:off x="5076056" y="2204864"/>
            <a:ext cx="0" cy="399767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0" y="1760105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Precios implícitos relativos 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(agricultura/industria) – Della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Paolera</a:t>
            </a:r>
            <a:endParaRPr lang="es-A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56 Rectángulo redondeado">
            <a:extLst>
              <a:ext uri="{FF2B5EF4-FFF2-40B4-BE49-F238E27FC236}">
                <a16:creationId xmlns:a16="http://schemas.microsoft.com/office/drawing/2014/main" id="{430EEBED-14F0-419D-BCF5-A35C1C1AC100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C9C69171-8D73-4019-ABB6-6AB5A2E45F13}"/>
              </a:ext>
            </a:extLst>
          </p:cNvPr>
          <p:cNvSpPr/>
          <p:nvPr/>
        </p:nvSpPr>
        <p:spPr>
          <a:xfrm>
            <a:off x="1696278" y="2809461"/>
            <a:ext cx="1948070" cy="1563756"/>
          </a:xfrm>
          <a:custGeom>
            <a:avLst/>
            <a:gdLst>
              <a:gd name="connsiteX0" fmla="*/ 0 w 1948070"/>
              <a:gd name="connsiteY0" fmla="*/ 0 h 1563756"/>
              <a:gd name="connsiteX1" fmla="*/ 1351722 w 1948070"/>
              <a:gd name="connsiteY1" fmla="*/ 1378226 h 1563756"/>
              <a:gd name="connsiteX2" fmla="*/ 1948070 w 1948070"/>
              <a:gd name="connsiteY2" fmla="*/ 1563756 h 156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8070" h="1563756">
                <a:moveTo>
                  <a:pt x="0" y="0"/>
                </a:moveTo>
                <a:cubicBezTo>
                  <a:pt x="513522" y="558800"/>
                  <a:pt x="1027044" y="1117600"/>
                  <a:pt x="1351722" y="1378226"/>
                </a:cubicBezTo>
                <a:cubicBezTo>
                  <a:pt x="1676400" y="1638852"/>
                  <a:pt x="1864140" y="1530626"/>
                  <a:pt x="1948070" y="1563756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6D12991-6939-4F06-A5B3-70E5D3FB54F2}"/>
              </a:ext>
            </a:extLst>
          </p:cNvPr>
          <p:cNvSpPr/>
          <p:nvPr/>
        </p:nvSpPr>
        <p:spPr>
          <a:xfrm>
            <a:off x="3657600" y="3644348"/>
            <a:ext cx="477078" cy="702365"/>
          </a:xfrm>
          <a:custGeom>
            <a:avLst/>
            <a:gdLst>
              <a:gd name="connsiteX0" fmla="*/ 0 w 477078"/>
              <a:gd name="connsiteY0" fmla="*/ 702365 h 702365"/>
              <a:gd name="connsiteX1" fmla="*/ 225287 w 477078"/>
              <a:gd name="connsiteY1" fmla="*/ 424069 h 702365"/>
              <a:gd name="connsiteX2" fmla="*/ 477078 w 477078"/>
              <a:gd name="connsiteY2" fmla="*/ 0 h 702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702365">
                <a:moveTo>
                  <a:pt x="0" y="702365"/>
                </a:moveTo>
                <a:cubicBezTo>
                  <a:pt x="72887" y="621747"/>
                  <a:pt x="145774" y="541130"/>
                  <a:pt x="225287" y="424069"/>
                </a:cubicBezTo>
                <a:cubicBezTo>
                  <a:pt x="304800" y="307008"/>
                  <a:pt x="390939" y="153504"/>
                  <a:pt x="477078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1C407CA7-4BF9-4A7E-8F76-60A7E20681C2}"/>
              </a:ext>
            </a:extLst>
          </p:cNvPr>
          <p:cNvSpPr/>
          <p:nvPr/>
        </p:nvSpPr>
        <p:spPr>
          <a:xfrm>
            <a:off x="4134678" y="3604591"/>
            <a:ext cx="821635" cy="689113"/>
          </a:xfrm>
          <a:custGeom>
            <a:avLst/>
            <a:gdLst>
              <a:gd name="connsiteX0" fmla="*/ 0 w 821635"/>
              <a:gd name="connsiteY0" fmla="*/ 0 h 689113"/>
              <a:gd name="connsiteX1" fmla="*/ 291548 w 821635"/>
              <a:gd name="connsiteY1" fmla="*/ 384313 h 689113"/>
              <a:gd name="connsiteX2" fmla="*/ 821635 w 821635"/>
              <a:gd name="connsiteY2" fmla="*/ 689113 h 68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635" h="689113">
                <a:moveTo>
                  <a:pt x="0" y="0"/>
                </a:moveTo>
                <a:cubicBezTo>
                  <a:pt x="77304" y="134730"/>
                  <a:pt x="154609" y="269461"/>
                  <a:pt x="291548" y="384313"/>
                </a:cubicBezTo>
                <a:cubicBezTo>
                  <a:pt x="428487" y="499165"/>
                  <a:pt x="625061" y="594139"/>
                  <a:pt x="821635" y="689113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2A38781E-E2D1-4250-B729-FC4BCFDD99C6}"/>
              </a:ext>
            </a:extLst>
          </p:cNvPr>
          <p:cNvSpPr/>
          <p:nvPr/>
        </p:nvSpPr>
        <p:spPr>
          <a:xfrm>
            <a:off x="4956313" y="3684104"/>
            <a:ext cx="1364974" cy="583096"/>
          </a:xfrm>
          <a:custGeom>
            <a:avLst/>
            <a:gdLst>
              <a:gd name="connsiteX0" fmla="*/ 0 w 1364974"/>
              <a:gd name="connsiteY0" fmla="*/ 583096 h 583096"/>
              <a:gd name="connsiteX1" fmla="*/ 543339 w 1364974"/>
              <a:gd name="connsiteY1" fmla="*/ 410818 h 583096"/>
              <a:gd name="connsiteX2" fmla="*/ 1364974 w 1364974"/>
              <a:gd name="connsiteY2" fmla="*/ 0 h 5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4974" h="583096">
                <a:moveTo>
                  <a:pt x="0" y="583096"/>
                </a:moveTo>
                <a:cubicBezTo>
                  <a:pt x="157921" y="545548"/>
                  <a:pt x="315843" y="508001"/>
                  <a:pt x="543339" y="410818"/>
                </a:cubicBezTo>
                <a:cubicBezTo>
                  <a:pt x="770835" y="313635"/>
                  <a:pt x="1067904" y="156817"/>
                  <a:pt x="1364974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D6872C4-72DB-43CB-BFE8-578D7B60C981}"/>
              </a:ext>
            </a:extLst>
          </p:cNvPr>
          <p:cNvSpPr/>
          <p:nvPr/>
        </p:nvSpPr>
        <p:spPr>
          <a:xfrm>
            <a:off x="6321287" y="3697357"/>
            <a:ext cx="556591" cy="251791"/>
          </a:xfrm>
          <a:custGeom>
            <a:avLst/>
            <a:gdLst>
              <a:gd name="connsiteX0" fmla="*/ 0 w 556591"/>
              <a:gd name="connsiteY0" fmla="*/ 0 h 251791"/>
              <a:gd name="connsiteX1" fmla="*/ 291548 w 556591"/>
              <a:gd name="connsiteY1" fmla="*/ 79513 h 251791"/>
              <a:gd name="connsiteX2" fmla="*/ 556591 w 556591"/>
              <a:gd name="connsiteY2" fmla="*/ 251791 h 251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591" h="251791">
                <a:moveTo>
                  <a:pt x="0" y="0"/>
                </a:moveTo>
                <a:cubicBezTo>
                  <a:pt x="99391" y="18774"/>
                  <a:pt x="198783" y="37548"/>
                  <a:pt x="291548" y="79513"/>
                </a:cubicBezTo>
                <a:cubicBezTo>
                  <a:pt x="384313" y="121478"/>
                  <a:pt x="470452" y="186634"/>
                  <a:pt x="556591" y="251791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F6BBFDC5-C614-4465-8CC7-59BD869DA16D}"/>
              </a:ext>
            </a:extLst>
          </p:cNvPr>
          <p:cNvSpPr/>
          <p:nvPr/>
        </p:nvSpPr>
        <p:spPr>
          <a:xfrm>
            <a:off x="6851374" y="3553264"/>
            <a:ext cx="834887" cy="395884"/>
          </a:xfrm>
          <a:custGeom>
            <a:avLst/>
            <a:gdLst>
              <a:gd name="connsiteX0" fmla="*/ 0 w 834887"/>
              <a:gd name="connsiteY0" fmla="*/ 395884 h 395884"/>
              <a:gd name="connsiteX1" fmla="*/ 503583 w 834887"/>
              <a:gd name="connsiteY1" fmla="*/ 24823 h 395884"/>
              <a:gd name="connsiteX2" fmla="*/ 834887 w 834887"/>
              <a:gd name="connsiteY2" fmla="*/ 64579 h 395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87" h="395884">
                <a:moveTo>
                  <a:pt x="0" y="395884"/>
                </a:moveTo>
                <a:cubicBezTo>
                  <a:pt x="182217" y="237962"/>
                  <a:pt x="364435" y="80040"/>
                  <a:pt x="503583" y="24823"/>
                </a:cubicBezTo>
                <a:cubicBezTo>
                  <a:pt x="642731" y="-30394"/>
                  <a:pt x="738809" y="17092"/>
                  <a:pt x="834887" y="64579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5746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59161" y="819507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 EL PROBLEMA SEGUÍA: Importaciones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D90DD4-B468-46EF-B129-72071BDF6581}"/>
              </a:ext>
            </a:extLst>
          </p:cNvPr>
          <p:cNvSpPr/>
          <p:nvPr/>
        </p:nvSpPr>
        <p:spPr>
          <a:xfrm>
            <a:off x="6294492" y="2342610"/>
            <a:ext cx="1373852" cy="41827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222720C2-1233-47D3-B479-C74F7E612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845304"/>
              </p:ext>
            </p:extLst>
          </p:nvPr>
        </p:nvGraphicFramePr>
        <p:xfrm>
          <a:off x="251520" y="1988840"/>
          <a:ext cx="8892480" cy="4867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56 Rectángulo redondeado">
            <a:extLst>
              <a:ext uri="{FF2B5EF4-FFF2-40B4-BE49-F238E27FC236}">
                <a16:creationId xmlns:a16="http://schemas.microsoft.com/office/drawing/2014/main" id="{3BCC187B-F12D-400C-9F5A-C6D50363F3A3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3CB64DB-C432-4BD6-8E7B-2B394EF73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530203"/>
              </p:ext>
            </p:extLst>
          </p:nvPr>
        </p:nvGraphicFramePr>
        <p:xfrm>
          <a:off x="5115205" y="942488"/>
          <a:ext cx="3810000" cy="1114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818567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625388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855201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4298625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9967251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CAPITAL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INTERM.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COMB.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CONS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459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1er PER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25%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43%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8%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24%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3841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CRISIS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55%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13%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12%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9864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2do PER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22%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53%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6%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6694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REV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20%</a:t>
                      </a:r>
                      <a:endParaRPr lang="es-AR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53%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22%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400" b="1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5%</a:t>
                      </a:r>
                      <a:endParaRPr lang="es-AR" sz="14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076114"/>
                  </a:ext>
                </a:extLst>
              </a:tr>
            </a:tbl>
          </a:graphicData>
        </a:graphic>
      </p:graphicFrame>
      <p:pic>
        <p:nvPicPr>
          <p:cNvPr id="5" name="Gráfico 4" descr="Flecha lineal: curva en sentido contrario de las agujas del reloj">
            <a:extLst>
              <a:ext uri="{FF2B5EF4-FFF2-40B4-BE49-F238E27FC236}">
                <a16:creationId xmlns:a16="http://schemas.microsoft.com/office/drawing/2014/main" id="{CF728223-F776-4ECD-AA63-9C73CA13B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008668">
            <a:off x="4620970" y="1704895"/>
            <a:ext cx="704036" cy="35201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7E4F816-1B41-4AA5-8C82-C1800EAAA7AB}"/>
              </a:ext>
            </a:extLst>
          </p:cNvPr>
          <p:cNvSpPr txBox="1"/>
          <p:nvPr/>
        </p:nvSpPr>
        <p:spPr>
          <a:xfrm>
            <a:off x="4431880" y="1650071"/>
            <a:ext cx="47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50000"/>
                  </a:schemeClr>
                </a:solidFill>
              </a:rPr>
              <a:t>¿?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C0A54-743B-4AD5-B0BE-7ADDA9305AD3}"/>
              </a:ext>
            </a:extLst>
          </p:cNvPr>
          <p:cNvSpPr txBox="1"/>
          <p:nvPr/>
        </p:nvSpPr>
        <p:spPr>
          <a:xfrm>
            <a:off x="5580112" y="665618"/>
            <a:ext cx="3093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b="1" dirty="0">
                <a:solidFill>
                  <a:schemeClr val="tx2">
                    <a:lumMod val="50000"/>
                  </a:schemeClr>
                </a:solidFill>
              </a:rPr>
              <a:t>Promedio de participación de las </a:t>
            </a:r>
            <a:r>
              <a:rPr lang="es-AR" sz="1400" b="1" dirty="0" err="1">
                <a:solidFill>
                  <a:schemeClr val="tx2">
                    <a:lumMod val="50000"/>
                  </a:schemeClr>
                </a:solidFill>
              </a:rPr>
              <a:t>impo</a:t>
            </a:r>
            <a:r>
              <a:rPr lang="es-AR" sz="1400" b="1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5000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¿Sector público?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A84D49A-6AD0-4B27-8A38-BAF99E722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554755"/>
              </p:ext>
            </p:extLst>
          </p:nvPr>
        </p:nvGraphicFramePr>
        <p:xfrm>
          <a:off x="179512" y="1683472"/>
          <a:ext cx="8964488" cy="491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D90DD4-B468-46EF-B129-72071BDF6581}"/>
              </a:ext>
            </a:extLst>
          </p:cNvPr>
          <p:cNvSpPr/>
          <p:nvPr/>
        </p:nvSpPr>
        <p:spPr>
          <a:xfrm>
            <a:off x="6300192" y="2420888"/>
            <a:ext cx="1296144" cy="38164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56 Rectángulo redondeado">
            <a:extLst>
              <a:ext uri="{FF2B5EF4-FFF2-40B4-BE49-F238E27FC236}">
                <a16:creationId xmlns:a16="http://schemas.microsoft.com/office/drawing/2014/main" id="{7886745F-18B0-4390-B5BA-D76AE73280B6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13 Conector recto de flecha">
            <a:extLst>
              <a:ext uri="{FF2B5EF4-FFF2-40B4-BE49-F238E27FC236}">
                <a16:creationId xmlns:a16="http://schemas.microsoft.com/office/drawing/2014/main" id="{55E32F8D-372A-4168-8D11-4C2F4B551675}"/>
              </a:ext>
            </a:extLst>
          </p:cNvPr>
          <p:cNvCxnSpPr>
            <a:cxnSpLocks/>
          </p:cNvCxnSpPr>
          <p:nvPr/>
        </p:nvCxnSpPr>
        <p:spPr>
          <a:xfrm>
            <a:off x="5445414" y="3369255"/>
            <a:ext cx="1358834" cy="275769"/>
          </a:xfrm>
          <a:prstGeom prst="straightConnector1">
            <a:avLst/>
          </a:prstGeom>
          <a:ln w="76200">
            <a:solidFill>
              <a:schemeClr val="accent1">
                <a:lumMod val="75000"/>
                <a:alpha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60AF684A-9E3D-4902-9A85-C0A99C3DB006}"/>
              </a:ext>
            </a:extLst>
          </p:cNvPr>
          <p:cNvSpPr/>
          <p:nvPr/>
        </p:nvSpPr>
        <p:spPr>
          <a:xfrm>
            <a:off x="6961983" y="3911081"/>
            <a:ext cx="293732" cy="720080"/>
          </a:xfrm>
          <a:prstGeom prst="downArrow">
            <a:avLst/>
          </a:prstGeom>
          <a:solidFill>
            <a:schemeClr val="accent1">
              <a:alpha val="36000"/>
            </a:schemeClr>
          </a:solidFill>
          <a:ln>
            <a:solidFill>
              <a:schemeClr val="accent1">
                <a:shade val="50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D661F654-6758-45EB-B46D-B9F12627CFCA}"/>
              </a:ext>
            </a:extLst>
          </p:cNvPr>
          <p:cNvSpPr/>
          <p:nvPr/>
        </p:nvSpPr>
        <p:spPr>
          <a:xfrm flipV="1">
            <a:off x="7302604" y="3780372"/>
            <a:ext cx="293732" cy="720080"/>
          </a:xfrm>
          <a:prstGeom prst="downArrow">
            <a:avLst/>
          </a:prstGeom>
          <a:solidFill>
            <a:schemeClr val="accent1">
              <a:alpha val="36000"/>
            </a:schemeClr>
          </a:solidFill>
          <a:ln>
            <a:solidFill>
              <a:schemeClr val="accent1">
                <a:shade val="50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85757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 redondeado"/>
          <p:cNvSpPr/>
          <p:nvPr/>
        </p:nvSpPr>
        <p:spPr>
          <a:xfrm>
            <a:off x="1380355" y="908720"/>
            <a:ext cx="6426714" cy="432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∆X (pequeño) + ∆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déficit C.C.  Préstamos de CP</a:t>
            </a:r>
          </a:p>
        </p:txBody>
      </p:sp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38092AB9-78E3-41AB-9B7D-688C8768B2E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D94C9111-1C20-4829-B3E6-13B434C51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919934"/>
              </p:ext>
            </p:extLst>
          </p:nvPr>
        </p:nvGraphicFramePr>
        <p:xfrm>
          <a:off x="107504" y="1628800"/>
          <a:ext cx="8712968" cy="4968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4754A2FB-ED97-40D8-9A68-8AFF6F56D247}"/>
              </a:ext>
            </a:extLst>
          </p:cNvPr>
          <p:cNvSpPr/>
          <p:nvPr/>
        </p:nvSpPr>
        <p:spPr>
          <a:xfrm>
            <a:off x="4224131" y="4581128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strella: 5 puntas 15">
            <a:extLst>
              <a:ext uri="{FF2B5EF4-FFF2-40B4-BE49-F238E27FC236}">
                <a16:creationId xmlns:a16="http://schemas.microsoft.com/office/drawing/2014/main" id="{6B5D2F90-7322-4133-AA0D-97477DF44F68}"/>
              </a:ext>
            </a:extLst>
          </p:cNvPr>
          <p:cNvSpPr/>
          <p:nvPr/>
        </p:nvSpPr>
        <p:spPr>
          <a:xfrm>
            <a:off x="5004048" y="4926835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9CCD440D-6CAE-4F58-A14E-7DFA2D35AB56}"/>
              </a:ext>
            </a:extLst>
          </p:cNvPr>
          <p:cNvSpPr/>
          <p:nvPr/>
        </p:nvSpPr>
        <p:spPr>
          <a:xfrm>
            <a:off x="6092587" y="4719467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76772350-F445-4765-96B2-BFB0A351BAF1}"/>
              </a:ext>
            </a:extLst>
          </p:cNvPr>
          <p:cNvSpPr/>
          <p:nvPr/>
        </p:nvSpPr>
        <p:spPr>
          <a:xfrm>
            <a:off x="6413241" y="4717469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330AAFEC-052D-4814-AA3B-8F5193E346CE}"/>
              </a:ext>
            </a:extLst>
          </p:cNvPr>
          <p:cNvSpPr/>
          <p:nvPr/>
        </p:nvSpPr>
        <p:spPr>
          <a:xfrm>
            <a:off x="6733895" y="4729453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3D51E54F-73EB-419B-AB44-220C59860479}"/>
              </a:ext>
            </a:extLst>
          </p:cNvPr>
          <p:cNvSpPr/>
          <p:nvPr/>
        </p:nvSpPr>
        <p:spPr>
          <a:xfrm>
            <a:off x="7040486" y="4729452"/>
            <a:ext cx="267646" cy="272683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D9DC9A-F5B9-4A2A-B944-84105FB32082}"/>
              </a:ext>
            </a:extLst>
          </p:cNvPr>
          <p:cNvSpPr txBox="1"/>
          <p:nvPr/>
        </p:nvSpPr>
        <p:spPr>
          <a:xfrm>
            <a:off x="6335806" y="1782613"/>
            <a:ext cx="14093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56-58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EXP: 2.3% p.a.</a:t>
            </a:r>
          </a:p>
          <a:p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IMP: 1.7% p.a.</a:t>
            </a:r>
          </a:p>
        </p:txBody>
      </p:sp>
      <p:pic>
        <p:nvPicPr>
          <p:cNvPr id="3" name="Gráfico 2" descr="Signo de pulgar hacia arriba">
            <a:extLst>
              <a:ext uri="{FF2B5EF4-FFF2-40B4-BE49-F238E27FC236}">
                <a16:creationId xmlns:a16="http://schemas.microsoft.com/office/drawing/2014/main" id="{46D9F704-160E-4E33-9BB5-53A6AE59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337" y="1484772"/>
            <a:ext cx="673224" cy="673224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13520FB4-A1EE-4148-B77A-8394CC5E81E6}"/>
              </a:ext>
            </a:extLst>
          </p:cNvPr>
          <p:cNvSpPr txBox="1"/>
          <p:nvPr/>
        </p:nvSpPr>
        <p:spPr>
          <a:xfrm>
            <a:off x="5329879" y="1918427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55: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EXP: -10%</a:t>
            </a:r>
          </a:p>
          <a:p>
            <a:pPr algn="r"/>
            <a:r>
              <a:rPr lang="es-AR" sz="1600" b="1" dirty="0">
                <a:solidFill>
                  <a:schemeClr val="tx2">
                    <a:lumMod val="50000"/>
                  </a:schemeClr>
                </a:solidFill>
              </a:rPr>
              <a:t>IMP: 20%</a:t>
            </a:r>
          </a:p>
        </p:txBody>
      </p:sp>
      <p:pic>
        <p:nvPicPr>
          <p:cNvPr id="23" name="Gráfico 22" descr="Signo de pulgar hacia arriba">
            <a:extLst>
              <a:ext uri="{FF2B5EF4-FFF2-40B4-BE49-F238E27FC236}">
                <a16:creationId xmlns:a16="http://schemas.microsoft.com/office/drawing/2014/main" id="{DD677B96-2A22-4CE6-94AD-496764513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409119" y="1588662"/>
            <a:ext cx="673224" cy="673224"/>
          </a:xfrm>
          <a:prstGeom prst="rect">
            <a:avLst/>
          </a:prstGeom>
        </p:spPr>
      </p:pic>
      <p:cxnSp>
        <p:nvCxnSpPr>
          <p:cNvPr id="24" name="18 Conector recto">
            <a:extLst>
              <a:ext uri="{FF2B5EF4-FFF2-40B4-BE49-F238E27FC236}">
                <a16:creationId xmlns:a16="http://schemas.microsoft.com/office/drawing/2014/main" id="{BCDCC218-D6F1-4F5E-A8A7-04619D914FD7}"/>
              </a:ext>
            </a:extLst>
          </p:cNvPr>
          <p:cNvCxnSpPr>
            <a:cxnSpLocks/>
          </p:cNvCxnSpPr>
          <p:nvPr/>
        </p:nvCxnSpPr>
        <p:spPr>
          <a:xfrm flipV="1">
            <a:off x="6360233" y="1739162"/>
            <a:ext cx="0" cy="399767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9290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0" y="1052736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Cuenta Capital (</a:t>
            </a:r>
            <a:r>
              <a:rPr lang="es-ES" dirty="0" err="1"/>
              <a:t>mill</a:t>
            </a:r>
            <a:r>
              <a:rPr lang="es-ES" dirty="0"/>
              <a:t> US$) - </a:t>
            </a:r>
            <a:r>
              <a:rPr lang="es-ES" dirty="0" err="1"/>
              <a:t>Ferreres</a:t>
            </a:r>
            <a:endParaRPr lang="es-AR" dirty="0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7093F98-8242-4080-B52A-DBFAFB47D2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461027"/>
              </p:ext>
            </p:extLst>
          </p:nvPr>
        </p:nvGraphicFramePr>
        <p:xfrm>
          <a:off x="323528" y="1556792"/>
          <a:ext cx="8863896" cy="5407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41675286-21E9-4971-A429-8CF275385D99}"/>
              </a:ext>
            </a:extLst>
          </p:cNvPr>
          <p:cNvSpPr/>
          <p:nvPr/>
        </p:nvSpPr>
        <p:spPr>
          <a:xfrm>
            <a:off x="6012160" y="1831862"/>
            <a:ext cx="1296144" cy="48179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56 Rectángulo redondeado">
            <a:extLst>
              <a:ext uri="{FF2B5EF4-FFF2-40B4-BE49-F238E27FC236}">
                <a16:creationId xmlns:a16="http://schemas.microsoft.com/office/drawing/2014/main" id="{4808057A-2106-4938-89A0-076D8B054AD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9099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 redondeado"/>
          <p:cNvSpPr/>
          <p:nvPr/>
        </p:nvSpPr>
        <p:spPr>
          <a:xfrm>
            <a:off x="1380355" y="836712"/>
            <a:ext cx="6426714" cy="47269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Devaluación 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∆Precio interno (conflicto, ∆salarios)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38092AB9-78E3-41AB-9B7D-688C8768B2E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402A949-9619-4BBE-9581-DEED70543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30458"/>
              </p:ext>
            </p:extLst>
          </p:nvPr>
        </p:nvGraphicFramePr>
        <p:xfrm>
          <a:off x="179512" y="1607876"/>
          <a:ext cx="8712968" cy="5061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D574C0B-7759-4C4E-8752-28022554FDEA}"/>
              </a:ext>
            </a:extLst>
          </p:cNvPr>
          <p:cNvSpPr/>
          <p:nvPr/>
        </p:nvSpPr>
        <p:spPr>
          <a:xfrm>
            <a:off x="5841640" y="2080568"/>
            <a:ext cx="1224136" cy="4156744"/>
          </a:xfrm>
          <a:prstGeom prst="roundRect">
            <a:avLst>
              <a:gd name="adj" fmla="val 1233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Gráfico 3" descr="Hoja de sierra">
            <a:extLst>
              <a:ext uri="{FF2B5EF4-FFF2-40B4-BE49-F238E27FC236}">
                <a16:creationId xmlns:a16="http://schemas.microsoft.com/office/drawing/2014/main" id="{09124F55-64D7-465C-A819-7D8F4080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6508" y="1382977"/>
            <a:ext cx="914400" cy="914400"/>
          </a:xfrm>
          <a:prstGeom prst="rect">
            <a:avLst/>
          </a:prstGeom>
        </p:spPr>
      </p:pic>
      <p:sp>
        <p:nvSpPr>
          <p:cNvPr id="9" name="Flecha: hacia arriba 8">
            <a:extLst>
              <a:ext uri="{FF2B5EF4-FFF2-40B4-BE49-F238E27FC236}">
                <a16:creationId xmlns:a16="http://schemas.microsoft.com/office/drawing/2014/main" id="{321DEFDE-D721-4B9E-A4BF-6564A45FB8BB}"/>
              </a:ext>
            </a:extLst>
          </p:cNvPr>
          <p:cNvSpPr/>
          <p:nvPr/>
        </p:nvSpPr>
        <p:spPr>
          <a:xfrm>
            <a:off x="4277069" y="2965804"/>
            <a:ext cx="1641466" cy="907369"/>
          </a:xfrm>
          <a:prstGeom prst="upArrow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Efecto plan 1952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0 Rectángulo redondeado">
            <a:extLst>
              <a:ext uri="{FF2B5EF4-FFF2-40B4-BE49-F238E27FC236}">
                <a16:creationId xmlns:a16="http://schemas.microsoft.com/office/drawing/2014/main" id="{14431265-04E3-45B7-94D0-80E3FFFC666A}"/>
              </a:ext>
            </a:extLst>
          </p:cNvPr>
          <p:cNvSpPr/>
          <p:nvPr/>
        </p:nvSpPr>
        <p:spPr>
          <a:xfrm>
            <a:off x="1360409" y="1607876"/>
            <a:ext cx="2534489" cy="4726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SALARIOS CRECÍAN</a:t>
            </a:r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17D51771-BD2F-4F11-A111-8666968BECBE}"/>
              </a:ext>
            </a:extLst>
          </p:cNvPr>
          <p:cNvSpPr/>
          <p:nvPr/>
        </p:nvSpPr>
        <p:spPr>
          <a:xfrm rot="19499921">
            <a:off x="4736191" y="1458301"/>
            <a:ext cx="1826110" cy="718785"/>
          </a:xfrm>
          <a:prstGeom prst="downArrow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0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 Libertadora</a:t>
            </a:r>
            <a:endParaRPr lang="es-ES" sz="10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8188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331640" y="3068960"/>
            <a:ext cx="642671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Contención de salarios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 conflictos gremiales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331640" y="4421646"/>
            <a:ext cx="642671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’58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general de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Inflación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" name="3 Rectángulo redondeado">
            <a:extLst>
              <a:ext uri="{FF2B5EF4-FFF2-40B4-BE49-F238E27FC236}">
                <a16:creationId xmlns:a16="http://schemas.microsoft.com/office/drawing/2014/main" id="{FEB1AD71-F5E3-4169-A2F9-C3AC300307F8}"/>
              </a:ext>
            </a:extLst>
          </p:cNvPr>
          <p:cNvSpPr/>
          <p:nvPr/>
        </p:nvSpPr>
        <p:spPr>
          <a:xfrm>
            <a:off x="1331640" y="965262"/>
            <a:ext cx="6426714" cy="715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Medidas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5 Rectángulo redondeado">
            <a:extLst>
              <a:ext uri="{FF2B5EF4-FFF2-40B4-BE49-F238E27FC236}">
                <a16:creationId xmlns:a16="http://schemas.microsoft.com/office/drawing/2014/main" id="{D96B6371-1836-41F2-8DFC-0475A4B4630C}"/>
              </a:ext>
            </a:extLst>
          </p:cNvPr>
          <p:cNvSpPr/>
          <p:nvPr/>
        </p:nvSpPr>
        <p:spPr>
          <a:xfrm>
            <a:off x="1331640" y="2078850"/>
            <a:ext cx="6426714" cy="357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1957-1958</a:t>
            </a:r>
            <a:endParaRPr lang="es-A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56 Rectángulo redondeado">
            <a:extLst>
              <a:ext uri="{FF2B5EF4-FFF2-40B4-BE49-F238E27FC236}">
                <a16:creationId xmlns:a16="http://schemas.microsoft.com/office/drawing/2014/main" id="{B1D90516-FFD5-4604-ABE6-84EE55B659C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0510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331640" y="3212976"/>
            <a:ext cx="6426714" cy="5580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precios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continúan creciendo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331640" y="4023066"/>
            <a:ext cx="6426714" cy="5580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 –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desenvolvimiento favorable de la actividad económica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427984" y="4686604"/>
            <a:ext cx="3730128" cy="9541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Mantuvieron el gasto y la inversión pública, no pudieron aumentar </a:t>
            </a:r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ingresos fiscales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1318925" y="6021288"/>
            <a:ext cx="6426714" cy="5580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precios relativos del agro (para ∆agro)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Inflación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2" name="3 Rectángulo redondeado">
            <a:extLst>
              <a:ext uri="{FF2B5EF4-FFF2-40B4-BE49-F238E27FC236}">
                <a16:creationId xmlns:a16="http://schemas.microsoft.com/office/drawing/2014/main" id="{B7AD75AF-DC02-4B36-80F7-4407CBE0A125}"/>
              </a:ext>
            </a:extLst>
          </p:cNvPr>
          <p:cNvSpPr/>
          <p:nvPr/>
        </p:nvSpPr>
        <p:spPr>
          <a:xfrm>
            <a:off x="1331640" y="965262"/>
            <a:ext cx="6426714" cy="715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Comportamiento 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5 Rectángulo redondeado">
            <a:extLst>
              <a:ext uri="{FF2B5EF4-FFF2-40B4-BE49-F238E27FC236}">
                <a16:creationId xmlns:a16="http://schemas.microsoft.com/office/drawing/2014/main" id="{B380C4FA-D82C-47F6-A665-0825A21FCA35}"/>
              </a:ext>
            </a:extLst>
          </p:cNvPr>
          <p:cNvSpPr/>
          <p:nvPr/>
        </p:nvSpPr>
        <p:spPr>
          <a:xfrm>
            <a:off x="1331640" y="2078850"/>
            <a:ext cx="6426714" cy="357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1957-1958</a:t>
            </a:r>
            <a:endParaRPr lang="es-A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923B632D-F746-4859-8305-95814F74FBBC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2806C793-119B-42DD-8280-2593038FC47B}"/>
              </a:ext>
            </a:extLst>
          </p:cNvPr>
          <p:cNvCxnSpPr>
            <a:cxnSpLocks/>
            <a:stCxn id="8" idx="1"/>
            <a:endCxn id="9" idx="1"/>
          </p:cNvCxnSpPr>
          <p:nvPr/>
        </p:nvCxnSpPr>
        <p:spPr>
          <a:xfrm rot="10800000" flipH="1" flipV="1">
            <a:off x="1331640" y="4302097"/>
            <a:ext cx="3096344" cy="861560"/>
          </a:xfrm>
          <a:prstGeom prst="bentConnector3">
            <a:avLst>
              <a:gd name="adj1" fmla="val -7383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6FCF3831-989E-464F-95C1-629AE6D89DC1}"/>
              </a:ext>
            </a:extLst>
          </p:cNvPr>
          <p:cNvCxnSpPr>
            <a:cxnSpLocks/>
            <a:stCxn id="7" idx="1"/>
            <a:endCxn id="10" idx="1"/>
          </p:cNvCxnSpPr>
          <p:nvPr/>
        </p:nvCxnSpPr>
        <p:spPr>
          <a:xfrm rot="10800000" flipV="1">
            <a:off x="1318926" y="3492007"/>
            <a:ext cx="12715" cy="2808312"/>
          </a:xfrm>
          <a:prstGeom prst="bentConnector3">
            <a:avLst>
              <a:gd name="adj1" fmla="val 6692214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igno más 4">
            <a:extLst>
              <a:ext uri="{FF2B5EF4-FFF2-40B4-BE49-F238E27FC236}">
                <a16:creationId xmlns:a16="http://schemas.microsoft.com/office/drawing/2014/main" id="{1FBDD8F2-FA78-4A06-81F6-52CE79145E2F}"/>
              </a:ext>
            </a:extLst>
          </p:cNvPr>
          <p:cNvSpPr/>
          <p:nvPr/>
        </p:nvSpPr>
        <p:spPr>
          <a:xfrm>
            <a:off x="125960" y="4581128"/>
            <a:ext cx="734368" cy="64294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1967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38092AB9-78E3-41AB-9B7D-688C8768B2E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402A949-9619-4BBE-9581-DEED70543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020964"/>
              </p:ext>
            </p:extLst>
          </p:nvPr>
        </p:nvGraphicFramePr>
        <p:xfrm>
          <a:off x="179512" y="1607876"/>
          <a:ext cx="8712968" cy="5061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D574C0B-7759-4C4E-8752-28022554FDEA}"/>
              </a:ext>
            </a:extLst>
          </p:cNvPr>
          <p:cNvSpPr/>
          <p:nvPr/>
        </p:nvSpPr>
        <p:spPr>
          <a:xfrm>
            <a:off x="5841640" y="2106836"/>
            <a:ext cx="1224136" cy="4130476"/>
          </a:xfrm>
          <a:prstGeom prst="roundRect">
            <a:avLst>
              <a:gd name="adj" fmla="val 1233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Gráfico 3" descr="Hoja de sierra">
            <a:extLst>
              <a:ext uri="{FF2B5EF4-FFF2-40B4-BE49-F238E27FC236}">
                <a16:creationId xmlns:a16="http://schemas.microsoft.com/office/drawing/2014/main" id="{09124F55-64D7-465C-A819-7D8F40804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6508" y="1386756"/>
            <a:ext cx="914400" cy="914400"/>
          </a:xfrm>
          <a:prstGeom prst="rect">
            <a:avLst/>
          </a:prstGeom>
        </p:spPr>
      </p:pic>
      <p:sp>
        <p:nvSpPr>
          <p:cNvPr id="7" name="6 Rectángulo redondeado">
            <a:extLst>
              <a:ext uri="{FF2B5EF4-FFF2-40B4-BE49-F238E27FC236}">
                <a16:creationId xmlns:a16="http://schemas.microsoft.com/office/drawing/2014/main" id="{718FD41F-2640-4B9E-83A2-E535B425B276}"/>
              </a:ext>
            </a:extLst>
          </p:cNvPr>
          <p:cNvSpPr/>
          <p:nvPr/>
        </p:nvSpPr>
        <p:spPr>
          <a:xfrm>
            <a:off x="1322639" y="690713"/>
            <a:ext cx="642671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Contención de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 conflictos gremiales</a:t>
            </a:r>
          </a:p>
        </p:txBody>
      </p:sp>
      <p:pic>
        <p:nvPicPr>
          <p:cNvPr id="8" name="Gráfico 7" descr="Mano levantada">
            <a:extLst>
              <a:ext uri="{FF2B5EF4-FFF2-40B4-BE49-F238E27FC236}">
                <a16:creationId xmlns:a16="http://schemas.microsoft.com/office/drawing/2014/main" id="{85A18C89-3DBA-43BB-8CA8-7E5D631D6D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0813" y="399938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728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56 Rectángulo redondeado">
            <a:extLst>
              <a:ext uri="{FF2B5EF4-FFF2-40B4-BE49-F238E27FC236}">
                <a16:creationId xmlns:a16="http://schemas.microsoft.com/office/drawing/2014/main" id="{38092AB9-78E3-41AB-9B7D-688C8768B2E5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Rectángulo redondeado">
            <a:extLst>
              <a:ext uri="{FF2B5EF4-FFF2-40B4-BE49-F238E27FC236}">
                <a16:creationId xmlns:a16="http://schemas.microsoft.com/office/drawing/2014/main" id="{8413CE16-BCD7-4901-B0E9-A84E1A1B9D19}"/>
              </a:ext>
            </a:extLst>
          </p:cNvPr>
          <p:cNvSpPr/>
          <p:nvPr/>
        </p:nvSpPr>
        <p:spPr>
          <a:xfrm>
            <a:off x="1359733" y="836712"/>
            <a:ext cx="6426714" cy="504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’58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general de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s-E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Inflación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F9B500D-2069-4A88-ADBD-35E264B2E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916956"/>
              </p:ext>
            </p:extLst>
          </p:nvPr>
        </p:nvGraphicFramePr>
        <p:xfrm>
          <a:off x="107504" y="1772816"/>
          <a:ext cx="8784976" cy="489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Gráfico 5" descr="Mano con dedo índice apuntando a la derecha">
            <a:extLst>
              <a:ext uri="{FF2B5EF4-FFF2-40B4-BE49-F238E27FC236}">
                <a16:creationId xmlns:a16="http://schemas.microsoft.com/office/drawing/2014/main" id="{DC3289C8-7A42-481D-B763-DD86E583F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6575" y="27288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74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33 Rectángulo redondeado"/>
          <p:cNvSpPr/>
          <p:nvPr/>
        </p:nvSpPr>
        <p:spPr>
          <a:xfrm>
            <a:off x="2285984" y="770974"/>
            <a:ext cx="4656580" cy="78581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¿Sector público?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A84D49A-6AD0-4B27-8A38-BAF99E722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4093821"/>
              </p:ext>
            </p:extLst>
          </p:nvPr>
        </p:nvGraphicFramePr>
        <p:xfrm>
          <a:off x="179512" y="1683472"/>
          <a:ext cx="8964488" cy="491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CD90DD4-B468-46EF-B129-72071BDF6581}"/>
              </a:ext>
            </a:extLst>
          </p:cNvPr>
          <p:cNvSpPr/>
          <p:nvPr/>
        </p:nvSpPr>
        <p:spPr>
          <a:xfrm>
            <a:off x="6300192" y="2420888"/>
            <a:ext cx="1296144" cy="38164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56 Rectángulo redondeado">
            <a:extLst>
              <a:ext uri="{FF2B5EF4-FFF2-40B4-BE49-F238E27FC236}">
                <a16:creationId xmlns:a16="http://schemas.microsoft.com/office/drawing/2014/main" id="{7886745F-18B0-4390-B5BA-D76AE73280B6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áfico 5" descr="Mano con dedo índice apuntando a la derecha">
            <a:extLst>
              <a:ext uri="{FF2B5EF4-FFF2-40B4-BE49-F238E27FC236}">
                <a16:creationId xmlns:a16="http://schemas.microsoft.com/office/drawing/2014/main" id="{5B546F1C-4D5D-4177-B3DF-4695091BF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685532">
            <a:off x="6619822" y="2336924"/>
            <a:ext cx="914400" cy="914400"/>
          </a:xfrm>
          <a:prstGeom prst="rect">
            <a:avLst/>
          </a:prstGeom>
        </p:spPr>
      </p:pic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6C6C8AE3-73BE-4C3A-A15B-9B49C28A8025}"/>
              </a:ext>
            </a:extLst>
          </p:cNvPr>
          <p:cNvSpPr/>
          <p:nvPr/>
        </p:nvSpPr>
        <p:spPr>
          <a:xfrm>
            <a:off x="7099300" y="3035300"/>
            <a:ext cx="352425" cy="517525"/>
          </a:xfrm>
          <a:custGeom>
            <a:avLst/>
            <a:gdLst>
              <a:gd name="connsiteX0" fmla="*/ 0 w 352425"/>
              <a:gd name="connsiteY0" fmla="*/ 517525 h 517525"/>
              <a:gd name="connsiteX1" fmla="*/ 352425 w 352425"/>
              <a:gd name="connsiteY1" fmla="*/ 0 h 51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2425" h="517525">
                <a:moveTo>
                  <a:pt x="0" y="517525"/>
                </a:moveTo>
                <a:lnTo>
                  <a:pt x="352425" y="0"/>
                </a:ln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22EE534-90C4-431B-81F6-D25B4BC4EA42}"/>
              </a:ext>
            </a:extLst>
          </p:cNvPr>
          <p:cNvSpPr/>
          <p:nvPr/>
        </p:nvSpPr>
        <p:spPr>
          <a:xfrm>
            <a:off x="7105650" y="3759200"/>
            <a:ext cx="346075" cy="98425"/>
          </a:xfrm>
          <a:custGeom>
            <a:avLst/>
            <a:gdLst>
              <a:gd name="connsiteX0" fmla="*/ 0 w 346075"/>
              <a:gd name="connsiteY0" fmla="*/ 98425 h 98425"/>
              <a:gd name="connsiteX1" fmla="*/ 346075 w 346075"/>
              <a:gd name="connsiteY1" fmla="*/ 0 h 9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075" h="98425">
                <a:moveTo>
                  <a:pt x="0" y="98425"/>
                </a:moveTo>
                <a:lnTo>
                  <a:pt x="346075" y="0"/>
                </a:lnTo>
              </a:path>
            </a:pathLst>
          </a:cu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33382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Entonces, Qué hicieron?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69269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REVOLUCIÓN LIBERTADORA</a:t>
            </a:r>
          </a:p>
        </p:txBody>
      </p:sp>
    </p:spTree>
    <p:extLst>
      <p:ext uri="{BB962C8B-B14F-4D97-AF65-F5344CB8AC3E}">
        <p14:creationId xmlns:p14="http://schemas.microsoft.com/office/powerpoint/2010/main" val="15575373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6053690"/>
              </p:ext>
            </p:extLst>
          </p:nvPr>
        </p:nvGraphicFramePr>
        <p:xfrm>
          <a:off x="0" y="1810093"/>
          <a:ext cx="9036496" cy="493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56 Rectángulo redondeado">
            <a:extLst>
              <a:ext uri="{FF2B5EF4-FFF2-40B4-BE49-F238E27FC236}">
                <a16:creationId xmlns:a16="http://schemas.microsoft.com/office/drawing/2014/main" id="{AF11B109-51F4-4379-963C-0F060780628C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1 CuadroTexto">
            <a:extLst>
              <a:ext uri="{FF2B5EF4-FFF2-40B4-BE49-F238E27FC236}">
                <a16:creationId xmlns:a16="http://schemas.microsoft.com/office/drawing/2014/main" id="{DFF71926-C237-47E2-9CAE-13CEBE8D1C4D}"/>
              </a:ext>
            </a:extLst>
          </p:cNvPr>
          <p:cNvSpPr txBox="1"/>
          <p:nvPr/>
        </p:nvSpPr>
        <p:spPr>
          <a:xfrm>
            <a:off x="0" y="1440761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Déficit financiero como % PIB-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21" name="Flecha: hacia arriba 20">
            <a:extLst>
              <a:ext uri="{FF2B5EF4-FFF2-40B4-BE49-F238E27FC236}">
                <a16:creationId xmlns:a16="http://schemas.microsoft.com/office/drawing/2014/main" id="{31A33232-2FE6-495E-B43D-7F80C93E8DA5}"/>
              </a:ext>
            </a:extLst>
          </p:cNvPr>
          <p:cNvSpPr/>
          <p:nvPr/>
        </p:nvSpPr>
        <p:spPr>
          <a:xfrm>
            <a:off x="4072698" y="4440588"/>
            <a:ext cx="1249108" cy="907369"/>
          </a:xfrm>
          <a:prstGeom prst="up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1952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lecha: hacia arriba 21">
            <a:extLst>
              <a:ext uri="{FF2B5EF4-FFF2-40B4-BE49-F238E27FC236}">
                <a16:creationId xmlns:a16="http://schemas.microsoft.com/office/drawing/2014/main" id="{8953448E-D618-43CB-8D42-54706DFA10FE}"/>
              </a:ext>
            </a:extLst>
          </p:cNvPr>
          <p:cNvSpPr/>
          <p:nvPr/>
        </p:nvSpPr>
        <p:spPr>
          <a:xfrm>
            <a:off x="7277621" y="4862748"/>
            <a:ext cx="1161749" cy="907369"/>
          </a:xfrm>
          <a:prstGeom prst="up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FMI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lecha: hacia arriba 15">
            <a:extLst>
              <a:ext uri="{FF2B5EF4-FFF2-40B4-BE49-F238E27FC236}">
                <a16:creationId xmlns:a16="http://schemas.microsoft.com/office/drawing/2014/main" id="{6F5F96E5-660E-4E80-94D6-28D7B3BE257B}"/>
              </a:ext>
            </a:extLst>
          </p:cNvPr>
          <p:cNvSpPr/>
          <p:nvPr/>
        </p:nvSpPr>
        <p:spPr>
          <a:xfrm>
            <a:off x="4959883" y="4421935"/>
            <a:ext cx="1249108" cy="907369"/>
          </a:xfrm>
          <a:prstGeom prst="up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1954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E2212A7D-006E-4801-8EF6-2D7EC2C906C3}"/>
              </a:ext>
            </a:extLst>
          </p:cNvPr>
          <p:cNvSpPr/>
          <p:nvPr/>
        </p:nvSpPr>
        <p:spPr>
          <a:xfrm>
            <a:off x="3392557" y="3657600"/>
            <a:ext cx="675860" cy="861391"/>
          </a:xfrm>
          <a:custGeom>
            <a:avLst/>
            <a:gdLst>
              <a:gd name="connsiteX0" fmla="*/ 0 w 675860"/>
              <a:gd name="connsiteY0" fmla="*/ 0 h 861391"/>
              <a:gd name="connsiteX1" fmla="*/ 357808 w 675860"/>
              <a:gd name="connsiteY1" fmla="*/ 424070 h 861391"/>
              <a:gd name="connsiteX2" fmla="*/ 675860 w 675860"/>
              <a:gd name="connsiteY2" fmla="*/ 861391 h 86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860" h="861391">
                <a:moveTo>
                  <a:pt x="0" y="0"/>
                </a:moveTo>
                <a:cubicBezTo>
                  <a:pt x="122582" y="140252"/>
                  <a:pt x="245165" y="280505"/>
                  <a:pt x="357808" y="424070"/>
                </a:cubicBezTo>
                <a:cubicBezTo>
                  <a:pt x="470451" y="567635"/>
                  <a:pt x="583095" y="815009"/>
                  <a:pt x="675860" y="861391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3840A671-4FB3-4605-933D-776648FA3570}"/>
              </a:ext>
            </a:extLst>
          </p:cNvPr>
          <p:cNvSpPr/>
          <p:nvPr/>
        </p:nvSpPr>
        <p:spPr>
          <a:xfrm>
            <a:off x="4068417" y="4173629"/>
            <a:ext cx="2040835" cy="371867"/>
          </a:xfrm>
          <a:custGeom>
            <a:avLst/>
            <a:gdLst>
              <a:gd name="connsiteX0" fmla="*/ 0 w 2040835"/>
              <a:gd name="connsiteY0" fmla="*/ 371867 h 371867"/>
              <a:gd name="connsiteX1" fmla="*/ 1020418 w 2040835"/>
              <a:gd name="connsiteY1" fmla="*/ 806 h 371867"/>
              <a:gd name="connsiteX2" fmla="*/ 2040835 w 2040835"/>
              <a:gd name="connsiteY2" fmla="*/ 292354 h 37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0835" h="371867">
                <a:moveTo>
                  <a:pt x="0" y="371867"/>
                </a:moveTo>
                <a:cubicBezTo>
                  <a:pt x="340139" y="192962"/>
                  <a:pt x="680279" y="14058"/>
                  <a:pt x="1020418" y="806"/>
                </a:cubicBezTo>
                <a:cubicBezTo>
                  <a:pt x="1360557" y="-12446"/>
                  <a:pt x="1700696" y="139954"/>
                  <a:pt x="2040835" y="292354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5" name="Flecha: hacia arriba 24">
            <a:extLst>
              <a:ext uri="{FF2B5EF4-FFF2-40B4-BE49-F238E27FC236}">
                <a16:creationId xmlns:a16="http://schemas.microsoft.com/office/drawing/2014/main" id="{FDD57286-6542-4C71-9C8D-CE634AC1CD4E}"/>
              </a:ext>
            </a:extLst>
          </p:cNvPr>
          <p:cNvSpPr/>
          <p:nvPr/>
        </p:nvSpPr>
        <p:spPr>
          <a:xfrm>
            <a:off x="2966570" y="4275730"/>
            <a:ext cx="1249108" cy="907369"/>
          </a:xfrm>
          <a:prstGeom prst="up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lecha: hacia arriba 25">
            <a:extLst>
              <a:ext uri="{FF2B5EF4-FFF2-40B4-BE49-F238E27FC236}">
                <a16:creationId xmlns:a16="http://schemas.microsoft.com/office/drawing/2014/main" id="{F1F8285E-B921-4812-99EE-CF14F99D14DA}"/>
              </a:ext>
            </a:extLst>
          </p:cNvPr>
          <p:cNvSpPr/>
          <p:nvPr/>
        </p:nvSpPr>
        <p:spPr>
          <a:xfrm>
            <a:off x="6122504" y="5316433"/>
            <a:ext cx="1249108" cy="907369"/>
          </a:xfrm>
          <a:prstGeom prst="up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 Lib.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6FDE3D3A-5F2A-4071-A564-24A0134B830E}"/>
              </a:ext>
            </a:extLst>
          </p:cNvPr>
          <p:cNvSpPr/>
          <p:nvPr/>
        </p:nvSpPr>
        <p:spPr>
          <a:xfrm>
            <a:off x="7129670" y="2517913"/>
            <a:ext cx="993913" cy="2941983"/>
          </a:xfrm>
          <a:custGeom>
            <a:avLst/>
            <a:gdLst>
              <a:gd name="connsiteX0" fmla="*/ 0 w 993913"/>
              <a:gd name="connsiteY0" fmla="*/ 2941983 h 2941983"/>
              <a:gd name="connsiteX1" fmla="*/ 304800 w 993913"/>
              <a:gd name="connsiteY1" fmla="*/ 2305878 h 2941983"/>
              <a:gd name="connsiteX2" fmla="*/ 662608 w 993913"/>
              <a:gd name="connsiteY2" fmla="*/ 1285461 h 2941983"/>
              <a:gd name="connsiteX3" fmla="*/ 993913 w 993913"/>
              <a:gd name="connsiteY3" fmla="*/ 0 h 2941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3913" h="2941983">
                <a:moveTo>
                  <a:pt x="0" y="2941983"/>
                </a:moveTo>
                <a:cubicBezTo>
                  <a:pt x="97182" y="2761974"/>
                  <a:pt x="194365" y="2581965"/>
                  <a:pt x="304800" y="2305878"/>
                </a:cubicBezTo>
                <a:cubicBezTo>
                  <a:pt x="415235" y="2029791"/>
                  <a:pt x="547756" y="1669774"/>
                  <a:pt x="662608" y="1285461"/>
                </a:cubicBezTo>
                <a:cubicBezTo>
                  <a:pt x="777460" y="901148"/>
                  <a:pt x="885686" y="450574"/>
                  <a:pt x="993913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ED01AD0F-2034-46DA-A583-A236DE82DE4B}"/>
              </a:ext>
            </a:extLst>
          </p:cNvPr>
          <p:cNvSpPr/>
          <p:nvPr/>
        </p:nvSpPr>
        <p:spPr>
          <a:xfrm>
            <a:off x="6135757" y="4018435"/>
            <a:ext cx="980660" cy="1401704"/>
          </a:xfrm>
          <a:custGeom>
            <a:avLst/>
            <a:gdLst>
              <a:gd name="connsiteX0" fmla="*/ 0 w 980660"/>
              <a:gd name="connsiteY0" fmla="*/ 421043 h 1401704"/>
              <a:gd name="connsiteX1" fmla="*/ 649356 w 980660"/>
              <a:gd name="connsiteY1" fmla="*/ 49982 h 1401704"/>
              <a:gd name="connsiteX2" fmla="*/ 980660 w 980660"/>
              <a:gd name="connsiteY2" fmla="*/ 1401704 h 140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0660" h="1401704">
                <a:moveTo>
                  <a:pt x="0" y="421043"/>
                </a:moveTo>
                <a:cubicBezTo>
                  <a:pt x="242956" y="153791"/>
                  <a:pt x="485913" y="-113461"/>
                  <a:pt x="649356" y="49982"/>
                </a:cubicBezTo>
                <a:cubicBezTo>
                  <a:pt x="812799" y="213425"/>
                  <a:pt x="896729" y="807564"/>
                  <a:pt x="980660" y="1401704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9" name="33 Rectángulo redondeado">
            <a:extLst>
              <a:ext uri="{FF2B5EF4-FFF2-40B4-BE49-F238E27FC236}">
                <a16:creationId xmlns:a16="http://schemas.microsoft.com/office/drawing/2014/main" id="{866399A4-CF54-49AE-B8B1-7D63DAF97287}"/>
              </a:ext>
            </a:extLst>
          </p:cNvPr>
          <p:cNvSpPr/>
          <p:nvPr/>
        </p:nvSpPr>
        <p:spPr>
          <a:xfrm>
            <a:off x="187089" y="743573"/>
            <a:ext cx="4656580" cy="567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571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707221"/>
              </p:ext>
            </p:extLst>
          </p:nvPr>
        </p:nvGraphicFramePr>
        <p:xfrm>
          <a:off x="0" y="2297290"/>
          <a:ext cx="9187424" cy="4560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11 CuadroTexto">
            <a:extLst>
              <a:ext uri="{FF2B5EF4-FFF2-40B4-BE49-F238E27FC236}">
                <a16:creationId xmlns:a16="http://schemas.microsoft.com/office/drawing/2014/main" id="{CE9A9F1C-5BA1-4AD5-91E8-F12C59CB7D53}"/>
              </a:ext>
            </a:extLst>
          </p:cNvPr>
          <p:cNvSpPr txBox="1"/>
          <p:nvPr/>
        </p:nvSpPr>
        <p:spPr>
          <a:xfrm>
            <a:off x="0" y="1927958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Tasa de crecimiento IA de la Base Monetaria -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9" name="33 Rectángulo redondeado">
            <a:extLst>
              <a:ext uri="{FF2B5EF4-FFF2-40B4-BE49-F238E27FC236}">
                <a16:creationId xmlns:a16="http://schemas.microsoft.com/office/drawing/2014/main" id="{81D0F5F9-9AE3-4663-ADDE-6FE615635CA7}"/>
              </a:ext>
            </a:extLst>
          </p:cNvPr>
          <p:cNvSpPr/>
          <p:nvPr/>
        </p:nvSpPr>
        <p:spPr>
          <a:xfrm>
            <a:off x="187089" y="743573"/>
            <a:ext cx="4656580" cy="567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¿Y la Política Monetaria?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3427C225-F5D5-4AA3-BDA1-2D0A55EAAD8B}"/>
              </a:ext>
            </a:extLst>
          </p:cNvPr>
          <p:cNvSpPr/>
          <p:nvPr/>
        </p:nvSpPr>
        <p:spPr>
          <a:xfrm>
            <a:off x="3631096" y="4346713"/>
            <a:ext cx="2425147" cy="898714"/>
          </a:xfrm>
          <a:custGeom>
            <a:avLst/>
            <a:gdLst>
              <a:gd name="connsiteX0" fmla="*/ 0 w 2425147"/>
              <a:gd name="connsiteY0" fmla="*/ 0 h 898714"/>
              <a:gd name="connsiteX1" fmla="*/ 1351721 w 2425147"/>
              <a:gd name="connsiteY1" fmla="*/ 848139 h 898714"/>
              <a:gd name="connsiteX2" fmla="*/ 2425147 w 2425147"/>
              <a:gd name="connsiteY2" fmla="*/ 728870 h 8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5147" h="898714">
                <a:moveTo>
                  <a:pt x="0" y="0"/>
                </a:moveTo>
                <a:cubicBezTo>
                  <a:pt x="473765" y="363330"/>
                  <a:pt x="947530" y="726661"/>
                  <a:pt x="1351721" y="848139"/>
                </a:cubicBezTo>
                <a:cubicBezTo>
                  <a:pt x="1755912" y="969617"/>
                  <a:pt x="2090529" y="849243"/>
                  <a:pt x="2425147" y="72887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9E6DB0E8-602B-4617-9E5D-4E901A0807AB}"/>
              </a:ext>
            </a:extLst>
          </p:cNvPr>
          <p:cNvSpPr/>
          <p:nvPr/>
        </p:nvSpPr>
        <p:spPr>
          <a:xfrm>
            <a:off x="2584174" y="4346713"/>
            <a:ext cx="993913" cy="636104"/>
          </a:xfrm>
          <a:custGeom>
            <a:avLst/>
            <a:gdLst>
              <a:gd name="connsiteX0" fmla="*/ 0 w 993913"/>
              <a:gd name="connsiteY0" fmla="*/ 636104 h 636104"/>
              <a:gd name="connsiteX1" fmla="*/ 543339 w 993913"/>
              <a:gd name="connsiteY1" fmla="*/ 172278 h 636104"/>
              <a:gd name="connsiteX2" fmla="*/ 993913 w 993913"/>
              <a:gd name="connsiteY2" fmla="*/ 0 h 6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3913" h="636104">
                <a:moveTo>
                  <a:pt x="0" y="636104"/>
                </a:moveTo>
                <a:cubicBezTo>
                  <a:pt x="188843" y="457199"/>
                  <a:pt x="377687" y="278295"/>
                  <a:pt x="543339" y="172278"/>
                </a:cubicBezTo>
                <a:cubicBezTo>
                  <a:pt x="708991" y="66261"/>
                  <a:pt x="851452" y="33130"/>
                  <a:pt x="993913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1A213228-CE9B-4D93-9525-B08BD49B4E4B}"/>
              </a:ext>
            </a:extLst>
          </p:cNvPr>
          <p:cNvSpPr/>
          <p:nvPr/>
        </p:nvSpPr>
        <p:spPr>
          <a:xfrm>
            <a:off x="6109252" y="4134678"/>
            <a:ext cx="1020418" cy="1636564"/>
          </a:xfrm>
          <a:custGeom>
            <a:avLst/>
            <a:gdLst>
              <a:gd name="connsiteX0" fmla="*/ 0 w 1020418"/>
              <a:gd name="connsiteY0" fmla="*/ 927652 h 1636564"/>
              <a:gd name="connsiteX1" fmla="*/ 675861 w 1020418"/>
              <a:gd name="connsiteY1" fmla="*/ 1603513 h 1636564"/>
              <a:gd name="connsiteX2" fmla="*/ 1020418 w 1020418"/>
              <a:gd name="connsiteY2" fmla="*/ 0 h 1636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418" h="1636564">
                <a:moveTo>
                  <a:pt x="0" y="927652"/>
                </a:moveTo>
                <a:cubicBezTo>
                  <a:pt x="252895" y="1342887"/>
                  <a:pt x="505791" y="1758122"/>
                  <a:pt x="675861" y="1603513"/>
                </a:cubicBezTo>
                <a:cubicBezTo>
                  <a:pt x="845931" y="1448904"/>
                  <a:pt x="933174" y="724452"/>
                  <a:pt x="1020418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93DBA692-E91D-43EB-8411-C14EE22BB840}"/>
              </a:ext>
            </a:extLst>
          </p:cNvPr>
          <p:cNvSpPr/>
          <p:nvPr/>
        </p:nvSpPr>
        <p:spPr>
          <a:xfrm>
            <a:off x="7142922" y="4039518"/>
            <a:ext cx="1046921" cy="1751682"/>
          </a:xfrm>
          <a:custGeom>
            <a:avLst/>
            <a:gdLst>
              <a:gd name="connsiteX0" fmla="*/ 0 w 1046921"/>
              <a:gd name="connsiteY0" fmla="*/ 55404 h 1751682"/>
              <a:gd name="connsiteX1" fmla="*/ 331304 w 1046921"/>
              <a:gd name="connsiteY1" fmla="*/ 81908 h 1751682"/>
              <a:gd name="connsiteX2" fmla="*/ 689113 w 1046921"/>
              <a:gd name="connsiteY2" fmla="*/ 837282 h 1751682"/>
              <a:gd name="connsiteX3" fmla="*/ 1046921 w 1046921"/>
              <a:gd name="connsiteY3" fmla="*/ 1751682 h 1751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921" h="1751682">
                <a:moveTo>
                  <a:pt x="0" y="55404"/>
                </a:moveTo>
                <a:cubicBezTo>
                  <a:pt x="108226" y="3499"/>
                  <a:pt x="216452" y="-48405"/>
                  <a:pt x="331304" y="81908"/>
                </a:cubicBezTo>
                <a:cubicBezTo>
                  <a:pt x="446156" y="212221"/>
                  <a:pt x="569844" y="558986"/>
                  <a:pt x="689113" y="837282"/>
                </a:cubicBezTo>
                <a:cubicBezTo>
                  <a:pt x="808383" y="1115578"/>
                  <a:pt x="927652" y="1433630"/>
                  <a:pt x="1046921" y="1751682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E188ABF1-CBE5-4C81-A2C5-491CA46FC605}"/>
              </a:ext>
            </a:extLst>
          </p:cNvPr>
          <p:cNvSpPr/>
          <p:nvPr/>
        </p:nvSpPr>
        <p:spPr>
          <a:xfrm>
            <a:off x="2529971" y="3404574"/>
            <a:ext cx="993913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lecha: hacia abajo 23">
            <a:extLst>
              <a:ext uri="{FF2B5EF4-FFF2-40B4-BE49-F238E27FC236}">
                <a16:creationId xmlns:a16="http://schemas.microsoft.com/office/drawing/2014/main" id="{756998CB-CAE9-4F66-93F0-5B7B0BF3A4D6}"/>
              </a:ext>
            </a:extLst>
          </p:cNvPr>
          <p:cNvSpPr/>
          <p:nvPr/>
        </p:nvSpPr>
        <p:spPr>
          <a:xfrm>
            <a:off x="4084295" y="3826734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1952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05E6D793-EDEF-4E45-98BC-BD080C3D0B01}"/>
              </a:ext>
            </a:extLst>
          </p:cNvPr>
          <p:cNvSpPr/>
          <p:nvPr/>
        </p:nvSpPr>
        <p:spPr>
          <a:xfrm>
            <a:off x="4884993" y="3818204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1954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9D68E4AA-B343-4C17-B683-7EA784B04C2F}"/>
              </a:ext>
            </a:extLst>
          </p:cNvPr>
          <p:cNvSpPr/>
          <p:nvPr/>
        </p:nvSpPr>
        <p:spPr>
          <a:xfrm>
            <a:off x="6053855" y="3238333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 Lib.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916C8C63-4696-4F33-A8DE-B5B15C2A9F8A}"/>
              </a:ext>
            </a:extLst>
          </p:cNvPr>
          <p:cNvSpPr/>
          <p:nvPr/>
        </p:nvSpPr>
        <p:spPr>
          <a:xfrm>
            <a:off x="7238820" y="3391834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FMI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56 Rectángulo redondeado">
            <a:extLst>
              <a:ext uri="{FF2B5EF4-FFF2-40B4-BE49-F238E27FC236}">
                <a16:creationId xmlns:a16="http://schemas.microsoft.com/office/drawing/2014/main" id="{D2BCAD0F-F592-49EC-AB70-45ABC516EA98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233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435772"/>
              </p:ext>
            </p:extLst>
          </p:nvPr>
        </p:nvGraphicFramePr>
        <p:xfrm>
          <a:off x="0" y="1772535"/>
          <a:ext cx="9187423" cy="5085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11 CuadroTexto">
            <a:extLst>
              <a:ext uri="{FF2B5EF4-FFF2-40B4-BE49-F238E27FC236}">
                <a16:creationId xmlns:a16="http://schemas.microsoft.com/office/drawing/2014/main" id="{CC49D5CF-ACA8-4E7E-9B8F-00A49B971134}"/>
              </a:ext>
            </a:extLst>
          </p:cNvPr>
          <p:cNvSpPr txBox="1"/>
          <p:nvPr/>
        </p:nvSpPr>
        <p:spPr>
          <a:xfrm>
            <a:off x="0" y="1386898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Devaluación: Tasa de crecimiento IA del TC peso/dólar-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24" name="56 Rectángulo redondeado">
            <a:extLst>
              <a:ext uri="{FF2B5EF4-FFF2-40B4-BE49-F238E27FC236}">
                <a16:creationId xmlns:a16="http://schemas.microsoft.com/office/drawing/2014/main" id="{BBE7BF0B-22DA-402D-8830-0ACF26394C97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Pie">
            <a:extLst>
              <a:ext uri="{FF2B5EF4-FFF2-40B4-BE49-F238E27FC236}">
                <a16:creationId xmlns:a16="http://schemas.microsoft.com/office/drawing/2014/main" id="{E1718049-0434-4E27-9C93-3FF8D6C40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6258" y="4740474"/>
            <a:ext cx="607895" cy="607895"/>
          </a:xfrm>
          <a:prstGeom prst="rect">
            <a:avLst/>
          </a:prstGeom>
        </p:spPr>
      </p:pic>
      <p:pic>
        <p:nvPicPr>
          <p:cNvPr id="5" name="Gráfico 4" descr="Mano protectora">
            <a:extLst>
              <a:ext uri="{FF2B5EF4-FFF2-40B4-BE49-F238E27FC236}">
                <a16:creationId xmlns:a16="http://schemas.microsoft.com/office/drawing/2014/main" id="{CA62B411-067C-49F0-A1E5-3661BE3FB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6086" y="3843212"/>
            <a:ext cx="607895" cy="607895"/>
          </a:xfrm>
          <a:prstGeom prst="rect">
            <a:avLst/>
          </a:prstGeom>
        </p:spPr>
      </p:pic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10AE07D3-2FBB-4495-A8FB-39DA69C56D9C}"/>
              </a:ext>
            </a:extLst>
          </p:cNvPr>
          <p:cNvSpPr/>
          <p:nvPr/>
        </p:nvSpPr>
        <p:spPr>
          <a:xfrm>
            <a:off x="2714185" y="3980041"/>
            <a:ext cx="993913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86C00FEA-11F2-4E5B-B37C-41C0E8DBDD4E}"/>
              </a:ext>
            </a:extLst>
          </p:cNvPr>
          <p:cNvSpPr/>
          <p:nvPr/>
        </p:nvSpPr>
        <p:spPr>
          <a:xfrm>
            <a:off x="3564660" y="3197013"/>
            <a:ext cx="151074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1er. “GIRO”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áfico 27" descr="Pie">
            <a:extLst>
              <a:ext uri="{FF2B5EF4-FFF2-40B4-BE49-F238E27FC236}">
                <a16:creationId xmlns:a16="http://schemas.microsoft.com/office/drawing/2014/main" id="{40733AB0-43F7-46E2-927F-5B339D204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3084" y="4716561"/>
            <a:ext cx="607895" cy="607895"/>
          </a:xfrm>
          <a:prstGeom prst="rect">
            <a:avLst/>
          </a:prstGeom>
        </p:spPr>
      </p:pic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137001E4-B6F9-41DA-9AAE-BE674FB7E7EF}"/>
              </a:ext>
            </a:extLst>
          </p:cNvPr>
          <p:cNvSpPr/>
          <p:nvPr/>
        </p:nvSpPr>
        <p:spPr>
          <a:xfrm>
            <a:off x="4450853" y="4050418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1952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74519012-D7DC-49C5-B820-02CD7A69F0A5}"/>
              </a:ext>
            </a:extLst>
          </p:cNvPr>
          <p:cNvSpPr/>
          <p:nvPr/>
        </p:nvSpPr>
        <p:spPr>
          <a:xfrm>
            <a:off x="4942652" y="3579352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1954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Gráfico 30" descr="Mano protectora">
            <a:extLst>
              <a:ext uri="{FF2B5EF4-FFF2-40B4-BE49-F238E27FC236}">
                <a16:creationId xmlns:a16="http://schemas.microsoft.com/office/drawing/2014/main" id="{12E5717D-FE3D-49D9-81DD-B1A527CD0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3986" y="3412060"/>
            <a:ext cx="607895" cy="607895"/>
          </a:xfrm>
          <a:prstGeom prst="rect">
            <a:avLst/>
          </a:prstGeom>
        </p:spPr>
      </p:pic>
      <p:sp>
        <p:nvSpPr>
          <p:cNvPr id="32" name="Flecha: hacia abajo 31">
            <a:extLst>
              <a:ext uri="{FF2B5EF4-FFF2-40B4-BE49-F238E27FC236}">
                <a16:creationId xmlns:a16="http://schemas.microsoft.com/office/drawing/2014/main" id="{2A73229F-5562-4A35-BF0C-A8F0B4981C18}"/>
              </a:ext>
            </a:extLst>
          </p:cNvPr>
          <p:cNvSpPr/>
          <p:nvPr/>
        </p:nvSpPr>
        <p:spPr>
          <a:xfrm>
            <a:off x="6053986" y="2670103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Rev. Lib.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Gráfico 32" descr="Pie">
            <a:extLst>
              <a:ext uri="{FF2B5EF4-FFF2-40B4-BE49-F238E27FC236}">
                <a16:creationId xmlns:a16="http://schemas.microsoft.com/office/drawing/2014/main" id="{5DEC3382-28B3-495A-98CC-E87990883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637" y="4584791"/>
            <a:ext cx="607895" cy="607895"/>
          </a:xfrm>
          <a:prstGeom prst="rect">
            <a:avLst/>
          </a:prstGeom>
        </p:spPr>
      </p:pic>
      <p:pic>
        <p:nvPicPr>
          <p:cNvPr id="7" name="Gráfico 6" descr="Esposas">
            <a:extLst>
              <a:ext uri="{FF2B5EF4-FFF2-40B4-BE49-F238E27FC236}">
                <a16:creationId xmlns:a16="http://schemas.microsoft.com/office/drawing/2014/main" id="{BED2CBC5-9E16-4611-A667-8102A946F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8066" y="3070792"/>
            <a:ext cx="607895" cy="607895"/>
          </a:xfrm>
          <a:prstGeom prst="rect">
            <a:avLst/>
          </a:prstGeom>
        </p:spPr>
      </p:pic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5B24FDC2-0555-4241-A2C3-3A29427CCE65}"/>
              </a:ext>
            </a:extLst>
          </p:cNvPr>
          <p:cNvSpPr/>
          <p:nvPr/>
        </p:nvSpPr>
        <p:spPr>
          <a:xfrm rot="2590940">
            <a:off x="7717053" y="2351221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FMI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3 Rectángulo redondeado">
            <a:extLst>
              <a:ext uri="{FF2B5EF4-FFF2-40B4-BE49-F238E27FC236}">
                <a16:creationId xmlns:a16="http://schemas.microsoft.com/office/drawing/2014/main" id="{BB50825C-5FB6-44E3-8D9D-79908467C94D}"/>
              </a:ext>
            </a:extLst>
          </p:cNvPr>
          <p:cNvSpPr/>
          <p:nvPr/>
        </p:nvSpPr>
        <p:spPr>
          <a:xfrm>
            <a:off x="187089" y="743573"/>
            <a:ext cx="4656580" cy="567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de Cambio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46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33 Rectángulo redondeado">
            <a:extLst>
              <a:ext uri="{FF2B5EF4-FFF2-40B4-BE49-F238E27FC236}">
                <a16:creationId xmlns:a16="http://schemas.microsoft.com/office/drawing/2014/main" id="{7CA9C998-AF8D-47EB-B458-48A4594ADEA8}"/>
              </a:ext>
            </a:extLst>
          </p:cNvPr>
          <p:cNvSpPr/>
          <p:nvPr/>
        </p:nvSpPr>
        <p:spPr>
          <a:xfrm>
            <a:off x="187089" y="743573"/>
            <a:ext cx="4656580" cy="567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Salarios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6402A949-9619-4BBE-9581-DEED70543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728916"/>
              </p:ext>
            </p:extLst>
          </p:nvPr>
        </p:nvGraphicFramePr>
        <p:xfrm>
          <a:off x="187088" y="1411274"/>
          <a:ext cx="8849407" cy="533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1C4BB10D-8482-4FDB-905C-9AFF5510C342}"/>
              </a:ext>
            </a:extLst>
          </p:cNvPr>
          <p:cNvSpPr/>
          <p:nvPr/>
        </p:nvSpPr>
        <p:spPr>
          <a:xfrm>
            <a:off x="2915478" y="3326296"/>
            <a:ext cx="954157" cy="1828800"/>
          </a:xfrm>
          <a:custGeom>
            <a:avLst/>
            <a:gdLst>
              <a:gd name="connsiteX0" fmla="*/ 0 w 954157"/>
              <a:gd name="connsiteY0" fmla="*/ 1828800 h 1828800"/>
              <a:gd name="connsiteX1" fmla="*/ 636105 w 954157"/>
              <a:gd name="connsiteY1" fmla="*/ 304800 h 1828800"/>
              <a:gd name="connsiteX2" fmla="*/ 954157 w 954157"/>
              <a:gd name="connsiteY2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4157" h="1828800">
                <a:moveTo>
                  <a:pt x="0" y="1828800"/>
                </a:moveTo>
                <a:cubicBezTo>
                  <a:pt x="238539" y="1219200"/>
                  <a:pt x="477079" y="609600"/>
                  <a:pt x="636105" y="304800"/>
                </a:cubicBezTo>
                <a:cubicBezTo>
                  <a:pt x="795131" y="0"/>
                  <a:pt x="874644" y="0"/>
                  <a:pt x="954157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7CCCA3CE-888D-41AD-8439-F93F160801CE}"/>
              </a:ext>
            </a:extLst>
          </p:cNvPr>
          <p:cNvSpPr/>
          <p:nvPr/>
        </p:nvSpPr>
        <p:spPr>
          <a:xfrm>
            <a:off x="3856383" y="3326296"/>
            <a:ext cx="649356" cy="1298713"/>
          </a:xfrm>
          <a:custGeom>
            <a:avLst/>
            <a:gdLst>
              <a:gd name="connsiteX0" fmla="*/ 0 w 649356"/>
              <a:gd name="connsiteY0" fmla="*/ 0 h 1298713"/>
              <a:gd name="connsiteX1" fmla="*/ 318052 w 649356"/>
              <a:gd name="connsiteY1" fmla="*/ 609600 h 1298713"/>
              <a:gd name="connsiteX2" fmla="*/ 649356 w 649356"/>
              <a:gd name="connsiteY2" fmla="*/ 1298713 h 1298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9356" h="1298713">
                <a:moveTo>
                  <a:pt x="0" y="0"/>
                </a:moveTo>
                <a:cubicBezTo>
                  <a:pt x="104913" y="196574"/>
                  <a:pt x="209826" y="393148"/>
                  <a:pt x="318052" y="609600"/>
                </a:cubicBezTo>
                <a:cubicBezTo>
                  <a:pt x="426278" y="826052"/>
                  <a:pt x="537817" y="1062382"/>
                  <a:pt x="649356" y="1298713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B1F15619-490A-42BD-8780-B43B2288A469}"/>
              </a:ext>
            </a:extLst>
          </p:cNvPr>
          <p:cNvSpPr/>
          <p:nvPr/>
        </p:nvSpPr>
        <p:spPr>
          <a:xfrm>
            <a:off x="4492487" y="4269420"/>
            <a:ext cx="967409" cy="1124215"/>
          </a:xfrm>
          <a:custGeom>
            <a:avLst/>
            <a:gdLst>
              <a:gd name="connsiteX0" fmla="*/ 0 w 967409"/>
              <a:gd name="connsiteY0" fmla="*/ 355589 h 1124215"/>
              <a:gd name="connsiteX1" fmla="*/ 636104 w 967409"/>
              <a:gd name="connsiteY1" fmla="*/ 37537 h 1124215"/>
              <a:gd name="connsiteX2" fmla="*/ 967409 w 967409"/>
              <a:gd name="connsiteY2" fmla="*/ 1124215 h 112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7409" h="1124215">
                <a:moveTo>
                  <a:pt x="0" y="355589"/>
                </a:moveTo>
                <a:cubicBezTo>
                  <a:pt x="237434" y="132511"/>
                  <a:pt x="474869" y="-90567"/>
                  <a:pt x="636104" y="37537"/>
                </a:cubicBezTo>
                <a:cubicBezTo>
                  <a:pt x="797339" y="165641"/>
                  <a:pt x="882374" y="644928"/>
                  <a:pt x="967409" y="1124215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C10EC402-B70B-4334-842F-32A384C79FDB}"/>
              </a:ext>
            </a:extLst>
          </p:cNvPr>
          <p:cNvSpPr/>
          <p:nvPr/>
        </p:nvSpPr>
        <p:spPr>
          <a:xfrm>
            <a:off x="5459896" y="5062330"/>
            <a:ext cx="622852" cy="318053"/>
          </a:xfrm>
          <a:custGeom>
            <a:avLst/>
            <a:gdLst>
              <a:gd name="connsiteX0" fmla="*/ 0 w 622852"/>
              <a:gd name="connsiteY0" fmla="*/ 318053 h 318053"/>
              <a:gd name="connsiteX1" fmla="*/ 304800 w 622852"/>
              <a:gd name="connsiteY1" fmla="*/ 0 h 318053"/>
              <a:gd name="connsiteX2" fmla="*/ 622852 w 622852"/>
              <a:gd name="connsiteY2" fmla="*/ 318053 h 318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2852" h="318053">
                <a:moveTo>
                  <a:pt x="0" y="318053"/>
                </a:moveTo>
                <a:cubicBezTo>
                  <a:pt x="100495" y="159026"/>
                  <a:pt x="200991" y="0"/>
                  <a:pt x="304800" y="0"/>
                </a:cubicBezTo>
                <a:cubicBezTo>
                  <a:pt x="408609" y="0"/>
                  <a:pt x="515730" y="159026"/>
                  <a:pt x="622852" y="318053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E45412F8-10C3-4704-B109-69EF5EA5B49B}"/>
              </a:ext>
            </a:extLst>
          </p:cNvPr>
          <p:cNvSpPr/>
          <p:nvPr/>
        </p:nvSpPr>
        <p:spPr>
          <a:xfrm>
            <a:off x="6069496" y="3419061"/>
            <a:ext cx="980661" cy="1987826"/>
          </a:xfrm>
          <a:custGeom>
            <a:avLst/>
            <a:gdLst>
              <a:gd name="connsiteX0" fmla="*/ 0 w 980661"/>
              <a:gd name="connsiteY0" fmla="*/ 1987826 h 1987826"/>
              <a:gd name="connsiteX1" fmla="*/ 331304 w 980661"/>
              <a:gd name="connsiteY1" fmla="*/ 1099930 h 1987826"/>
              <a:gd name="connsiteX2" fmla="*/ 649356 w 980661"/>
              <a:gd name="connsiteY2" fmla="*/ 1245704 h 1987826"/>
              <a:gd name="connsiteX3" fmla="*/ 980661 w 980661"/>
              <a:gd name="connsiteY3" fmla="*/ 0 h 1987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661" h="1987826">
                <a:moveTo>
                  <a:pt x="0" y="1987826"/>
                </a:moveTo>
                <a:cubicBezTo>
                  <a:pt x="111539" y="1605721"/>
                  <a:pt x="223078" y="1223617"/>
                  <a:pt x="331304" y="1099930"/>
                </a:cubicBezTo>
                <a:cubicBezTo>
                  <a:pt x="439530" y="976243"/>
                  <a:pt x="541130" y="1429026"/>
                  <a:pt x="649356" y="1245704"/>
                </a:cubicBezTo>
                <a:cubicBezTo>
                  <a:pt x="757582" y="1062382"/>
                  <a:pt x="869121" y="531191"/>
                  <a:pt x="980661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7B196959-F044-45A6-88F8-1B100F3A014E}"/>
              </a:ext>
            </a:extLst>
          </p:cNvPr>
          <p:cNvSpPr/>
          <p:nvPr/>
        </p:nvSpPr>
        <p:spPr>
          <a:xfrm>
            <a:off x="7063409" y="2238652"/>
            <a:ext cx="940904" cy="2095723"/>
          </a:xfrm>
          <a:custGeom>
            <a:avLst/>
            <a:gdLst>
              <a:gd name="connsiteX0" fmla="*/ 0 w 940904"/>
              <a:gd name="connsiteY0" fmla="*/ 1100896 h 2095723"/>
              <a:gd name="connsiteX1" fmla="*/ 304800 w 940904"/>
              <a:gd name="connsiteY1" fmla="*/ 14218 h 2095723"/>
              <a:gd name="connsiteX2" fmla="*/ 636104 w 940904"/>
              <a:gd name="connsiteY2" fmla="*/ 1790009 h 2095723"/>
              <a:gd name="connsiteX3" fmla="*/ 940904 w 940904"/>
              <a:gd name="connsiteY3" fmla="*/ 2081557 h 209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904" h="2095723">
                <a:moveTo>
                  <a:pt x="0" y="1100896"/>
                </a:moveTo>
                <a:cubicBezTo>
                  <a:pt x="99391" y="500131"/>
                  <a:pt x="198783" y="-100634"/>
                  <a:pt x="304800" y="14218"/>
                </a:cubicBezTo>
                <a:cubicBezTo>
                  <a:pt x="410817" y="129070"/>
                  <a:pt x="530087" y="1445453"/>
                  <a:pt x="636104" y="1790009"/>
                </a:cubicBezTo>
                <a:cubicBezTo>
                  <a:pt x="742121" y="2134565"/>
                  <a:pt x="841512" y="2108061"/>
                  <a:pt x="940904" y="2081557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4" name="Flecha: hacia abajo 23">
            <a:extLst>
              <a:ext uri="{FF2B5EF4-FFF2-40B4-BE49-F238E27FC236}">
                <a16:creationId xmlns:a16="http://schemas.microsoft.com/office/drawing/2014/main" id="{5A16F9A4-9667-4E8E-A5B9-10E58707BE50}"/>
              </a:ext>
            </a:extLst>
          </p:cNvPr>
          <p:cNvSpPr/>
          <p:nvPr/>
        </p:nvSpPr>
        <p:spPr>
          <a:xfrm>
            <a:off x="2888974" y="2524892"/>
            <a:ext cx="993913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1er Per.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áfico 27" descr="Dinero">
            <a:extLst>
              <a:ext uri="{FF2B5EF4-FFF2-40B4-BE49-F238E27FC236}">
                <a16:creationId xmlns:a16="http://schemas.microsoft.com/office/drawing/2014/main" id="{CFA17A97-DB47-400D-AC70-34573EDF7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5478" y="4178156"/>
            <a:ext cx="523463" cy="523463"/>
          </a:xfrm>
          <a:prstGeom prst="rect">
            <a:avLst/>
          </a:prstGeom>
        </p:spPr>
      </p:pic>
      <p:sp>
        <p:nvSpPr>
          <p:cNvPr id="29" name="Flecha: hacia abajo 28">
            <a:extLst>
              <a:ext uri="{FF2B5EF4-FFF2-40B4-BE49-F238E27FC236}">
                <a16:creationId xmlns:a16="http://schemas.microsoft.com/office/drawing/2014/main" id="{8B244ADE-869C-49E2-BC46-302A662C41EA}"/>
              </a:ext>
            </a:extLst>
          </p:cNvPr>
          <p:cNvSpPr/>
          <p:nvPr/>
        </p:nvSpPr>
        <p:spPr>
          <a:xfrm>
            <a:off x="3808510" y="3080795"/>
            <a:ext cx="118755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Dev. </a:t>
            </a:r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5EA125E2-554B-4411-B9FC-CEC80EB0483C}"/>
              </a:ext>
            </a:extLst>
          </p:cNvPr>
          <p:cNvSpPr/>
          <p:nvPr/>
        </p:nvSpPr>
        <p:spPr>
          <a:xfrm>
            <a:off x="4625028" y="3226568"/>
            <a:ext cx="1298677" cy="1087994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 </a:t>
            </a:r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áfico 31" descr="Copo de nieve">
            <a:extLst>
              <a:ext uri="{FF2B5EF4-FFF2-40B4-BE49-F238E27FC236}">
                <a16:creationId xmlns:a16="http://schemas.microsoft.com/office/drawing/2014/main" id="{BE710689-A3CB-433D-BDB8-5AA81F91CB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3455" y="4558748"/>
            <a:ext cx="482232" cy="482232"/>
          </a:xfrm>
          <a:prstGeom prst="rect">
            <a:avLst/>
          </a:prstGeom>
        </p:spPr>
      </p:pic>
      <p:sp>
        <p:nvSpPr>
          <p:cNvPr id="33" name="Flecha: hacia abajo 32">
            <a:extLst>
              <a:ext uri="{FF2B5EF4-FFF2-40B4-BE49-F238E27FC236}">
                <a16:creationId xmlns:a16="http://schemas.microsoft.com/office/drawing/2014/main" id="{F9EF4447-55FB-4D5C-99E9-666E6D63EEE1}"/>
              </a:ext>
            </a:extLst>
          </p:cNvPr>
          <p:cNvSpPr/>
          <p:nvPr/>
        </p:nvSpPr>
        <p:spPr>
          <a:xfrm>
            <a:off x="5156226" y="4200819"/>
            <a:ext cx="1253799" cy="537797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Gráfico 33" descr="Mano levantada">
            <a:extLst>
              <a:ext uri="{FF2B5EF4-FFF2-40B4-BE49-F238E27FC236}">
                <a16:creationId xmlns:a16="http://schemas.microsoft.com/office/drawing/2014/main" id="{9F5D2F5E-6AC4-4880-96C8-20968F9F6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9048" y="4081475"/>
            <a:ext cx="457200" cy="457200"/>
          </a:xfrm>
          <a:prstGeom prst="rect">
            <a:avLst/>
          </a:prstGeom>
        </p:spPr>
      </p:pic>
      <p:sp>
        <p:nvSpPr>
          <p:cNvPr id="35" name="Flecha: hacia abajo 34">
            <a:extLst>
              <a:ext uri="{FF2B5EF4-FFF2-40B4-BE49-F238E27FC236}">
                <a16:creationId xmlns:a16="http://schemas.microsoft.com/office/drawing/2014/main" id="{72BFB9E9-6115-4CAF-9523-9CDA93C8365F}"/>
              </a:ext>
            </a:extLst>
          </p:cNvPr>
          <p:cNvSpPr/>
          <p:nvPr/>
        </p:nvSpPr>
        <p:spPr>
          <a:xfrm>
            <a:off x="5915604" y="3062510"/>
            <a:ext cx="1253799" cy="1087993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Cont. 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lecha: hacia abajo 35">
            <a:extLst>
              <a:ext uri="{FF2B5EF4-FFF2-40B4-BE49-F238E27FC236}">
                <a16:creationId xmlns:a16="http://schemas.microsoft.com/office/drawing/2014/main" id="{A923F450-1DD9-4DAE-817B-9B9998961B16}"/>
              </a:ext>
            </a:extLst>
          </p:cNvPr>
          <p:cNvSpPr/>
          <p:nvPr/>
        </p:nvSpPr>
        <p:spPr>
          <a:xfrm>
            <a:off x="7063427" y="1310489"/>
            <a:ext cx="1298677" cy="1087994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 </a:t>
            </a:r>
            <a:r>
              <a:rPr lang="es-AR" sz="13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</a:t>
            </a:r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áfico 36" descr="Copo de nieve">
            <a:extLst>
              <a:ext uri="{FF2B5EF4-FFF2-40B4-BE49-F238E27FC236}">
                <a16:creationId xmlns:a16="http://schemas.microsoft.com/office/drawing/2014/main" id="{4BDFCFDA-E088-4B50-B3CA-99AC4D074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096" y="3529449"/>
            <a:ext cx="482232" cy="482232"/>
          </a:xfrm>
          <a:prstGeom prst="rect">
            <a:avLst/>
          </a:prstGeom>
        </p:spPr>
      </p:pic>
      <p:sp>
        <p:nvSpPr>
          <p:cNvPr id="38" name="56 Rectángulo redondeado">
            <a:extLst>
              <a:ext uri="{FF2B5EF4-FFF2-40B4-BE49-F238E27FC236}">
                <a16:creationId xmlns:a16="http://schemas.microsoft.com/office/drawing/2014/main" id="{1F16A00F-F2A7-4266-9646-A5245717C9B4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852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áfic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034315"/>
              </p:ext>
            </p:extLst>
          </p:nvPr>
        </p:nvGraphicFramePr>
        <p:xfrm>
          <a:off x="0" y="2112318"/>
          <a:ext cx="9143999" cy="4745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11 CuadroTexto">
            <a:extLst>
              <a:ext uri="{FF2B5EF4-FFF2-40B4-BE49-F238E27FC236}">
                <a16:creationId xmlns:a16="http://schemas.microsoft.com/office/drawing/2014/main" id="{5F31D3A8-405E-470B-9FC7-D774DE5B73FA}"/>
              </a:ext>
            </a:extLst>
          </p:cNvPr>
          <p:cNvSpPr txBox="1"/>
          <p:nvPr/>
        </p:nvSpPr>
        <p:spPr>
          <a:xfrm>
            <a:off x="-1" y="1484784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Superficie sembrada. Total principales cultivos -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6" name="33 Rectángulo redondeado">
            <a:extLst>
              <a:ext uri="{FF2B5EF4-FFF2-40B4-BE49-F238E27FC236}">
                <a16:creationId xmlns:a16="http://schemas.microsoft.com/office/drawing/2014/main" id="{AA276088-FB66-4758-901D-7ADE639E117E}"/>
              </a:ext>
            </a:extLst>
          </p:cNvPr>
          <p:cNvSpPr/>
          <p:nvPr/>
        </p:nvSpPr>
        <p:spPr>
          <a:xfrm>
            <a:off x="187089" y="743573"/>
            <a:ext cx="4656580" cy="5670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Campo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56 Rectángulo redondeado">
            <a:extLst>
              <a:ext uri="{FF2B5EF4-FFF2-40B4-BE49-F238E27FC236}">
                <a16:creationId xmlns:a16="http://schemas.microsoft.com/office/drawing/2014/main" id="{FCF28CB7-9A20-417E-BA2D-33B3B305D2AE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A62710A-9DBE-4C2B-8EB6-0635ADAA8C70}"/>
              </a:ext>
            </a:extLst>
          </p:cNvPr>
          <p:cNvSpPr/>
          <p:nvPr/>
        </p:nvSpPr>
        <p:spPr>
          <a:xfrm>
            <a:off x="1245704" y="2849217"/>
            <a:ext cx="2637183" cy="795131"/>
          </a:xfrm>
          <a:custGeom>
            <a:avLst/>
            <a:gdLst>
              <a:gd name="connsiteX0" fmla="*/ 0 w 2637183"/>
              <a:gd name="connsiteY0" fmla="*/ 0 h 795131"/>
              <a:gd name="connsiteX1" fmla="*/ 1311966 w 2637183"/>
              <a:gd name="connsiteY1" fmla="*/ 344557 h 795131"/>
              <a:gd name="connsiteX2" fmla="*/ 2319131 w 2637183"/>
              <a:gd name="connsiteY2" fmla="*/ 609600 h 795131"/>
              <a:gd name="connsiteX3" fmla="*/ 2637183 w 2637183"/>
              <a:gd name="connsiteY3" fmla="*/ 795131 h 79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7183" h="795131">
                <a:moveTo>
                  <a:pt x="0" y="0"/>
                </a:moveTo>
                <a:lnTo>
                  <a:pt x="1311966" y="344557"/>
                </a:lnTo>
                <a:cubicBezTo>
                  <a:pt x="1698488" y="446157"/>
                  <a:pt x="2098262" y="534504"/>
                  <a:pt x="2319131" y="609600"/>
                </a:cubicBezTo>
                <a:cubicBezTo>
                  <a:pt x="2540000" y="684696"/>
                  <a:pt x="2588591" y="739913"/>
                  <a:pt x="2637183" y="795131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B968FD5A-0D53-459D-B371-51F96CBBB8F6}"/>
              </a:ext>
            </a:extLst>
          </p:cNvPr>
          <p:cNvSpPr/>
          <p:nvPr/>
        </p:nvSpPr>
        <p:spPr>
          <a:xfrm>
            <a:off x="3856383" y="3644348"/>
            <a:ext cx="1987826" cy="251820"/>
          </a:xfrm>
          <a:custGeom>
            <a:avLst/>
            <a:gdLst>
              <a:gd name="connsiteX0" fmla="*/ 0 w 1987826"/>
              <a:gd name="connsiteY0" fmla="*/ 0 h 251820"/>
              <a:gd name="connsiteX1" fmla="*/ 702365 w 1987826"/>
              <a:gd name="connsiteY1" fmla="*/ 251791 h 251820"/>
              <a:gd name="connsiteX2" fmla="*/ 1987826 w 1987826"/>
              <a:gd name="connsiteY2" fmla="*/ 13252 h 25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7826" h="251820">
                <a:moveTo>
                  <a:pt x="0" y="0"/>
                </a:moveTo>
                <a:cubicBezTo>
                  <a:pt x="185530" y="124791"/>
                  <a:pt x="371061" y="249582"/>
                  <a:pt x="702365" y="251791"/>
                </a:cubicBezTo>
                <a:cubicBezTo>
                  <a:pt x="1033669" y="254000"/>
                  <a:pt x="1510747" y="133626"/>
                  <a:pt x="1987826" y="13252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2121550-CBC9-467F-8D85-A23887A7E91B}"/>
              </a:ext>
            </a:extLst>
          </p:cNvPr>
          <p:cNvSpPr/>
          <p:nvPr/>
        </p:nvSpPr>
        <p:spPr>
          <a:xfrm>
            <a:off x="5857461" y="3419061"/>
            <a:ext cx="1311965" cy="314873"/>
          </a:xfrm>
          <a:custGeom>
            <a:avLst/>
            <a:gdLst>
              <a:gd name="connsiteX0" fmla="*/ 0 w 1311965"/>
              <a:gd name="connsiteY0" fmla="*/ 212035 h 314873"/>
              <a:gd name="connsiteX1" fmla="*/ 689113 w 1311965"/>
              <a:gd name="connsiteY1" fmla="*/ 304800 h 314873"/>
              <a:gd name="connsiteX2" fmla="*/ 1311965 w 1311965"/>
              <a:gd name="connsiteY2" fmla="*/ 0 h 314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5" h="314873">
                <a:moveTo>
                  <a:pt x="0" y="212035"/>
                </a:moveTo>
                <a:cubicBezTo>
                  <a:pt x="235226" y="276087"/>
                  <a:pt x="470452" y="340139"/>
                  <a:pt x="689113" y="304800"/>
                </a:cubicBezTo>
                <a:cubicBezTo>
                  <a:pt x="907774" y="269461"/>
                  <a:pt x="1155148" y="13252"/>
                  <a:pt x="1311965" y="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0DAD14A5-205B-406F-A5A0-322188691E7B}"/>
              </a:ext>
            </a:extLst>
          </p:cNvPr>
          <p:cNvSpPr/>
          <p:nvPr/>
        </p:nvSpPr>
        <p:spPr>
          <a:xfrm>
            <a:off x="7195930" y="3419061"/>
            <a:ext cx="1643270" cy="344629"/>
          </a:xfrm>
          <a:custGeom>
            <a:avLst/>
            <a:gdLst>
              <a:gd name="connsiteX0" fmla="*/ 0 w 1643270"/>
              <a:gd name="connsiteY0" fmla="*/ 0 h 344629"/>
              <a:gd name="connsiteX1" fmla="*/ 967409 w 1643270"/>
              <a:gd name="connsiteY1" fmla="*/ 318052 h 344629"/>
              <a:gd name="connsiteX2" fmla="*/ 1643270 w 1643270"/>
              <a:gd name="connsiteY2" fmla="*/ 304800 h 34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270" h="344629">
                <a:moveTo>
                  <a:pt x="0" y="0"/>
                </a:moveTo>
                <a:cubicBezTo>
                  <a:pt x="346765" y="133626"/>
                  <a:pt x="693531" y="267252"/>
                  <a:pt x="967409" y="318052"/>
                </a:cubicBezTo>
                <a:cubicBezTo>
                  <a:pt x="1241287" y="368852"/>
                  <a:pt x="1442278" y="336826"/>
                  <a:pt x="1643270" y="304800"/>
                </a:cubicBezTo>
              </a:path>
            </a:pathLst>
          </a:custGeom>
          <a:ln w="57150">
            <a:solidFill>
              <a:schemeClr val="accent1">
                <a:lumMod val="50000"/>
                <a:alpha val="6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3FB64635-CF1C-4241-8128-6CCBE7ED23BC}"/>
              </a:ext>
            </a:extLst>
          </p:cNvPr>
          <p:cNvSpPr/>
          <p:nvPr/>
        </p:nvSpPr>
        <p:spPr>
          <a:xfrm>
            <a:off x="1763688" y="2152485"/>
            <a:ext cx="18722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Perjuicio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áfico 11" descr="Tendencia alcista">
            <a:extLst>
              <a:ext uri="{FF2B5EF4-FFF2-40B4-BE49-F238E27FC236}">
                <a16:creationId xmlns:a16="http://schemas.microsoft.com/office/drawing/2014/main" id="{3180F890-08A7-4119-B46B-6356B2346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3616" y="3085853"/>
            <a:ext cx="578869" cy="578869"/>
          </a:xfrm>
          <a:prstGeom prst="rect">
            <a:avLst/>
          </a:prstGeom>
        </p:spPr>
      </p:pic>
      <p:pic>
        <p:nvPicPr>
          <p:cNvPr id="15" name="Gráfico 14" descr="Tendencia bajista">
            <a:extLst>
              <a:ext uri="{FF2B5EF4-FFF2-40B4-BE49-F238E27FC236}">
                <a16:creationId xmlns:a16="http://schemas.microsoft.com/office/drawing/2014/main" id="{2C6640BE-F5FD-4193-BCE3-D184A6C6D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262" y="2211417"/>
            <a:ext cx="578869" cy="578869"/>
          </a:xfrm>
          <a:prstGeom prst="rect">
            <a:avLst/>
          </a:prstGeom>
        </p:spPr>
      </p:pic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F40AA751-8E5E-423D-879A-A646D4706F36}"/>
              </a:ext>
            </a:extLst>
          </p:cNvPr>
          <p:cNvSpPr/>
          <p:nvPr/>
        </p:nvSpPr>
        <p:spPr>
          <a:xfrm>
            <a:off x="3763616" y="2441984"/>
            <a:ext cx="18722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Intenta revertir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E441DE43-00B5-47B5-AEA3-DB492522EB14}"/>
              </a:ext>
            </a:extLst>
          </p:cNvPr>
          <p:cNvSpPr/>
          <p:nvPr/>
        </p:nvSpPr>
        <p:spPr>
          <a:xfrm>
            <a:off x="5226966" y="2713869"/>
            <a:ext cx="2347665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Continuidad. Alguna reacción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D722896F-FB6E-4805-8222-1096B30BD1F4}"/>
              </a:ext>
            </a:extLst>
          </p:cNvPr>
          <p:cNvSpPr/>
          <p:nvPr/>
        </p:nvSpPr>
        <p:spPr>
          <a:xfrm>
            <a:off x="7195930" y="2282571"/>
            <a:ext cx="18722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Estancamiento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7254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1 CuadroTexto">
            <a:extLst>
              <a:ext uri="{FF2B5EF4-FFF2-40B4-BE49-F238E27FC236}">
                <a16:creationId xmlns:a16="http://schemas.microsoft.com/office/drawing/2014/main" id="{5F31D3A8-405E-470B-9FC7-D774DE5B73FA}"/>
              </a:ext>
            </a:extLst>
          </p:cNvPr>
          <p:cNvSpPr txBox="1"/>
          <p:nvPr/>
        </p:nvSpPr>
        <p:spPr>
          <a:xfrm>
            <a:off x="0" y="1187460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PIB AGROPECUARIO E INDUSTRIAL - </a:t>
            </a:r>
            <a:r>
              <a:rPr lang="es-ES" b="0" dirty="0" err="1"/>
              <a:t>Ferreres</a:t>
            </a:r>
            <a:endParaRPr lang="es-AR" b="0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69103D0-77C6-42B8-8743-54CC1879E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3972827"/>
              </p:ext>
            </p:extLst>
          </p:nvPr>
        </p:nvGraphicFramePr>
        <p:xfrm>
          <a:off x="539552" y="1831180"/>
          <a:ext cx="8064896" cy="469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1642E3C-667C-470A-94C4-1F4BAF00C7BE}"/>
              </a:ext>
            </a:extLst>
          </p:cNvPr>
          <p:cNvSpPr/>
          <p:nvPr/>
        </p:nvSpPr>
        <p:spPr>
          <a:xfrm>
            <a:off x="3059832" y="3841253"/>
            <a:ext cx="5174975" cy="6429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Industria: continúa creciendo post segundo plan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Agro: sin crecimiento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470BA89B-F86D-4904-9AC4-896DDCFEB166}"/>
              </a:ext>
            </a:extLst>
          </p:cNvPr>
          <p:cNvSpPr/>
          <p:nvPr/>
        </p:nvSpPr>
        <p:spPr>
          <a:xfrm>
            <a:off x="3707904" y="2596263"/>
            <a:ext cx="1249108" cy="801378"/>
          </a:xfrm>
          <a:prstGeom prst="downArrow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1954</a:t>
            </a:r>
            <a:endParaRPr lang="es-ES" sz="13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56 Rectángulo redondeado">
            <a:extLst>
              <a:ext uri="{FF2B5EF4-FFF2-40B4-BE49-F238E27FC236}">
                <a16:creationId xmlns:a16="http://schemas.microsoft.com/office/drawing/2014/main" id="{7CCC82CB-4459-4F51-8CE2-C77B1D62FE9F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93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1 CuadroTexto">
            <a:extLst>
              <a:ext uri="{FF2B5EF4-FFF2-40B4-BE49-F238E27FC236}">
                <a16:creationId xmlns:a16="http://schemas.microsoft.com/office/drawing/2014/main" id="{5F31D3A8-405E-470B-9FC7-D774DE5B73FA}"/>
              </a:ext>
            </a:extLst>
          </p:cNvPr>
          <p:cNvSpPr txBox="1"/>
          <p:nvPr/>
        </p:nvSpPr>
        <p:spPr>
          <a:xfrm>
            <a:off x="8181" y="1976401"/>
            <a:ext cx="9144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s-AR"/>
            </a:defPPr>
            <a:lvl1pPr algn="ctr"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Inflación IA – </a:t>
            </a:r>
            <a:r>
              <a:rPr lang="es-ES" b="0" dirty="0" err="1"/>
              <a:t>Indec</a:t>
            </a:r>
            <a:r>
              <a:rPr lang="es-ES" b="0" dirty="0"/>
              <a:t> y </a:t>
            </a:r>
            <a:r>
              <a:rPr lang="es-ES" b="0" dirty="0" err="1"/>
              <a:t>Ferreres</a:t>
            </a:r>
            <a:endParaRPr lang="es-AR" b="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1642E3C-667C-470A-94C4-1F4BAF00C7BE}"/>
              </a:ext>
            </a:extLst>
          </p:cNvPr>
          <p:cNvSpPr/>
          <p:nvPr/>
        </p:nvSpPr>
        <p:spPr>
          <a:xfrm>
            <a:off x="2006224" y="6093296"/>
            <a:ext cx="5174975" cy="6429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Tendencia creciente y lejos de la internacional</a:t>
            </a:r>
            <a:endParaRPr lang="es-ES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3 Rectángulo redondeado">
            <a:extLst>
              <a:ext uri="{FF2B5EF4-FFF2-40B4-BE49-F238E27FC236}">
                <a16:creationId xmlns:a16="http://schemas.microsoft.com/office/drawing/2014/main" id="{B7D48922-A8F0-4F4D-98AA-E5F798347FA3}"/>
              </a:ext>
            </a:extLst>
          </p:cNvPr>
          <p:cNvSpPr/>
          <p:nvPr/>
        </p:nvSpPr>
        <p:spPr>
          <a:xfrm>
            <a:off x="1331640" y="965262"/>
            <a:ext cx="6426714" cy="7150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¿Y la inflación?  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A764302-3FB6-4B12-A9A9-98D2A34E1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415019"/>
              </p:ext>
            </p:extLst>
          </p:nvPr>
        </p:nvGraphicFramePr>
        <p:xfrm>
          <a:off x="323528" y="2641864"/>
          <a:ext cx="4248472" cy="301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4D71C8CF-6834-4F50-BB36-A73DC7FFE7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08728"/>
              </p:ext>
            </p:extLst>
          </p:nvPr>
        </p:nvGraphicFramePr>
        <p:xfrm>
          <a:off x="4695970" y="2641864"/>
          <a:ext cx="4248472" cy="301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56 Rectángulo redondeado">
            <a:extLst>
              <a:ext uri="{FF2B5EF4-FFF2-40B4-BE49-F238E27FC236}">
                <a16:creationId xmlns:a16="http://schemas.microsoft.com/office/drawing/2014/main" id="{C5613616-628C-4991-8F8E-B883B620420B}"/>
              </a:ext>
            </a:extLst>
          </p:cNvPr>
          <p:cNvSpPr/>
          <p:nvPr/>
        </p:nvSpPr>
        <p:spPr>
          <a:xfrm>
            <a:off x="0" y="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Pangamos en contexto…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784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56 Rectángulo redondeado">
            <a:extLst>
              <a:ext uri="{FF2B5EF4-FFF2-40B4-BE49-F238E27FC236}">
                <a16:creationId xmlns:a16="http://schemas.microsoft.com/office/drawing/2014/main" id="{F0F6F5B0-6A96-4D25-807F-A63145F33CF8}"/>
              </a:ext>
            </a:extLst>
          </p:cNvPr>
          <p:cNvSpPr/>
          <p:nvPr/>
        </p:nvSpPr>
        <p:spPr>
          <a:xfrm>
            <a:off x="-13539" y="1628800"/>
            <a:ext cx="9187424" cy="136815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SIGUEN INFLACIÓN Y </a:t>
            </a:r>
          </a:p>
          <a:p>
            <a:pPr algn="ctr"/>
            <a:r>
              <a:rPr lang="es-E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GO</a:t>
            </a:r>
            <a:endParaRPr lang="es-AR" sz="32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6 Rectángulo redondeado">
            <a:extLst>
              <a:ext uri="{FF2B5EF4-FFF2-40B4-BE49-F238E27FC236}">
                <a16:creationId xmlns:a16="http://schemas.microsoft.com/office/drawing/2014/main" id="{5E81EA7F-2770-4693-B7D7-D9574A3B3E2B}"/>
              </a:ext>
            </a:extLst>
          </p:cNvPr>
          <p:cNvSpPr/>
          <p:nvPr/>
        </p:nvSpPr>
        <p:spPr>
          <a:xfrm>
            <a:off x="-13539" y="3849420"/>
            <a:ext cx="9187424" cy="792088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caras de la misma moneda</a:t>
            </a:r>
            <a:endParaRPr lang="es-AR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7088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959903" y="870138"/>
            <a:ext cx="7128792" cy="82460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Aun en medio del Stop and </a:t>
            </a:r>
            <a:r>
              <a:rPr lang="es-ES" sz="2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 de Frondizi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1331640" y="2005085"/>
            <a:ext cx="6426714" cy="3575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Tesis de </a:t>
            </a:r>
            <a:r>
              <a:rPr lang="es-ES" sz="15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Prebisch</a:t>
            </a:r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Deterioro a LP de los Términos de Intercambio</a:t>
            </a:r>
            <a:endParaRPr lang="es-AR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1331640" y="2502254"/>
            <a:ext cx="6426714" cy="3575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 Paso de una economía agro-exportadora a una industrial</a:t>
            </a:r>
            <a:endParaRPr lang="es-AR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2167261" y="3359510"/>
            <a:ext cx="5936742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local de energía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174267" y="3788138"/>
            <a:ext cx="5936742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 pesada: especialmente siderurgia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2174267" y="4216766"/>
            <a:ext cx="5936742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 la situación de agro por medio del avance tecnológico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2178146" y="4645394"/>
            <a:ext cx="5936742" cy="37804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 de autos y camiones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755576" y="3359510"/>
            <a:ext cx="1257956" cy="166093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hace necesario…</a:t>
            </a:r>
            <a:endParaRPr lang="es-ES" sz="15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1946654" y="5449072"/>
            <a:ext cx="5008023" cy="3780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Impulso de inversión (“Big </a:t>
            </a:r>
            <a:r>
              <a:rPr lang="es-ES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4" name="13 Cerrar llave"/>
          <p:cNvSpPr/>
          <p:nvPr/>
        </p:nvSpPr>
        <p:spPr>
          <a:xfrm rot="5400000">
            <a:off x="4188376" y="1336471"/>
            <a:ext cx="479214" cy="7632848"/>
          </a:xfrm>
          <a:prstGeom prst="rightBrac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946654" y="5931278"/>
            <a:ext cx="5008023" cy="37804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Masivo aporte de capital extranjero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2163650" y="2823725"/>
            <a:ext cx="5936742" cy="3575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“que produjera ni más ni menos que todo lo imaginable…” (</a:t>
            </a:r>
            <a:r>
              <a:rPr lang="es-ES" sz="12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Gerchunof</a:t>
            </a: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</a:t>
            </a:r>
            <a:endParaRPr lang="es-A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6797786" y="5514213"/>
            <a:ext cx="2022685" cy="7500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Paradoja: El despegue necesitaría del agro </a:t>
            </a:r>
            <a:r>
              <a:rPr lang="es-AR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divisas</a:t>
            </a:r>
            <a:endParaRPr lang="es-AR" sz="1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56 Rectángulo redondeado">
            <a:extLst>
              <a:ext uri="{FF2B5EF4-FFF2-40B4-BE49-F238E27FC236}">
                <a16:creationId xmlns:a16="http://schemas.microsoft.com/office/drawing/2014/main" id="{201B76E3-60E1-44D0-B3F1-DDBD2BC30B53}"/>
              </a:ext>
            </a:extLst>
          </p:cNvPr>
          <p:cNvSpPr/>
          <p:nvPr/>
        </p:nvSpPr>
        <p:spPr>
          <a:xfrm>
            <a:off x="0" y="303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7289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/>
          <p:cNvSpPr/>
          <p:nvPr/>
        </p:nvSpPr>
        <p:spPr>
          <a:xfrm>
            <a:off x="1113182" y="941218"/>
            <a:ext cx="6917635" cy="49695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infraestructura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2953267"/>
              </p:ext>
            </p:extLst>
          </p:nvPr>
        </p:nvGraphicFramePr>
        <p:xfrm>
          <a:off x="206352" y="1733421"/>
          <a:ext cx="4139648" cy="266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/>
          <p:cNvSpPr/>
          <p:nvPr/>
        </p:nvSpPr>
        <p:spPr>
          <a:xfrm>
            <a:off x="3418449" y="2031903"/>
            <a:ext cx="1203246" cy="1719776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Gráfico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20369"/>
              </p:ext>
            </p:extLst>
          </p:nvPr>
        </p:nvGraphicFramePr>
        <p:xfrm>
          <a:off x="4768948" y="1733421"/>
          <a:ext cx="4167554" cy="266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tángulo: esquinas redondeadas 22"/>
          <p:cNvSpPr/>
          <p:nvPr/>
        </p:nvSpPr>
        <p:spPr>
          <a:xfrm>
            <a:off x="5008298" y="4567112"/>
            <a:ext cx="3688853" cy="1671557"/>
          </a:xfrm>
          <a:prstGeom prst="roundRect">
            <a:avLst>
              <a:gd name="adj" fmla="val 10325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50-57: </a:t>
            </a:r>
          </a:p>
          <a:p>
            <a:pPr algn="ctr"/>
            <a:r>
              <a:rPr lang="es-A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Inst., </a:t>
            </a:r>
            <a:r>
              <a:rPr lang="es-A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IA 5,4%</a:t>
            </a:r>
          </a:p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Consumo, crec. IA: 4,3%</a:t>
            </a:r>
          </a:p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57-63: </a:t>
            </a:r>
          </a:p>
          <a:p>
            <a:pPr algn="ctr"/>
            <a:r>
              <a:rPr lang="es-A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Inst., </a:t>
            </a:r>
            <a:r>
              <a:rPr lang="es-A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IA 8,6%</a:t>
            </a:r>
          </a:p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Consumo, crec. IA: 3,4%</a:t>
            </a:r>
          </a:p>
        </p:txBody>
      </p:sp>
      <p:graphicFrame>
        <p:nvGraphicFramePr>
          <p:cNvPr id="25" name="Gráfico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153250"/>
              </p:ext>
            </p:extLst>
          </p:nvPr>
        </p:nvGraphicFramePr>
        <p:xfrm>
          <a:off x="323528" y="4567112"/>
          <a:ext cx="3904876" cy="2146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Rectángulo: esquinas redondeadas 25"/>
          <p:cNvSpPr/>
          <p:nvPr/>
        </p:nvSpPr>
        <p:spPr>
          <a:xfrm>
            <a:off x="2245432" y="5301208"/>
            <a:ext cx="1967015" cy="75659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Ferrocarril estancado desde 1era guerra</a:t>
            </a:r>
          </a:p>
        </p:txBody>
      </p:sp>
      <p:sp>
        <p:nvSpPr>
          <p:cNvPr id="9" name="56 Rectángulo redondeado">
            <a:extLst>
              <a:ext uri="{FF2B5EF4-FFF2-40B4-BE49-F238E27FC236}">
                <a16:creationId xmlns:a16="http://schemas.microsoft.com/office/drawing/2014/main" id="{76A3E54C-AD87-42BD-A6E9-72C3926CBED0}"/>
              </a:ext>
            </a:extLst>
          </p:cNvPr>
          <p:cNvSpPr/>
          <p:nvPr/>
        </p:nvSpPr>
        <p:spPr>
          <a:xfrm>
            <a:off x="0" y="303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623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259632" y="1045890"/>
            <a:ext cx="6624736" cy="5669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ejemplo: autos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Gráfic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7681195"/>
              </p:ext>
            </p:extLst>
          </p:nvPr>
        </p:nvGraphicFramePr>
        <p:xfrm>
          <a:off x="718102" y="2132856"/>
          <a:ext cx="7707796" cy="3920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56 Rectángulo redondeado">
            <a:extLst>
              <a:ext uri="{FF2B5EF4-FFF2-40B4-BE49-F238E27FC236}">
                <a16:creationId xmlns:a16="http://schemas.microsoft.com/office/drawing/2014/main" id="{285A68D0-BF81-494A-B023-18E40FDF10EF}"/>
              </a:ext>
            </a:extLst>
          </p:cNvPr>
          <p:cNvSpPr/>
          <p:nvPr/>
        </p:nvSpPr>
        <p:spPr>
          <a:xfrm>
            <a:off x="0" y="303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6560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051720" y="819509"/>
            <a:ext cx="5526614" cy="6703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Términos de intercambio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0FD88978-DFBA-4611-BB9D-B1D15E69B3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2507945"/>
              </p:ext>
            </p:extLst>
          </p:nvPr>
        </p:nvGraphicFramePr>
        <p:xfrm>
          <a:off x="683568" y="1916832"/>
          <a:ext cx="7776864" cy="451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Abrir llave 1">
            <a:extLst>
              <a:ext uri="{FF2B5EF4-FFF2-40B4-BE49-F238E27FC236}">
                <a16:creationId xmlns:a16="http://schemas.microsoft.com/office/drawing/2014/main" id="{93A52E25-47AB-4417-A231-D791E007B512}"/>
              </a:ext>
            </a:extLst>
          </p:cNvPr>
          <p:cNvSpPr/>
          <p:nvPr/>
        </p:nvSpPr>
        <p:spPr>
          <a:xfrm rot="16200000">
            <a:off x="2303748" y="3374994"/>
            <a:ext cx="378042" cy="10261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5" name="56 Rectángulo redondeado">
            <a:extLst>
              <a:ext uri="{FF2B5EF4-FFF2-40B4-BE49-F238E27FC236}">
                <a16:creationId xmlns:a16="http://schemas.microsoft.com/office/drawing/2014/main" id="{9B2F0503-C325-4865-8C0A-71A661DDED2F}"/>
              </a:ext>
            </a:extLst>
          </p:cNvPr>
          <p:cNvSpPr/>
          <p:nvPr/>
        </p:nvSpPr>
        <p:spPr>
          <a:xfrm>
            <a:off x="0" y="303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9574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1997714" y="904878"/>
            <a:ext cx="5310590" cy="594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PIB per cápita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E80B3C8B-0FE3-4C38-AF26-1F3F2B31C8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1954233"/>
              </p:ext>
            </p:extLst>
          </p:nvPr>
        </p:nvGraphicFramePr>
        <p:xfrm>
          <a:off x="755576" y="1592796"/>
          <a:ext cx="7704855" cy="4716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F0725240-B4A5-47D3-A33D-8AA150E6DDF3}"/>
              </a:ext>
            </a:extLst>
          </p:cNvPr>
          <p:cNvSpPr/>
          <p:nvPr/>
        </p:nvSpPr>
        <p:spPr>
          <a:xfrm>
            <a:off x="3535414" y="4221990"/>
            <a:ext cx="2970330" cy="7020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Crecimiento promedio anual: 1,5%</a:t>
            </a:r>
            <a:endParaRPr lang="es-E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90352FB6-9054-4701-8BD9-CFC3B3D7E69C}"/>
              </a:ext>
            </a:extLst>
          </p:cNvPr>
          <p:cNvSpPr/>
          <p:nvPr/>
        </p:nvSpPr>
        <p:spPr>
          <a:xfrm>
            <a:off x="2497620" y="2769290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FCE6F46A-95AB-4405-B3CD-410A5563662D}"/>
              </a:ext>
            </a:extLst>
          </p:cNvPr>
          <p:cNvSpPr/>
          <p:nvPr/>
        </p:nvSpPr>
        <p:spPr>
          <a:xfrm>
            <a:off x="2750484" y="2862728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309D9F3C-F828-4E20-B725-546BC7ED2912}"/>
              </a:ext>
            </a:extLst>
          </p:cNvPr>
          <p:cNvSpPr/>
          <p:nvPr/>
        </p:nvSpPr>
        <p:spPr>
          <a:xfrm>
            <a:off x="3400399" y="2769290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82C40C39-509A-4341-A7E8-965E3A2EE61E}"/>
              </a:ext>
            </a:extLst>
          </p:cNvPr>
          <p:cNvSpPr/>
          <p:nvPr/>
        </p:nvSpPr>
        <p:spPr>
          <a:xfrm>
            <a:off x="4653009" y="2365980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3BAC2499-3213-4BBF-80B3-1A1166CD7E9C}"/>
              </a:ext>
            </a:extLst>
          </p:cNvPr>
          <p:cNvSpPr/>
          <p:nvPr/>
        </p:nvSpPr>
        <p:spPr>
          <a:xfrm>
            <a:off x="4923039" y="2365981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E949686-FE51-4CDE-BAE9-DA19B3FFFA02}"/>
              </a:ext>
            </a:extLst>
          </p:cNvPr>
          <p:cNvSpPr/>
          <p:nvPr/>
        </p:nvSpPr>
        <p:spPr>
          <a:xfrm>
            <a:off x="5526106" y="2500995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9D41DE48-465D-4C69-BF5C-8765260F112F}"/>
              </a:ext>
            </a:extLst>
          </p:cNvPr>
          <p:cNvSpPr/>
          <p:nvPr/>
        </p:nvSpPr>
        <p:spPr>
          <a:xfrm>
            <a:off x="7740352" y="2145910"/>
            <a:ext cx="270030" cy="27003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  <p:sp>
        <p:nvSpPr>
          <p:cNvPr id="13" name="56 Rectángulo redondeado">
            <a:extLst>
              <a:ext uri="{FF2B5EF4-FFF2-40B4-BE49-F238E27FC236}">
                <a16:creationId xmlns:a16="http://schemas.microsoft.com/office/drawing/2014/main" id="{74E37FF7-628C-454A-BC30-F6BA310D6375}"/>
              </a:ext>
            </a:extLst>
          </p:cNvPr>
          <p:cNvSpPr/>
          <p:nvPr/>
        </p:nvSpPr>
        <p:spPr>
          <a:xfrm>
            <a:off x="0" y="3030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DESARROLLISMO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9994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123728" y="620688"/>
            <a:ext cx="5127150" cy="3643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00" b="1" dirty="0">
                <a:solidFill>
                  <a:schemeClr val="bg1"/>
                </a:solidFill>
              </a:rPr>
              <a:t>PIB por sectores</a:t>
            </a:r>
            <a:endParaRPr lang="es-AR" sz="21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B03EA5E-8161-4EB1-BD84-4AB3C8798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5271801"/>
              </p:ext>
            </p:extLst>
          </p:nvPr>
        </p:nvGraphicFramePr>
        <p:xfrm>
          <a:off x="539552" y="1646802"/>
          <a:ext cx="8352927" cy="4950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69104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141730" y="998730"/>
            <a:ext cx="5127150" cy="36436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00" b="1" dirty="0">
                <a:solidFill>
                  <a:schemeClr val="bg1"/>
                </a:solidFill>
              </a:rPr>
              <a:t>Inversión bruta fija</a:t>
            </a:r>
            <a:endParaRPr lang="es-AR" sz="21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6B3CC22-D449-4E26-8B49-28CE1B875E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307007"/>
              </p:ext>
            </p:extLst>
          </p:nvPr>
        </p:nvGraphicFramePr>
        <p:xfrm>
          <a:off x="611560" y="1700808"/>
          <a:ext cx="8136903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78996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Intervención del FMI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85720" y="928670"/>
            <a:ext cx="3134152" cy="21431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u="sng" dirty="0"/>
              <a:t>Diagnóstico</a:t>
            </a:r>
            <a:r>
              <a:rPr lang="es-ES" sz="2000" b="1" dirty="0"/>
              <a:t>: </a:t>
            </a:r>
          </a:p>
          <a:p>
            <a:pPr algn="ctr"/>
            <a:r>
              <a:rPr lang="es-ES" sz="2000" b="1" dirty="0"/>
              <a:t>La inflación y el déficit de balanza de pagos eran atribuidos a la presión de demanda</a:t>
            </a:r>
            <a:endParaRPr lang="es-AR" sz="2000" b="1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285720" y="3786190"/>
            <a:ext cx="1285884" cy="178595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Misiones del FMI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714480" y="3786190"/>
            <a:ext cx="7143800" cy="35719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Noviembre de 1958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3635896" y="928670"/>
            <a:ext cx="5218776" cy="214314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u="sng" dirty="0"/>
              <a:t>Recomendaciones</a:t>
            </a:r>
            <a:r>
              <a:rPr lang="es-ES" sz="2000" b="1" dirty="0"/>
              <a:t>: </a:t>
            </a:r>
          </a:p>
          <a:p>
            <a:pPr algn="ctr"/>
            <a:r>
              <a:rPr lang="es-ES" sz="2000" b="1" dirty="0"/>
              <a:t>Detener el crecimiento de la demanda</a:t>
            </a:r>
          </a:p>
          <a:p>
            <a:pPr algn="ctr"/>
            <a:r>
              <a:rPr lang="es-ES" sz="2000" b="1" dirty="0"/>
              <a:t>Políticas M y F restrictivas</a:t>
            </a:r>
          </a:p>
          <a:p>
            <a:pPr algn="ctr"/>
            <a:r>
              <a:rPr lang="es-ES" sz="2000" b="1" dirty="0"/>
              <a:t>Eliminación de los controles existentes</a:t>
            </a:r>
            <a:endParaRPr lang="es-AR" sz="2000" b="1" dirty="0"/>
          </a:p>
        </p:txBody>
      </p:sp>
      <p:sp>
        <p:nvSpPr>
          <p:cNvPr id="17" name="16 Rectángulo redondeado"/>
          <p:cNvSpPr/>
          <p:nvPr/>
        </p:nvSpPr>
        <p:spPr>
          <a:xfrm>
            <a:off x="1714480" y="4214818"/>
            <a:ext cx="7143800" cy="35719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Septiembre de 1959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1714480" y="4643446"/>
            <a:ext cx="7143800" cy="35719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Noviembre de 1960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1714480" y="5072074"/>
            <a:ext cx="7143800" cy="50405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Se rompe el acuerdo stand-</a:t>
            </a:r>
            <a:r>
              <a:rPr lang="es-ES" sz="2000" b="1" dirty="0" err="1"/>
              <a:t>by</a:t>
            </a:r>
            <a:r>
              <a:rPr lang="es-ES" sz="2000" b="1" dirty="0"/>
              <a:t> de </a:t>
            </a:r>
            <a:r>
              <a:rPr lang="es-ES" sz="2000" b="1" dirty="0" err="1"/>
              <a:t>dic</a:t>
            </a:r>
            <a:r>
              <a:rPr lang="es-ES" sz="2000" b="1" dirty="0"/>
              <a:t> de 1961: El gobierno excede el límite de crédito del BCRA. Acordar nuevo límite en 1962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1714480" y="5857892"/>
            <a:ext cx="7143800" cy="35719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Crisis de Liquidez</a:t>
            </a:r>
            <a:endParaRPr lang="es-ES" sz="2000" b="1" dirty="0">
              <a:sym typeface="Wingdings" pitchFamily="2" charset="2"/>
            </a:endParaRPr>
          </a:p>
        </p:txBody>
      </p:sp>
      <p:cxnSp>
        <p:nvCxnSpPr>
          <p:cNvPr id="22" name="21 Conector recto de flecha"/>
          <p:cNvCxnSpPr>
            <a:stCxn id="20" idx="0"/>
            <a:endCxn id="19" idx="2"/>
          </p:cNvCxnSpPr>
          <p:nvPr/>
        </p:nvCxnSpPr>
        <p:spPr>
          <a:xfrm rot="5400000" flipH="1" flipV="1">
            <a:off x="5145499" y="5717011"/>
            <a:ext cx="281762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estabilización 59-63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51520" y="90872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1959 (primera misión del FMI – nov del 58-)</a:t>
            </a:r>
            <a:endParaRPr lang="es-AR" sz="2000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251520" y="162880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Medidas 58-59</a:t>
            </a:r>
            <a:endParaRPr lang="es-AR" sz="2000" b="1" dirty="0"/>
          </a:p>
        </p:txBody>
      </p:sp>
      <p:sp>
        <p:nvSpPr>
          <p:cNvPr id="7" name="6 Rectángulo redondeado"/>
          <p:cNvSpPr/>
          <p:nvPr/>
        </p:nvSpPr>
        <p:spPr>
          <a:xfrm>
            <a:off x="251520" y="2564904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UNIFICACIÓN DEL TIPO DE CAMBIO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51520" y="3068960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LIBERALIZACIÓN DEL COMERCIO EXTERIOR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51520" y="3573016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ELIMINARON LA MAYORÍA DE CONTROLES DE PRECIOS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3" name="12 Rectángulo redondeado"/>
          <p:cNvSpPr/>
          <p:nvPr/>
        </p:nvSpPr>
        <p:spPr>
          <a:xfrm>
            <a:off x="251520" y="5085184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RESTRICCIÓN MONETARIA (CRÉDITO)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251520" y="5589240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CAÍDA DE GASTO PÚBLICO, AUMENTO DE INGRESOS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4" name="6 Rectángulo redondeado">
            <a:extLst>
              <a:ext uri="{FF2B5EF4-FFF2-40B4-BE49-F238E27FC236}">
                <a16:creationId xmlns:a16="http://schemas.microsoft.com/office/drawing/2014/main" id="{57077BA3-D2C0-4075-89F7-0ED6D2A2B344}"/>
              </a:ext>
            </a:extLst>
          </p:cNvPr>
          <p:cNvSpPr/>
          <p:nvPr/>
        </p:nvSpPr>
        <p:spPr>
          <a:xfrm>
            <a:off x="251520" y="4077072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AUMENTO Y CONGELAMIENTO DE SALARIOS</a:t>
            </a:r>
            <a:endParaRPr lang="es-ES" sz="2000" b="1" dirty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estabilización 59-63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51520" y="90872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1959 (primera misión del FMI -11/’58-)</a:t>
            </a:r>
            <a:endParaRPr lang="es-AR" sz="2000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251520" y="162880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Consecuencias</a:t>
            </a:r>
            <a:endParaRPr lang="es-AR" sz="2000" b="1" dirty="0"/>
          </a:p>
        </p:txBody>
      </p:sp>
      <p:sp>
        <p:nvSpPr>
          <p:cNvPr id="7" name="6 Rectángulo redondeado"/>
          <p:cNvSpPr/>
          <p:nvPr/>
        </p:nvSpPr>
        <p:spPr>
          <a:xfrm>
            <a:off x="251520" y="3161879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CAÍDA DE DEMANDA AGREGADA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51520" y="3771851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AUMENTO DE PRECIOS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6" name="7 Rectángulo redondeado">
            <a:extLst>
              <a:ext uri="{FF2B5EF4-FFF2-40B4-BE49-F238E27FC236}">
                <a16:creationId xmlns:a16="http://schemas.microsoft.com/office/drawing/2014/main" id="{252AE539-07DE-4EFF-882D-66C936DAC7D1}"/>
              </a:ext>
            </a:extLst>
          </p:cNvPr>
          <p:cNvSpPr/>
          <p:nvPr/>
        </p:nvSpPr>
        <p:spPr>
          <a:xfrm>
            <a:off x="251520" y="4381823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MEJORA BALANZA COMERCIAL </a:t>
            </a:r>
            <a:endParaRPr lang="es-ES" sz="2000" b="1" dirty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estabilización 59-63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51520" y="90872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1960-61 (misiones de sep 59 y nov 60)</a:t>
            </a:r>
            <a:endParaRPr lang="es-AR" sz="2000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251520" y="162880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Medidas 59 -60</a:t>
            </a:r>
            <a:endParaRPr lang="es-AR" sz="2000" b="1" dirty="0"/>
          </a:p>
        </p:txBody>
      </p:sp>
      <p:sp>
        <p:nvSpPr>
          <p:cNvPr id="7" name="6 Rectángulo redondeado"/>
          <p:cNvSpPr/>
          <p:nvPr/>
        </p:nvSpPr>
        <p:spPr>
          <a:xfrm>
            <a:off x="221854" y="3312692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MÁS LIBERALIZACIÓN DEL COMERCIO EXTERIOR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251520" y="3863604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MÁS REDUCCIÓN DE DÉFICIT FISCAL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251520" y="4439668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POLÍTICA MONETARIA RESTRICTIVA</a:t>
            </a:r>
            <a:endParaRPr lang="es-ES" sz="2000" b="1" dirty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estabilización 59-63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51520" y="90872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1960-61 (misiones de sep 59 y nov 60)</a:t>
            </a:r>
            <a:endParaRPr lang="es-AR" sz="2000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251520" y="162880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Consecuencias</a:t>
            </a:r>
            <a:endParaRPr lang="es-AR" sz="2000" b="1" dirty="0"/>
          </a:p>
        </p:txBody>
      </p:sp>
      <p:sp>
        <p:nvSpPr>
          <p:cNvPr id="8" name="7 Rectángulo redondeado"/>
          <p:cNvSpPr/>
          <p:nvPr/>
        </p:nvSpPr>
        <p:spPr>
          <a:xfrm>
            <a:off x="226318" y="4752529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Hacia 61 </a:t>
            </a:r>
            <a:r>
              <a:rPr lang="es-ES" sz="2000" b="1" dirty="0">
                <a:sym typeface="Wingdings" pitchFamily="2" charset="2"/>
              </a:rPr>
              <a:t> comienza a aumentar la inflación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226318" y="3019264"/>
            <a:ext cx="1368152" cy="79208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Aumento DA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1666478" y="3019264"/>
            <a:ext cx="3312368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aumento inversión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66478" y="3451312"/>
            <a:ext cx="3312368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aumento consumo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5050854" y="3019264"/>
            <a:ext cx="3744416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Renovación (∆M)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5050854" y="3451312"/>
            <a:ext cx="3744416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∆Salarios reales (menor inf)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1" name="20 Rectángulo redondeado"/>
          <p:cNvSpPr/>
          <p:nvPr/>
        </p:nvSpPr>
        <p:spPr>
          <a:xfrm>
            <a:off x="226318" y="4320481"/>
            <a:ext cx="8568952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Relativa estabilidad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226318" y="5616625"/>
            <a:ext cx="8568952" cy="40466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61 </a:t>
            </a:r>
            <a:r>
              <a:rPr lang="es-ES" sz="2000" b="1" dirty="0">
                <a:sym typeface="Wingdings" pitchFamily="2" charset="2"/>
              </a:rPr>
              <a:t>  </a:t>
            </a:r>
            <a:r>
              <a:rPr lang="es-ES" sz="2000" b="1" u="sng" dirty="0">
                <a:sym typeface="Wingdings" pitchFamily="2" charset="2"/>
              </a:rPr>
              <a:t>deterioro de liquidez </a:t>
            </a:r>
            <a:endParaRPr lang="es-ES" sz="2000" b="1" dirty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51520" y="144016"/>
            <a:ext cx="8568952" cy="476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Plan de estabilización 59-63</a:t>
            </a:r>
            <a:endParaRPr lang="es-AR" sz="2000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251520" y="90872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Intervención del FMI</a:t>
            </a:r>
            <a:endParaRPr lang="es-AR" sz="2000" b="1" dirty="0"/>
          </a:p>
        </p:txBody>
      </p:sp>
      <p:sp>
        <p:nvSpPr>
          <p:cNvPr id="6" name="5 Rectángulo redondeado"/>
          <p:cNvSpPr/>
          <p:nvPr/>
        </p:nvSpPr>
        <p:spPr>
          <a:xfrm>
            <a:off x="251520" y="1628800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Resumen</a:t>
            </a:r>
            <a:endParaRPr lang="es-AR" sz="2000" b="1" dirty="0"/>
          </a:p>
        </p:txBody>
      </p:sp>
      <p:sp>
        <p:nvSpPr>
          <p:cNvPr id="10" name="9 Rectángulo redondeado"/>
          <p:cNvSpPr/>
          <p:nvPr/>
        </p:nvSpPr>
        <p:spPr>
          <a:xfrm>
            <a:off x="251520" y="2276872"/>
            <a:ext cx="1440160" cy="79208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ym typeface="Wingdings" pitchFamily="2" charset="2"/>
              </a:rPr>
              <a:t>Objetivos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1763688" y="2276872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Equilibrio interno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763688" y="2708920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Equilibrio de BP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251520" y="3212976"/>
            <a:ext cx="1440160" cy="79208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ym typeface="Wingdings" pitchFamily="2" charset="2"/>
              </a:rPr>
              <a:t>Cómo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1763688" y="3212976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Mecanismos de precios (libre mercado)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1763688" y="3645024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PF y PM restrictivas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4" name="23 Rectángulo redondeado"/>
          <p:cNvSpPr/>
          <p:nvPr/>
        </p:nvSpPr>
        <p:spPr>
          <a:xfrm>
            <a:off x="251520" y="4149080"/>
            <a:ext cx="1440160" cy="2520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ym typeface="Wingdings" pitchFamily="2" charset="2"/>
              </a:rPr>
              <a:t>Resultados de las PF y PM restrictivas</a:t>
            </a:r>
          </a:p>
        </p:txBody>
      </p:sp>
      <p:sp>
        <p:nvSpPr>
          <p:cNvPr id="25" name="24 Rectángulo redondeado"/>
          <p:cNvSpPr/>
          <p:nvPr/>
        </p:nvSpPr>
        <p:spPr>
          <a:xfrm>
            <a:off x="1763688" y="4149080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Estancamiento de la producción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1763688" y="4581128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Caída del empleo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1763688" y="5013176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Inversión solo con -∆Consumo y capital externo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1763688" y="5445224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No se estabilizaron los precios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29" name="28 Rectángulo redondeado"/>
          <p:cNvSpPr/>
          <p:nvPr/>
        </p:nvSpPr>
        <p:spPr>
          <a:xfrm>
            <a:off x="1763688" y="5877272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Problema externo (estancamiento del s. agropecuario.)</a:t>
            </a:r>
            <a:endParaRPr lang="es-ES" sz="2000" b="1" dirty="0">
              <a:sym typeface="Wingdings" pitchFamily="2" charset="2"/>
            </a:endParaRPr>
          </a:p>
        </p:txBody>
      </p:sp>
      <p:sp>
        <p:nvSpPr>
          <p:cNvPr id="30" name="29 Rectángulo redondeado"/>
          <p:cNvSpPr/>
          <p:nvPr/>
        </p:nvSpPr>
        <p:spPr>
          <a:xfrm>
            <a:off x="1763688" y="6309320"/>
            <a:ext cx="7056784" cy="3600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Salida de cap. (ortodoxia: estancamiento. + inestabilidad Pol.)</a:t>
            </a:r>
            <a:endParaRPr lang="es-ES" sz="2000" b="1" dirty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TASA DE CRECIMIENTO DE LA BASE MONETARIA</a:t>
            </a:r>
            <a:endParaRPr lang="es-AR" sz="2000" b="1" dirty="0"/>
          </a:p>
        </p:txBody>
      </p: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0B80ADCA-D258-4670-9B28-C1804359E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7950547"/>
              </p:ext>
            </p:extLst>
          </p:nvPr>
        </p:nvGraphicFramePr>
        <p:xfrm>
          <a:off x="395536" y="1268760"/>
          <a:ext cx="7992888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80796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SECTOR PÚBLICO</a:t>
            </a:r>
            <a:endParaRPr lang="es-AR" sz="2000" b="1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8AE4937-D72C-4D0E-8F4F-38562EE61B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8290192"/>
              </p:ext>
            </p:extLst>
          </p:nvPr>
        </p:nvGraphicFramePr>
        <p:xfrm>
          <a:off x="0" y="813384"/>
          <a:ext cx="5425211" cy="3168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803E4C0-CC77-4531-BFED-7C4C09F0E9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3377751"/>
              </p:ext>
            </p:extLst>
          </p:nvPr>
        </p:nvGraphicFramePr>
        <p:xfrm>
          <a:off x="2987824" y="3861048"/>
          <a:ext cx="6156176" cy="3030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116384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SALARIO REAL</a:t>
            </a:r>
            <a:endParaRPr lang="es-AR" sz="2000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927C6D2-A1A6-47AF-B517-B031847C7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835812"/>
              </p:ext>
            </p:extLst>
          </p:nvPr>
        </p:nvGraphicFramePr>
        <p:xfrm>
          <a:off x="202364" y="980728"/>
          <a:ext cx="8330075" cy="439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79135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INFLACIÓN INTERANUAL</a:t>
            </a:r>
            <a:endParaRPr lang="es-AR" sz="2000" b="1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5B95F78-C065-46D5-BD87-6D777A7794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5106991"/>
              </p:ext>
            </p:extLst>
          </p:nvPr>
        </p:nvGraphicFramePr>
        <p:xfrm>
          <a:off x="179512" y="1196752"/>
          <a:ext cx="8928992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71331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SECTOR EXTERNO</a:t>
            </a:r>
            <a:endParaRPr lang="es-AR" sz="20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D736A70-364D-48F7-98FA-262753AEF4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4394811"/>
              </p:ext>
            </p:extLst>
          </p:nvPr>
        </p:nvGraphicFramePr>
        <p:xfrm>
          <a:off x="202838" y="980728"/>
          <a:ext cx="5089242" cy="302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276CD29-424A-4DD0-B3B8-3CE22C58E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644732"/>
              </p:ext>
            </p:extLst>
          </p:nvPr>
        </p:nvGraphicFramePr>
        <p:xfrm>
          <a:off x="4599925" y="400506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99739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179512" y="332656"/>
            <a:ext cx="8568952" cy="476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NIVEL DE ACTIVIDAD (</a:t>
            </a:r>
            <a:r>
              <a:rPr lang="es-ES" sz="2000" b="1" dirty="0" err="1"/>
              <a:t>pib</a:t>
            </a:r>
            <a:r>
              <a:rPr lang="es-ES" sz="2000" b="1" dirty="0"/>
              <a:t>)</a:t>
            </a:r>
            <a:endParaRPr lang="es-AR" sz="2000" b="1" dirty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45A9098-32B8-44F4-8BCD-6E44C9C718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984521"/>
              </p:ext>
            </p:extLst>
          </p:nvPr>
        </p:nvGraphicFramePr>
        <p:xfrm>
          <a:off x="199796" y="1196752"/>
          <a:ext cx="8568952" cy="54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6389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3225</TotalTime>
  <Words>2407</Words>
  <Application>Microsoft Office PowerPoint</Application>
  <PresentationFormat>Presentación en pantalla (4:3)</PresentationFormat>
  <Paragraphs>547</Paragraphs>
  <Slides>90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90</vt:i4>
      </vt:variant>
    </vt:vector>
  </HeadingPairs>
  <TitlesOfParts>
    <vt:vector size="9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lucas</dc:creator>
  <cp:lastModifiedBy>Lucas Tossolini</cp:lastModifiedBy>
  <cp:revision>291</cp:revision>
  <dcterms:created xsi:type="dcterms:W3CDTF">2011-05-04T13:38:20Z</dcterms:created>
  <dcterms:modified xsi:type="dcterms:W3CDTF">2020-05-31T16:12:42Z</dcterms:modified>
</cp:coreProperties>
</file>