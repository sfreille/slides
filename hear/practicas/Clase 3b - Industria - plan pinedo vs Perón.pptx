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0.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9.xml" ContentType="application/vnd.openxmlformats-officedocument.drawingml.chart+xml"/>
  <Override PartName="/ppt/notesSlides/notesSlide2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rts/chart14.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5.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6.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7.xml" ContentType="application/vnd.openxmlformats-officedocument.drawingml.chart+xml"/>
  <Override PartName="/ppt/charts/style16.xml" ContentType="application/vnd.ms-office.chartstyle+xml"/>
  <Override PartName="/ppt/charts/colors1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345" r:id="rId2"/>
    <p:sldId id="309" r:id="rId3"/>
    <p:sldId id="315" r:id="rId4"/>
    <p:sldId id="318" r:id="rId5"/>
    <p:sldId id="319" r:id="rId6"/>
    <p:sldId id="291" r:id="rId7"/>
    <p:sldId id="292" r:id="rId8"/>
    <p:sldId id="316" r:id="rId9"/>
    <p:sldId id="344" r:id="rId10"/>
    <p:sldId id="295" r:id="rId11"/>
    <p:sldId id="296" r:id="rId12"/>
    <p:sldId id="317" r:id="rId13"/>
    <p:sldId id="298" r:id="rId14"/>
    <p:sldId id="320" r:id="rId15"/>
    <p:sldId id="323" r:id="rId16"/>
    <p:sldId id="324" r:id="rId17"/>
    <p:sldId id="327" r:id="rId18"/>
    <p:sldId id="328" r:id="rId19"/>
    <p:sldId id="335" r:id="rId20"/>
    <p:sldId id="329" r:id="rId21"/>
    <p:sldId id="330" r:id="rId22"/>
    <p:sldId id="334" r:id="rId23"/>
    <p:sldId id="333" r:id="rId24"/>
    <p:sldId id="336" r:id="rId25"/>
    <p:sldId id="299" r:id="rId26"/>
    <p:sldId id="337" r:id="rId27"/>
    <p:sldId id="339" r:id="rId28"/>
    <p:sldId id="306" r:id="rId29"/>
    <p:sldId id="346" r:id="rId30"/>
    <p:sldId id="347" r:id="rId31"/>
    <p:sldId id="302" r:id="rId32"/>
    <p:sldId id="256" r:id="rId33"/>
    <p:sldId id="257" r:id="rId34"/>
    <p:sldId id="259" r:id="rId35"/>
    <p:sldId id="258" r:id="rId36"/>
    <p:sldId id="260" r:id="rId37"/>
    <p:sldId id="275" r:id="rId38"/>
    <p:sldId id="278" r:id="rId39"/>
    <p:sldId id="261" r:id="rId40"/>
    <p:sldId id="262" r:id="rId41"/>
    <p:sldId id="263" r:id="rId42"/>
    <p:sldId id="264" r:id="rId43"/>
    <p:sldId id="274" r:id="rId44"/>
    <p:sldId id="265" r:id="rId45"/>
    <p:sldId id="277" r:id="rId46"/>
    <p:sldId id="279" r:id="rId47"/>
    <p:sldId id="340" r:id="rId48"/>
    <p:sldId id="280" r:id="rId49"/>
    <p:sldId id="281" r:id="rId50"/>
    <p:sldId id="267" r:id="rId51"/>
    <p:sldId id="268" r:id="rId52"/>
    <p:sldId id="269" r:id="rId53"/>
    <p:sldId id="270" r:id="rId54"/>
    <p:sldId id="271" r:id="rId55"/>
    <p:sldId id="272" r:id="rId56"/>
    <p:sldId id="273" r:id="rId57"/>
    <p:sldId id="341" r:id="rId58"/>
    <p:sldId id="342" r:id="rId59"/>
    <p:sldId id="343" r:id="rId60"/>
    <p:sldId id="276"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FD88A6-4CF2-4300-9E20-FC3F0E78FE69}" v="3" dt="2020-05-29T14:19:40.21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91" autoAdjust="0"/>
    <p:restoredTop sz="94660"/>
  </p:normalViewPr>
  <p:slideViewPr>
    <p:cSldViewPr snapToGrid="0">
      <p:cViewPr varScale="1">
        <p:scale>
          <a:sx n="72" d="100"/>
          <a:sy n="72" d="100"/>
        </p:scale>
        <p:origin x="158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s Tossolini" userId="82ff3cc4fadd8f44" providerId="LiveId" clId="{CA128BA1-2540-4C18-899C-14DAEA88E508}"/>
    <pc:docChg chg="undo custSel addSld modSld sldOrd">
      <pc:chgData name="Lucas Tossolini" userId="82ff3cc4fadd8f44" providerId="LiveId" clId="{CA128BA1-2540-4C18-899C-14DAEA88E508}" dt="2019-09-11T01:18:57.666" v="489" actId="20577"/>
      <pc:docMkLst>
        <pc:docMk/>
      </pc:docMkLst>
      <pc:sldChg chg="addSp delSp modSp">
        <pc:chgData name="Lucas Tossolini" userId="82ff3cc4fadd8f44" providerId="LiveId" clId="{CA128BA1-2540-4C18-899C-14DAEA88E508}" dt="2019-09-11T01:04:29.640" v="295" actId="11529"/>
        <pc:sldMkLst>
          <pc:docMk/>
          <pc:sldMk cId="4269806038" sldId="257"/>
        </pc:sldMkLst>
        <pc:spChg chg="del">
          <ac:chgData name="Lucas Tossolini" userId="82ff3cc4fadd8f44" providerId="LiveId" clId="{CA128BA1-2540-4C18-899C-14DAEA88E508}" dt="2019-09-11T01:03:53.855" v="286" actId="478"/>
          <ac:spMkLst>
            <pc:docMk/>
            <pc:sldMk cId="4269806038" sldId="257"/>
            <ac:spMk id="2" creationId="{00000000-0000-0000-0000-000000000000}"/>
          </ac:spMkLst>
        </pc:spChg>
        <pc:spChg chg="mod">
          <ac:chgData name="Lucas Tossolini" userId="82ff3cc4fadd8f44" providerId="LiveId" clId="{CA128BA1-2540-4C18-899C-14DAEA88E508}" dt="2019-09-11T01:03:44.310" v="285" actId="14100"/>
          <ac:spMkLst>
            <pc:docMk/>
            <pc:sldMk cId="4269806038" sldId="257"/>
            <ac:spMk id="5" creationId="{00000000-0000-0000-0000-000000000000}"/>
          </ac:spMkLst>
        </pc:spChg>
        <pc:spChg chg="mod">
          <ac:chgData name="Lucas Tossolini" userId="82ff3cc4fadd8f44" providerId="LiveId" clId="{CA128BA1-2540-4C18-899C-14DAEA88E508}" dt="2019-09-11T01:04:16.573" v="294" actId="14100"/>
          <ac:spMkLst>
            <pc:docMk/>
            <pc:sldMk cId="4269806038" sldId="257"/>
            <ac:spMk id="7" creationId="{00000000-0000-0000-0000-000000000000}"/>
          </ac:spMkLst>
        </pc:spChg>
        <pc:spChg chg="del">
          <ac:chgData name="Lucas Tossolini" userId="82ff3cc4fadd8f44" providerId="LiveId" clId="{CA128BA1-2540-4C18-899C-14DAEA88E508}" dt="2019-09-11T01:03:53.855" v="286" actId="478"/>
          <ac:spMkLst>
            <pc:docMk/>
            <pc:sldMk cId="4269806038" sldId="257"/>
            <ac:spMk id="11" creationId="{00000000-0000-0000-0000-000000000000}"/>
          </ac:spMkLst>
        </pc:spChg>
        <pc:graphicFrameChg chg="del">
          <ac:chgData name="Lucas Tossolini" userId="82ff3cc4fadd8f44" providerId="LiveId" clId="{CA128BA1-2540-4C18-899C-14DAEA88E508}" dt="2019-09-11T01:04:05.186" v="290" actId="478"/>
          <ac:graphicFrameMkLst>
            <pc:docMk/>
            <pc:sldMk cId="4269806038" sldId="257"/>
            <ac:graphicFrameMk id="3" creationId="{00000000-0000-0000-0000-000000000000}"/>
          </ac:graphicFrameMkLst>
        </pc:graphicFrameChg>
        <pc:graphicFrameChg chg="mod">
          <ac:chgData name="Lucas Tossolini" userId="82ff3cc4fadd8f44" providerId="LiveId" clId="{CA128BA1-2540-4C18-899C-14DAEA88E508}" dt="2019-09-11T01:04:08.339" v="291" actId="14100"/>
          <ac:graphicFrameMkLst>
            <pc:docMk/>
            <pc:sldMk cId="4269806038" sldId="257"/>
            <ac:graphicFrameMk id="6" creationId="{00000000-0000-0000-0000-000000000000}"/>
          </ac:graphicFrameMkLst>
        </pc:graphicFrameChg>
        <pc:cxnChg chg="add mod">
          <ac:chgData name="Lucas Tossolini" userId="82ff3cc4fadd8f44" providerId="LiveId" clId="{CA128BA1-2540-4C18-899C-14DAEA88E508}" dt="2019-09-11T01:04:29.640" v="295" actId="11529"/>
          <ac:cxnSpMkLst>
            <pc:docMk/>
            <pc:sldMk cId="4269806038" sldId="257"/>
            <ac:cxnSpMk id="9" creationId="{34A88CA6-95C8-45EF-A290-2AC6151E186A}"/>
          </ac:cxnSpMkLst>
        </pc:cxnChg>
      </pc:sldChg>
      <pc:sldChg chg="addSp modSp">
        <pc:chgData name="Lucas Tossolini" userId="82ff3cc4fadd8f44" providerId="LiveId" clId="{CA128BA1-2540-4C18-899C-14DAEA88E508}" dt="2019-09-11T01:05:29.932" v="332" actId="1076"/>
        <pc:sldMkLst>
          <pc:docMk/>
          <pc:sldMk cId="142257807" sldId="258"/>
        </pc:sldMkLst>
        <pc:spChg chg="add mod">
          <ac:chgData name="Lucas Tossolini" userId="82ff3cc4fadd8f44" providerId="LiveId" clId="{CA128BA1-2540-4C18-899C-14DAEA88E508}" dt="2019-09-11T01:05:29.932" v="332" actId="1076"/>
          <ac:spMkLst>
            <pc:docMk/>
            <pc:sldMk cId="142257807" sldId="258"/>
            <ac:spMk id="11" creationId="{BF2CC68E-7394-4C15-84A5-A22D72B10D13}"/>
          </ac:spMkLst>
        </pc:spChg>
      </pc:sldChg>
      <pc:sldChg chg="addSp modSp">
        <pc:chgData name="Lucas Tossolini" userId="82ff3cc4fadd8f44" providerId="LiveId" clId="{CA128BA1-2540-4C18-899C-14DAEA88E508}" dt="2019-09-11T01:05:07.691" v="317" actId="1076"/>
        <pc:sldMkLst>
          <pc:docMk/>
          <pc:sldMk cId="560236909" sldId="259"/>
        </pc:sldMkLst>
        <pc:spChg chg="mod">
          <ac:chgData name="Lucas Tossolini" userId="82ff3cc4fadd8f44" providerId="LiveId" clId="{CA128BA1-2540-4C18-899C-14DAEA88E508}" dt="2019-09-11T01:04:55.482" v="305" actId="14100"/>
          <ac:spMkLst>
            <pc:docMk/>
            <pc:sldMk cId="560236909" sldId="259"/>
            <ac:spMk id="3" creationId="{00000000-0000-0000-0000-000000000000}"/>
          </ac:spMkLst>
        </pc:spChg>
        <pc:spChg chg="add mod">
          <ac:chgData name="Lucas Tossolini" userId="82ff3cc4fadd8f44" providerId="LiveId" clId="{CA128BA1-2540-4C18-899C-14DAEA88E508}" dt="2019-09-11T01:05:07.691" v="317" actId="1076"/>
          <ac:spMkLst>
            <pc:docMk/>
            <pc:sldMk cId="560236909" sldId="259"/>
            <ac:spMk id="7" creationId="{DCEB1DF0-FC7D-48F6-B9EF-99CE07A3B6CA}"/>
          </ac:spMkLst>
        </pc:spChg>
        <pc:spChg chg="mod">
          <ac:chgData name="Lucas Tossolini" userId="82ff3cc4fadd8f44" providerId="LiveId" clId="{CA128BA1-2540-4C18-899C-14DAEA88E508}" dt="2019-09-11T01:04:49.790" v="303" actId="20577"/>
          <ac:spMkLst>
            <pc:docMk/>
            <pc:sldMk cId="560236909" sldId="259"/>
            <ac:spMk id="12" creationId="{00000000-0000-0000-0000-000000000000}"/>
          </ac:spMkLst>
        </pc:spChg>
      </pc:sldChg>
      <pc:sldChg chg="modSp">
        <pc:chgData name="Lucas Tossolini" userId="82ff3cc4fadd8f44" providerId="LiveId" clId="{CA128BA1-2540-4C18-899C-14DAEA88E508}" dt="2019-09-11T01:09:23.540" v="361" actId="1076"/>
        <pc:sldMkLst>
          <pc:docMk/>
          <pc:sldMk cId="3121001618" sldId="263"/>
        </pc:sldMkLst>
        <pc:spChg chg="mod">
          <ac:chgData name="Lucas Tossolini" userId="82ff3cc4fadd8f44" providerId="LiveId" clId="{CA128BA1-2540-4C18-899C-14DAEA88E508}" dt="2019-09-11T01:09:23.540" v="361" actId="1076"/>
          <ac:spMkLst>
            <pc:docMk/>
            <pc:sldMk cId="3121001618" sldId="263"/>
            <ac:spMk id="23" creationId="{00000000-0000-0000-0000-000000000000}"/>
          </ac:spMkLst>
        </pc:spChg>
        <pc:spChg chg="mod">
          <ac:chgData name="Lucas Tossolini" userId="82ff3cc4fadd8f44" providerId="LiveId" clId="{CA128BA1-2540-4C18-899C-14DAEA88E508}" dt="2019-09-11T01:08:44.627" v="360" actId="1076"/>
          <ac:spMkLst>
            <pc:docMk/>
            <pc:sldMk cId="3121001618" sldId="263"/>
            <ac:spMk id="24" creationId="{00000000-0000-0000-0000-000000000000}"/>
          </ac:spMkLst>
        </pc:spChg>
        <pc:spChg chg="mod">
          <ac:chgData name="Lucas Tossolini" userId="82ff3cc4fadd8f44" providerId="LiveId" clId="{CA128BA1-2540-4C18-899C-14DAEA88E508}" dt="2019-09-11T01:08:27.986" v="355" actId="1076"/>
          <ac:spMkLst>
            <pc:docMk/>
            <pc:sldMk cId="3121001618" sldId="263"/>
            <ac:spMk id="27" creationId="{00000000-0000-0000-0000-000000000000}"/>
          </ac:spMkLst>
        </pc:spChg>
        <pc:graphicFrameChg chg="mod">
          <ac:chgData name="Lucas Tossolini" userId="82ff3cc4fadd8f44" providerId="LiveId" clId="{CA128BA1-2540-4C18-899C-14DAEA88E508}" dt="2019-09-11T01:07:09.945" v="344" actId="14100"/>
          <ac:graphicFrameMkLst>
            <pc:docMk/>
            <pc:sldMk cId="3121001618" sldId="263"/>
            <ac:graphicFrameMk id="9" creationId="{00000000-0000-0000-0000-000000000000}"/>
          </ac:graphicFrameMkLst>
        </pc:graphicFrameChg>
        <pc:graphicFrameChg chg="mod">
          <ac:chgData name="Lucas Tossolini" userId="82ff3cc4fadd8f44" providerId="LiveId" clId="{CA128BA1-2540-4C18-899C-14DAEA88E508}" dt="2019-09-11T01:08:24.771" v="354" actId="14100"/>
          <ac:graphicFrameMkLst>
            <pc:docMk/>
            <pc:sldMk cId="3121001618" sldId="263"/>
            <ac:graphicFrameMk id="26" creationId="{00000000-0000-0000-0000-000000000000}"/>
          </ac:graphicFrameMkLst>
        </pc:graphicFrameChg>
        <pc:cxnChg chg="mod">
          <ac:chgData name="Lucas Tossolini" userId="82ff3cc4fadd8f44" providerId="LiveId" clId="{CA128BA1-2540-4C18-899C-14DAEA88E508}" dt="2019-09-11T01:07:42.081" v="350" actId="14100"/>
          <ac:cxnSpMkLst>
            <pc:docMk/>
            <pc:sldMk cId="3121001618" sldId="263"/>
            <ac:cxnSpMk id="11" creationId="{00000000-0000-0000-0000-000000000000}"/>
          </ac:cxnSpMkLst>
        </pc:cxnChg>
        <pc:cxnChg chg="mod">
          <ac:chgData name="Lucas Tossolini" userId="82ff3cc4fadd8f44" providerId="LiveId" clId="{CA128BA1-2540-4C18-899C-14DAEA88E508}" dt="2019-09-11T01:07:46.869" v="351" actId="14100"/>
          <ac:cxnSpMkLst>
            <pc:docMk/>
            <pc:sldMk cId="3121001618" sldId="263"/>
            <ac:cxnSpMk id="14" creationId="{00000000-0000-0000-0000-000000000000}"/>
          </ac:cxnSpMkLst>
        </pc:cxnChg>
      </pc:sldChg>
      <pc:sldChg chg="addSp modSp">
        <pc:chgData name="Lucas Tossolini" userId="82ff3cc4fadd8f44" providerId="LiveId" clId="{CA128BA1-2540-4C18-899C-14DAEA88E508}" dt="2019-09-11T01:10:29.876" v="366" actId="1076"/>
        <pc:sldMkLst>
          <pc:docMk/>
          <pc:sldMk cId="1411234313" sldId="264"/>
        </pc:sldMkLst>
        <pc:spChg chg="add mod">
          <ac:chgData name="Lucas Tossolini" userId="82ff3cc4fadd8f44" providerId="LiveId" clId="{CA128BA1-2540-4C18-899C-14DAEA88E508}" dt="2019-09-11T01:10:23" v="364" actId="208"/>
          <ac:spMkLst>
            <pc:docMk/>
            <pc:sldMk cId="1411234313" sldId="264"/>
            <ac:spMk id="3" creationId="{34CB1D40-DCC1-4A80-961C-819EC2429EF8}"/>
          </ac:spMkLst>
        </pc:spChg>
        <pc:spChg chg="mod">
          <ac:chgData name="Lucas Tossolini" userId="82ff3cc4fadd8f44" providerId="LiveId" clId="{CA128BA1-2540-4C18-899C-14DAEA88E508}" dt="2019-09-11T01:10:29.876" v="366" actId="1076"/>
          <ac:spMkLst>
            <pc:docMk/>
            <pc:sldMk cId="1411234313" sldId="264"/>
            <ac:spMk id="24" creationId="{00000000-0000-0000-0000-000000000000}"/>
          </ac:spMkLst>
        </pc:spChg>
        <pc:spChg chg="mod">
          <ac:chgData name="Lucas Tossolini" userId="82ff3cc4fadd8f44" providerId="LiveId" clId="{CA128BA1-2540-4C18-899C-14DAEA88E508}" dt="2019-09-11T01:10:27.286" v="365" actId="1076"/>
          <ac:spMkLst>
            <pc:docMk/>
            <pc:sldMk cId="1411234313" sldId="264"/>
            <ac:spMk id="42" creationId="{00000000-0000-0000-0000-000000000000}"/>
          </ac:spMkLst>
        </pc:spChg>
      </pc:sldChg>
      <pc:sldChg chg="delSp modSp ord">
        <pc:chgData name="Lucas Tossolini" userId="82ff3cc4fadd8f44" providerId="LiveId" clId="{CA128BA1-2540-4C18-899C-14DAEA88E508}" dt="2019-09-11T01:13:30.804" v="418"/>
        <pc:sldMkLst>
          <pc:docMk/>
          <pc:sldMk cId="3081589628" sldId="267"/>
        </pc:sldMkLst>
        <pc:spChg chg="mod">
          <ac:chgData name="Lucas Tossolini" userId="82ff3cc4fadd8f44" providerId="LiveId" clId="{CA128BA1-2540-4C18-899C-14DAEA88E508}" dt="2019-09-11T01:12:19.727" v="411" actId="20577"/>
          <ac:spMkLst>
            <pc:docMk/>
            <pc:sldMk cId="3081589628" sldId="267"/>
            <ac:spMk id="9" creationId="{00000000-0000-0000-0000-000000000000}"/>
          </ac:spMkLst>
        </pc:spChg>
        <pc:spChg chg="mod">
          <ac:chgData name="Lucas Tossolini" userId="82ff3cc4fadd8f44" providerId="LiveId" clId="{CA128BA1-2540-4C18-899C-14DAEA88E508}" dt="2019-09-11T01:12:56.826" v="417" actId="20577"/>
          <ac:spMkLst>
            <pc:docMk/>
            <pc:sldMk cId="3081589628" sldId="267"/>
            <ac:spMk id="11" creationId="{00000000-0000-0000-0000-000000000000}"/>
          </ac:spMkLst>
        </pc:spChg>
        <pc:spChg chg="mod">
          <ac:chgData name="Lucas Tossolini" userId="82ff3cc4fadd8f44" providerId="LiveId" clId="{CA128BA1-2540-4C18-899C-14DAEA88E508}" dt="2019-09-11T01:12:28.496" v="415" actId="5793"/>
          <ac:spMkLst>
            <pc:docMk/>
            <pc:sldMk cId="3081589628" sldId="267"/>
            <ac:spMk id="12" creationId="{00000000-0000-0000-0000-000000000000}"/>
          </ac:spMkLst>
        </pc:spChg>
        <pc:spChg chg="del">
          <ac:chgData name="Lucas Tossolini" userId="82ff3cc4fadd8f44" providerId="LiveId" clId="{CA128BA1-2540-4C18-899C-14DAEA88E508}" dt="2019-09-11T01:12:39.414" v="416" actId="478"/>
          <ac:spMkLst>
            <pc:docMk/>
            <pc:sldMk cId="3081589628" sldId="267"/>
            <ac:spMk id="28" creationId="{00000000-0000-0000-0000-000000000000}"/>
          </ac:spMkLst>
        </pc:spChg>
      </pc:sldChg>
      <pc:sldChg chg="modSp">
        <pc:chgData name="Lucas Tossolini" userId="82ff3cc4fadd8f44" providerId="LiveId" clId="{CA128BA1-2540-4C18-899C-14DAEA88E508}" dt="2019-09-11T01:15:23.301" v="444" actId="1076"/>
        <pc:sldMkLst>
          <pc:docMk/>
          <pc:sldMk cId="3048435474" sldId="268"/>
        </pc:sldMkLst>
        <pc:spChg chg="mod">
          <ac:chgData name="Lucas Tossolini" userId="82ff3cc4fadd8f44" providerId="LiveId" clId="{CA128BA1-2540-4C18-899C-14DAEA88E508}" dt="2019-09-11T01:14:16.978" v="420" actId="1076"/>
          <ac:spMkLst>
            <pc:docMk/>
            <pc:sldMk cId="3048435474" sldId="268"/>
            <ac:spMk id="7" creationId="{00000000-0000-0000-0000-000000000000}"/>
          </ac:spMkLst>
        </pc:spChg>
        <pc:spChg chg="mod">
          <ac:chgData name="Lucas Tossolini" userId="82ff3cc4fadd8f44" providerId="LiveId" clId="{CA128BA1-2540-4C18-899C-14DAEA88E508}" dt="2019-09-11T01:15:04.823" v="438" actId="1076"/>
          <ac:spMkLst>
            <pc:docMk/>
            <pc:sldMk cId="3048435474" sldId="268"/>
            <ac:spMk id="9" creationId="{00000000-0000-0000-0000-000000000000}"/>
          </ac:spMkLst>
        </pc:spChg>
        <pc:spChg chg="mod">
          <ac:chgData name="Lucas Tossolini" userId="82ff3cc4fadd8f44" providerId="LiveId" clId="{CA128BA1-2540-4C18-899C-14DAEA88E508}" dt="2019-09-11T01:14:48.810" v="433" actId="14100"/>
          <ac:spMkLst>
            <pc:docMk/>
            <pc:sldMk cId="3048435474" sldId="268"/>
            <ac:spMk id="12" creationId="{00000000-0000-0000-0000-000000000000}"/>
          </ac:spMkLst>
        </pc:spChg>
        <pc:spChg chg="mod">
          <ac:chgData name="Lucas Tossolini" userId="82ff3cc4fadd8f44" providerId="LiveId" clId="{CA128BA1-2540-4C18-899C-14DAEA88E508}" dt="2019-09-11T01:15:18.116" v="442" actId="1076"/>
          <ac:spMkLst>
            <pc:docMk/>
            <pc:sldMk cId="3048435474" sldId="268"/>
            <ac:spMk id="14" creationId="{2EBC0561-7871-4128-A0D1-B45C6ADC24AE}"/>
          </ac:spMkLst>
        </pc:spChg>
        <pc:spChg chg="mod">
          <ac:chgData name="Lucas Tossolini" userId="82ff3cc4fadd8f44" providerId="LiveId" clId="{CA128BA1-2540-4C18-899C-14DAEA88E508}" dt="2019-09-11T01:15:12.616" v="440" actId="1076"/>
          <ac:spMkLst>
            <pc:docMk/>
            <pc:sldMk cId="3048435474" sldId="268"/>
            <ac:spMk id="15" creationId="{F3C9007E-9BB3-4C21-AD9E-6BCBF58BC62B}"/>
          </ac:spMkLst>
        </pc:spChg>
        <pc:spChg chg="mod">
          <ac:chgData name="Lucas Tossolini" userId="82ff3cc4fadd8f44" providerId="LiveId" clId="{CA128BA1-2540-4C18-899C-14DAEA88E508}" dt="2019-09-11T01:15:09.376" v="439" actId="1076"/>
          <ac:spMkLst>
            <pc:docMk/>
            <pc:sldMk cId="3048435474" sldId="268"/>
            <ac:spMk id="20" creationId="{00000000-0000-0000-0000-000000000000}"/>
          </ac:spMkLst>
        </pc:spChg>
        <pc:spChg chg="mod">
          <ac:chgData name="Lucas Tossolini" userId="82ff3cc4fadd8f44" providerId="LiveId" clId="{CA128BA1-2540-4C18-899C-14DAEA88E508}" dt="2019-09-11T01:15:23.301" v="444" actId="1076"/>
          <ac:spMkLst>
            <pc:docMk/>
            <pc:sldMk cId="3048435474" sldId="268"/>
            <ac:spMk id="21" creationId="{00000000-0000-0000-0000-000000000000}"/>
          </ac:spMkLst>
        </pc:spChg>
        <pc:spChg chg="mod">
          <ac:chgData name="Lucas Tossolini" userId="82ff3cc4fadd8f44" providerId="LiveId" clId="{CA128BA1-2540-4C18-899C-14DAEA88E508}" dt="2019-09-11T01:15:20.468" v="443" actId="1076"/>
          <ac:spMkLst>
            <pc:docMk/>
            <pc:sldMk cId="3048435474" sldId="268"/>
            <ac:spMk id="22" creationId="{00000000-0000-0000-0000-000000000000}"/>
          </ac:spMkLst>
        </pc:spChg>
        <pc:spChg chg="mod">
          <ac:chgData name="Lucas Tossolini" userId="82ff3cc4fadd8f44" providerId="LiveId" clId="{CA128BA1-2540-4C18-899C-14DAEA88E508}" dt="2019-09-11T01:14:33.920" v="428" actId="1076"/>
          <ac:spMkLst>
            <pc:docMk/>
            <pc:sldMk cId="3048435474" sldId="268"/>
            <ac:spMk id="24" creationId="{00000000-0000-0000-0000-000000000000}"/>
          </ac:spMkLst>
        </pc:spChg>
        <pc:spChg chg="mod">
          <ac:chgData name="Lucas Tossolini" userId="82ff3cc4fadd8f44" providerId="LiveId" clId="{CA128BA1-2540-4C18-899C-14DAEA88E508}" dt="2019-09-11T01:14:35.995" v="429" actId="1076"/>
          <ac:spMkLst>
            <pc:docMk/>
            <pc:sldMk cId="3048435474" sldId="268"/>
            <ac:spMk id="26" creationId="{00000000-0000-0000-0000-000000000000}"/>
          </ac:spMkLst>
        </pc:spChg>
        <pc:cxnChg chg="mod">
          <ac:chgData name="Lucas Tossolini" userId="82ff3cc4fadd8f44" providerId="LiveId" clId="{CA128BA1-2540-4C18-899C-14DAEA88E508}" dt="2019-09-11T01:14:38.885" v="430" actId="14100"/>
          <ac:cxnSpMkLst>
            <pc:docMk/>
            <pc:sldMk cId="3048435474" sldId="268"/>
            <ac:cxnSpMk id="27" creationId="{00000000-0000-0000-0000-000000000000}"/>
          </ac:cxnSpMkLst>
        </pc:cxnChg>
      </pc:sldChg>
      <pc:sldChg chg="modSp">
        <pc:chgData name="Lucas Tossolini" userId="82ff3cc4fadd8f44" providerId="LiveId" clId="{CA128BA1-2540-4C18-899C-14DAEA88E508}" dt="2019-09-11T01:15:32.868" v="447" actId="403"/>
        <pc:sldMkLst>
          <pc:docMk/>
          <pc:sldMk cId="63425842" sldId="269"/>
        </pc:sldMkLst>
        <pc:spChg chg="mod">
          <ac:chgData name="Lucas Tossolini" userId="82ff3cc4fadd8f44" providerId="LiveId" clId="{CA128BA1-2540-4C18-899C-14DAEA88E508}" dt="2019-09-11T01:15:32.868" v="447" actId="403"/>
          <ac:spMkLst>
            <pc:docMk/>
            <pc:sldMk cId="63425842" sldId="269"/>
            <ac:spMk id="3" creationId="{00000000-0000-0000-0000-000000000000}"/>
          </ac:spMkLst>
        </pc:spChg>
      </pc:sldChg>
      <pc:sldChg chg="modSp">
        <pc:chgData name="Lucas Tossolini" userId="82ff3cc4fadd8f44" providerId="LiveId" clId="{CA128BA1-2540-4C18-899C-14DAEA88E508}" dt="2019-09-11T01:16:37.058" v="475" actId="313"/>
        <pc:sldMkLst>
          <pc:docMk/>
          <pc:sldMk cId="1189201189" sldId="270"/>
        </pc:sldMkLst>
        <pc:spChg chg="mod">
          <ac:chgData name="Lucas Tossolini" userId="82ff3cc4fadd8f44" providerId="LiveId" clId="{CA128BA1-2540-4C18-899C-14DAEA88E508}" dt="2019-09-11T01:16:37.058" v="475" actId="313"/>
          <ac:spMkLst>
            <pc:docMk/>
            <pc:sldMk cId="1189201189" sldId="270"/>
            <ac:spMk id="17" creationId="{00000000-0000-0000-0000-000000000000}"/>
          </ac:spMkLst>
        </pc:spChg>
      </pc:sldChg>
      <pc:sldChg chg="modSp">
        <pc:chgData name="Lucas Tossolini" userId="82ff3cc4fadd8f44" providerId="LiveId" clId="{CA128BA1-2540-4C18-899C-14DAEA88E508}" dt="2019-09-11T01:17:07.350" v="479" actId="20577"/>
        <pc:sldMkLst>
          <pc:docMk/>
          <pc:sldMk cId="2150409716" sldId="271"/>
        </pc:sldMkLst>
        <pc:spChg chg="mod">
          <ac:chgData name="Lucas Tossolini" userId="82ff3cc4fadd8f44" providerId="LiveId" clId="{CA128BA1-2540-4C18-899C-14DAEA88E508}" dt="2019-09-11T01:17:07.350" v="479" actId="20577"/>
          <ac:spMkLst>
            <pc:docMk/>
            <pc:sldMk cId="2150409716" sldId="271"/>
            <ac:spMk id="17" creationId="{00000000-0000-0000-0000-000000000000}"/>
          </ac:spMkLst>
        </pc:spChg>
      </pc:sldChg>
      <pc:sldChg chg="modSp">
        <pc:chgData name="Lucas Tossolini" userId="82ff3cc4fadd8f44" providerId="LiveId" clId="{CA128BA1-2540-4C18-899C-14DAEA88E508}" dt="2019-09-11T01:17:45.018" v="482" actId="20577"/>
        <pc:sldMkLst>
          <pc:docMk/>
          <pc:sldMk cId="745779265" sldId="272"/>
        </pc:sldMkLst>
        <pc:spChg chg="mod">
          <ac:chgData name="Lucas Tossolini" userId="82ff3cc4fadd8f44" providerId="LiveId" clId="{CA128BA1-2540-4C18-899C-14DAEA88E508}" dt="2019-09-11T01:17:45.018" v="482" actId="20577"/>
          <ac:spMkLst>
            <pc:docMk/>
            <pc:sldMk cId="745779265" sldId="272"/>
            <ac:spMk id="11" creationId="{00000000-0000-0000-0000-000000000000}"/>
          </ac:spMkLst>
        </pc:spChg>
      </pc:sldChg>
      <pc:sldChg chg="modSp">
        <pc:chgData name="Lucas Tossolini" userId="82ff3cc4fadd8f44" providerId="LiveId" clId="{CA128BA1-2540-4C18-899C-14DAEA88E508}" dt="2019-09-11T01:11:43.546" v="393" actId="20577"/>
        <pc:sldMkLst>
          <pc:docMk/>
          <pc:sldMk cId="508507119" sldId="274"/>
        </pc:sldMkLst>
        <pc:spChg chg="mod">
          <ac:chgData name="Lucas Tossolini" userId="82ff3cc4fadd8f44" providerId="LiveId" clId="{CA128BA1-2540-4C18-899C-14DAEA88E508}" dt="2019-09-11T01:11:43.546" v="393" actId="20577"/>
          <ac:spMkLst>
            <pc:docMk/>
            <pc:sldMk cId="508507119" sldId="274"/>
            <ac:spMk id="9" creationId="{00000000-0000-0000-0000-000000000000}"/>
          </ac:spMkLst>
        </pc:spChg>
      </pc:sldChg>
      <pc:sldChg chg="modSp">
        <pc:chgData name="Lucas Tossolini" userId="82ff3cc4fadd8f44" providerId="LiveId" clId="{CA128BA1-2540-4C18-899C-14DAEA88E508}" dt="2019-09-11T01:18:57.666" v="489" actId="20577"/>
        <pc:sldMkLst>
          <pc:docMk/>
          <pc:sldMk cId="2788036674" sldId="276"/>
        </pc:sldMkLst>
        <pc:spChg chg="mod">
          <ac:chgData name="Lucas Tossolini" userId="82ff3cc4fadd8f44" providerId="LiveId" clId="{CA128BA1-2540-4C18-899C-14DAEA88E508}" dt="2019-09-11T01:18:44.872" v="488" actId="20577"/>
          <ac:spMkLst>
            <pc:docMk/>
            <pc:sldMk cId="2788036674" sldId="276"/>
            <ac:spMk id="18" creationId="{00000000-0000-0000-0000-000000000000}"/>
          </ac:spMkLst>
        </pc:spChg>
        <pc:spChg chg="mod">
          <ac:chgData name="Lucas Tossolini" userId="82ff3cc4fadd8f44" providerId="LiveId" clId="{CA128BA1-2540-4C18-899C-14DAEA88E508}" dt="2019-09-11T01:18:57.666" v="489" actId="20577"/>
          <ac:spMkLst>
            <pc:docMk/>
            <pc:sldMk cId="2788036674" sldId="276"/>
            <ac:spMk id="21" creationId="{00000000-0000-0000-0000-000000000000}"/>
          </ac:spMkLst>
        </pc:spChg>
        <pc:spChg chg="mod">
          <ac:chgData name="Lucas Tossolini" userId="82ff3cc4fadd8f44" providerId="LiveId" clId="{CA128BA1-2540-4C18-899C-14DAEA88E508}" dt="2019-09-11T01:18:17.350" v="484" actId="20577"/>
          <ac:spMkLst>
            <pc:docMk/>
            <pc:sldMk cId="2788036674" sldId="276"/>
            <ac:spMk id="22" creationId="{00000000-0000-0000-0000-000000000000}"/>
          </ac:spMkLst>
        </pc:spChg>
        <pc:spChg chg="mod">
          <ac:chgData name="Lucas Tossolini" userId="82ff3cc4fadd8f44" providerId="LiveId" clId="{CA128BA1-2540-4C18-899C-14DAEA88E508}" dt="2019-09-11T01:18:20.453" v="486" actId="20577"/>
          <ac:spMkLst>
            <pc:docMk/>
            <pc:sldMk cId="2788036674" sldId="276"/>
            <ac:spMk id="23" creationId="{00000000-0000-0000-0000-000000000000}"/>
          </ac:spMkLst>
        </pc:spChg>
      </pc:sldChg>
      <pc:sldChg chg="modSp">
        <pc:chgData name="Lucas Tossolini" userId="82ff3cc4fadd8f44" providerId="LiveId" clId="{CA128BA1-2540-4C18-899C-14DAEA88E508}" dt="2019-09-11T01:06:19.462" v="339" actId="20577"/>
        <pc:sldMkLst>
          <pc:docMk/>
          <pc:sldMk cId="324178006" sldId="278"/>
        </pc:sldMkLst>
        <pc:graphicFrameChg chg="mod">
          <ac:chgData name="Lucas Tossolini" userId="82ff3cc4fadd8f44" providerId="LiveId" clId="{CA128BA1-2540-4C18-899C-14DAEA88E508}" dt="2019-09-11T01:06:19.462" v="339" actId="20577"/>
          <ac:graphicFrameMkLst>
            <pc:docMk/>
            <pc:sldMk cId="324178006" sldId="278"/>
            <ac:graphicFrameMk id="9" creationId="{00000000-0000-0000-0000-000000000000}"/>
          </ac:graphicFrameMkLst>
        </pc:graphicFrameChg>
      </pc:sldChg>
      <pc:sldChg chg="addSp modSp add">
        <pc:chgData name="Lucas Tossolini" userId="82ff3cc4fadd8f44" providerId="LiveId" clId="{CA128BA1-2540-4C18-899C-14DAEA88E508}" dt="2019-09-11T00:54:50.311" v="40" actId="693"/>
        <pc:sldMkLst>
          <pc:docMk/>
          <pc:sldMk cId="1839648989" sldId="279"/>
        </pc:sldMkLst>
        <pc:spChg chg="mod">
          <ac:chgData name="Lucas Tossolini" userId="82ff3cc4fadd8f44" providerId="LiveId" clId="{CA128BA1-2540-4C18-899C-14DAEA88E508}" dt="2019-09-11T00:51:57.071" v="2" actId="14100"/>
          <ac:spMkLst>
            <pc:docMk/>
            <pc:sldMk cId="1839648989" sldId="279"/>
            <ac:spMk id="2" creationId="{00000000-0000-0000-0000-000000000000}"/>
          </ac:spMkLst>
        </pc:spChg>
        <pc:spChg chg="add mod">
          <ac:chgData name="Lucas Tossolini" userId="82ff3cc4fadd8f44" providerId="LiveId" clId="{CA128BA1-2540-4C18-899C-14DAEA88E508}" dt="2019-09-11T00:52:46.242" v="19" actId="14100"/>
          <ac:spMkLst>
            <pc:docMk/>
            <pc:sldMk cId="1839648989" sldId="279"/>
            <ac:spMk id="3" creationId="{5475EAD7-0B46-45A8-AD20-68BE1EE71179}"/>
          </ac:spMkLst>
        </pc:spChg>
        <pc:graphicFrameChg chg="add mod">
          <ac:chgData name="Lucas Tossolini" userId="82ff3cc4fadd8f44" providerId="LiveId" clId="{CA128BA1-2540-4C18-899C-14DAEA88E508}" dt="2019-09-11T00:54:36.922" v="39" actId="14100"/>
          <ac:graphicFrameMkLst>
            <pc:docMk/>
            <pc:sldMk cId="1839648989" sldId="279"/>
            <ac:graphicFrameMk id="5" creationId="{C2905F3A-1519-42CD-99E1-5D2F78632BE2}"/>
          </ac:graphicFrameMkLst>
        </pc:graphicFrameChg>
        <pc:graphicFrameChg chg="add mod">
          <ac:chgData name="Lucas Tossolini" userId="82ff3cc4fadd8f44" providerId="LiveId" clId="{CA128BA1-2540-4C18-899C-14DAEA88E508}" dt="2019-09-11T00:54:50.311" v="40" actId="693"/>
          <ac:graphicFrameMkLst>
            <pc:docMk/>
            <pc:sldMk cId="1839648989" sldId="279"/>
            <ac:graphicFrameMk id="6" creationId="{B8782A90-9562-4287-B584-E087F620418F}"/>
          </ac:graphicFrameMkLst>
        </pc:graphicFrameChg>
      </pc:sldChg>
      <pc:sldChg chg="addSp delSp modSp add">
        <pc:chgData name="Lucas Tossolini" userId="82ff3cc4fadd8f44" providerId="LiveId" clId="{CA128BA1-2540-4C18-899C-14DAEA88E508}" dt="2019-09-11T00:55:27.496" v="49" actId="14100"/>
        <pc:sldMkLst>
          <pc:docMk/>
          <pc:sldMk cId="1844323658" sldId="280"/>
        </pc:sldMkLst>
        <pc:spChg chg="del">
          <ac:chgData name="Lucas Tossolini" userId="82ff3cc4fadd8f44" providerId="LiveId" clId="{CA128BA1-2540-4C18-899C-14DAEA88E508}" dt="2019-09-11T00:53:24.715" v="24" actId="478"/>
          <ac:spMkLst>
            <pc:docMk/>
            <pc:sldMk cId="1844323658" sldId="280"/>
            <ac:spMk id="3" creationId="{5475EAD7-0B46-45A8-AD20-68BE1EE71179}"/>
          </ac:spMkLst>
        </pc:spChg>
        <pc:spChg chg="add mod">
          <ac:chgData name="Lucas Tossolini" userId="82ff3cc4fadd8f44" providerId="LiveId" clId="{CA128BA1-2540-4C18-899C-14DAEA88E508}" dt="2019-09-11T00:53:41.308" v="27" actId="14100"/>
          <ac:spMkLst>
            <pc:docMk/>
            <pc:sldMk cId="1844323658" sldId="280"/>
            <ac:spMk id="6" creationId="{5594E657-BF84-4812-847A-800FE5038D1B}"/>
          </ac:spMkLst>
        </pc:spChg>
        <pc:graphicFrameChg chg="del">
          <ac:chgData name="Lucas Tossolini" userId="82ff3cc4fadd8f44" providerId="LiveId" clId="{CA128BA1-2540-4C18-899C-14DAEA88E508}" dt="2019-09-11T00:53:22.909" v="23" actId="478"/>
          <ac:graphicFrameMkLst>
            <pc:docMk/>
            <pc:sldMk cId="1844323658" sldId="280"/>
            <ac:graphicFrameMk id="5" creationId="{C2905F3A-1519-42CD-99E1-5D2F78632BE2}"/>
          </ac:graphicFrameMkLst>
        </pc:graphicFrameChg>
        <pc:graphicFrameChg chg="add mod">
          <ac:chgData name="Lucas Tossolini" userId="82ff3cc4fadd8f44" providerId="LiveId" clId="{CA128BA1-2540-4C18-899C-14DAEA88E508}" dt="2019-09-11T00:55:27.496" v="49" actId="14100"/>
          <ac:graphicFrameMkLst>
            <pc:docMk/>
            <pc:sldMk cId="1844323658" sldId="280"/>
            <ac:graphicFrameMk id="7" creationId="{02607390-53FE-495D-8DC5-8108EBA934C0}"/>
          </ac:graphicFrameMkLst>
        </pc:graphicFrameChg>
        <pc:graphicFrameChg chg="add mod">
          <ac:chgData name="Lucas Tossolini" userId="82ff3cc4fadd8f44" providerId="LiveId" clId="{CA128BA1-2540-4C18-899C-14DAEA88E508}" dt="2019-09-11T00:55:24.660" v="48" actId="14100"/>
          <ac:graphicFrameMkLst>
            <pc:docMk/>
            <pc:sldMk cId="1844323658" sldId="280"/>
            <ac:graphicFrameMk id="8" creationId="{E7AA9FD1-6599-4235-AEE3-61C26DF18D18}"/>
          </ac:graphicFrameMkLst>
        </pc:graphicFrameChg>
      </pc:sldChg>
      <pc:sldChg chg="delSp modSp add">
        <pc:chgData name="Lucas Tossolini" userId="82ff3cc4fadd8f44" providerId="LiveId" clId="{CA128BA1-2540-4C18-899C-14DAEA88E508}" dt="2019-09-11T00:57:06.401" v="271" actId="1076"/>
        <pc:sldMkLst>
          <pc:docMk/>
          <pc:sldMk cId="1311912720" sldId="281"/>
        </pc:sldMkLst>
        <pc:spChg chg="mod">
          <ac:chgData name="Lucas Tossolini" userId="82ff3cc4fadd8f44" providerId="LiveId" clId="{CA128BA1-2540-4C18-899C-14DAEA88E508}" dt="2019-09-11T00:57:06.401" v="271" actId="1076"/>
          <ac:spMkLst>
            <pc:docMk/>
            <pc:sldMk cId="1311912720" sldId="281"/>
            <ac:spMk id="6" creationId="{5594E657-BF84-4812-847A-800FE5038D1B}"/>
          </ac:spMkLst>
        </pc:spChg>
        <pc:graphicFrameChg chg="del">
          <ac:chgData name="Lucas Tossolini" userId="82ff3cc4fadd8f44" providerId="LiveId" clId="{CA128BA1-2540-4C18-899C-14DAEA88E508}" dt="2019-09-11T00:56:01.657" v="51" actId="478"/>
          <ac:graphicFrameMkLst>
            <pc:docMk/>
            <pc:sldMk cId="1311912720" sldId="281"/>
            <ac:graphicFrameMk id="7" creationId="{02607390-53FE-495D-8DC5-8108EBA934C0}"/>
          </ac:graphicFrameMkLst>
        </pc:graphicFrameChg>
        <pc:graphicFrameChg chg="del">
          <ac:chgData name="Lucas Tossolini" userId="82ff3cc4fadd8f44" providerId="LiveId" clId="{CA128BA1-2540-4C18-899C-14DAEA88E508}" dt="2019-09-11T00:56:01.657" v="51" actId="478"/>
          <ac:graphicFrameMkLst>
            <pc:docMk/>
            <pc:sldMk cId="1311912720" sldId="281"/>
            <ac:graphicFrameMk id="8" creationId="{E7AA9FD1-6599-4235-AEE3-61C26DF18D18}"/>
          </ac:graphicFrameMkLst>
        </pc:graphicFrameChg>
      </pc:sldChg>
      <pc:sldChg chg="add">
        <pc:chgData name="Lucas Tossolini" userId="82ff3cc4fadd8f44" providerId="LiveId" clId="{CA128BA1-2540-4C18-899C-14DAEA88E508}" dt="2019-09-11T00:59:00.535" v="275"/>
        <pc:sldMkLst>
          <pc:docMk/>
          <pc:sldMk cId="0" sldId="292"/>
        </pc:sldMkLst>
      </pc:sldChg>
      <pc:sldChg chg="add">
        <pc:chgData name="Lucas Tossolini" userId="82ff3cc4fadd8f44" providerId="LiveId" clId="{CA128BA1-2540-4C18-899C-14DAEA88E508}" dt="2019-09-11T00:59:11.924" v="276"/>
        <pc:sldMkLst>
          <pc:docMk/>
          <pc:sldMk cId="0" sldId="295"/>
        </pc:sldMkLst>
      </pc:sldChg>
      <pc:sldChg chg="add">
        <pc:chgData name="Lucas Tossolini" userId="82ff3cc4fadd8f44" providerId="LiveId" clId="{CA128BA1-2540-4C18-899C-14DAEA88E508}" dt="2019-09-11T01:03:05.457" v="282"/>
        <pc:sldMkLst>
          <pc:docMk/>
          <pc:sldMk cId="0" sldId="299"/>
        </pc:sldMkLst>
      </pc:sldChg>
      <pc:sldChg chg="add">
        <pc:chgData name="Lucas Tossolini" userId="82ff3cc4fadd8f44" providerId="LiveId" clId="{CA128BA1-2540-4C18-899C-14DAEA88E508}" dt="2019-09-11T01:03:20.577" v="283"/>
        <pc:sldMkLst>
          <pc:docMk/>
          <pc:sldMk cId="419389710" sldId="302"/>
        </pc:sldMkLst>
      </pc:sldChg>
      <pc:sldChg chg="add">
        <pc:chgData name="Lucas Tossolini" userId="82ff3cc4fadd8f44" providerId="LiveId" clId="{CA128BA1-2540-4C18-899C-14DAEA88E508}" dt="2019-09-11T00:58:13.105" v="272"/>
        <pc:sldMkLst>
          <pc:docMk/>
          <pc:sldMk cId="2857683812" sldId="309"/>
        </pc:sldMkLst>
      </pc:sldChg>
      <pc:sldChg chg="add">
        <pc:chgData name="Lucas Tossolini" userId="82ff3cc4fadd8f44" providerId="LiveId" clId="{CA128BA1-2540-4C18-899C-14DAEA88E508}" dt="2019-09-11T00:58:34.267" v="273"/>
        <pc:sldMkLst>
          <pc:docMk/>
          <pc:sldMk cId="941941243" sldId="315"/>
        </pc:sldMkLst>
      </pc:sldChg>
      <pc:sldChg chg="add">
        <pc:chgData name="Lucas Tossolini" userId="82ff3cc4fadd8f44" providerId="LiveId" clId="{CA128BA1-2540-4C18-899C-14DAEA88E508}" dt="2019-09-11T00:58:34.267" v="273"/>
        <pc:sldMkLst>
          <pc:docMk/>
          <pc:sldMk cId="775094072" sldId="318"/>
        </pc:sldMkLst>
      </pc:sldChg>
      <pc:sldChg chg="add">
        <pc:chgData name="Lucas Tossolini" userId="82ff3cc4fadd8f44" providerId="LiveId" clId="{CA128BA1-2540-4C18-899C-14DAEA88E508}" dt="2019-09-11T00:58:43.523" v="274"/>
        <pc:sldMkLst>
          <pc:docMk/>
          <pc:sldMk cId="1886851729" sldId="319"/>
        </pc:sldMkLst>
      </pc:sldChg>
      <pc:sldChg chg="add">
        <pc:chgData name="Lucas Tossolini" userId="82ff3cc4fadd8f44" providerId="LiveId" clId="{CA128BA1-2540-4C18-899C-14DAEA88E508}" dt="2019-09-11T01:01:27.832" v="277"/>
        <pc:sldMkLst>
          <pc:docMk/>
          <pc:sldMk cId="1925966448" sldId="320"/>
        </pc:sldMkLst>
      </pc:sldChg>
      <pc:sldChg chg="add">
        <pc:chgData name="Lucas Tossolini" userId="82ff3cc4fadd8f44" providerId="LiveId" clId="{CA128BA1-2540-4C18-899C-14DAEA88E508}" dt="2019-09-11T01:01:57.523" v="278"/>
        <pc:sldMkLst>
          <pc:docMk/>
          <pc:sldMk cId="2904125911" sldId="324"/>
        </pc:sldMkLst>
      </pc:sldChg>
      <pc:sldChg chg="add">
        <pc:chgData name="Lucas Tossolini" userId="82ff3cc4fadd8f44" providerId="LiveId" clId="{CA128BA1-2540-4C18-899C-14DAEA88E508}" dt="2019-09-11T01:02:09.542" v="279"/>
        <pc:sldMkLst>
          <pc:docMk/>
          <pc:sldMk cId="4206426237" sldId="327"/>
        </pc:sldMkLst>
      </pc:sldChg>
      <pc:sldChg chg="add">
        <pc:chgData name="Lucas Tossolini" userId="82ff3cc4fadd8f44" providerId="LiveId" clId="{CA128BA1-2540-4C18-899C-14DAEA88E508}" dt="2019-09-11T01:02:35.613" v="280"/>
        <pc:sldMkLst>
          <pc:docMk/>
          <pc:sldMk cId="384071428" sldId="329"/>
        </pc:sldMkLst>
      </pc:sldChg>
      <pc:sldChg chg="add">
        <pc:chgData name="Lucas Tossolini" userId="82ff3cc4fadd8f44" providerId="LiveId" clId="{CA128BA1-2540-4C18-899C-14DAEA88E508}" dt="2019-09-11T01:02:35.613" v="280"/>
        <pc:sldMkLst>
          <pc:docMk/>
          <pc:sldMk cId="537037121" sldId="330"/>
        </pc:sldMkLst>
      </pc:sldChg>
      <pc:sldChg chg="add">
        <pc:chgData name="Lucas Tossolini" userId="82ff3cc4fadd8f44" providerId="LiveId" clId="{CA128BA1-2540-4C18-899C-14DAEA88E508}" dt="2019-09-11T01:02:44.523" v="281"/>
        <pc:sldMkLst>
          <pc:docMk/>
          <pc:sldMk cId="4227147105" sldId="334"/>
        </pc:sldMkLst>
      </pc:sldChg>
      <pc:sldChg chg="add">
        <pc:chgData name="Lucas Tossolini" userId="82ff3cc4fadd8f44" providerId="LiveId" clId="{CA128BA1-2540-4C18-899C-14DAEA88E508}" dt="2019-09-11T01:03:05.457" v="282"/>
        <pc:sldMkLst>
          <pc:docMk/>
          <pc:sldMk cId="23979133" sldId="337"/>
        </pc:sldMkLst>
      </pc:sldChg>
      <pc:sldChg chg="add">
        <pc:chgData name="Lucas Tossolini" userId="82ff3cc4fadd8f44" providerId="LiveId" clId="{CA128BA1-2540-4C18-899C-14DAEA88E508}" dt="2019-09-11T01:03:20.577" v="283"/>
        <pc:sldMkLst>
          <pc:docMk/>
          <pc:sldMk cId="3300238920" sldId="339"/>
        </pc:sldMkLst>
      </pc:sldChg>
    </pc:docChg>
  </pc:docChgLst>
  <pc:docChgLst>
    <pc:chgData name="Lucas Tossolini" userId="82ff3cc4fadd8f44" providerId="LiveId" clId="{A2FD88A6-4CF2-4300-9E20-FC3F0E78FE69}"/>
    <pc:docChg chg="custSel modSld sldOrd">
      <pc:chgData name="Lucas Tossolini" userId="82ff3cc4fadd8f44" providerId="LiveId" clId="{A2FD88A6-4CF2-4300-9E20-FC3F0E78FE69}" dt="2020-05-29T15:13:19.010" v="11" actId="20577"/>
      <pc:docMkLst>
        <pc:docMk/>
      </pc:docMkLst>
      <pc:sldChg chg="modSp">
        <pc:chgData name="Lucas Tossolini" userId="82ff3cc4fadd8f44" providerId="LiveId" clId="{A2FD88A6-4CF2-4300-9E20-FC3F0E78FE69}" dt="2020-05-29T12:27:04.285" v="1"/>
        <pc:sldMkLst>
          <pc:docMk/>
          <pc:sldMk cId="1440094791" sldId="256"/>
        </pc:sldMkLst>
        <pc:graphicFrameChg chg="mod">
          <ac:chgData name="Lucas Tossolini" userId="82ff3cc4fadd8f44" providerId="LiveId" clId="{A2FD88A6-4CF2-4300-9E20-FC3F0E78FE69}" dt="2020-05-29T12:27:04.285" v="1"/>
          <ac:graphicFrameMkLst>
            <pc:docMk/>
            <pc:sldMk cId="1440094791" sldId="256"/>
            <ac:graphicFrameMk id="2" creationId="{00000000-0000-0000-0000-000000000000}"/>
          </ac:graphicFrameMkLst>
        </pc:graphicFrameChg>
      </pc:sldChg>
      <pc:sldChg chg="addSp modSp">
        <pc:chgData name="Lucas Tossolini" userId="82ff3cc4fadd8f44" providerId="LiveId" clId="{A2FD88A6-4CF2-4300-9E20-FC3F0E78FE69}" dt="2020-05-29T14:19:40.217" v="2" actId="931"/>
        <pc:sldMkLst>
          <pc:docMk/>
          <pc:sldMk cId="3121001618" sldId="263"/>
        </pc:sldMkLst>
        <pc:picChg chg="add mod">
          <ac:chgData name="Lucas Tossolini" userId="82ff3cc4fadd8f44" providerId="LiveId" clId="{A2FD88A6-4CF2-4300-9E20-FC3F0E78FE69}" dt="2020-05-29T14:19:40.217" v="2" actId="931"/>
          <ac:picMkLst>
            <pc:docMk/>
            <pc:sldMk cId="3121001618" sldId="263"/>
            <ac:picMk id="5" creationId="{7BAFE8E7-B173-4B63-A91B-E4868DB48E09}"/>
          </ac:picMkLst>
        </pc:picChg>
        <pc:picChg chg="add mod">
          <ac:chgData name="Lucas Tossolini" userId="82ff3cc4fadd8f44" providerId="LiveId" clId="{A2FD88A6-4CF2-4300-9E20-FC3F0E78FE69}" dt="2020-05-29T14:19:40.217" v="2" actId="931"/>
          <ac:picMkLst>
            <pc:docMk/>
            <pc:sldMk cId="3121001618" sldId="263"/>
            <ac:picMk id="8" creationId="{E82CA1E2-F5E1-4919-94E0-540C554B7206}"/>
          </ac:picMkLst>
        </pc:picChg>
      </pc:sldChg>
      <pc:sldChg chg="ord">
        <pc:chgData name="Lucas Tossolini" userId="82ff3cc4fadd8f44" providerId="LiveId" clId="{A2FD88A6-4CF2-4300-9E20-FC3F0E78FE69}" dt="2020-05-29T14:24:56.211" v="4"/>
        <pc:sldMkLst>
          <pc:docMk/>
          <pc:sldMk cId="2800902549" sldId="265"/>
        </pc:sldMkLst>
      </pc:sldChg>
      <pc:sldChg chg="modSp mod">
        <pc:chgData name="Lucas Tossolini" userId="82ff3cc4fadd8f44" providerId="LiveId" clId="{A2FD88A6-4CF2-4300-9E20-FC3F0E78FE69}" dt="2020-05-29T15:13:19.010" v="11" actId="20577"/>
        <pc:sldMkLst>
          <pc:docMk/>
          <pc:sldMk cId="3048435474" sldId="268"/>
        </pc:sldMkLst>
        <pc:spChg chg="mod">
          <ac:chgData name="Lucas Tossolini" userId="82ff3cc4fadd8f44" providerId="LiveId" clId="{A2FD88A6-4CF2-4300-9E20-FC3F0E78FE69}" dt="2020-05-29T15:13:19.010" v="11" actId="20577"/>
          <ac:spMkLst>
            <pc:docMk/>
            <pc:sldMk cId="3048435474" sldId="268"/>
            <ac:spMk id="12" creationId="{00000000-0000-0000-0000-000000000000}"/>
          </ac:spMkLst>
        </pc:spChg>
      </pc:sldChg>
    </pc:docChg>
  </pc:docChgLst>
  <pc:docChgLst>
    <pc:chgData name="Lucas Tossolini" userId="82ff3cc4fadd8f44" providerId="LiveId" clId="{3A608EFD-BC24-4538-9399-88CC2F941BE9}"/>
    <pc:docChg chg="undo custSel addSld modSld modMainMaster">
      <pc:chgData name="Lucas Tossolini" userId="82ff3cc4fadd8f44" providerId="LiveId" clId="{3A608EFD-BC24-4538-9399-88CC2F941BE9}" dt="2019-09-12T15:58:37.222" v="1142"/>
      <pc:docMkLst>
        <pc:docMk/>
      </pc:docMkLst>
      <pc:sldChg chg="modSp setBg">
        <pc:chgData name="Lucas Tossolini" userId="82ff3cc4fadd8f44" providerId="LiveId" clId="{3A608EFD-BC24-4538-9399-88CC2F941BE9}" dt="2019-09-11T20:37:23.182" v="41"/>
        <pc:sldMkLst>
          <pc:docMk/>
          <pc:sldMk cId="1440094791" sldId="256"/>
        </pc:sldMkLst>
        <pc:spChg chg="mod">
          <ac:chgData name="Lucas Tossolini" userId="82ff3cc4fadd8f44" providerId="LiveId" clId="{3A608EFD-BC24-4538-9399-88CC2F941BE9}" dt="2019-09-11T20:35:13.486" v="8" actId="108"/>
          <ac:spMkLst>
            <pc:docMk/>
            <pc:sldMk cId="1440094791" sldId="256"/>
            <ac:spMk id="4" creationId="{00000000-0000-0000-0000-000000000000}"/>
          </ac:spMkLst>
        </pc:spChg>
        <pc:spChg chg="mod">
          <ac:chgData name="Lucas Tossolini" userId="82ff3cc4fadd8f44" providerId="LiveId" clId="{3A608EFD-BC24-4538-9399-88CC2F941BE9}" dt="2019-09-11T20:35:19.478" v="9" actId="108"/>
          <ac:spMkLst>
            <pc:docMk/>
            <pc:sldMk cId="1440094791" sldId="256"/>
            <ac:spMk id="5" creationId="{00000000-0000-0000-0000-000000000000}"/>
          </ac:spMkLst>
        </pc:spChg>
        <pc:graphicFrameChg chg="mod">
          <ac:chgData name="Lucas Tossolini" userId="82ff3cc4fadd8f44" providerId="LiveId" clId="{3A608EFD-BC24-4538-9399-88CC2F941BE9}" dt="2019-09-11T20:37:08.644" v="37"/>
          <ac:graphicFrameMkLst>
            <pc:docMk/>
            <pc:sldMk cId="1440094791" sldId="256"/>
            <ac:graphicFrameMk id="2" creationId="{00000000-0000-0000-0000-000000000000}"/>
          </ac:graphicFrameMkLst>
        </pc:graphicFrameChg>
      </pc:sldChg>
      <pc:sldChg chg="addSp delSp modSp">
        <pc:chgData name="Lucas Tossolini" userId="82ff3cc4fadd8f44" providerId="LiveId" clId="{3A608EFD-BC24-4538-9399-88CC2F941BE9}" dt="2019-09-11T20:40:04.629" v="91" actId="1076"/>
        <pc:sldMkLst>
          <pc:docMk/>
          <pc:sldMk cId="4269806038" sldId="257"/>
        </pc:sldMkLst>
        <pc:spChg chg="add mod">
          <ac:chgData name="Lucas Tossolini" userId="82ff3cc4fadd8f44" providerId="LiveId" clId="{3A608EFD-BC24-4538-9399-88CC2F941BE9}" dt="2019-09-11T20:39:48.708" v="75" actId="1076"/>
          <ac:spMkLst>
            <pc:docMk/>
            <pc:sldMk cId="4269806038" sldId="257"/>
            <ac:spMk id="2" creationId="{49B3484C-9276-4E48-A158-B26580D15F49}"/>
          </ac:spMkLst>
        </pc:spChg>
        <pc:spChg chg="del mod">
          <ac:chgData name="Lucas Tossolini" userId="82ff3cc4fadd8f44" providerId="LiveId" clId="{3A608EFD-BC24-4538-9399-88CC2F941BE9}" dt="2019-09-11T20:37:35.369" v="43" actId="478"/>
          <ac:spMkLst>
            <pc:docMk/>
            <pc:sldMk cId="4269806038" sldId="257"/>
            <ac:spMk id="4" creationId="{00000000-0000-0000-0000-000000000000}"/>
          </ac:spMkLst>
        </pc:spChg>
        <pc:spChg chg="mod">
          <ac:chgData name="Lucas Tossolini" userId="82ff3cc4fadd8f44" providerId="LiveId" clId="{3A608EFD-BC24-4538-9399-88CC2F941BE9}" dt="2019-09-11T20:37:48.020" v="45" actId="108"/>
          <ac:spMkLst>
            <pc:docMk/>
            <pc:sldMk cId="4269806038" sldId="257"/>
            <ac:spMk id="5" creationId="{00000000-0000-0000-0000-000000000000}"/>
          </ac:spMkLst>
        </pc:spChg>
        <pc:spChg chg="mod">
          <ac:chgData name="Lucas Tossolini" userId="82ff3cc4fadd8f44" providerId="LiveId" clId="{3A608EFD-BC24-4538-9399-88CC2F941BE9}" dt="2019-09-11T20:38:48.837" v="52" actId="1076"/>
          <ac:spMkLst>
            <pc:docMk/>
            <pc:sldMk cId="4269806038" sldId="257"/>
            <ac:spMk id="7" creationId="{00000000-0000-0000-0000-000000000000}"/>
          </ac:spMkLst>
        </pc:spChg>
        <pc:spChg chg="add">
          <ac:chgData name="Lucas Tossolini" userId="82ff3cc4fadd8f44" providerId="LiveId" clId="{3A608EFD-BC24-4538-9399-88CC2F941BE9}" dt="2019-09-11T20:37:41.845" v="44"/>
          <ac:spMkLst>
            <pc:docMk/>
            <pc:sldMk cId="4269806038" sldId="257"/>
            <ac:spMk id="8" creationId="{ADF7FE2C-0F66-4E8D-9711-2F5C0E4D45B1}"/>
          </ac:spMkLst>
        </pc:spChg>
        <pc:spChg chg="add mod">
          <ac:chgData name="Lucas Tossolini" userId="82ff3cc4fadd8f44" providerId="LiveId" clId="{3A608EFD-BC24-4538-9399-88CC2F941BE9}" dt="2019-09-11T20:39:10.596" v="57" actId="1076"/>
          <ac:spMkLst>
            <pc:docMk/>
            <pc:sldMk cId="4269806038" sldId="257"/>
            <ac:spMk id="11" creationId="{D085F35C-C4F8-4A31-9545-C66A21327CCB}"/>
          </ac:spMkLst>
        </pc:spChg>
        <pc:spChg chg="add mod">
          <ac:chgData name="Lucas Tossolini" userId="82ff3cc4fadd8f44" providerId="LiveId" clId="{3A608EFD-BC24-4538-9399-88CC2F941BE9}" dt="2019-09-11T20:39:17.284" v="58" actId="1076"/>
          <ac:spMkLst>
            <pc:docMk/>
            <pc:sldMk cId="4269806038" sldId="257"/>
            <ac:spMk id="12" creationId="{FF86D8FB-A54A-43CC-9D0C-6659CE4013D3}"/>
          </ac:spMkLst>
        </pc:spChg>
        <pc:spChg chg="add mod">
          <ac:chgData name="Lucas Tossolini" userId="82ff3cc4fadd8f44" providerId="LiveId" clId="{3A608EFD-BC24-4538-9399-88CC2F941BE9}" dt="2019-09-11T20:40:04.629" v="91" actId="1076"/>
          <ac:spMkLst>
            <pc:docMk/>
            <pc:sldMk cId="4269806038" sldId="257"/>
            <ac:spMk id="13" creationId="{4E07D236-F45F-464E-A929-318A40BE9CB0}"/>
          </ac:spMkLst>
        </pc:spChg>
        <pc:grpChg chg="add mod">
          <ac:chgData name="Lucas Tossolini" userId="82ff3cc4fadd8f44" providerId="LiveId" clId="{3A608EFD-BC24-4538-9399-88CC2F941BE9}" dt="2019-09-11T20:39:02.879" v="53"/>
          <ac:grpSpMkLst>
            <pc:docMk/>
            <pc:sldMk cId="4269806038" sldId="257"/>
            <ac:grpSpMk id="10" creationId="{6E6F50EB-4D89-4E60-A181-C10FC88E7BC0}"/>
          </ac:grpSpMkLst>
        </pc:grpChg>
        <pc:graphicFrameChg chg="mod">
          <ac:chgData name="Lucas Tossolini" userId="82ff3cc4fadd8f44" providerId="LiveId" clId="{3A608EFD-BC24-4538-9399-88CC2F941BE9}" dt="2019-09-11T20:39:43.018" v="74"/>
          <ac:graphicFrameMkLst>
            <pc:docMk/>
            <pc:sldMk cId="4269806038" sldId="257"/>
            <ac:graphicFrameMk id="6" creationId="{00000000-0000-0000-0000-000000000000}"/>
          </ac:graphicFrameMkLst>
        </pc:graphicFrameChg>
      </pc:sldChg>
      <pc:sldChg chg="addSp delSp modSp">
        <pc:chgData name="Lucas Tossolini" userId="82ff3cc4fadd8f44" providerId="LiveId" clId="{3A608EFD-BC24-4538-9399-88CC2F941BE9}" dt="2019-09-11T20:45:03.181" v="159" actId="20577"/>
        <pc:sldMkLst>
          <pc:docMk/>
          <pc:sldMk cId="142257807" sldId="258"/>
        </pc:sldMkLst>
        <pc:spChg chg="mod">
          <ac:chgData name="Lucas Tossolini" userId="82ff3cc4fadd8f44" providerId="LiveId" clId="{3A608EFD-BC24-4538-9399-88CC2F941BE9}" dt="2019-09-11T20:42:42.856" v="136" actId="108"/>
          <ac:spMkLst>
            <pc:docMk/>
            <pc:sldMk cId="142257807" sldId="258"/>
            <ac:spMk id="2" creationId="{00000000-0000-0000-0000-000000000000}"/>
          </ac:spMkLst>
        </pc:spChg>
        <pc:spChg chg="del">
          <ac:chgData name="Lucas Tossolini" userId="82ff3cc4fadd8f44" providerId="LiveId" clId="{3A608EFD-BC24-4538-9399-88CC2F941BE9}" dt="2019-09-11T20:42:02.448" v="128" actId="478"/>
          <ac:spMkLst>
            <pc:docMk/>
            <pc:sldMk cId="142257807" sldId="258"/>
            <ac:spMk id="4" creationId="{00000000-0000-0000-0000-000000000000}"/>
          </ac:spMkLst>
        </pc:spChg>
        <pc:spChg chg="mod">
          <ac:chgData name="Lucas Tossolini" userId="82ff3cc4fadd8f44" providerId="LiveId" clId="{3A608EFD-BC24-4538-9399-88CC2F941BE9}" dt="2019-09-11T20:42:17.573" v="132" actId="403"/>
          <ac:spMkLst>
            <pc:docMk/>
            <pc:sldMk cId="142257807" sldId="258"/>
            <ac:spMk id="5" creationId="{00000000-0000-0000-0000-000000000000}"/>
          </ac:spMkLst>
        </pc:spChg>
        <pc:spChg chg="mod">
          <ac:chgData name="Lucas Tossolini" userId="82ff3cc4fadd8f44" providerId="LiveId" clId="{3A608EFD-BC24-4538-9399-88CC2F941BE9}" dt="2019-09-11T20:41:55.157" v="127" actId="2085"/>
          <ac:spMkLst>
            <pc:docMk/>
            <pc:sldMk cId="142257807" sldId="258"/>
            <ac:spMk id="11" creationId="{BF2CC68E-7394-4C15-84A5-A22D72B10D13}"/>
          </ac:spMkLst>
        </pc:spChg>
        <pc:spChg chg="add">
          <ac:chgData name="Lucas Tossolini" userId="82ff3cc4fadd8f44" providerId="LiveId" clId="{3A608EFD-BC24-4538-9399-88CC2F941BE9}" dt="2019-09-11T20:42:03.278" v="129"/>
          <ac:spMkLst>
            <pc:docMk/>
            <pc:sldMk cId="142257807" sldId="258"/>
            <ac:spMk id="17" creationId="{CF72F85B-3EC2-4CF7-9054-2BD94F20B0E1}"/>
          </ac:spMkLst>
        </pc:spChg>
        <pc:spChg chg="mod">
          <ac:chgData name="Lucas Tossolini" userId="82ff3cc4fadd8f44" providerId="LiveId" clId="{3A608EFD-BC24-4538-9399-88CC2F941BE9}" dt="2019-09-11T20:45:03.181" v="159" actId="20577"/>
          <ac:spMkLst>
            <pc:docMk/>
            <pc:sldMk cId="142257807" sldId="258"/>
            <ac:spMk id="20" creationId="{34993A2A-FF3B-4952-A84B-11A4E13B5C37}"/>
          </ac:spMkLst>
        </pc:spChg>
        <pc:grpChg chg="add mod">
          <ac:chgData name="Lucas Tossolini" userId="82ff3cc4fadd8f44" providerId="LiveId" clId="{3A608EFD-BC24-4538-9399-88CC2F941BE9}" dt="2019-09-11T20:44:59.085" v="149" actId="1076"/>
          <ac:grpSpMkLst>
            <pc:docMk/>
            <pc:sldMk cId="142257807" sldId="258"/>
            <ac:grpSpMk id="18" creationId="{9FDAF05D-182B-4605-B648-8493805C9791}"/>
          </ac:grpSpMkLst>
        </pc:grpChg>
        <pc:graphicFrameChg chg="mod">
          <ac:chgData name="Lucas Tossolini" userId="82ff3cc4fadd8f44" providerId="LiveId" clId="{3A608EFD-BC24-4538-9399-88CC2F941BE9}" dt="2019-09-11T20:43:01.107" v="139" actId="207"/>
          <ac:graphicFrameMkLst>
            <pc:docMk/>
            <pc:sldMk cId="142257807" sldId="258"/>
            <ac:graphicFrameMk id="8" creationId="{00000000-0000-0000-0000-000000000000}"/>
          </ac:graphicFrameMkLst>
        </pc:graphicFrameChg>
      </pc:sldChg>
      <pc:sldChg chg="addSp delSp modSp">
        <pc:chgData name="Lucas Tossolini" userId="82ff3cc4fadd8f44" providerId="LiveId" clId="{3A608EFD-BC24-4538-9399-88CC2F941BE9}" dt="2019-09-11T20:41:19.963" v="122" actId="108"/>
        <pc:sldMkLst>
          <pc:docMk/>
          <pc:sldMk cId="560236909" sldId="259"/>
        </pc:sldMkLst>
        <pc:spChg chg="mod">
          <ac:chgData name="Lucas Tossolini" userId="82ff3cc4fadd8f44" providerId="LiveId" clId="{3A608EFD-BC24-4538-9399-88CC2F941BE9}" dt="2019-09-11T20:41:14.553" v="121" actId="20577"/>
          <ac:spMkLst>
            <pc:docMk/>
            <pc:sldMk cId="560236909" sldId="259"/>
            <ac:spMk id="3" creationId="{00000000-0000-0000-0000-000000000000}"/>
          </ac:spMkLst>
        </pc:spChg>
        <pc:spChg chg="del">
          <ac:chgData name="Lucas Tossolini" userId="82ff3cc4fadd8f44" providerId="LiveId" clId="{3A608EFD-BC24-4538-9399-88CC2F941BE9}" dt="2019-09-11T20:40:10.987" v="92" actId="478"/>
          <ac:spMkLst>
            <pc:docMk/>
            <pc:sldMk cId="560236909" sldId="259"/>
            <ac:spMk id="4" creationId="{00000000-0000-0000-0000-000000000000}"/>
          </ac:spMkLst>
        </pc:spChg>
        <pc:spChg chg="mod">
          <ac:chgData name="Lucas Tossolini" userId="82ff3cc4fadd8f44" providerId="LiveId" clId="{3A608EFD-BC24-4538-9399-88CC2F941BE9}" dt="2019-09-11T20:40:16.733" v="95" actId="207"/>
          <ac:spMkLst>
            <pc:docMk/>
            <pc:sldMk cId="560236909" sldId="259"/>
            <ac:spMk id="7" creationId="{DCEB1DF0-FC7D-48F6-B9EF-99CE07A3B6CA}"/>
          </ac:spMkLst>
        </pc:spChg>
        <pc:spChg chg="mod">
          <ac:chgData name="Lucas Tossolini" userId="82ff3cc4fadd8f44" providerId="LiveId" clId="{3A608EFD-BC24-4538-9399-88CC2F941BE9}" dt="2019-09-11T20:40:29.247" v="102" actId="403"/>
          <ac:spMkLst>
            <pc:docMk/>
            <pc:sldMk cId="560236909" sldId="259"/>
            <ac:spMk id="8" creationId="{00000000-0000-0000-0000-000000000000}"/>
          </ac:spMkLst>
        </pc:spChg>
        <pc:spChg chg="add">
          <ac:chgData name="Lucas Tossolini" userId="82ff3cc4fadd8f44" providerId="LiveId" clId="{3A608EFD-BC24-4538-9399-88CC2F941BE9}" dt="2019-09-11T20:40:11.618" v="93"/>
          <ac:spMkLst>
            <pc:docMk/>
            <pc:sldMk cId="560236909" sldId="259"/>
            <ac:spMk id="9" creationId="{A0948A16-01EC-48AF-B9F3-D185BF7E0F54}"/>
          </ac:spMkLst>
        </pc:spChg>
        <pc:spChg chg="mod">
          <ac:chgData name="Lucas Tossolini" userId="82ff3cc4fadd8f44" providerId="LiveId" clId="{3A608EFD-BC24-4538-9399-88CC2F941BE9}" dt="2019-09-11T20:41:19.963" v="122" actId="108"/>
          <ac:spMkLst>
            <pc:docMk/>
            <pc:sldMk cId="560236909" sldId="259"/>
            <ac:spMk id="12" creationId="{00000000-0000-0000-0000-000000000000}"/>
          </ac:spMkLst>
        </pc:spChg>
        <pc:graphicFrameChg chg="mod">
          <ac:chgData name="Lucas Tossolini" userId="82ff3cc4fadd8f44" providerId="LiveId" clId="{3A608EFD-BC24-4538-9399-88CC2F941BE9}" dt="2019-09-11T20:40:19.336" v="96"/>
          <ac:graphicFrameMkLst>
            <pc:docMk/>
            <pc:sldMk cId="560236909" sldId="259"/>
            <ac:graphicFrameMk id="2" creationId="{00000000-0000-0000-0000-000000000000}"/>
          </ac:graphicFrameMkLst>
        </pc:graphicFrameChg>
      </pc:sldChg>
      <pc:sldChg chg="addSp delSp modSp">
        <pc:chgData name="Lucas Tossolini" userId="82ff3cc4fadd8f44" providerId="LiveId" clId="{3A608EFD-BC24-4538-9399-88CC2F941BE9}" dt="2019-09-11T20:45:12.588" v="161" actId="1076"/>
        <pc:sldMkLst>
          <pc:docMk/>
          <pc:sldMk cId="1399178477" sldId="260"/>
        </pc:sldMkLst>
        <pc:spChg chg="mod">
          <ac:chgData name="Lucas Tossolini" userId="82ff3cc4fadd8f44" providerId="LiveId" clId="{3A608EFD-BC24-4538-9399-88CC2F941BE9}" dt="2019-09-11T20:43:50.420" v="143" actId="14100"/>
          <ac:spMkLst>
            <pc:docMk/>
            <pc:sldMk cId="1399178477" sldId="260"/>
            <ac:spMk id="2" creationId="{00000000-0000-0000-0000-000000000000}"/>
          </ac:spMkLst>
        </pc:spChg>
        <pc:spChg chg="del">
          <ac:chgData name="Lucas Tossolini" userId="82ff3cc4fadd8f44" providerId="LiveId" clId="{3A608EFD-BC24-4538-9399-88CC2F941BE9}" dt="2019-09-11T20:43:39.319" v="140" actId="478"/>
          <ac:spMkLst>
            <pc:docMk/>
            <pc:sldMk cId="1399178477" sldId="260"/>
            <ac:spMk id="4" creationId="{00000000-0000-0000-0000-000000000000}"/>
          </ac:spMkLst>
        </pc:spChg>
        <pc:spChg chg="add">
          <ac:chgData name="Lucas Tossolini" userId="82ff3cc4fadd8f44" providerId="LiveId" clId="{3A608EFD-BC24-4538-9399-88CC2F941BE9}" dt="2019-09-11T20:43:40.337" v="141"/>
          <ac:spMkLst>
            <pc:docMk/>
            <pc:sldMk cId="1399178477" sldId="260"/>
            <ac:spMk id="5" creationId="{05424152-6673-4C2B-986B-A20FEF3B779E}"/>
          </ac:spMkLst>
        </pc:spChg>
        <pc:grpChg chg="add mod">
          <ac:chgData name="Lucas Tossolini" userId="82ff3cc4fadd8f44" providerId="LiveId" clId="{3A608EFD-BC24-4538-9399-88CC2F941BE9}" dt="2019-09-11T20:45:12.588" v="161" actId="1076"/>
          <ac:grpSpMkLst>
            <pc:docMk/>
            <pc:sldMk cId="1399178477" sldId="260"/>
            <ac:grpSpMk id="6" creationId="{9D21E541-8FB8-4079-BE2A-85C9A966BF67}"/>
          </ac:grpSpMkLst>
        </pc:grpChg>
        <pc:graphicFrameChg chg="mod">
          <ac:chgData name="Lucas Tossolini" userId="82ff3cc4fadd8f44" providerId="LiveId" clId="{3A608EFD-BC24-4538-9399-88CC2F941BE9}" dt="2019-09-11T20:44:08.727" v="144"/>
          <ac:graphicFrameMkLst>
            <pc:docMk/>
            <pc:sldMk cId="1399178477" sldId="260"/>
            <ac:graphicFrameMk id="9" creationId="{00000000-0000-0000-0000-000000000000}"/>
          </ac:graphicFrameMkLst>
        </pc:graphicFrameChg>
      </pc:sldChg>
      <pc:sldChg chg="addSp delSp">
        <pc:chgData name="Lucas Tossolini" userId="82ff3cc4fadd8f44" providerId="LiveId" clId="{3A608EFD-BC24-4538-9399-88CC2F941BE9}" dt="2019-09-11T20:46:08.231" v="176"/>
        <pc:sldMkLst>
          <pc:docMk/>
          <pc:sldMk cId="1998761918" sldId="261"/>
        </pc:sldMkLst>
        <pc:spChg chg="del">
          <ac:chgData name="Lucas Tossolini" userId="82ff3cc4fadd8f44" providerId="LiveId" clId="{3A608EFD-BC24-4538-9399-88CC2F941BE9}" dt="2019-09-11T20:46:06.716" v="175" actId="478"/>
          <ac:spMkLst>
            <pc:docMk/>
            <pc:sldMk cId="1998761918" sldId="261"/>
            <ac:spMk id="4" creationId="{00000000-0000-0000-0000-000000000000}"/>
          </ac:spMkLst>
        </pc:spChg>
        <pc:spChg chg="add">
          <ac:chgData name="Lucas Tossolini" userId="82ff3cc4fadd8f44" providerId="LiveId" clId="{3A608EFD-BC24-4538-9399-88CC2F941BE9}" dt="2019-09-11T20:46:08.231" v="176"/>
          <ac:spMkLst>
            <pc:docMk/>
            <pc:sldMk cId="1998761918" sldId="261"/>
            <ac:spMk id="5" creationId="{2BB5B059-CA45-404D-A0DA-EAF125A4F7F9}"/>
          </ac:spMkLst>
        </pc:spChg>
      </pc:sldChg>
      <pc:sldChg chg="addSp delSp modSp">
        <pc:chgData name="Lucas Tossolini" userId="82ff3cc4fadd8f44" providerId="LiveId" clId="{3A608EFD-BC24-4538-9399-88CC2F941BE9}" dt="2019-09-11T20:54:50.363" v="291" actId="1076"/>
        <pc:sldMkLst>
          <pc:docMk/>
          <pc:sldMk cId="29011499" sldId="262"/>
        </pc:sldMkLst>
        <pc:spChg chg="add mod">
          <ac:chgData name="Lucas Tossolini" userId="82ff3cc4fadd8f44" providerId="LiveId" clId="{3A608EFD-BC24-4538-9399-88CC2F941BE9}" dt="2019-09-11T20:54:50.363" v="291" actId="1076"/>
          <ac:spMkLst>
            <pc:docMk/>
            <pc:sldMk cId="29011499" sldId="262"/>
            <ac:spMk id="2" creationId="{079A70AC-27A6-4534-8734-D6CA85517CCA}"/>
          </ac:spMkLst>
        </pc:spChg>
        <pc:spChg chg="del">
          <ac:chgData name="Lucas Tossolini" userId="82ff3cc4fadd8f44" providerId="LiveId" clId="{3A608EFD-BC24-4538-9399-88CC2F941BE9}" dt="2019-09-11T20:46:21.336" v="177" actId="478"/>
          <ac:spMkLst>
            <pc:docMk/>
            <pc:sldMk cId="29011499" sldId="262"/>
            <ac:spMk id="4" creationId="{00000000-0000-0000-0000-000000000000}"/>
          </ac:spMkLst>
        </pc:spChg>
        <pc:spChg chg="mod">
          <ac:chgData name="Lucas Tossolini" userId="82ff3cc4fadd8f44" providerId="LiveId" clId="{3A608EFD-BC24-4538-9399-88CC2F941BE9}" dt="2019-09-11T20:46:29.707" v="179" actId="108"/>
          <ac:spMkLst>
            <pc:docMk/>
            <pc:sldMk cId="29011499" sldId="262"/>
            <ac:spMk id="6" creationId="{00000000-0000-0000-0000-000000000000}"/>
          </ac:spMkLst>
        </pc:spChg>
        <pc:spChg chg="add">
          <ac:chgData name="Lucas Tossolini" userId="82ff3cc4fadd8f44" providerId="LiveId" clId="{3A608EFD-BC24-4538-9399-88CC2F941BE9}" dt="2019-09-11T20:46:21.853" v="178"/>
          <ac:spMkLst>
            <pc:docMk/>
            <pc:sldMk cId="29011499" sldId="262"/>
            <ac:spMk id="7" creationId="{8BDF4E6D-4BEF-4848-B339-BFFACCB98945}"/>
          </ac:spMkLst>
        </pc:spChg>
        <pc:graphicFrameChg chg="mod">
          <ac:chgData name="Lucas Tossolini" userId="82ff3cc4fadd8f44" providerId="LiveId" clId="{3A608EFD-BC24-4538-9399-88CC2F941BE9}" dt="2019-09-11T20:47:08.949" v="185" actId="207"/>
          <ac:graphicFrameMkLst>
            <pc:docMk/>
            <pc:sldMk cId="29011499" sldId="262"/>
            <ac:graphicFrameMk id="5" creationId="{00000000-0000-0000-0000-000000000000}"/>
          </ac:graphicFrameMkLst>
        </pc:graphicFrameChg>
      </pc:sldChg>
      <pc:sldChg chg="addSp delSp modSp">
        <pc:chgData name="Lucas Tossolini" userId="82ff3cc4fadd8f44" providerId="LiveId" clId="{3A608EFD-BC24-4538-9399-88CC2F941BE9}" dt="2019-09-11T20:54:58.859" v="293" actId="1076"/>
        <pc:sldMkLst>
          <pc:docMk/>
          <pc:sldMk cId="3121001618" sldId="263"/>
        </pc:sldMkLst>
        <pc:spChg chg="mod">
          <ac:chgData name="Lucas Tossolini" userId="82ff3cc4fadd8f44" providerId="LiveId" clId="{3A608EFD-BC24-4538-9399-88CC2F941BE9}" dt="2019-09-11T20:49:16.140" v="210" actId="2085"/>
          <ac:spMkLst>
            <pc:docMk/>
            <pc:sldMk cId="3121001618" sldId="263"/>
            <ac:spMk id="2" creationId="{00000000-0000-0000-0000-000000000000}"/>
          </ac:spMkLst>
        </pc:spChg>
        <pc:spChg chg="del">
          <ac:chgData name="Lucas Tossolini" userId="82ff3cc4fadd8f44" providerId="LiveId" clId="{3A608EFD-BC24-4538-9399-88CC2F941BE9}" dt="2019-09-11T20:50:29.690" v="223" actId="478"/>
          <ac:spMkLst>
            <pc:docMk/>
            <pc:sldMk cId="3121001618" sldId="263"/>
            <ac:spMk id="4" creationId="{00000000-0000-0000-0000-000000000000}"/>
          </ac:spMkLst>
        </pc:spChg>
        <pc:spChg chg="mod">
          <ac:chgData name="Lucas Tossolini" userId="82ff3cc4fadd8f44" providerId="LiveId" clId="{3A608EFD-BC24-4538-9399-88CC2F941BE9}" dt="2019-09-11T20:49:26.901" v="213" actId="113"/>
          <ac:spMkLst>
            <pc:docMk/>
            <pc:sldMk cId="3121001618" sldId="263"/>
            <ac:spMk id="16" creationId="{00000000-0000-0000-0000-000000000000}"/>
          </ac:spMkLst>
        </pc:spChg>
        <pc:spChg chg="mod">
          <ac:chgData name="Lucas Tossolini" userId="82ff3cc4fadd8f44" providerId="LiveId" clId="{3A608EFD-BC24-4538-9399-88CC2F941BE9}" dt="2019-09-11T20:49:16.140" v="210" actId="2085"/>
          <ac:spMkLst>
            <pc:docMk/>
            <pc:sldMk cId="3121001618" sldId="263"/>
            <ac:spMk id="18" creationId="{00000000-0000-0000-0000-000000000000}"/>
          </ac:spMkLst>
        </pc:spChg>
        <pc:spChg chg="mod">
          <ac:chgData name="Lucas Tossolini" userId="82ff3cc4fadd8f44" providerId="LiveId" clId="{3A608EFD-BC24-4538-9399-88CC2F941BE9}" dt="2019-09-11T20:48:47.939" v="201" actId="1076"/>
          <ac:spMkLst>
            <pc:docMk/>
            <pc:sldMk cId="3121001618" sldId="263"/>
            <ac:spMk id="19" creationId="{00000000-0000-0000-0000-000000000000}"/>
          </ac:spMkLst>
        </pc:spChg>
        <pc:spChg chg="add">
          <ac:chgData name="Lucas Tossolini" userId="82ff3cc4fadd8f44" providerId="LiveId" clId="{3A608EFD-BC24-4538-9399-88CC2F941BE9}" dt="2019-09-11T20:50:30.159" v="224"/>
          <ac:spMkLst>
            <pc:docMk/>
            <pc:sldMk cId="3121001618" sldId="263"/>
            <ac:spMk id="21" creationId="{BACADF85-A888-4EC7-A4A1-DFEB4C2C043B}"/>
          </ac:spMkLst>
        </pc:spChg>
        <pc:spChg chg="add mod">
          <ac:chgData name="Lucas Tossolini" userId="82ff3cc4fadd8f44" providerId="LiveId" clId="{3A608EFD-BC24-4538-9399-88CC2F941BE9}" dt="2019-09-11T20:54:58.859" v="293" actId="1076"/>
          <ac:spMkLst>
            <pc:docMk/>
            <pc:sldMk cId="3121001618" sldId="263"/>
            <ac:spMk id="22" creationId="{36F6BF55-543B-484F-89A2-5AAA8091A4E2}"/>
          </ac:spMkLst>
        </pc:spChg>
        <pc:spChg chg="mod">
          <ac:chgData name="Lucas Tossolini" userId="82ff3cc4fadd8f44" providerId="LiveId" clId="{3A608EFD-BC24-4538-9399-88CC2F941BE9}" dt="2019-09-11T20:48:41.932" v="199" actId="1076"/>
          <ac:spMkLst>
            <pc:docMk/>
            <pc:sldMk cId="3121001618" sldId="263"/>
            <ac:spMk id="23" creationId="{00000000-0000-0000-0000-000000000000}"/>
          </ac:spMkLst>
        </pc:spChg>
        <pc:spChg chg="mod">
          <ac:chgData name="Lucas Tossolini" userId="82ff3cc4fadd8f44" providerId="LiveId" clId="{3A608EFD-BC24-4538-9399-88CC2F941BE9}" dt="2019-09-11T20:49:05.740" v="207" actId="1076"/>
          <ac:spMkLst>
            <pc:docMk/>
            <pc:sldMk cId="3121001618" sldId="263"/>
            <ac:spMk id="24" creationId="{00000000-0000-0000-0000-000000000000}"/>
          </ac:spMkLst>
        </pc:spChg>
        <pc:spChg chg="mod">
          <ac:chgData name="Lucas Tossolini" userId="82ff3cc4fadd8f44" providerId="LiveId" clId="{3A608EFD-BC24-4538-9399-88CC2F941BE9}" dt="2019-09-11T20:48:06.116" v="190" actId="1076"/>
          <ac:spMkLst>
            <pc:docMk/>
            <pc:sldMk cId="3121001618" sldId="263"/>
            <ac:spMk id="27" creationId="{00000000-0000-0000-0000-000000000000}"/>
          </ac:spMkLst>
        </pc:spChg>
        <pc:graphicFrameChg chg="mod">
          <ac:chgData name="Lucas Tossolini" userId="82ff3cc4fadd8f44" providerId="LiveId" clId="{3A608EFD-BC24-4538-9399-88CC2F941BE9}" dt="2019-09-11T20:48:19.792" v="194"/>
          <ac:graphicFrameMkLst>
            <pc:docMk/>
            <pc:sldMk cId="3121001618" sldId="263"/>
            <ac:graphicFrameMk id="9" creationId="{00000000-0000-0000-0000-000000000000}"/>
          </ac:graphicFrameMkLst>
        </pc:graphicFrameChg>
        <pc:graphicFrameChg chg="mod">
          <ac:chgData name="Lucas Tossolini" userId="82ff3cc4fadd8f44" providerId="LiveId" clId="{3A608EFD-BC24-4538-9399-88CC2F941BE9}" dt="2019-09-11T20:47:58.916" v="189" actId="14100"/>
          <ac:graphicFrameMkLst>
            <pc:docMk/>
            <pc:sldMk cId="3121001618" sldId="263"/>
            <ac:graphicFrameMk id="26" creationId="{00000000-0000-0000-0000-000000000000}"/>
          </ac:graphicFrameMkLst>
        </pc:graphicFrameChg>
        <pc:cxnChg chg="mod">
          <ac:chgData name="Lucas Tossolini" userId="82ff3cc4fadd8f44" providerId="LiveId" clId="{3A608EFD-BC24-4538-9399-88CC2F941BE9}" dt="2019-09-11T20:48:28.260" v="196" actId="14100"/>
          <ac:cxnSpMkLst>
            <pc:docMk/>
            <pc:sldMk cId="3121001618" sldId="263"/>
            <ac:cxnSpMk id="11" creationId="{00000000-0000-0000-0000-000000000000}"/>
          </ac:cxnSpMkLst>
        </pc:cxnChg>
        <pc:cxnChg chg="mod">
          <ac:chgData name="Lucas Tossolini" userId="82ff3cc4fadd8f44" providerId="LiveId" clId="{3A608EFD-BC24-4538-9399-88CC2F941BE9}" dt="2019-09-11T20:48:17.196" v="193" actId="14100"/>
          <ac:cxnSpMkLst>
            <pc:docMk/>
            <pc:sldMk cId="3121001618" sldId="263"/>
            <ac:cxnSpMk id="14" creationId="{00000000-0000-0000-0000-000000000000}"/>
          </ac:cxnSpMkLst>
        </pc:cxnChg>
      </pc:sldChg>
      <pc:sldChg chg="addSp delSp modSp">
        <pc:chgData name="Lucas Tossolini" userId="82ff3cc4fadd8f44" providerId="LiveId" clId="{3A608EFD-BC24-4538-9399-88CC2F941BE9}" dt="2019-09-11T20:55:00.848" v="294"/>
        <pc:sldMkLst>
          <pc:docMk/>
          <pc:sldMk cId="1411234313" sldId="264"/>
        </pc:sldMkLst>
        <pc:spChg chg="mod">
          <ac:chgData name="Lucas Tossolini" userId="82ff3cc4fadd8f44" providerId="LiveId" clId="{3A608EFD-BC24-4538-9399-88CC2F941BE9}" dt="2019-09-11T20:52:51.375" v="254" actId="1076"/>
          <ac:spMkLst>
            <pc:docMk/>
            <pc:sldMk cId="1411234313" sldId="264"/>
            <ac:spMk id="2" creationId="{00000000-0000-0000-0000-000000000000}"/>
          </ac:spMkLst>
        </pc:spChg>
        <pc:spChg chg="mod">
          <ac:chgData name="Lucas Tossolini" userId="82ff3cc4fadd8f44" providerId="LiveId" clId="{3A608EFD-BC24-4538-9399-88CC2F941BE9}" dt="2019-09-11T20:53:26.427" v="263" actId="1076"/>
          <ac:spMkLst>
            <pc:docMk/>
            <pc:sldMk cId="1411234313" sldId="264"/>
            <ac:spMk id="3" creationId="{34CB1D40-DCC1-4A80-961C-819EC2429EF8}"/>
          </ac:spMkLst>
        </pc:spChg>
        <pc:spChg chg="del">
          <ac:chgData name="Lucas Tossolini" userId="82ff3cc4fadd8f44" providerId="LiveId" clId="{3A608EFD-BC24-4538-9399-88CC2F941BE9}" dt="2019-09-11T20:53:02.806" v="256" actId="478"/>
          <ac:spMkLst>
            <pc:docMk/>
            <pc:sldMk cId="1411234313" sldId="264"/>
            <ac:spMk id="4" creationId="{00000000-0000-0000-0000-000000000000}"/>
          </ac:spMkLst>
        </pc:spChg>
        <pc:spChg chg="del mod">
          <ac:chgData name="Lucas Tossolini" userId="82ff3cc4fadd8f44" providerId="LiveId" clId="{3A608EFD-BC24-4538-9399-88CC2F941BE9}" dt="2019-09-11T20:53:06.223" v="258"/>
          <ac:spMkLst>
            <pc:docMk/>
            <pc:sldMk cId="1411234313" sldId="264"/>
            <ac:spMk id="5" creationId="{00000000-0000-0000-0000-000000000000}"/>
          </ac:spMkLst>
        </pc:spChg>
        <pc:spChg chg="mod">
          <ac:chgData name="Lucas Tossolini" userId="82ff3cc4fadd8f44" providerId="LiveId" clId="{3A608EFD-BC24-4538-9399-88CC2F941BE9}" dt="2019-09-11T20:52:51.375" v="254" actId="1076"/>
          <ac:spMkLst>
            <pc:docMk/>
            <pc:sldMk cId="1411234313" sldId="264"/>
            <ac:spMk id="6" creationId="{00000000-0000-0000-0000-000000000000}"/>
          </ac:spMkLst>
        </pc:spChg>
        <pc:spChg chg="mod">
          <ac:chgData name="Lucas Tossolini" userId="82ff3cc4fadd8f44" providerId="LiveId" clId="{3A608EFD-BC24-4538-9399-88CC2F941BE9}" dt="2019-09-11T20:52:51.375" v="254" actId="1076"/>
          <ac:spMkLst>
            <pc:docMk/>
            <pc:sldMk cId="1411234313" sldId="264"/>
            <ac:spMk id="15" creationId="{00000000-0000-0000-0000-000000000000}"/>
          </ac:spMkLst>
        </pc:spChg>
        <pc:spChg chg="mod">
          <ac:chgData name="Lucas Tossolini" userId="82ff3cc4fadd8f44" providerId="LiveId" clId="{3A608EFD-BC24-4538-9399-88CC2F941BE9}" dt="2019-09-11T20:52:51.375" v="254" actId="1076"/>
          <ac:spMkLst>
            <pc:docMk/>
            <pc:sldMk cId="1411234313" sldId="264"/>
            <ac:spMk id="16" creationId="{00000000-0000-0000-0000-000000000000}"/>
          </ac:spMkLst>
        </pc:spChg>
        <pc:spChg chg="del">
          <ac:chgData name="Lucas Tossolini" userId="82ff3cc4fadd8f44" providerId="LiveId" clId="{3A608EFD-BC24-4538-9399-88CC2F941BE9}" dt="2019-09-11T20:51:52.662" v="240" actId="478"/>
          <ac:spMkLst>
            <pc:docMk/>
            <pc:sldMk cId="1411234313" sldId="264"/>
            <ac:spMk id="18" creationId="{00000000-0000-0000-0000-000000000000}"/>
          </ac:spMkLst>
        </pc:spChg>
        <pc:spChg chg="mod ord">
          <ac:chgData name="Lucas Tossolini" userId="82ff3cc4fadd8f44" providerId="LiveId" clId="{3A608EFD-BC24-4538-9399-88CC2F941BE9}" dt="2019-09-11T20:53:52.674" v="272" actId="166"/>
          <ac:spMkLst>
            <pc:docMk/>
            <pc:sldMk cId="1411234313" sldId="264"/>
            <ac:spMk id="20" creationId="{00000000-0000-0000-0000-000000000000}"/>
          </ac:spMkLst>
        </pc:spChg>
        <pc:spChg chg="mod">
          <ac:chgData name="Lucas Tossolini" userId="82ff3cc4fadd8f44" providerId="LiveId" clId="{3A608EFD-BC24-4538-9399-88CC2F941BE9}" dt="2019-09-11T20:52:51.375" v="254" actId="1076"/>
          <ac:spMkLst>
            <pc:docMk/>
            <pc:sldMk cId="1411234313" sldId="264"/>
            <ac:spMk id="21" creationId="{00000000-0000-0000-0000-000000000000}"/>
          </ac:spMkLst>
        </pc:spChg>
        <pc:spChg chg="mod">
          <ac:chgData name="Lucas Tossolini" userId="82ff3cc4fadd8f44" providerId="LiveId" clId="{3A608EFD-BC24-4538-9399-88CC2F941BE9}" dt="2019-09-11T20:52:51.375" v="254" actId="1076"/>
          <ac:spMkLst>
            <pc:docMk/>
            <pc:sldMk cId="1411234313" sldId="264"/>
            <ac:spMk id="22" creationId="{00000000-0000-0000-0000-000000000000}"/>
          </ac:spMkLst>
        </pc:spChg>
        <pc:spChg chg="mod">
          <ac:chgData name="Lucas Tossolini" userId="82ff3cc4fadd8f44" providerId="LiveId" clId="{3A608EFD-BC24-4538-9399-88CC2F941BE9}" dt="2019-09-11T20:52:51.375" v="254" actId="1076"/>
          <ac:spMkLst>
            <pc:docMk/>
            <pc:sldMk cId="1411234313" sldId="264"/>
            <ac:spMk id="23" creationId="{00000000-0000-0000-0000-000000000000}"/>
          </ac:spMkLst>
        </pc:spChg>
        <pc:spChg chg="mod ord">
          <ac:chgData name="Lucas Tossolini" userId="82ff3cc4fadd8f44" providerId="LiveId" clId="{3A608EFD-BC24-4538-9399-88CC2F941BE9}" dt="2019-09-11T20:54:21.082" v="274" actId="1036"/>
          <ac:spMkLst>
            <pc:docMk/>
            <pc:sldMk cId="1411234313" sldId="264"/>
            <ac:spMk id="24" creationId="{00000000-0000-0000-0000-000000000000}"/>
          </ac:spMkLst>
        </pc:spChg>
        <pc:spChg chg="mod">
          <ac:chgData name="Lucas Tossolini" userId="82ff3cc4fadd8f44" providerId="LiveId" clId="{3A608EFD-BC24-4538-9399-88CC2F941BE9}" dt="2019-09-11T20:52:51.375" v="254" actId="1076"/>
          <ac:spMkLst>
            <pc:docMk/>
            <pc:sldMk cId="1411234313" sldId="264"/>
            <ac:spMk id="25" creationId="{00000000-0000-0000-0000-000000000000}"/>
          </ac:spMkLst>
        </pc:spChg>
        <pc:spChg chg="mod">
          <ac:chgData name="Lucas Tossolini" userId="82ff3cc4fadd8f44" providerId="LiveId" clId="{3A608EFD-BC24-4538-9399-88CC2F941BE9}" dt="2019-09-11T20:52:51.375" v="254" actId="1076"/>
          <ac:spMkLst>
            <pc:docMk/>
            <pc:sldMk cId="1411234313" sldId="264"/>
            <ac:spMk id="26" creationId="{00000000-0000-0000-0000-000000000000}"/>
          </ac:spMkLst>
        </pc:spChg>
        <pc:spChg chg="del mod">
          <ac:chgData name="Lucas Tossolini" userId="82ff3cc4fadd8f44" providerId="LiveId" clId="{3A608EFD-BC24-4538-9399-88CC2F941BE9}" dt="2019-09-11T20:51:20.922" v="231" actId="478"/>
          <ac:spMkLst>
            <pc:docMk/>
            <pc:sldMk cId="1411234313" sldId="264"/>
            <ac:spMk id="27" creationId="{00000000-0000-0000-0000-000000000000}"/>
          </ac:spMkLst>
        </pc:spChg>
        <pc:spChg chg="mod">
          <ac:chgData name="Lucas Tossolini" userId="82ff3cc4fadd8f44" providerId="LiveId" clId="{3A608EFD-BC24-4538-9399-88CC2F941BE9}" dt="2019-09-11T20:52:51.375" v="254" actId="1076"/>
          <ac:spMkLst>
            <pc:docMk/>
            <pc:sldMk cId="1411234313" sldId="264"/>
            <ac:spMk id="33" creationId="{00000000-0000-0000-0000-000000000000}"/>
          </ac:spMkLst>
        </pc:spChg>
        <pc:spChg chg="mod">
          <ac:chgData name="Lucas Tossolini" userId="82ff3cc4fadd8f44" providerId="LiveId" clId="{3A608EFD-BC24-4538-9399-88CC2F941BE9}" dt="2019-09-11T20:53:23.164" v="262" actId="1076"/>
          <ac:spMkLst>
            <pc:docMk/>
            <pc:sldMk cId="1411234313" sldId="264"/>
            <ac:spMk id="34" creationId="{00000000-0000-0000-0000-000000000000}"/>
          </ac:spMkLst>
        </pc:spChg>
        <pc:spChg chg="mod">
          <ac:chgData name="Lucas Tossolini" userId="82ff3cc4fadd8f44" providerId="LiveId" clId="{3A608EFD-BC24-4538-9399-88CC2F941BE9}" dt="2019-09-11T20:53:49.715" v="271" actId="1076"/>
          <ac:spMkLst>
            <pc:docMk/>
            <pc:sldMk cId="1411234313" sldId="264"/>
            <ac:spMk id="35" creationId="{00000000-0000-0000-0000-000000000000}"/>
          </ac:spMkLst>
        </pc:spChg>
        <pc:spChg chg="mod">
          <ac:chgData name="Lucas Tossolini" userId="82ff3cc4fadd8f44" providerId="LiveId" clId="{3A608EFD-BC24-4538-9399-88CC2F941BE9}" dt="2019-09-11T20:52:51.375" v="254" actId="1076"/>
          <ac:spMkLst>
            <pc:docMk/>
            <pc:sldMk cId="1411234313" sldId="264"/>
            <ac:spMk id="36" creationId="{00000000-0000-0000-0000-000000000000}"/>
          </ac:spMkLst>
        </pc:spChg>
        <pc:spChg chg="add">
          <ac:chgData name="Lucas Tossolini" userId="82ff3cc4fadd8f44" providerId="LiveId" clId="{3A608EFD-BC24-4538-9399-88CC2F941BE9}" dt="2019-09-11T20:53:03.245" v="257"/>
          <ac:spMkLst>
            <pc:docMk/>
            <pc:sldMk cId="1411234313" sldId="264"/>
            <ac:spMk id="37" creationId="{88256F87-F8AC-441D-AC96-DBADC344C11A}"/>
          </ac:spMkLst>
        </pc:spChg>
        <pc:spChg chg="add">
          <ac:chgData name="Lucas Tossolini" userId="82ff3cc4fadd8f44" providerId="LiveId" clId="{3A608EFD-BC24-4538-9399-88CC2F941BE9}" dt="2019-09-11T20:53:06.674" v="259"/>
          <ac:spMkLst>
            <pc:docMk/>
            <pc:sldMk cId="1411234313" sldId="264"/>
            <ac:spMk id="38" creationId="{D6085E68-3A59-42F2-881C-F96BA373EF45}"/>
          </ac:spMkLst>
        </pc:spChg>
        <pc:spChg chg="add">
          <ac:chgData name="Lucas Tossolini" userId="82ff3cc4fadd8f44" providerId="LiveId" clId="{3A608EFD-BC24-4538-9399-88CC2F941BE9}" dt="2019-09-11T20:55:00.848" v="294"/>
          <ac:spMkLst>
            <pc:docMk/>
            <pc:sldMk cId="1411234313" sldId="264"/>
            <ac:spMk id="39" creationId="{48CC977B-0E7C-41D2-BE40-0D71C0D7E6F7}"/>
          </ac:spMkLst>
        </pc:spChg>
        <pc:spChg chg="mod">
          <ac:chgData name="Lucas Tossolini" userId="82ff3cc4fadd8f44" providerId="LiveId" clId="{3A608EFD-BC24-4538-9399-88CC2F941BE9}" dt="2019-09-11T20:53:28.483" v="264" actId="1076"/>
          <ac:spMkLst>
            <pc:docMk/>
            <pc:sldMk cId="1411234313" sldId="264"/>
            <ac:spMk id="42" creationId="{00000000-0000-0000-0000-000000000000}"/>
          </ac:spMkLst>
        </pc:spChg>
        <pc:cxnChg chg="mod">
          <ac:chgData name="Lucas Tossolini" userId="82ff3cc4fadd8f44" providerId="LiveId" clId="{3A608EFD-BC24-4538-9399-88CC2F941BE9}" dt="2019-09-11T20:52:51.375" v="254" actId="1076"/>
          <ac:cxnSpMkLst>
            <pc:docMk/>
            <pc:sldMk cId="1411234313" sldId="264"/>
            <ac:cxnSpMk id="10" creationId="{00000000-0000-0000-0000-000000000000}"/>
          </ac:cxnSpMkLst>
        </pc:cxnChg>
        <pc:cxnChg chg="mod">
          <ac:chgData name="Lucas Tossolini" userId="82ff3cc4fadd8f44" providerId="LiveId" clId="{3A608EFD-BC24-4538-9399-88CC2F941BE9}" dt="2019-09-11T20:53:36.636" v="267" actId="1076"/>
          <ac:cxnSpMkLst>
            <pc:docMk/>
            <pc:sldMk cId="1411234313" sldId="264"/>
            <ac:cxnSpMk id="28" creationId="{00000000-0000-0000-0000-000000000000}"/>
          </ac:cxnSpMkLst>
        </pc:cxnChg>
        <pc:cxnChg chg="add mod">
          <ac:chgData name="Lucas Tossolini" userId="82ff3cc4fadd8f44" providerId="LiveId" clId="{3A608EFD-BC24-4538-9399-88CC2F941BE9}" dt="2019-09-11T20:52:51.375" v="254" actId="1076"/>
          <ac:cxnSpMkLst>
            <pc:docMk/>
            <pc:sldMk cId="1411234313" sldId="264"/>
            <ac:cxnSpMk id="29" creationId="{F139921C-EA3C-416B-B919-501DA409E547}"/>
          </ac:cxnSpMkLst>
        </pc:cxnChg>
        <pc:cxnChg chg="add mod">
          <ac:chgData name="Lucas Tossolini" userId="82ff3cc4fadd8f44" providerId="LiveId" clId="{3A608EFD-BC24-4538-9399-88CC2F941BE9}" dt="2019-09-11T20:53:36.636" v="267" actId="1076"/>
          <ac:cxnSpMkLst>
            <pc:docMk/>
            <pc:sldMk cId="1411234313" sldId="264"/>
            <ac:cxnSpMk id="30" creationId="{3F625ABE-BE16-4D79-A9C3-1CBF397505A5}"/>
          </ac:cxnSpMkLst>
        </pc:cxnChg>
      </pc:sldChg>
      <pc:sldChg chg="addSp delSp modSp">
        <pc:chgData name="Lucas Tossolini" userId="82ff3cc4fadd8f44" providerId="LiveId" clId="{3A608EFD-BC24-4538-9399-88CC2F941BE9}" dt="2019-09-11T20:56:07.946" v="308"/>
        <pc:sldMkLst>
          <pc:docMk/>
          <pc:sldMk cId="2800902549" sldId="265"/>
        </pc:sldMkLst>
        <pc:spChg chg="mod">
          <ac:chgData name="Lucas Tossolini" userId="82ff3cc4fadd8f44" providerId="LiveId" clId="{3A608EFD-BC24-4538-9399-88CC2F941BE9}" dt="2019-09-11T20:55:54.403" v="304" actId="2085"/>
          <ac:spMkLst>
            <pc:docMk/>
            <pc:sldMk cId="2800902549" sldId="265"/>
            <ac:spMk id="2" creationId="{00000000-0000-0000-0000-000000000000}"/>
          </ac:spMkLst>
        </pc:spChg>
        <pc:spChg chg="del">
          <ac:chgData name="Lucas Tossolini" userId="82ff3cc4fadd8f44" providerId="LiveId" clId="{3A608EFD-BC24-4538-9399-88CC2F941BE9}" dt="2019-09-11T20:56:04.920" v="305" actId="478"/>
          <ac:spMkLst>
            <pc:docMk/>
            <pc:sldMk cId="2800902549" sldId="265"/>
            <ac:spMk id="4" creationId="{00000000-0000-0000-0000-000000000000}"/>
          </ac:spMkLst>
        </pc:spChg>
        <pc:spChg chg="del">
          <ac:chgData name="Lucas Tossolini" userId="82ff3cc4fadd8f44" providerId="LiveId" clId="{3A608EFD-BC24-4538-9399-88CC2F941BE9}" dt="2019-09-11T20:55:28.384" v="296" actId="478"/>
          <ac:spMkLst>
            <pc:docMk/>
            <pc:sldMk cId="2800902549" sldId="265"/>
            <ac:spMk id="7" creationId="{00000000-0000-0000-0000-000000000000}"/>
          </ac:spMkLst>
        </pc:spChg>
        <pc:spChg chg="add del">
          <ac:chgData name="Lucas Tossolini" userId="82ff3cc4fadd8f44" providerId="LiveId" clId="{3A608EFD-BC24-4538-9399-88CC2F941BE9}" dt="2019-09-11T20:56:07.684" v="307"/>
          <ac:spMkLst>
            <pc:docMk/>
            <pc:sldMk cId="2800902549" sldId="265"/>
            <ac:spMk id="13" creationId="{03A0D1BC-15E2-4457-888A-46D07655A0B6}"/>
          </ac:spMkLst>
        </pc:spChg>
        <pc:spChg chg="add">
          <ac:chgData name="Lucas Tossolini" userId="82ff3cc4fadd8f44" providerId="LiveId" clId="{3A608EFD-BC24-4538-9399-88CC2F941BE9}" dt="2019-09-11T20:56:05.286" v="306"/>
          <ac:spMkLst>
            <pc:docMk/>
            <pc:sldMk cId="2800902549" sldId="265"/>
            <ac:spMk id="14" creationId="{6F50C28E-A169-4D16-BA2F-58DD46FEB7E8}"/>
          </ac:spMkLst>
        </pc:spChg>
        <pc:spChg chg="add">
          <ac:chgData name="Lucas Tossolini" userId="82ff3cc4fadd8f44" providerId="LiveId" clId="{3A608EFD-BC24-4538-9399-88CC2F941BE9}" dt="2019-09-11T20:56:07.946" v="308"/>
          <ac:spMkLst>
            <pc:docMk/>
            <pc:sldMk cId="2800902549" sldId="265"/>
            <ac:spMk id="15" creationId="{05EFB0BA-8024-4DF9-B499-9C3F0C2AFFBD}"/>
          </ac:spMkLst>
        </pc:spChg>
        <pc:graphicFrameChg chg="mod">
          <ac:chgData name="Lucas Tossolini" userId="82ff3cc4fadd8f44" providerId="LiveId" clId="{3A608EFD-BC24-4538-9399-88CC2F941BE9}" dt="2019-09-11T20:55:44.654" v="301" actId="207"/>
          <ac:graphicFrameMkLst>
            <pc:docMk/>
            <pc:sldMk cId="2800902549" sldId="265"/>
            <ac:graphicFrameMk id="3" creationId="{00000000-0000-0000-0000-000000000000}"/>
          </ac:graphicFrameMkLst>
        </pc:graphicFrameChg>
        <pc:graphicFrameChg chg="mod">
          <ac:chgData name="Lucas Tossolini" userId="82ff3cc4fadd8f44" providerId="LiveId" clId="{3A608EFD-BC24-4538-9399-88CC2F941BE9}" dt="2019-09-11T20:55:47.501" v="302" actId="207"/>
          <ac:graphicFrameMkLst>
            <pc:docMk/>
            <pc:sldMk cId="2800902549" sldId="265"/>
            <ac:graphicFrameMk id="29" creationId="{00000000-0000-0000-0000-000000000000}"/>
          </ac:graphicFrameMkLst>
        </pc:graphicFrameChg>
      </pc:sldChg>
      <pc:sldChg chg="addSp delSp modSp">
        <pc:chgData name="Lucas Tossolini" userId="82ff3cc4fadd8f44" providerId="LiveId" clId="{3A608EFD-BC24-4538-9399-88CC2F941BE9}" dt="2019-09-11T21:14:39.731" v="695" actId="478"/>
        <pc:sldMkLst>
          <pc:docMk/>
          <pc:sldMk cId="3081589628" sldId="267"/>
        </pc:sldMkLst>
        <pc:spChg chg="mod">
          <ac:chgData name="Lucas Tossolini" userId="82ff3cc4fadd8f44" providerId="LiveId" clId="{3A608EFD-BC24-4538-9399-88CC2F941BE9}" dt="2019-09-11T21:13:17.322" v="670" actId="108"/>
          <ac:spMkLst>
            <pc:docMk/>
            <pc:sldMk cId="3081589628" sldId="267"/>
            <ac:spMk id="2" creationId="{00000000-0000-0000-0000-000000000000}"/>
          </ac:spMkLst>
        </pc:spChg>
        <pc:spChg chg="mod">
          <ac:chgData name="Lucas Tossolini" userId="82ff3cc4fadd8f44" providerId="LiveId" clId="{3A608EFD-BC24-4538-9399-88CC2F941BE9}" dt="2019-09-11T21:13:30.149" v="673" actId="2085"/>
          <ac:spMkLst>
            <pc:docMk/>
            <pc:sldMk cId="3081589628" sldId="267"/>
            <ac:spMk id="3" creationId="{00000000-0000-0000-0000-000000000000}"/>
          </ac:spMkLst>
        </pc:spChg>
        <pc:spChg chg="del">
          <ac:chgData name="Lucas Tossolini" userId="82ff3cc4fadd8f44" providerId="LiveId" clId="{3A608EFD-BC24-4538-9399-88CC2F941BE9}" dt="2019-09-11T21:13:10.999" v="668" actId="478"/>
          <ac:spMkLst>
            <pc:docMk/>
            <pc:sldMk cId="3081589628" sldId="267"/>
            <ac:spMk id="4" creationId="{00000000-0000-0000-0000-000000000000}"/>
          </ac:spMkLst>
        </pc:spChg>
        <pc:spChg chg="add del">
          <ac:chgData name="Lucas Tossolini" userId="82ff3cc4fadd8f44" providerId="LiveId" clId="{3A608EFD-BC24-4538-9399-88CC2F941BE9}" dt="2019-09-11T21:14:39.731" v="695" actId="478"/>
          <ac:spMkLst>
            <pc:docMk/>
            <pc:sldMk cId="3081589628" sldId="267"/>
            <ac:spMk id="5" creationId="{2FFF7B5B-97C0-4FBB-A735-8A4DB80B8760}"/>
          </ac:spMkLst>
        </pc:spChg>
        <pc:spChg chg="mod">
          <ac:chgData name="Lucas Tossolini" userId="82ff3cc4fadd8f44" providerId="LiveId" clId="{3A608EFD-BC24-4538-9399-88CC2F941BE9}" dt="2019-09-11T21:13:30.149" v="673" actId="2085"/>
          <ac:spMkLst>
            <pc:docMk/>
            <pc:sldMk cId="3081589628" sldId="267"/>
            <ac:spMk id="7" creationId="{00000000-0000-0000-0000-000000000000}"/>
          </ac:spMkLst>
        </pc:spChg>
        <pc:spChg chg="mod">
          <ac:chgData name="Lucas Tossolini" userId="82ff3cc4fadd8f44" providerId="LiveId" clId="{3A608EFD-BC24-4538-9399-88CC2F941BE9}" dt="2019-09-11T21:13:39.611" v="676" actId="2085"/>
          <ac:spMkLst>
            <pc:docMk/>
            <pc:sldMk cId="3081589628" sldId="267"/>
            <ac:spMk id="9" creationId="{00000000-0000-0000-0000-000000000000}"/>
          </ac:spMkLst>
        </pc:spChg>
        <pc:spChg chg="mod">
          <ac:chgData name="Lucas Tossolini" userId="82ff3cc4fadd8f44" providerId="LiveId" clId="{3A608EFD-BC24-4538-9399-88CC2F941BE9}" dt="2019-09-11T21:13:58.260" v="680" actId="108"/>
          <ac:spMkLst>
            <pc:docMk/>
            <pc:sldMk cId="3081589628" sldId="267"/>
            <ac:spMk id="11" creationId="{00000000-0000-0000-0000-000000000000}"/>
          </ac:spMkLst>
        </pc:spChg>
        <pc:spChg chg="mod">
          <ac:chgData name="Lucas Tossolini" userId="82ff3cc4fadd8f44" providerId="LiveId" clId="{3A608EFD-BC24-4538-9399-88CC2F941BE9}" dt="2019-09-11T21:13:39.611" v="676" actId="2085"/>
          <ac:spMkLst>
            <pc:docMk/>
            <pc:sldMk cId="3081589628" sldId="267"/>
            <ac:spMk id="12" creationId="{00000000-0000-0000-0000-000000000000}"/>
          </ac:spMkLst>
        </pc:spChg>
        <pc:spChg chg="mod">
          <ac:chgData name="Lucas Tossolini" userId="82ff3cc4fadd8f44" providerId="LiveId" clId="{3A608EFD-BC24-4538-9399-88CC2F941BE9}" dt="2019-09-11T21:13:30.149" v="673" actId="2085"/>
          <ac:spMkLst>
            <pc:docMk/>
            <pc:sldMk cId="3081589628" sldId="267"/>
            <ac:spMk id="13" creationId="{00000000-0000-0000-0000-000000000000}"/>
          </ac:spMkLst>
        </pc:spChg>
        <pc:spChg chg="mod">
          <ac:chgData name="Lucas Tossolini" userId="82ff3cc4fadd8f44" providerId="LiveId" clId="{3A608EFD-BC24-4538-9399-88CC2F941BE9}" dt="2019-09-11T21:13:39.611" v="676" actId="2085"/>
          <ac:spMkLst>
            <pc:docMk/>
            <pc:sldMk cId="3081589628" sldId="267"/>
            <ac:spMk id="14" creationId="{00000000-0000-0000-0000-000000000000}"/>
          </ac:spMkLst>
        </pc:spChg>
        <pc:spChg chg="mod">
          <ac:chgData name="Lucas Tossolini" userId="82ff3cc4fadd8f44" providerId="LiveId" clId="{3A608EFD-BC24-4538-9399-88CC2F941BE9}" dt="2019-09-11T21:13:52.396" v="679" actId="403"/>
          <ac:spMkLst>
            <pc:docMk/>
            <pc:sldMk cId="3081589628" sldId="267"/>
            <ac:spMk id="19" creationId="{00000000-0000-0000-0000-000000000000}"/>
          </ac:spMkLst>
        </pc:spChg>
        <pc:spChg chg="add">
          <ac:chgData name="Lucas Tossolini" userId="82ff3cc4fadd8f44" providerId="LiveId" clId="{3A608EFD-BC24-4538-9399-88CC2F941BE9}" dt="2019-09-11T21:13:11.313" v="669"/>
          <ac:spMkLst>
            <pc:docMk/>
            <pc:sldMk cId="3081589628" sldId="267"/>
            <ac:spMk id="21" creationId="{CC84EA6D-1BF1-4685-8405-C57E7C7BC081}"/>
          </ac:spMkLst>
        </pc:spChg>
        <pc:spChg chg="mod">
          <ac:chgData name="Lucas Tossolini" userId="82ff3cc4fadd8f44" providerId="LiveId" clId="{3A608EFD-BC24-4538-9399-88CC2F941BE9}" dt="2019-09-11T21:14:17.493" v="685" actId="948"/>
          <ac:spMkLst>
            <pc:docMk/>
            <pc:sldMk cId="3081589628" sldId="267"/>
            <ac:spMk id="23" creationId="{00000000-0000-0000-0000-000000000000}"/>
          </ac:spMkLst>
        </pc:spChg>
        <pc:spChg chg="mod">
          <ac:chgData name="Lucas Tossolini" userId="82ff3cc4fadd8f44" providerId="LiveId" clId="{3A608EFD-BC24-4538-9399-88CC2F941BE9}" dt="2019-09-11T21:14:21.838" v="691" actId="1035"/>
          <ac:spMkLst>
            <pc:docMk/>
            <pc:sldMk cId="3081589628" sldId="267"/>
            <ac:spMk id="29" creationId="{00000000-0000-0000-0000-000000000000}"/>
          </ac:spMkLst>
        </pc:spChg>
        <pc:spChg chg="del mod">
          <ac:chgData name="Lucas Tossolini" userId="82ff3cc4fadd8f44" providerId="LiveId" clId="{3A608EFD-BC24-4538-9399-88CC2F941BE9}" dt="2019-09-11T21:14:26.877" v="693" actId="478"/>
          <ac:spMkLst>
            <pc:docMk/>
            <pc:sldMk cId="3081589628" sldId="267"/>
            <ac:spMk id="33" creationId="{00000000-0000-0000-0000-000000000000}"/>
          </ac:spMkLst>
        </pc:spChg>
      </pc:sldChg>
      <pc:sldChg chg="addSp delSp modSp">
        <pc:chgData name="Lucas Tossolini" userId="82ff3cc4fadd8f44" providerId="LiveId" clId="{3A608EFD-BC24-4538-9399-88CC2F941BE9}" dt="2019-09-11T21:16:32.561" v="720" actId="1076"/>
        <pc:sldMkLst>
          <pc:docMk/>
          <pc:sldMk cId="3048435474" sldId="268"/>
        </pc:sldMkLst>
        <pc:spChg chg="mod">
          <ac:chgData name="Lucas Tossolini" userId="82ff3cc4fadd8f44" providerId="LiveId" clId="{3A608EFD-BC24-4538-9399-88CC2F941BE9}" dt="2019-09-11T21:15:02.950" v="698" actId="108"/>
          <ac:spMkLst>
            <pc:docMk/>
            <pc:sldMk cId="3048435474" sldId="268"/>
            <ac:spMk id="3" creationId="{00000000-0000-0000-0000-000000000000}"/>
          </ac:spMkLst>
        </pc:spChg>
        <pc:spChg chg="del">
          <ac:chgData name="Lucas Tossolini" userId="82ff3cc4fadd8f44" providerId="LiveId" clId="{3A608EFD-BC24-4538-9399-88CC2F941BE9}" dt="2019-09-11T21:14:53.517" v="696" actId="478"/>
          <ac:spMkLst>
            <pc:docMk/>
            <pc:sldMk cId="3048435474" sldId="268"/>
            <ac:spMk id="4" creationId="{00000000-0000-0000-0000-000000000000}"/>
          </ac:spMkLst>
        </pc:spChg>
        <pc:spChg chg="mod">
          <ac:chgData name="Lucas Tossolini" userId="82ff3cc4fadd8f44" providerId="LiveId" clId="{3A608EFD-BC24-4538-9399-88CC2F941BE9}" dt="2019-09-11T21:15:03.927" v="699" actId="108"/>
          <ac:spMkLst>
            <pc:docMk/>
            <pc:sldMk cId="3048435474" sldId="268"/>
            <ac:spMk id="7" creationId="{00000000-0000-0000-0000-000000000000}"/>
          </ac:spMkLst>
        </pc:spChg>
        <pc:spChg chg="mod">
          <ac:chgData name="Lucas Tossolini" userId="82ff3cc4fadd8f44" providerId="LiveId" clId="{3A608EFD-BC24-4538-9399-88CC2F941BE9}" dt="2019-09-11T21:16:00.691" v="710" actId="20577"/>
          <ac:spMkLst>
            <pc:docMk/>
            <pc:sldMk cId="3048435474" sldId="268"/>
            <ac:spMk id="9" creationId="{00000000-0000-0000-0000-000000000000}"/>
          </ac:spMkLst>
        </pc:spChg>
        <pc:spChg chg="mod">
          <ac:chgData name="Lucas Tossolini" userId="82ff3cc4fadd8f44" providerId="LiveId" clId="{3A608EFD-BC24-4538-9399-88CC2F941BE9}" dt="2019-09-11T21:15:36.225" v="706" actId="14100"/>
          <ac:spMkLst>
            <pc:docMk/>
            <pc:sldMk cId="3048435474" sldId="268"/>
            <ac:spMk id="12" creationId="{00000000-0000-0000-0000-000000000000}"/>
          </ac:spMkLst>
        </pc:spChg>
        <pc:spChg chg="mod">
          <ac:chgData name="Lucas Tossolini" userId="82ff3cc4fadd8f44" providerId="LiveId" clId="{3A608EFD-BC24-4538-9399-88CC2F941BE9}" dt="2019-09-11T21:16:32.561" v="720" actId="1076"/>
          <ac:spMkLst>
            <pc:docMk/>
            <pc:sldMk cId="3048435474" sldId="268"/>
            <ac:spMk id="14" creationId="{2EBC0561-7871-4128-A0D1-B45C6ADC24AE}"/>
          </ac:spMkLst>
        </pc:spChg>
        <pc:spChg chg="mod">
          <ac:chgData name="Lucas Tossolini" userId="82ff3cc4fadd8f44" providerId="LiveId" clId="{3A608EFD-BC24-4538-9399-88CC2F941BE9}" dt="2019-09-11T21:16:15.721" v="713" actId="14100"/>
          <ac:spMkLst>
            <pc:docMk/>
            <pc:sldMk cId="3048435474" sldId="268"/>
            <ac:spMk id="15" creationId="{F3C9007E-9BB3-4C21-AD9E-6BCBF58BC62B}"/>
          </ac:spMkLst>
        </pc:spChg>
        <pc:spChg chg="add">
          <ac:chgData name="Lucas Tossolini" userId="82ff3cc4fadd8f44" providerId="LiveId" clId="{3A608EFD-BC24-4538-9399-88CC2F941BE9}" dt="2019-09-11T21:14:54.025" v="697"/>
          <ac:spMkLst>
            <pc:docMk/>
            <pc:sldMk cId="3048435474" sldId="268"/>
            <ac:spMk id="16" creationId="{B5EF0D40-47A0-4646-B148-03057588441E}"/>
          </ac:spMkLst>
        </pc:spChg>
        <pc:spChg chg="mod">
          <ac:chgData name="Lucas Tossolini" userId="82ff3cc4fadd8f44" providerId="LiveId" clId="{3A608EFD-BC24-4538-9399-88CC2F941BE9}" dt="2019-09-11T21:15:19.974" v="703" actId="114"/>
          <ac:spMkLst>
            <pc:docMk/>
            <pc:sldMk cId="3048435474" sldId="268"/>
            <ac:spMk id="18" creationId="{00000000-0000-0000-0000-000000000000}"/>
          </ac:spMkLst>
        </pc:spChg>
        <pc:spChg chg="mod">
          <ac:chgData name="Lucas Tossolini" userId="82ff3cc4fadd8f44" providerId="LiveId" clId="{3A608EFD-BC24-4538-9399-88CC2F941BE9}" dt="2019-09-11T21:15:50.664" v="709" actId="14100"/>
          <ac:spMkLst>
            <pc:docMk/>
            <pc:sldMk cId="3048435474" sldId="268"/>
            <ac:spMk id="20" creationId="{00000000-0000-0000-0000-000000000000}"/>
          </ac:spMkLst>
        </pc:spChg>
        <pc:spChg chg="mod">
          <ac:chgData name="Lucas Tossolini" userId="82ff3cc4fadd8f44" providerId="LiveId" clId="{3A608EFD-BC24-4538-9399-88CC2F941BE9}" dt="2019-09-11T21:16:24.525" v="718" actId="404"/>
          <ac:spMkLst>
            <pc:docMk/>
            <pc:sldMk cId="3048435474" sldId="268"/>
            <ac:spMk id="22" creationId="{00000000-0000-0000-0000-000000000000}"/>
          </ac:spMkLst>
        </pc:spChg>
        <pc:spChg chg="mod">
          <ac:chgData name="Lucas Tossolini" userId="82ff3cc4fadd8f44" providerId="LiveId" clId="{3A608EFD-BC24-4538-9399-88CC2F941BE9}" dt="2019-09-11T21:16:28.564" v="719" actId="403"/>
          <ac:spMkLst>
            <pc:docMk/>
            <pc:sldMk cId="3048435474" sldId="268"/>
            <ac:spMk id="24" creationId="{00000000-0000-0000-0000-000000000000}"/>
          </ac:spMkLst>
        </pc:spChg>
      </pc:sldChg>
      <pc:sldChg chg="addSp delSp modSp">
        <pc:chgData name="Lucas Tossolini" userId="82ff3cc4fadd8f44" providerId="LiveId" clId="{3A608EFD-BC24-4538-9399-88CC2F941BE9}" dt="2019-09-11T21:17:12.483" v="730" actId="108"/>
        <pc:sldMkLst>
          <pc:docMk/>
          <pc:sldMk cId="63425842" sldId="269"/>
        </pc:sldMkLst>
        <pc:spChg chg="mod">
          <ac:chgData name="Lucas Tossolini" userId="82ff3cc4fadd8f44" providerId="LiveId" clId="{3A608EFD-BC24-4538-9399-88CC2F941BE9}" dt="2019-09-11T21:16:55.916" v="727" actId="403"/>
          <ac:spMkLst>
            <pc:docMk/>
            <pc:sldMk cId="63425842" sldId="269"/>
            <ac:spMk id="3" creationId="{00000000-0000-0000-0000-000000000000}"/>
          </ac:spMkLst>
        </pc:spChg>
        <pc:spChg chg="del">
          <ac:chgData name="Lucas Tossolini" userId="82ff3cc4fadd8f44" providerId="LiveId" clId="{3A608EFD-BC24-4538-9399-88CC2F941BE9}" dt="2019-09-11T21:16:47.442" v="721" actId="478"/>
          <ac:spMkLst>
            <pc:docMk/>
            <pc:sldMk cId="63425842" sldId="269"/>
            <ac:spMk id="4" creationId="{00000000-0000-0000-0000-000000000000}"/>
          </ac:spMkLst>
        </pc:spChg>
        <pc:spChg chg="mod">
          <ac:chgData name="Lucas Tossolini" userId="82ff3cc4fadd8f44" providerId="LiveId" clId="{3A608EFD-BC24-4538-9399-88CC2F941BE9}" dt="2019-09-11T21:17:10.386" v="728" actId="108"/>
          <ac:spMkLst>
            <pc:docMk/>
            <pc:sldMk cId="63425842" sldId="269"/>
            <ac:spMk id="7" creationId="{00000000-0000-0000-0000-000000000000}"/>
          </ac:spMkLst>
        </pc:spChg>
        <pc:spChg chg="add">
          <ac:chgData name="Lucas Tossolini" userId="82ff3cc4fadd8f44" providerId="LiveId" clId="{3A608EFD-BC24-4538-9399-88CC2F941BE9}" dt="2019-09-11T21:16:47.726" v="722"/>
          <ac:spMkLst>
            <pc:docMk/>
            <pc:sldMk cId="63425842" sldId="269"/>
            <ac:spMk id="15" creationId="{165267F9-6788-497C-B50D-8ECB1E5087AA}"/>
          </ac:spMkLst>
        </pc:spChg>
        <pc:spChg chg="mod">
          <ac:chgData name="Lucas Tossolini" userId="82ff3cc4fadd8f44" providerId="LiveId" clId="{3A608EFD-BC24-4538-9399-88CC2F941BE9}" dt="2019-09-11T21:17:11.570" v="729" actId="108"/>
          <ac:spMkLst>
            <pc:docMk/>
            <pc:sldMk cId="63425842" sldId="269"/>
            <ac:spMk id="23" creationId="{00000000-0000-0000-0000-000000000000}"/>
          </ac:spMkLst>
        </pc:spChg>
        <pc:spChg chg="mod">
          <ac:chgData name="Lucas Tossolini" userId="82ff3cc4fadd8f44" providerId="LiveId" clId="{3A608EFD-BC24-4538-9399-88CC2F941BE9}" dt="2019-09-11T21:17:12.483" v="730" actId="108"/>
          <ac:spMkLst>
            <pc:docMk/>
            <pc:sldMk cId="63425842" sldId="269"/>
            <ac:spMk id="25" creationId="{00000000-0000-0000-0000-000000000000}"/>
          </ac:spMkLst>
        </pc:spChg>
      </pc:sldChg>
      <pc:sldChg chg="addSp delSp modSp">
        <pc:chgData name="Lucas Tossolini" userId="82ff3cc4fadd8f44" providerId="LiveId" clId="{3A608EFD-BC24-4538-9399-88CC2F941BE9}" dt="2019-09-11T21:19:16.746" v="758" actId="1076"/>
        <pc:sldMkLst>
          <pc:docMk/>
          <pc:sldMk cId="1189201189" sldId="270"/>
        </pc:sldMkLst>
        <pc:spChg chg="mod">
          <ac:chgData name="Lucas Tossolini" userId="82ff3cc4fadd8f44" providerId="LiveId" clId="{3A608EFD-BC24-4538-9399-88CC2F941BE9}" dt="2019-09-11T21:17:35.291" v="734" actId="404"/>
          <ac:spMkLst>
            <pc:docMk/>
            <pc:sldMk cId="1189201189" sldId="270"/>
            <ac:spMk id="3" creationId="{00000000-0000-0000-0000-000000000000}"/>
          </ac:spMkLst>
        </pc:spChg>
        <pc:spChg chg="del">
          <ac:chgData name="Lucas Tossolini" userId="82ff3cc4fadd8f44" providerId="LiveId" clId="{3A608EFD-BC24-4538-9399-88CC2F941BE9}" dt="2019-09-11T21:17:21.184" v="731" actId="478"/>
          <ac:spMkLst>
            <pc:docMk/>
            <pc:sldMk cId="1189201189" sldId="270"/>
            <ac:spMk id="4" creationId="{00000000-0000-0000-0000-000000000000}"/>
          </ac:spMkLst>
        </pc:spChg>
        <pc:spChg chg="add">
          <ac:chgData name="Lucas Tossolini" userId="82ff3cc4fadd8f44" providerId="LiveId" clId="{3A608EFD-BC24-4538-9399-88CC2F941BE9}" dt="2019-09-11T21:17:21.854" v="732"/>
          <ac:spMkLst>
            <pc:docMk/>
            <pc:sldMk cId="1189201189" sldId="270"/>
            <ac:spMk id="13" creationId="{F39E5011-5A14-4AE4-BFE7-AD3746FC6C64}"/>
          </ac:spMkLst>
        </pc:spChg>
        <pc:spChg chg="mod">
          <ac:chgData name="Lucas Tossolini" userId="82ff3cc4fadd8f44" providerId="LiveId" clId="{3A608EFD-BC24-4538-9399-88CC2F941BE9}" dt="2019-09-11T21:19:16.746" v="758" actId="1076"/>
          <ac:spMkLst>
            <pc:docMk/>
            <pc:sldMk cId="1189201189" sldId="270"/>
            <ac:spMk id="14" creationId="{00000000-0000-0000-0000-000000000000}"/>
          </ac:spMkLst>
        </pc:spChg>
        <pc:spChg chg="mod">
          <ac:chgData name="Lucas Tossolini" userId="82ff3cc4fadd8f44" providerId="LiveId" clId="{3A608EFD-BC24-4538-9399-88CC2F941BE9}" dt="2019-09-11T21:19:16.746" v="758" actId="1076"/>
          <ac:spMkLst>
            <pc:docMk/>
            <pc:sldMk cId="1189201189" sldId="270"/>
            <ac:spMk id="15" creationId="{00000000-0000-0000-0000-000000000000}"/>
          </ac:spMkLst>
        </pc:spChg>
        <pc:spChg chg="mod">
          <ac:chgData name="Lucas Tossolini" userId="82ff3cc4fadd8f44" providerId="LiveId" clId="{3A608EFD-BC24-4538-9399-88CC2F941BE9}" dt="2019-09-11T21:19:16.746" v="758" actId="1076"/>
          <ac:spMkLst>
            <pc:docMk/>
            <pc:sldMk cId="1189201189" sldId="270"/>
            <ac:spMk id="17" creationId="{00000000-0000-0000-0000-000000000000}"/>
          </ac:spMkLst>
        </pc:spChg>
        <pc:spChg chg="mod">
          <ac:chgData name="Lucas Tossolini" userId="82ff3cc4fadd8f44" providerId="LiveId" clId="{3A608EFD-BC24-4538-9399-88CC2F941BE9}" dt="2019-09-11T21:19:16.746" v="758" actId="1076"/>
          <ac:spMkLst>
            <pc:docMk/>
            <pc:sldMk cId="1189201189" sldId="270"/>
            <ac:spMk id="18" creationId="{00000000-0000-0000-0000-000000000000}"/>
          </ac:spMkLst>
        </pc:spChg>
        <pc:spChg chg="mod">
          <ac:chgData name="Lucas Tossolini" userId="82ff3cc4fadd8f44" providerId="LiveId" clId="{3A608EFD-BC24-4538-9399-88CC2F941BE9}" dt="2019-09-11T21:19:16.746" v="758" actId="1076"/>
          <ac:spMkLst>
            <pc:docMk/>
            <pc:sldMk cId="1189201189" sldId="270"/>
            <ac:spMk id="19" creationId="{00000000-0000-0000-0000-000000000000}"/>
          </ac:spMkLst>
        </pc:spChg>
        <pc:spChg chg="mod">
          <ac:chgData name="Lucas Tossolini" userId="82ff3cc4fadd8f44" providerId="LiveId" clId="{3A608EFD-BC24-4538-9399-88CC2F941BE9}" dt="2019-09-11T21:19:16.746" v="758" actId="1076"/>
          <ac:spMkLst>
            <pc:docMk/>
            <pc:sldMk cId="1189201189" sldId="270"/>
            <ac:spMk id="20" creationId="{00000000-0000-0000-0000-000000000000}"/>
          </ac:spMkLst>
        </pc:spChg>
        <pc:spChg chg="mod">
          <ac:chgData name="Lucas Tossolini" userId="82ff3cc4fadd8f44" providerId="LiveId" clId="{3A608EFD-BC24-4538-9399-88CC2F941BE9}" dt="2019-09-11T21:19:16.746" v="758" actId="1076"/>
          <ac:spMkLst>
            <pc:docMk/>
            <pc:sldMk cId="1189201189" sldId="270"/>
            <ac:spMk id="21" creationId="{00000000-0000-0000-0000-000000000000}"/>
          </ac:spMkLst>
        </pc:spChg>
        <pc:spChg chg="mod">
          <ac:chgData name="Lucas Tossolini" userId="82ff3cc4fadd8f44" providerId="LiveId" clId="{3A608EFD-BC24-4538-9399-88CC2F941BE9}" dt="2019-09-11T21:19:16.746" v="758" actId="1076"/>
          <ac:spMkLst>
            <pc:docMk/>
            <pc:sldMk cId="1189201189" sldId="270"/>
            <ac:spMk id="22" creationId="{00000000-0000-0000-0000-000000000000}"/>
          </ac:spMkLst>
        </pc:spChg>
        <pc:spChg chg="mod">
          <ac:chgData name="Lucas Tossolini" userId="82ff3cc4fadd8f44" providerId="LiveId" clId="{3A608EFD-BC24-4538-9399-88CC2F941BE9}" dt="2019-09-11T21:19:16.746" v="758" actId="1076"/>
          <ac:spMkLst>
            <pc:docMk/>
            <pc:sldMk cId="1189201189" sldId="270"/>
            <ac:spMk id="24" creationId="{00000000-0000-0000-0000-000000000000}"/>
          </ac:spMkLst>
        </pc:spChg>
      </pc:sldChg>
      <pc:sldChg chg="addSp delSp modSp">
        <pc:chgData name="Lucas Tossolini" userId="82ff3cc4fadd8f44" providerId="LiveId" clId="{3A608EFD-BC24-4538-9399-88CC2F941BE9}" dt="2019-09-11T21:20:48.843" v="778" actId="20577"/>
        <pc:sldMkLst>
          <pc:docMk/>
          <pc:sldMk cId="2150409716" sldId="271"/>
        </pc:sldMkLst>
        <pc:spChg chg="mod">
          <ac:chgData name="Lucas Tossolini" userId="82ff3cc4fadd8f44" providerId="LiveId" clId="{3A608EFD-BC24-4538-9399-88CC2F941BE9}" dt="2019-09-11T21:19:40.931" v="762" actId="404"/>
          <ac:spMkLst>
            <pc:docMk/>
            <pc:sldMk cId="2150409716" sldId="271"/>
            <ac:spMk id="3" creationId="{00000000-0000-0000-0000-000000000000}"/>
          </ac:spMkLst>
        </pc:spChg>
        <pc:spChg chg="del">
          <ac:chgData name="Lucas Tossolini" userId="82ff3cc4fadd8f44" providerId="LiveId" clId="{3A608EFD-BC24-4538-9399-88CC2F941BE9}" dt="2019-09-11T21:19:24.811" v="759" actId="478"/>
          <ac:spMkLst>
            <pc:docMk/>
            <pc:sldMk cId="2150409716" sldId="271"/>
            <ac:spMk id="4" creationId="{00000000-0000-0000-0000-000000000000}"/>
          </ac:spMkLst>
        </pc:spChg>
        <pc:spChg chg="add del mod">
          <ac:chgData name="Lucas Tossolini" userId="82ff3cc4fadd8f44" providerId="LiveId" clId="{3A608EFD-BC24-4538-9399-88CC2F941BE9}" dt="2019-09-11T21:20:32.739" v="772" actId="478"/>
          <ac:spMkLst>
            <pc:docMk/>
            <pc:sldMk cId="2150409716" sldId="271"/>
            <ac:spMk id="10" creationId="{2C54F688-D778-424E-BCE5-391B44302D3E}"/>
          </ac:spMkLst>
        </pc:spChg>
        <pc:spChg chg="add">
          <ac:chgData name="Lucas Tossolini" userId="82ff3cc4fadd8f44" providerId="LiveId" clId="{3A608EFD-BC24-4538-9399-88CC2F941BE9}" dt="2019-09-11T21:20:33.706" v="773"/>
          <ac:spMkLst>
            <pc:docMk/>
            <pc:sldMk cId="2150409716" sldId="271"/>
            <ac:spMk id="11" creationId="{27DB49A0-BA52-4310-BE00-3C0F66C5409F}"/>
          </ac:spMkLst>
        </pc:spChg>
        <pc:spChg chg="mod">
          <ac:chgData name="Lucas Tossolini" userId="82ff3cc4fadd8f44" providerId="LiveId" clId="{3A608EFD-BC24-4538-9399-88CC2F941BE9}" dt="2019-09-11T21:20:48.843" v="778" actId="20577"/>
          <ac:spMkLst>
            <pc:docMk/>
            <pc:sldMk cId="2150409716" sldId="271"/>
            <ac:spMk id="14" creationId="{00000000-0000-0000-0000-000000000000}"/>
          </ac:spMkLst>
        </pc:spChg>
        <pc:spChg chg="mod">
          <ac:chgData name="Lucas Tossolini" userId="82ff3cc4fadd8f44" providerId="LiveId" clId="{3A608EFD-BC24-4538-9399-88CC2F941BE9}" dt="2019-09-11T21:19:55.901" v="765" actId="108"/>
          <ac:spMkLst>
            <pc:docMk/>
            <pc:sldMk cId="2150409716" sldId="271"/>
            <ac:spMk id="15" creationId="{00000000-0000-0000-0000-000000000000}"/>
          </ac:spMkLst>
        </pc:spChg>
        <pc:spChg chg="mod">
          <ac:chgData name="Lucas Tossolini" userId="82ff3cc4fadd8f44" providerId="LiveId" clId="{3A608EFD-BC24-4538-9399-88CC2F941BE9}" dt="2019-09-11T21:20:08.939" v="769" actId="403"/>
          <ac:spMkLst>
            <pc:docMk/>
            <pc:sldMk cId="2150409716" sldId="271"/>
            <ac:spMk id="17" creationId="{00000000-0000-0000-0000-000000000000}"/>
          </ac:spMkLst>
        </pc:spChg>
        <pc:spChg chg="mod">
          <ac:chgData name="Lucas Tossolini" userId="82ff3cc4fadd8f44" providerId="LiveId" clId="{3A608EFD-BC24-4538-9399-88CC2F941BE9}" dt="2019-09-11T21:20:44.295" v="776" actId="20577"/>
          <ac:spMkLst>
            <pc:docMk/>
            <pc:sldMk cId="2150409716" sldId="271"/>
            <ac:spMk id="18" creationId="{00000000-0000-0000-0000-000000000000}"/>
          </ac:spMkLst>
        </pc:spChg>
        <pc:spChg chg="mod">
          <ac:chgData name="Lucas Tossolini" userId="82ff3cc4fadd8f44" providerId="LiveId" clId="{3A608EFD-BC24-4538-9399-88CC2F941BE9}" dt="2019-09-11T21:19:57.086" v="766" actId="108"/>
          <ac:spMkLst>
            <pc:docMk/>
            <pc:sldMk cId="2150409716" sldId="271"/>
            <ac:spMk id="19" creationId="{00000000-0000-0000-0000-000000000000}"/>
          </ac:spMkLst>
        </pc:spChg>
        <pc:spChg chg="mod">
          <ac:chgData name="Lucas Tossolini" userId="82ff3cc4fadd8f44" providerId="LiveId" clId="{3A608EFD-BC24-4538-9399-88CC2F941BE9}" dt="2019-09-11T21:20:18.331" v="770" actId="403"/>
          <ac:spMkLst>
            <pc:docMk/>
            <pc:sldMk cId="2150409716" sldId="271"/>
            <ac:spMk id="20" creationId="{00000000-0000-0000-0000-000000000000}"/>
          </ac:spMkLst>
        </pc:spChg>
      </pc:sldChg>
      <pc:sldChg chg="addSp delSp modSp">
        <pc:chgData name="Lucas Tossolini" userId="82ff3cc4fadd8f44" providerId="LiveId" clId="{3A608EFD-BC24-4538-9399-88CC2F941BE9}" dt="2019-09-11T21:21:26.850" v="787" actId="113"/>
        <pc:sldMkLst>
          <pc:docMk/>
          <pc:sldMk cId="745779265" sldId="272"/>
        </pc:sldMkLst>
        <pc:spChg chg="mod">
          <ac:chgData name="Lucas Tossolini" userId="82ff3cc4fadd8f44" providerId="LiveId" clId="{3A608EFD-BC24-4538-9399-88CC2F941BE9}" dt="2019-09-11T21:20:37.428" v="774" actId="108"/>
          <ac:spMkLst>
            <pc:docMk/>
            <pc:sldMk cId="745779265" sldId="272"/>
            <ac:spMk id="3" creationId="{00000000-0000-0000-0000-000000000000}"/>
          </ac:spMkLst>
        </pc:spChg>
        <pc:spChg chg="del">
          <ac:chgData name="Lucas Tossolini" userId="82ff3cc4fadd8f44" providerId="LiveId" clId="{3A608EFD-BC24-4538-9399-88CC2F941BE9}" dt="2019-09-11T21:20:55.913" v="780" actId="478"/>
          <ac:spMkLst>
            <pc:docMk/>
            <pc:sldMk cId="745779265" sldId="272"/>
            <ac:spMk id="4" creationId="{00000000-0000-0000-0000-000000000000}"/>
          </ac:spMkLst>
        </pc:spChg>
        <pc:spChg chg="add">
          <ac:chgData name="Lucas Tossolini" userId="82ff3cc4fadd8f44" providerId="LiveId" clId="{3A608EFD-BC24-4538-9399-88CC2F941BE9}" dt="2019-09-11T21:20:56.558" v="781"/>
          <ac:spMkLst>
            <pc:docMk/>
            <pc:sldMk cId="745779265" sldId="272"/>
            <ac:spMk id="7" creationId="{C2A0841C-E57F-4111-81C7-D49314D80741}"/>
          </ac:spMkLst>
        </pc:spChg>
        <pc:spChg chg="mod">
          <ac:chgData name="Lucas Tossolini" userId="82ff3cc4fadd8f44" providerId="LiveId" clId="{3A608EFD-BC24-4538-9399-88CC2F941BE9}" dt="2019-09-11T21:20:54.028" v="779" actId="108"/>
          <ac:spMkLst>
            <pc:docMk/>
            <pc:sldMk cId="745779265" sldId="272"/>
            <ac:spMk id="10" creationId="{00000000-0000-0000-0000-000000000000}"/>
          </ac:spMkLst>
        </pc:spChg>
        <pc:spChg chg="mod">
          <ac:chgData name="Lucas Tossolini" userId="82ff3cc4fadd8f44" providerId="LiveId" clId="{3A608EFD-BC24-4538-9399-88CC2F941BE9}" dt="2019-09-11T21:21:16.883" v="785" actId="20577"/>
          <ac:spMkLst>
            <pc:docMk/>
            <pc:sldMk cId="745779265" sldId="272"/>
            <ac:spMk id="11" creationId="{00000000-0000-0000-0000-000000000000}"/>
          </ac:spMkLst>
        </pc:spChg>
        <pc:spChg chg="mod">
          <ac:chgData name="Lucas Tossolini" userId="82ff3cc4fadd8f44" providerId="LiveId" clId="{3A608EFD-BC24-4538-9399-88CC2F941BE9}" dt="2019-09-11T21:21:26.850" v="787" actId="113"/>
          <ac:spMkLst>
            <pc:docMk/>
            <pc:sldMk cId="745779265" sldId="272"/>
            <ac:spMk id="12" creationId="{00000000-0000-0000-0000-000000000000}"/>
          </ac:spMkLst>
        </pc:spChg>
      </pc:sldChg>
      <pc:sldChg chg="addSp delSp modSp">
        <pc:chgData name="Lucas Tossolini" userId="82ff3cc4fadd8f44" providerId="LiveId" clId="{3A608EFD-BC24-4538-9399-88CC2F941BE9}" dt="2019-09-11T21:59:01.455" v="971" actId="20577"/>
        <pc:sldMkLst>
          <pc:docMk/>
          <pc:sldMk cId="3776245451" sldId="273"/>
        </pc:sldMkLst>
        <pc:spChg chg="mod">
          <ac:chgData name="Lucas Tossolini" userId="82ff3cc4fadd8f44" providerId="LiveId" clId="{3A608EFD-BC24-4538-9399-88CC2F941BE9}" dt="2019-09-11T21:22:12.902" v="799" actId="207"/>
          <ac:spMkLst>
            <pc:docMk/>
            <pc:sldMk cId="3776245451" sldId="273"/>
            <ac:spMk id="2" creationId="{00000000-0000-0000-0000-000000000000}"/>
          </ac:spMkLst>
        </pc:spChg>
        <pc:spChg chg="mod">
          <ac:chgData name="Lucas Tossolini" userId="82ff3cc4fadd8f44" providerId="LiveId" clId="{3A608EFD-BC24-4538-9399-88CC2F941BE9}" dt="2019-09-11T21:21:36.607" v="788" actId="108"/>
          <ac:spMkLst>
            <pc:docMk/>
            <pc:sldMk cId="3776245451" sldId="273"/>
            <ac:spMk id="3" creationId="{00000000-0000-0000-0000-000000000000}"/>
          </ac:spMkLst>
        </pc:spChg>
        <pc:spChg chg="del">
          <ac:chgData name="Lucas Tossolini" userId="82ff3cc4fadd8f44" providerId="LiveId" clId="{3A608EFD-BC24-4538-9399-88CC2F941BE9}" dt="2019-09-11T21:21:37.896" v="789" actId="478"/>
          <ac:spMkLst>
            <pc:docMk/>
            <pc:sldMk cId="3776245451" sldId="273"/>
            <ac:spMk id="4" creationId="{00000000-0000-0000-0000-000000000000}"/>
          </ac:spMkLst>
        </pc:spChg>
        <pc:spChg chg="mod">
          <ac:chgData name="Lucas Tossolini" userId="82ff3cc4fadd8f44" providerId="LiveId" clId="{3A608EFD-BC24-4538-9399-88CC2F941BE9}" dt="2019-09-11T21:22:23.097" v="802" actId="2085"/>
          <ac:spMkLst>
            <pc:docMk/>
            <pc:sldMk cId="3776245451" sldId="273"/>
            <ac:spMk id="8" creationId="{00000000-0000-0000-0000-000000000000}"/>
          </ac:spMkLst>
        </pc:spChg>
        <pc:spChg chg="mod">
          <ac:chgData name="Lucas Tossolini" userId="82ff3cc4fadd8f44" providerId="LiveId" clId="{3A608EFD-BC24-4538-9399-88CC2F941BE9}" dt="2019-09-11T21:22:31.614" v="803" actId="108"/>
          <ac:spMkLst>
            <pc:docMk/>
            <pc:sldMk cId="3776245451" sldId="273"/>
            <ac:spMk id="9" creationId="{00000000-0000-0000-0000-000000000000}"/>
          </ac:spMkLst>
        </pc:spChg>
        <pc:spChg chg="mod">
          <ac:chgData name="Lucas Tossolini" userId="82ff3cc4fadd8f44" providerId="LiveId" clId="{3A608EFD-BC24-4538-9399-88CC2F941BE9}" dt="2019-09-11T21:22:02.073" v="796" actId="2085"/>
          <ac:spMkLst>
            <pc:docMk/>
            <pc:sldMk cId="3776245451" sldId="273"/>
            <ac:spMk id="10" creationId="{00000000-0000-0000-0000-000000000000}"/>
          </ac:spMkLst>
        </pc:spChg>
        <pc:spChg chg="mod">
          <ac:chgData name="Lucas Tossolini" userId="82ff3cc4fadd8f44" providerId="LiveId" clId="{3A608EFD-BC24-4538-9399-88CC2F941BE9}" dt="2019-09-11T21:21:52.131" v="793" actId="2085"/>
          <ac:spMkLst>
            <pc:docMk/>
            <pc:sldMk cId="3776245451" sldId="273"/>
            <ac:spMk id="11" creationId="{00000000-0000-0000-0000-000000000000}"/>
          </ac:spMkLst>
        </pc:spChg>
        <pc:spChg chg="mod">
          <ac:chgData name="Lucas Tossolini" userId="82ff3cc4fadd8f44" providerId="LiveId" clId="{3A608EFD-BC24-4538-9399-88CC2F941BE9}" dt="2019-09-11T21:22:05.721" v="797" actId="108"/>
          <ac:spMkLst>
            <pc:docMk/>
            <pc:sldMk cId="3776245451" sldId="273"/>
            <ac:spMk id="12" creationId="{00000000-0000-0000-0000-000000000000}"/>
          </ac:spMkLst>
        </pc:spChg>
        <pc:spChg chg="mod">
          <ac:chgData name="Lucas Tossolini" userId="82ff3cc4fadd8f44" providerId="LiveId" clId="{3A608EFD-BC24-4538-9399-88CC2F941BE9}" dt="2019-09-11T21:25:01.009" v="845" actId="14100"/>
          <ac:spMkLst>
            <pc:docMk/>
            <pc:sldMk cId="3776245451" sldId="273"/>
            <ac:spMk id="13" creationId="{00000000-0000-0000-0000-000000000000}"/>
          </ac:spMkLst>
        </pc:spChg>
        <pc:spChg chg="mod">
          <ac:chgData name="Lucas Tossolini" userId="82ff3cc4fadd8f44" providerId="LiveId" clId="{3A608EFD-BC24-4538-9399-88CC2F941BE9}" dt="2019-09-11T21:22:51.377" v="807" actId="14100"/>
          <ac:spMkLst>
            <pc:docMk/>
            <pc:sldMk cId="3776245451" sldId="273"/>
            <ac:spMk id="14" creationId="{00000000-0000-0000-0000-000000000000}"/>
          </ac:spMkLst>
        </pc:spChg>
        <pc:spChg chg="mod">
          <ac:chgData name="Lucas Tossolini" userId="82ff3cc4fadd8f44" providerId="LiveId" clId="{3A608EFD-BC24-4538-9399-88CC2F941BE9}" dt="2019-09-11T21:59:01.455" v="971" actId="20577"/>
          <ac:spMkLst>
            <pc:docMk/>
            <pc:sldMk cId="3776245451" sldId="273"/>
            <ac:spMk id="15" creationId="{00000000-0000-0000-0000-000000000000}"/>
          </ac:spMkLst>
        </pc:spChg>
        <pc:spChg chg="add">
          <ac:chgData name="Lucas Tossolini" userId="82ff3cc4fadd8f44" providerId="LiveId" clId="{3A608EFD-BC24-4538-9399-88CC2F941BE9}" dt="2019-09-11T21:21:38.431" v="790"/>
          <ac:spMkLst>
            <pc:docMk/>
            <pc:sldMk cId="3776245451" sldId="273"/>
            <ac:spMk id="16" creationId="{C0949BEF-FA11-4BDB-98AC-DA139C5D8FBD}"/>
          </ac:spMkLst>
        </pc:spChg>
      </pc:sldChg>
      <pc:sldChg chg="addSp delSp modSp">
        <pc:chgData name="Lucas Tossolini" userId="82ff3cc4fadd8f44" providerId="LiveId" clId="{3A608EFD-BC24-4538-9399-88CC2F941BE9}" dt="2019-09-11T21:00:54.653" v="419" actId="20577"/>
        <pc:sldMkLst>
          <pc:docMk/>
          <pc:sldMk cId="508507119" sldId="274"/>
        </pc:sldMkLst>
        <pc:spChg chg="mod">
          <ac:chgData name="Lucas Tossolini" userId="82ff3cc4fadd8f44" providerId="LiveId" clId="{3A608EFD-BC24-4538-9399-88CC2F941BE9}" dt="2019-09-11T20:59:00.011" v="365" actId="1076"/>
          <ac:spMkLst>
            <pc:docMk/>
            <pc:sldMk cId="508507119" sldId="274"/>
            <ac:spMk id="2" creationId="{00000000-0000-0000-0000-000000000000}"/>
          </ac:spMkLst>
        </pc:spChg>
        <pc:spChg chg="mod">
          <ac:chgData name="Lucas Tossolini" userId="82ff3cc4fadd8f44" providerId="LiveId" clId="{3A608EFD-BC24-4538-9399-88CC2F941BE9}" dt="2019-09-11T21:00:54.653" v="419" actId="20577"/>
          <ac:spMkLst>
            <pc:docMk/>
            <pc:sldMk cId="508507119" sldId="274"/>
            <ac:spMk id="3" creationId="{00000000-0000-0000-0000-000000000000}"/>
          </ac:spMkLst>
        </pc:spChg>
        <pc:spChg chg="del">
          <ac:chgData name="Lucas Tossolini" userId="82ff3cc4fadd8f44" providerId="LiveId" clId="{3A608EFD-BC24-4538-9399-88CC2F941BE9}" dt="2019-09-11T20:58:49.544" v="362" actId="478"/>
          <ac:spMkLst>
            <pc:docMk/>
            <pc:sldMk cId="508507119" sldId="274"/>
            <ac:spMk id="4" creationId="{00000000-0000-0000-0000-000000000000}"/>
          </ac:spMkLst>
        </pc:spChg>
        <pc:spChg chg="mod">
          <ac:chgData name="Lucas Tossolini" userId="82ff3cc4fadd8f44" providerId="LiveId" clId="{3A608EFD-BC24-4538-9399-88CC2F941BE9}" dt="2019-09-11T21:00:00.242" v="394" actId="14100"/>
          <ac:spMkLst>
            <pc:docMk/>
            <pc:sldMk cId="508507119" sldId="274"/>
            <ac:spMk id="7" creationId="{00000000-0000-0000-0000-000000000000}"/>
          </ac:spMkLst>
        </pc:spChg>
        <pc:spChg chg="mod">
          <ac:chgData name="Lucas Tossolini" userId="82ff3cc4fadd8f44" providerId="LiveId" clId="{3A608EFD-BC24-4538-9399-88CC2F941BE9}" dt="2019-09-11T21:00:49.330" v="418" actId="14100"/>
          <ac:spMkLst>
            <pc:docMk/>
            <pc:sldMk cId="508507119" sldId="274"/>
            <ac:spMk id="9" creationId="{00000000-0000-0000-0000-000000000000}"/>
          </ac:spMkLst>
        </pc:spChg>
        <pc:spChg chg="add">
          <ac:chgData name="Lucas Tossolini" userId="82ff3cc4fadd8f44" providerId="LiveId" clId="{3A608EFD-BC24-4538-9399-88CC2F941BE9}" dt="2019-09-11T20:58:49.928" v="363"/>
          <ac:spMkLst>
            <pc:docMk/>
            <pc:sldMk cId="508507119" sldId="274"/>
            <ac:spMk id="10" creationId="{BAAD252C-69F0-44E1-950A-4F6F049A40BF}"/>
          </ac:spMkLst>
        </pc:spChg>
        <pc:spChg chg="mod">
          <ac:chgData name="Lucas Tossolini" userId="82ff3cc4fadd8f44" providerId="LiveId" clId="{3A608EFD-BC24-4538-9399-88CC2F941BE9}" dt="2019-09-11T21:00:49.330" v="418" actId="14100"/>
          <ac:spMkLst>
            <pc:docMk/>
            <pc:sldMk cId="508507119" sldId="274"/>
            <ac:spMk id="12" creationId="{00000000-0000-0000-0000-000000000000}"/>
          </ac:spMkLst>
        </pc:spChg>
        <pc:spChg chg="mod">
          <ac:chgData name="Lucas Tossolini" userId="82ff3cc4fadd8f44" providerId="LiveId" clId="{3A608EFD-BC24-4538-9399-88CC2F941BE9}" dt="2019-09-11T21:00:37.261" v="415" actId="20577"/>
          <ac:spMkLst>
            <pc:docMk/>
            <pc:sldMk cId="508507119" sldId="274"/>
            <ac:spMk id="18" creationId="{00000000-0000-0000-0000-000000000000}"/>
          </ac:spMkLst>
        </pc:spChg>
        <pc:spChg chg="mod">
          <ac:chgData name="Lucas Tossolini" userId="82ff3cc4fadd8f44" providerId="LiveId" clId="{3A608EFD-BC24-4538-9399-88CC2F941BE9}" dt="2019-09-11T21:00:45.007" v="417" actId="108"/>
          <ac:spMkLst>
            <pc:docMk/>
            <pc:sldMk cId="508507119" sldId="274"/>
            <ac:spMk id="20" creationId="{00000000-0000-0000-0000-000000000000}"/>
          </ac:spMkLst>
        </pc:spChg>
      </pc:sldChg>
      <pc:sldChg chg="addSp delSp modSp">
        <pc:chgData name="Lucas Tossolini" userId="82ff3cc4fadd8f44" providerId="LiveId" clId="{3A608EFD-BC24-4538-9399-88CC2F941BE9}" dt="2019-09-11T20:45:51.088" v="168"/>
        <pc:sldMkLst>
          <pc:docMk/>
          <pc:sldMk cId="1453013764" sldId="275"/>
        </pc:sldMkLst>
        <pc:spChg chg="del">
          <ac:chgData name="Lucas Tossolini" userId="82ff3cc4fadd8f44" providerId="LiveId" clId="{3A608EFD-BC24-4538-9399-88CC2F941BE9}" dt="2019-09-11T20:44:14.394" v="146" actId="478"/>
          <ac:spMkLst>
            <pc:docMk/>
            <pc:sldMk cId="1453013764" sldId="275"/>
            <ac:spMk id="4" creationId="{00000000-0000-0000-0000-000000000000}"/>
          </ac:spMkLst>
        </pc:spChg>
        <pc:spChg chg="add">
          <ac:chgData name="Lucas Tossolini" userId="82ff3cc4fadd8f44" providerId="LiveId" clId="{3A608EFD-BC24-4538-9399-88CC2F941BE9}" dt="2019-09-11T20:44:15.453" v="147"/>
          <ac:spMkLst>
            <pc:docMk/>
            <pc:sldMk cId="1453013764" sldId="275"/>
            <ac:spMk id="5" creationId="{09474DB5-7472-4B3F-8A7A-77A7843E74DC}"/>
          </ac:spMkLst>
        </pc:spChg>
        <pc:grpChg chg="add mod">
          <ac:chgData name="Lucas Tossolini" userId="82ff3cc4fadd8f44" providerId="LiveId" clId="{3A608EFD-BC24-4538-9399-88CC2F941BE9}" dt="2019-09-11T20:45:18.091" v="163" actId="1076"/>
          <ac:grpSpMkLst>
            <pc:docMk/>
            <pc:sldMk cId="1453013764" sldId="275"/>
            <ac:grpSpMk id="6" creationId="{9A6E2100-E66A-43C6-B6C8-D7DC8E926A39}"/>
          </ac:grpSpMkLst>
        </pc:grpChg>
        <pc:graphicFrameChg chg="mod">
          <ac:chgData name="Lucas Tossolini" userId="82ff3cc4fadd8f44" providerId="LiveId" clId="{3A608EFD-BC24-4538-9399-88CC2F941BE9}" dt="2019-09-11T20:45:51.088" v="168"/>
          <ac:graphicFrameMkLst>
            <pc:docMk/>
            <pc:sldMk cId="1453013764" sldId="275"/>
            <ac:graphicFrameMk id="9" creationId="{00000000-0000-0000-0000-000000000000}"/>
          </ac:graphicFrameMkLst>
        </pc:graphicFrameChg>
      </pc:sldChg>
      <pc:sldChg chg="addSp delSp modSp">
        <pc:chgData name="Lucas Tossolini" userId="82ff3cc4fadd8f44" providerId="LiveId" clId="{3A608EFD-BC24-4538-9399-88CC2F941BE9}" dt="2019-09-11T23:42:34.702" v="1123" actId="1076"/>
        <pc:sldMkLst>
          <pc:docMk/>
          <pc:sldMk cId="2788036674" sldId="276"/>
        </pc:sldMkLst>
        <pc:spChg chg="del">
          <ac:chgData name="Lucas Tossolini" userId="82ff3cc4fadd8f44" providerId="LiveId" clId="{3A608EFD-BC24-4538-9399-88CC2F941BE9}" dt="2019-09-11T21:25:16.267" v="846" actId="478"/>
          <ac:spMkLst>
            <pc:docMk/>
            <pc:sldMk cId="2788036674" sldId="276"/>
            <ac:spMk id="4" creationId="{00000000-0000-0000-0000-000000000000}"/>
          </ac:spMkLst>
        </pc:spChg>
        <pc:spChg chg="add">
          <ac:chgData name="Lucas Tossolini" userId="82ff3cc4fadd8f44" providerId="LiveId" clId="{3A608EFD-BC24-4538-9399-88CC2F941BE9}" dt="2019-09-11T21:25:16.684" v="847"/>
          <ac:spMkLst>
            <pc:docMk/>
            <pc:sldMk cId="2788036674" sldId="276"/>
            <ac:spMk id="15" creationId="{E2933769-4D76-4D79-A4E7-489EF8180CB9}"/>
          </ac:spMkLst>
        </pc:spChg>
        <pc:spChg chg="del">
          <ac:chgData name="Lucas Tossolini" userId="82ff3cc4fadd8f44" providerId="LiveId" clId="{3A608EFD-BC24-4538-9399-88CC2F941BE9}" dt="2019-09-11T23:42:30.834" v="1122" actId="478"/>
          <ac:spMkLst>
            <pc:docMk/>
            <pc:sldMk cId="2788036674" sldId="276"/>
            <ac:spMk id="17" creationId="{00000000-0000-0000-0000-000000000000}"/>
          </ac:spMkLst>
        </pc:spChg>
        <pc:spChg chg="mod">
          <ac:chgData name="Lucas Tossolini" userId="82ff3cc4fadd8f44" providerId="LiveId" clId="{3A608EFD-BC24-4538-9399-88CC2F941BE9}" dt="2019-09-11T23:42:34.702" v="1123" actId="1076"/>
          <ac:spMkLst>
            <pc:docMk/>
            <pc:sldMk cId="2788036674" sldId="276"/>
            <ac:spMk id="20" creationId="{00000000-0000-0000-0000-000000000000}"/>
          </ac:spMkLst>
        </pc:spChg>
        <pc:spChg chg="mod">
          <ac:chgData name="Lucas Tossolini" userId="82ff3cc4fadd8f44" providerId="LiveId" clId="{3A608EFD-BC24-4538-9399-88CC2F941BE9}" dt="2019-09-11T23:42:34.702" v="1123" actId="1076"/>
          <ac:spMkLst>
            <pc:docMk/>
            <pc:sldMk cId="2788036674" sldId="276"/>
            <ac:spMk id="21" creationId="{00000000-0000-0000-0000-000000000000}"/>
          </ac:spMkLst>
        </pc:spChg>
      </pc:sldChg>
      <pc:sldChg chg="addSp delSp modSp">
        <pc:chgData name="Lucas Tossolini" userId="82ff3cc4fadd8f44" providerId="LiveId" clId="{3A608EFD-BC24-4538-9399-88CC2F941BE9}" dt="2019-09-11T21:01:16.493" v="424" actId="403"/>
        <pc:sldMkLst>
          <pc:docMk/>
          <pc:sldMk cId="2968769866" sldId="277"/>
        </pc:sldMkLst>
        <pc:spChg chg="mod">
          <ac:chgData name="Lucas Tossolini" userId="82ff3cc4fadd8f44" providerId="LiveId" clId="{3A608EFD-BC24-4538-9399-88CC2F941BE9}" dt="2019-09-11T21:01:16.493" v="424" actId="403"/>
          <ac:spMkLst>
            <pc:docMk/>
            <pc:sldMk cId="2968769866" sldId="277"/>
            <ac:spMk id="2" creationId="{00000000-0000-0000-0000-000000000000}"/>
          </ac:spMkLst>
        </pc:spChg>
        <pc:spChg chg="del">
          <ac:chgData name="Lucas Tossolini" userId="82ff3cc4fadd8f44" providerId="LiveId" clId="{3A608EFD-BC24-4538-9399-88CC2F941BE9}" dt="2019-09-11T21:01:06.319" v="420" actId="478"/>
          <ac:spMkLst>
            <pc:docMk/>
            <pc:sldMk cId="2968769866" sldId="277"/>
            <ac:spMk id="4" creationId="{00000000-0000-0000-0000-000000000000}"/>
          </ac:spMkLst>
        </pc:spChg>
        <pc:spChg chg="add">
          <ac:chgData name="Lucas Tossolini" userId="82ff3cc4fadd8f44" providerId="LiveId" clId="{3A608EFD-BC24-4538-9399-88CC2F941BE9}" dt="2019-09-11T21:01:06.624" v="421"/>
          <ac:spMkLst>
            <pc:docMk/>
            <pc:sldMk cId="2968769866" sldId="277"/>
            <ac:spMk id="5" creationId="{11CF5C69-BAB1-4F8B-B2ED-9D16DDAF04BF}"/>
          </ac:spMkLst>
        </pc:spChg>
      </pc:sldChg>
      <pc:sldChg chg="addSp delSp modSp">
        <pc:chgData name="Lucas Tossolini" userId="82ff3cc4fadd8f44" providerId="LiveId" clId="{3A608EFD-BC24-4538-9399-88CC2F941BE9}" dt="2019-09-11T20:45:56.109" v="174" actId="403"/>
        <pc:sldMkLst>
          <pc:docMk/>
          <pc:sldMk cId="324178006" sldId="278"/>
        </pc:sldMkLst>
        <pc:spChg chg="del">
          <ac:chgData name="Lucas Tossolini" userId="82ff3cc4fadd8f44" providerId="LiveId" clId="{3A608EFD-BC24-4538-9399-88CC2F941BE9}" dt="2019-09-11T20:45:29.719" v="166" actId="478"/>
          <ac:spMkLst>
            <pc:docMk/>
            <pc:sldMk cId="324178006" sldId="278"/>
            <ac:spMk id="4" creationId="{00000000-0000-0000-0000-000000000000}"/>
          </ac:spMkLst>
        </pc:spChg>
        <pc:spChg chg="add">
          <ac:chgData name="Lucas Tossolini" userId="82ff3cc4fadd8f44" providerId="LiveId" clId="{3A608EFD-BC24-4538-9399-88CC2F941BE9}" dt="2019-09-11T20:45:33.017" v="167"/>
          <ac:spMkLst>
            <pc:docMk/>
            <pc:sldMk cId="324178006" sldId="278"/>
            <ac:spMk id="8" creationId="{CDBA42FD-3C9C-4E2E-B43B-CF72901126A7}"/>
          </ac:spMkLst>
        </pc:spChg>
        <pc:grpChg chg="add mod">
          <ac:chgData name="Lucas Tossolini" userId="82ff3cc4fadd8f44" providerId="LiveId" clId="{3A608EFD-BC24-4538-9399-88CC2F941BE9}" dt="2019-09-11T20:45:23.564" v="165" actId="1076"/>
          <ac:grpSpMkLst>
            <pc:docMk/>
            <pc:sldMk cId="324178006" sldId="278"/>
            <ac:grpSpMk id="5" creationId="{3281D07C-A183-468E-A4A8-BA46FDF71250}"/>
          </ac:grpSpMkLst>
        </pc:grpChg>
        <pc:graphicFrameChg chg="mod">
          <ac:chgData name="Lucas Tossolini" userId="82ff3cc4fadd8f44" providerId="LiveId" clId="{3A608EFD-BC24-4538-9399-88CC2F941BE9}" dt="2019-09-11T20:45:56.109" v="174" actId="403"/>
          <ac:graphicFrameMkLst>
            <pc:docMk/>
            <pc:sldMk cId="324178006" sldId="278"/>
            <ac:graphicFrameMk id="9" creationId="{00000000-0000-0000-0000-000000000000}"/>
          </ac:graphicFrameMkLst>
        </pc:graphicFrameChg>
      </pc:sldChg>
      <pc:sldChg chg="addSp delSp modSp">
        <pc:chgData name="Lucas Tossolini" userId="82ff3cc4fadd8f44" providerId="LiveId" clId="{3A608EFD-BC24-4538-9399-88CC2F941BE9}" dt="2019-09-11T23:32:13.670" v="1119" actId="1076"/>
        <pc:sldMkLst>
          <pc:docMk/>
          <pc:sldMk cId="1839648989" sldId="279"/>
        </pc:sldMkLst>
        <pc:spChg chg="del">
          <ac:chgData name="Lucas Tossolini" userId="82ff3cc4fadd8f44" providerId="LiveId" clId="{3A608EFD-BC24-4538-9399-88CC2F941BE9}" dt="2019-09-11T21:02:18.213" v="439" actId="478"/>
          <ac:spMkLst>
            <pc:docMk/>
            <pc:sldMk cId="1839648989" sldId="279"/>
            <ac:spMk id="2" creationId="{00000000-0000-0000-0000-000000000000}"/>
          </ac:spMkLst>
        </pc:spChg>
        <pc:spChg chg="mod">
          <ac:chgData name="Lucas Tossolini" userId="82ff3cc4fadd8f44" providerId="LiveId" clId="{3A608EFD-BC24-4538-9399-88CC2F941BE9}" dt="2019-09-11T23:32:13.670" v="1119" actId="1076"/>
          <ac:spMkLst>
            <pc:docMk/>
            <pc:sldMk cId="1839648989" sldId="279"/>
            <ac:spMk id="3" creationId="{5475EAD7-0B46-45A8-AD20-68BE1EE71179}"/>
          </ac:spMkLst>
        </pc:spChg>
        <pc:spChg chg="del">
          <ac:chgData name="Lucas Tossolini" userId="82ff3cc4fadd8f44" providerId="LiveId" clId="{3A608EFD-BC24-4538-9399-88CC2F941BE9}" dt="2019-09-11T21:02:11.008" v="437" actId="478"/>
          <ac:spMkLst>
            <pc:docMk/>
            <pc:sldMk cId="1839648989" sldId="279"/>
            <ac:spMk id="4" creationId="{00000000-0000-0000-0000-000000000000}"/>
          </ac:spMkLst>
        </pc:spChg>
        <pc:spChg chg="add">
          <ac:chgData name="Lucas Tossolini" userId="82ff3cc4fadd8f44" providerId="LiveId" clId="{3A608EFD-BC24-4538-9399-88CC2F941BE9}" dt="2019-09-11T21:02:12.174" v="438"/>
          <ac:spMkLst>
            <pc:docMk/>
            <pc:sldMk cId="1839648989" sldId="279"/>
            <ac:spMk id="7" creationId="{E63FFEF4-7DFA-4FAD-902D-714295D63C59}"/>
          </ac:spMkLst>
        </pc:spChg>
        <pc:graphicFrameChg chg="mod">
          <ac:chgData name="Lucas Tossolini" userId="82ff3cc4fadd8f44" providerId="LiveId" clId="{3A608EFD-BC24-4538-9399-88CC2F941BE9}" dt="2019-09-11T21:01:52.376" v="431" actId="1582"/>
          <ac:graphicFrameMkLst>
            <pc:docMk/>
            <pc:sldMk cId="1839648989" sldId="279"/>
            <ac:graphicFrameMk id="5" creationId="{C2905F3A-1519-42CD-99E1-5D2F78632BE2}"/>
          </ac:graphicFrameMkLst>
        </pc:graphicFrameChg>
        <pc:graphicFrameChg chg="mod">
          <ac:chgData name="Lucas Tossolini" userId="82ff3cc4fadd8f44" providerId="LiveId" clId="{3A608EFD-BC24-4538-9399-88CC2F941BE9}" dt="2019-09-11T21:02:03.619" v="435" actId="1582"/>
          <ac:graphicFrameMkLst>
            <pc:docMk/>
            <pc:sldMk cId="1839648989" sldId="279"/>
            <ac:graphicFrameMk id="6" creationId="{B8782A90-9562-4287-B584-E087F620418F}"/>
          </ac:graphicFrameMkLst>
        </pc:graphicFrameChg>
      </pc:sldChg>
      <pc:sldChg chg="addSp delSp modSp">
        <pc:chgData name="Lucas Tossolini" userId="82ff3cc4fadd8f44" providerId="LiveId" clId="{3A608EFD-BC24-4538-9399-88CC2F941BE9}" dt="2019-09-11T21:03:43.937" v="473" actId="1582"/>
        <pc:sldMkLst>
          <pc:docMk/>
          <pc:sldMk cId="1844323658" sldId="280"/>
        </pc:sldMkLst>
        <pc:spChg chg="mod">
          <ac:chgData name="Lucas Tossolini" userId="82ff3cc4fadd8f44" providerId="LiveId" clId="{3A608EFD-BC24-4538-9399-88CC2F941BE9}" dt="2019-09-11T21:02:51.510" v="455" actId="14100"/>
          <ac:spMkLst>
            <pc:docMk/>
            <pc:sldMk cId="1844323658" sldId="280"/>
            <ac:spMk id="2" creationId="{00000000-0000-0000-0000-000000000000}"/>
          </ac:spMkLst>
        </pc:spChg>
        <pc:spChg chg="del">
          <ac:chgData name="Lucas Tossolini" userId="82ff3cc4fadd8f44" providerId="LiveId" clId="{3A608EFD-BC24-4538-9399-88CC2F941BE9}" dt="2019-09-11T21:02:42.343" v="452" actId="478"/>
          <ac:spMkLst>
            <pc:docMk/>
            <pc:sldMk cId="1844323658" sldId="280"/>
            <ac:spMk id="4" creationId="{00000000-0000-0000-0000-000000000000}"/>
          </ac:spMkLst>
        </pc:spChg>
        <pc:spChg chg="mod">
          <ac:chgData name="Lucas Tossolini" userId="82ff3cc4fadd8f44" providerId="LiveId" clId="{3A608EFD-BC24-4538-9399-88CC2F941BE9}" dt="2019-09-11T21:02:58.875" v="459" actId="1076"/>
          <ac:spMkLst>
            <pc:docMk/>
            <pc:sldMk cId="1844323658" sldId="280"/>
            <ac:spMk id="6" creationId="{5594E657-BF84-4812-847A-800FE5038D1B}"/>
          </ac:spMkLst>
        </pc:spChg>
        <pc:spChg chg="add">
          <ac:chgData name="Lucas Tossolini" userId="82ff3cc4fadd8f44" providerId="LiveId" clId="{3A608EFD-BC24-4538-9399-88CC2F941BE9}" dt="2019-09-11T21:02:43.314" v="453"/>
          <ac:spMkLst>
            <pc:docMk/>
            <pc:sldMk cId="1844323658" sldId="280"/>
            <ac:spMk id="9" creationId="{C5662AB6-C75F-4C02-A980-77D230BE48D3}"/>
          </ac:spMkLst>
        </pc:spChg>
        <pc:graphicFrameChg chg="mod">
          <ac:chgData name="Lucas Tossolini" userId="82ff3cc4fadd8f44" providerId="LiveId" clId="{3A608EFD-BC24-4538-9399-88CC2F941BE9}" dt="2019-09-11T21:03:43.937" v="473" actId="1582"/>
          <ac:graphicFrameMkLst>
            <pc:docMk/>
            <pc:sldMk cId="1844323658" sldId="280"/>
            <ac:graphicFrameMk id="7" creationId="{02607390-53FE-495D-8DC5-8108EBA934C0}"/>
          </ac:graphicFrameMkLst>
        </pc:graphicFrameChg>
        <pc:graphicFrameChg chg="mod">
          <ac:chgData name="Lucas Tossolini" userId="82ff3cc4fadd8f44" providerId="LiveId" clId="{3A608EFD-BC24-4538-9399-88CC2F941BE9}" dt="2019-09-11T21:03:38.638" v="471" actId="1582"/>
          <ac:graphicFrameMkLst>
            <pc:docMk/>
            <pc:sldMk cId="1844323658" sldId="280"/>
            <ac:graphicFrameMk id="8" creationId="{E7AA9FD1-6599-4235-AEE3-61C26DF18D18}"/>
          </ac:graphicFrameMkLst>
        </pc:graphicFrameChg>
      </pc:sldChg>
      <pc:sldChg chg="addSp delSp modSp">
        <pc:chgData name="Lucas Tossolini" userId="82ff3cc4fadd8f44" providerId="LiveId" clId="{3A608EFD-BC24-4538-9399-88CC2F941BE9}" dt="2019-09-11T21:04:32.558" v="508" actId="1076"/>
        <pc:sldMkLst>
          <pc:docMk/>
          <pc:sldMk cId="1311912720" sldId="281"/>
        </pc:sldMkLst>
        <pc:spChg chg="del">
          <ac:chgData name="Lucas Tossolini" userId="82ff3cc4fadd8f44" providerId="LiveId" clId="{3A608EFD-BC24-4538-9399-88CC2F941BE9}" dt="2019-09-11T21:04:03.100" v="476" actId="478"/>
          <ac:spMkLst>
            <pc:docMk/>
            <pc:sldMk cId="1311912720" sldId="281"/>
            <ac:spMk id="2" creationId="{00000000-0000-0000-0000-000000000000}"/>
          </ac:spMkLst>
        </pc:spChg>
        <pc:spChg chg="del">
          <ac:chgData name="Lucas Tossolini" userId="82ff3cc4fadd8f44" providerId="LiveId" clId="{3A608EFD-BC24-4538-9399-88CC2F941BE9}" dt="2019-09-11T21:04:00.276" v="474" actId="478"/>
          <ac:spMkLst>
            <pc:docMk/>
            <pc:sldMk cId="1311912720" sldId="281"/>
            <ac:spMk id="4" creationId="{00000000-0000-0000-0000-000000000000}"/>
          </ac:spMkLst>
        </pc:spChg>
        <pc:spChg chg="add">
          <ac:chgData name="Lucas Tossolini" userId="82ff3cc4fadd8f44" providerId="LiveId" clId="{3A608EFD-BC24-4538-9399-88CC2F941BE9}" dt="2019-09-11T21:04:01.150" v="475"/>
          <ac:spMkLst>
            <pc:docMk/>
            <pc:sldMk cId="1311912720" sldId="281"/>
            <ac:spMk id="5" creationId="{8B9EC9FB-8E04-43B8-B177-D679E0B54A61}"/>
          </ac:spMkLst>
        </pc:spChg>
        <pc:spChg chg="mod">
          <ac:chgData name="Lucas Tossolini" userId="82ff3cc4fadd8f44" providerId="LiveId" clId="{3A608EFD-BC24-4538-9399-88CC2F941BE9}" dt="2019-09-11T21:04:32.558" v="508" actId="1076"/>
          <ac:spMkLst>
            <pc:docMk/>
            <pc:sldMk cId="1311912720" sldId="281"/>
            <ac:spMk id="6" creationId="{5594E657-BF84-4812-847A-800FE5038D1B}"/>
          </ac:spMkLst>
        </pc:spChg>
      </pc:sldChg>
      <pc:sldChg chg="add">
        <pc:chgData name="Lucas Tossolini" userId="82ff3cc4fadd8f44" providerId="LiveId" clId="{3A608EFD-BC24-4538-9399-88CC2F941BE9}" dt="2019-09-11T22:11:34.462" v="974"/>
        <pc:sldMkLst>
          <pc:docMk/>
          <pc:sldMk cId="0" sldId="291"/>
        </pc:sldMkLst>
      </pc:sldChg>
      <pc:sldChg chg="add">
        <pc:chgData name="Lucas Tossolini" userId="82ff3cc4fadd8f44" providerId="LiveId" clId="{3A608EFD-BC24-4538-9399-88CC2F941BE9}" dt="2019-09-11T22:12:02.476" v="976"/>
        <pc:sldMkLst>
          <pc:docMk/>
          <pc:sldMk cId="0" sldId="296"/>
        </pc:sldMkLst>
      </pc:sldChg>
      <pc:sldChg chg="modSp add">
        <pc:chgData name="Lucas Tossolini" userId="82ff3cc4fadd8f44" providerId="LiveId" clId="{3A608EFD-BC24-4538-9399-88CC2F941BE9}" dt="2019-09-11T23:20:00.203" v="1059"/>
        <pc:sldMkLst>
          <pc:docMk/>
          <pc:sldMk cId="0" sldId="298"/>
        </pc:sldMkLst>
        <pc:picChg chg="mod">
          <ac:chgData name="Lucas Tossolini" userId="82ff3cc4fadd8f44" providerId="LiveId" clId="{3A608EFD-BC24-4538-9399-88CC2F941BE9}" dt="2019-09-11T23:20:00.203" v="1059"/>
          <ac:picMkLst>
            <pc:docMk/>
            <pc:sldMk cId="0" sldId="298"/>
            <ac:picMk id="76802" creationId="{00000000-0000-0000-0000-000000000000}"/>
          </ac:picMkLst>
        </pc:picChg>
      </pc:sldChg>
      <pc:sldChg chg="add">
        <pc:chgData name="Lucas Tossolini" userId="82ff3cc4fadd8f44" providerId="LiveId" clId="{3A608EFD-BC24-4538-9399-88CC2F941BE9}" dt="2019-09-11T23:23:21.985" v="1085"/>
        <pc:sldMkLst>
          <pc:docMk/>
          <pc:sldMk cId="1702256879" sldId="306"/>
        </pc:sldMkLst>
      </pc:sldChg>
      <pc:sldChg chg="addSp modSp">
        <pc:chgData name="Lucas Tossolini" userId="82ff3cc4fadd8f44" providerId="LiveId" clId="{3A608EFD-BC24-4538-9399-88CC2F941BE9}" dt="2019-09-11T23:16:36.762" v="1030" actId="120"/>
        <pc:sldMkLst>
          <pc:docMk/>
          <pc:sldMk cId="2857683812" sldId="309"/>
        </pc:sldMkLst>
        <pc:spChg chg="add mod">
          <ac:chgData name="Lucas Tossolini" userId="82ff3cc4fadd8f44" providerId="LiveId" clId="{3A608EFD-BC24-4538-9399-88CC2F941BE9}" dt="2019-09-11T23:16:36.762" v="1030" actId="120"/>
          <ac:spMkLst>
            <pc:docMk/>
            <pc:sldMk cId="2857683812" sldId="309"/>
            <ac:spMk id="29" creationId="{BC96C5C9-EC0E-470D-9C74-1852EA9E9935}"/>
          </ac:spMkLst>
        </pc:spChg>
      </pc:sldChg>
      <pc:sldChg chg="addSp modSp">
        <pc:chgData name="Lucas Tossolini" userId="82ff3cc4fadd8f44" providerId="LiveId" clId="{3A608EFD-BC24-4538-9399-88CC2F941BE9}" dt="2019-09-11T23:17:22.462" v="1054" actId="20577"/>
        <pc:sldMkLst>
          <pc:docMk/>
          <pc:sldMk cId="941941243" sldId="315"/>
        </pc:sldMkLst>
        <pc:spChg chg="add mod">
          <ac:chgData name="Lucas Tossolini" userId="82ff3cc4fadd8f44" providerId="LiveId" clId="{3A608EFD-BC24-4538-9399-88CC2F941BE9}" dt="2019-09-11T23:17:22.462" v="1054" actId="20577"/>
          <ac:spMkLst>
            <pc:docMk/>
            <pc:sldMk cId="941941243" sldId="315"/>
            <ac:spMk id="3" creationId="{E9182E4D-5C22-46AD-BF81-CD32D1A29EF1}"/>
          </ac:spMkLst>
        </pc:spChg>
      </pc:sldChg>
      <pc:sldChg chg="add">
        <pc:chgData name="Lucas Tossolini" userId="82ff3cc4fadd8f44" providerId="LiveId" clId="{3A608EFD-BC24-4538-9399-88CC2F941BE9}" dt="2019-09-11T22:11:49.803" v="975"/>
        <pc:sldMkLst>
          <pc:docMk/>
          <pc:sldMk cId="2661685482" sldId="316"/>
        </pc:sldMkLst>
      </pc:sldChg>
      <pc:sldChg chg="add">
        <pc:chgData name="Lucas Tossolini" userId="82ff3cc4fadd8f44" providerId="LiveId" clId="{3A608EFD-BC24-4538-9399-88CC2F941BE9}" dt="2019-09-11T22:12:02.476" v="976"/>
        <pc:sldMkLst>
          <pc:docMk/>
          <pc:sldMk cId="838908106" sldId="317"/>
        </pc:sldMkLst>
      </pc:sldChg>
      <pc:sldChg chg="addSp">
        <pc:chgData name="Lucas Tossolini" userId="82ff3cc4fadd8f44" providerId="LiveId" clId="{3A608EFD-BC24-4538-9399-88CC2F941BE9}" dt="2019-09-11T23:17:26.225" v="1055"/>
        <pc:sldMkLst>
          <pc:docMk/>
          <pc:sldMk cId="775094072" sldId="318"/>
        </pc:sldMkLst>
        <pc:spChg chg="add">
          <ac:chgData name="Lucas Tossolini" userId="82ff3cc4fadd8f44" providerId="LiveId" clId="{3A608EFD-BC24-4538-9399-88CC2F941BE9}" dt="2019-09-11T23:17:26.225" v="1055"/>
          <ac:spMkLst>
            <pc:docMk/>
            <pc:sldMk cId="775094072" sldId="318"/>
            <ac:spMk id="7" creationId="{34167D00-8AA5-464E-81D7-ECEC6F30098C}"/>
          </ac:spMkLst>
        </pc:spChg>
      </pc:sldChg>
      <pc:sldChg chg="modSp">
        <pc:chgData name="Lucas Tossolini" userId="82ff3cc4fadd8f44" providerId="LiveId" clId="{3A608EFD-BC24-4538-9399-88CC2F941BE9}" dt="2019-09-11T23:17:35.336" v="1057" actId="20577"/>
        <pc:sldMkLst>
          <pc:docMk/>
          <pc:sldMk cId="1886851729" sldId="319"/>
        </pc:sldMkLst>
        <pc:spChg chg="mod">
          <ac:chgData name="Lucas Tossolini" userId="82ff3cc4fadd8f44" providerId="LiveId" clId="{3A608EFD-BC24-4538-9399-88CC2F941BE9}" dt="2019-09-11T23:17:35.336" v="1057" actId="20577"/>
          <ac:spMkLst>
            <pc:docMk/>
            <pc:sldMk cId="1886851729" sldId="319"/>
            <ac:spMk id="11" creationId="{F353901A-7709-4D10-A379-2B3E3F4C0BC6}"/>
          </ac:spMkLst>
        </pc:spChg>
      </pc:sldChg>
      <pc:sldChg chg="modSp">
        <pc:chgData name="Lucas Tossolini" userId="82ff3cc4fadd8f44" providerId="LiveId" clId="{3A608EFD-BC24-4538-9399-88CC2F941BE9}" dt="2019-09-11T22:09:24.449" v="973" actId="20577"/>
        <pc:sldMkLst>
          <pc:docMk/>
          <pc:sldMk cId="1925966448" sldId="320"/>
        </pc:sldMkLst>
        <pc:spChg chg="mod">
          <ac:chgData name="Lucas Tossolini" userId="82ff3cc4fadd8f44" providerId="LiveId" clId="{3A608EFD-BC24-4538-9399-88CC2F941BE9}" dt="2019-09-11T22:09:24.449" v="973" actId="20577"/>
          <ac:spMkLst>
            <pc:docMk/>
            <pc:sldMk cId="1925966448" sldId="320"/>
            <ac:spMk id="20" creationId="{00000000-0000-0000-0000-000000000000}"/>
          </ac:spMkLst>
        </pc:spChg>
      </pc:sldChg>
      <pc:sldChg chg="add">
        <pc:chgData name="Lucas Tossolini" userId="82ff3cc4fadd8f44" providerId="LiveId" clId="{3A608EFD-BC24-4538-9399-88CC2F941BE9}" dt="2019-09-11T22:12:52.182" v="977"/>
        <pc:sldMkLst>
          <pc:docMk/>
          <pc:sldMk cId="101245272" sldId="323"/>
        </pc:sldMkLst>
      </pc:sldChg>
      <pc:sldChg chg="delSp modSp">
        <pc:chgData name="Lucas Tossolini" userId="82ff3cc4fadd8f44" providerId="LiveId" clId="{3A608EFD-BC24-4538-9399-88CC2F941BE9}" dt="2019-09-12T15:49:28.490" v="1139" actId="1076"/>
        <pc:sldMkLst>
          <pc:docMk/>
          <pc:sldMk cId="2904125911" sldId="324"/>
        </pc:sldMkLst>
        <pc:spChg chg="mod">
          <ac:chgData name="Lucas Tossolini" userId="82ff3cc4fadd8f44" providerId="LiveId" clId="{3A608EFD-BC24-4538-9399-88CC2F941BE9}" dt="2019-09-12T15:49:01.482" v="1132" actId="20577"/>
          <ac:spMkLst>
            <pc:docMk/>
            <pc:sldMk cId="2904125911" sldId="324"/>
            <ac:spMk id="23" creationId="{00000000-0000-0000-0000-000000000000}"/>
          </ac:spMkLst>
        </pc:spChg>
        <pc:spChg chg="del">
          <ac:chgData name="Lucas Tossolini" userId="82ff3cc4fadd8f44" providerId="LiveId" clId="{3A608EFD-BC24-4538-9399-88CC2F941BE9}" dt="2019-09-12T15:49:05.870" v="1133" actId="478"/>
          <ac:spMkLst>
            <pc:docMk/>
            <pc:sldMk cId="2904125911" sldId="324"/>
            <ac:spMk id="29" creationId="{00000000-0000-0000-0000-000000000000}"/>
          </ac:spMkLst>
        </pc:spChg>
        <pc:spChg chg="del">
          <ac:chgData name="Lucas Tossolini" userId="82ff3cc4fadd8f44" providerId="LiveId" clId="{3A608EFD-BC24-4538-9399-88CC2F941BE9}" dt="2019-09-12T15:49:12.644" v="1134" actId="478"/>
          <ac:spMkLst>
            <pc:docMk/>
            <pc:sldMk cId="2904125911" sldId="324"/>
            <ac:spMk id="32" creationId="{00000000-0000-0000-0000-000000000000}"/>
          </ac:spMkLst>
        </pc:spChg>
        <pc:spChg chg="mod">
          <ac:chgData name="Lucas Tossolini" userId="82ff3cc4fadd8f44" providerId="LiveId" clId="{3A608EFD-BC24-4538-9399-88CC2F941BE9}" dt="2019-09-12T15:49:19.636" v="1138" actId="403"/>
          <ac:spMkLst>
            <pc:docMk/>
            <pc:sldMk cId="2904125911" sldId="324"/>
            <ac:spMk id="71" creationId="{00000000-0000-0000-0000-000000000000}"/>
          </ac:spMkLst>
        </pc:spChg>
        <pc:spChg chg="mod">
          <ac:chgData name="Lucas Tossolini" userId="82ff3cc4fadd8f44" providerId="LiveId" clId="{3A608EFD-BC24-4538-9399-88CC2F941BE9}" dt="2019-09-12T15:49:28.490" v="1139" actId="1076"/>
          <ac:spMkLst>
            <pc:docMk/>
            <pc:sldMk cId="2904125911" sldId="324"/>
            <ac:spMk id="73" creationId="{00000000-0000-0000-0000-000000000000}"/>
          </ac:spMkLst>
        </pc:spChg>
      </pc:sldChg>
      <pc:sldChg chg="modSp add">
        <pc:chgData name="Lucas Tossolini" userId="82ff3cc4fadd8f44" providerId="LiveId" clId="{3A608EFD-BC24-4538-9399-88CC2F941BE9}" dt="2019-09-12T15:49:54.653" v="1140"/>
        <pc:sldMkLst>
          <pc:docMk/>
          <pc:sldMk cId="2084961437" sldId="328"/>
        </pc:sldMkLst>
        <pc:picChg chg="mod">
          <ac:chgData name="Lucas Tossolini" userId="82ff3cc4fadd8f44" providerId="LiveId" clId="{3A608EFD-BC24-4538-9399-88CC2F941BE9}" dt="2019-09-12T15:49:54.653" v="1140"/>
          <ac:picMkLst>
            <pc:docMk/>
            <pc:sldMk cId="2084961437" sldId="328"/>
            <ac:picMk id="7" creationId="{00000000-0000-0000-0000-000000000000}"/>
          </ac:picMkLst>
        </pc:picChg>
      </pc:sldChg>
      <pc:sldChg chg="modSp add">
        <pc:chgData name="Lucas Tossolini" userId="82ff3cc4fadd8f44" providerId="LiveId" clId="{3A608EFD-BC24-4538-9399-88CC2F941BE9}" dt="2019-09-12T15:58:29.618" v="1141"/>
        <pc:sldMkLst>
          <pc:docMk/>
          <pc:sldMk cId="2717774638" sldId="333"/>
        </pc:sldMkLst>
        <pc:picChg chg="mod">
          <ac:chgData name="Lucas Tossolini" userId="82ff3cc4fadd8f44" providerId="LiveId" clId="{3A608EFD-BC24-4538-9399-88CC2F941BE9}" dt="2019-09-12T15:58:29.618" v="1141"/>
          <ac:picMkLst>
            <pc:docMk/>
            <pc:sldMk cId="2717774638" sldId="333"/>
            <ac:picMk id="3" creationId="{00000000-0000-0000-0000-000000000000}"/>
          </ac:picMkLst>
        </pc:picChg>
      </pc:sldChg>
      <pc:sldChg chg="delSp modSp">
        <pc:chgData name="Lucas Tossolini" userId="82ff3cc4fadd8f44" providerId="LiveId" clId="{3A608EFD-BC24-4538-9399-88CC2F941BE9}" dt="2019-09-11T23:21:05.055" v="1063" actId="1076"/>
        <pc:sldMkLst>
          <pc:docMk/>
          <pc:sldMk cId="4227147105" sldId="334"/>
        </pc:sldMkLst>
        <pc:spChg chg="del">
          <ac:chgData name="Lucas Tossolini" userId="82ff3cc4fadd8f44" providerId="LiveId" clId="{3A608EFD-BC24-4538-9399-88CC2F941BE9}" dt="2019-09-11T23:20:55.860" v="1061" actId="478"/>
          <ac:spMkLst>
            <pc:docMk/>
            <pc:sldMk cId="4227147105" sldId="334"/>
            <ac:spMk id="9" creationId="{00000000-0000-0000-0000-000000000000}"/>
          </ac:spMkLst>
        </pc:spChg>
        <pc:spChg chg="del">
          <ac:chgData name="Lucas Tossolini" userId="82ff3cc4fadd8f44" providerId="LiveId" clId="{3A608EFD-BC24-4538-9399-88CC2F941BE9}" dt="2019-09-11T23:20:55.860" v="1061" actId="478"/>
          <ac:spMkLst>
            <pc:docMk/>
            <pc:sldMk cId="4227147105" sldId="334"/>
            <ac:spMk id="10" creationId="{00000000-0000-0000-0000-000000000000}"/>
          </ac:spMkLst>
        </pc:spChg>
        <pc:spChg chg="del">
          <ac:chgData name="Lucas Tossolini" userId="82ff3cc4fadd8f44" providerId="LiveId" clId="{3A608EFD-BC24-4538-9399-88CC2F941BE9}" dt="2019-09-11T23:20:55.860" v="1061" actId="478"/>
          <ac:spMkLst>
            <pc:docMk/>
            <pc:sldMk cId="4227147105" sldId="334"/>
            <ac:spMk id="13" creationId="{00000000-0000-0000-0000-000000000000}"/>
          </ac:spMkLst>
        </pc:spChg>
        <pc:spChg chg="del">
          <ac:chgData name="Lucas Tossolini" userId="82ff3cc4fadd8f44" providerId="LiveId" clId="{3A608EFD-BC24-4538-9399-88CC2F941BE9}" dt="2019-09-11T23:20:55.860" v="1061" actId="478"/>
          <ac:spMkLst>
            <pc:docMk/>
            <pc:sldMk cId="4227147105" sldId="334"/>
            <ac:spMk id="14" creationId="{00000000-0000-0000-0000-000000000000}"/>
          </ac:spMkLst>
        </pc:spChg>
        <pc:spChg chg="del">
          <ac:chgData name="Lucas Tossolini" userId="82ff3cc4fadd8f44" providerId="LiveId" clId="{3A608EFD-BC24-4538-9399-88CC2F941BE9}" dt="2019-09-11T23:20:55.860" v="1061" actId="478"/>
          <ac:spMkLst>
            <pc:docMk/>
            <pc:sldMk cId="4227147105" sldId="334"/>
            <ac:spMk id="15" creationId="{00000000-0000-0000-0000-000000000000}"/>
          </ac:spMkLst>
        </pc:spChg>
        <pc:spChg chg="mod">
          <ac:chgData name="Lucas Tossolini" userId="82ff3cc4fadd8f44" providerId="LiveId" clId="{3A608EFD-BC24-4538-9399-88CC2F941BE9}" dt="2019-09-11T23:21:03.583" v="1062" actId="1076"/>
          <ac:spMkLst>
            <pc:docMk/>
            <pc:sldMk cId="4227147105" sldId="334"/>
            <ac:spMk id="24" creationId="{00000000-0000-0000-0000-000000000000}"/>
          </ac:spMkLst>
        </pc:spChg>
        <pc:spChg chg="mod">
          <ac:chgData name="Lucas Tossolini" userId="82ff3cc4fadd8f44" providerId="LiveId" clId="{3A608EFD-BC24-4538-9399-88CC2F941BE9}" dt="2019-09-11T23:21:05.055" v="1063" actId="1076"/>
          <ac:spMkLst>
            <pc:docMk/>
            <pc:sldMk cId="4227147105" sldId="334"/>
            <ac:spMk id="40" creationId="{17BE97EF-8944-4E54-A0E3-C574426E171E}"/>
          </ac:spMkLst>
        </pc:spChg>
        <pc:cxnChg chg="del mod">
          <ac:chgData name="Lucas Tossolini" userId="82ff3cc4fadd8f44" providerId="LiveId" clId="{3A608EFD-BC24-4538-9399-88CC2F941BE9}" dt="2019-09-11T23:20:55.860" v="1061" actId="478"/>
          <ac:cxnSpMkLst>
            <pc:docMk/>
            <pc:sldMk cId="4227147105" sldId="334"/>
            <ac:cxnSpMk id="12" creationId="{00000000-0000-0000-0000-000000000000}"/>
          </ac:cxnSpMkLst>
        </pc:cxnChg>
        <pc:cxnChg chg="del mod">
          <ac:chgData name="Lucas Tossolini" userId="82ff3cc4fadd8f44" providerId="LiveId" clId="{3A608EFD-BC24-4538-9399-88CC2F941BE9}" dt="2019-09-11T23:20:55.860" v="1061" actId="478"/>
          <ac:cxnSpMkLst>
            <pc:docMk/>
            <pc:sldMk cId="4227147105" sldId="334"/>
            <ac:cxnSpMk id="17" creationId="{00000000-0000-0000-0000-000000000000}"/>
          </ac:cxnSpMkLst>
        </pc:cxnChg>
        <pc:cxnChg chg="del mod">
          <ac:chgData name="Lucas Tossolini" userId="82ff3cc4fadd8f44" providerId="LiveId" clId="{3A608EFD-BC24-4538-9399-88CC2F941BE9}" dt="2019-09-11T23:20:55.860" v="1061" actId="478"/>
          <ac:cxnSpMkLst>
            <pc:docMk/>
            <pc:sldMk cId="4227147105" sldId="334"/>
            <ac:cxnSpMk id="18" creationId="{00000000-0000-0000-0000-000000000000}"/>
          </ac:cxnSpMkLst>
        </pc:cxnChg>
        <pc:cxnChg chg="del mod">
          <ac:chgData name="Lucas Tossolini" userId="82ff3cc4fadd8f44" providerId="LiveId" clId="{3A608EFD-BC24-4538-9399-88CC2F941BE9}" dt="2019-09-11T23:20:55.860" v="1061" actId="478"/>
          <ac:cxnSpMkLst>
            <pc:docMk/>
            <pc:sldMk cId="4227147105" sldId="334"/>
            <ac:cxnSpMk id="36" creationId="{30F6E83B-C14D-4CD5-9A74-C5F14C4822B2}"/>
          </ac:cxnSpMkLst>
        </pc:cxnChg>
      </pc:sldChg>
      <pc:sldChg chg="add">
        <pc:chgData name="Lucas Tossolini" userId="82ff3cc4fadd8f44" providerId="LiveId" clId="{3A608EFD-BC24-4538-9399-88CC2F941BE9}" dt="2019-09-11T22:13:41.892" v="979"/>
        <pc:sldMkLst>
          <pc:docMk/>
          <pc:sldMk cId="1984630940" sldId="335"/>
        </pc:sldMkLst>
      </pc:sldChg>
      <pc:sldChg chg="modSp add">
        <pc:chgData name="Lucas Tossolini" userId="82ff3cc4fadd8f44" providerId="LiveId" clId="{3A608EFD-BC24-4538-9399-88CC2F941BE9}" dt="2019-09-12T15:58:37.222" v="1142"/>
        <pc:sldMkLst>
          <pc:docMk/>
          <pc:sldMk cId="2339040527" sldId="336"/>
        </pc:sldMkLst>
        <pc:picChg chg="mod">
          <ac:chgData name="Lucas Tossolini" userId="82ff3cc4fadd8f44" providerId="LiveId" clId="{3A608EFD-BC24-4538-9399-88CC2F941BE9}" dt="2019-09-12T15:58:37.222" v="1142"/>
          <ac:picMkLst>
            <pc:docMk/>
            <pc:sldMk cId="2339040527" sldId="336"/>
            <ac:picMk id="4" creationId="{00000000-0000-0000-0000-000000000000}"/>
          </ac:picMkLst>
        </pc:picChg>
      </pc:sldChg>
      <pc:sldChg chg="delSp modSp">
        <pc:chgData name="Lucas Tossolini" userId="82ff3cc4fadd8f44" providerId="LiveId" clId="{3A608EFD-BC24-4538-9399-88CC2F941BE9}" dt="2019-09-11T23:22:38.322" v="1084" actId="20577"/>
        <pc:sldMkLst>
          <pc:docMk/>
          <pc:sldMk cId="3300238920" sldId="339"/>
        </pc:sldMkLst>
        <pc:spChg chg="mod">
          <ac:chgData name="Lucas Tossolini" userId="82ff3cc4fadd8f44" providerId="LiveId" clId="{3A608EFD-BC24-4538-9399-88CC2F941BE9}" dt="2019-09-11T23:22:38.322" v="1084" actId="20577"/>
          <ac:spMkLst>
            <pc:docMk/>
            <pc:sldMk cId="3300238920" sldId="339"/>
            <ac:spMk id="22" creationId="{00000000-0000-0000-0000-000000000000}"/>
          </ac:spMkLst>
        </pc:spChg>
        <pc:spChg chg="mod">
          <ac:chgData name="Lucas Tossolini" userId="82ff3cc4fadd8f44" providerId="LiveId" clId="{3A608EFD-BC24-4538-9399-88CC2F941BE9}" dt="2019-09-11T23:22:20.720" v="1066" actId="1076"/>
          <ac:spMkLst>
            <pc:docMk/>
            <pc:sldMk cId="3300238920" sldId="339"/>
            <ac:spMk id="23" creationId="{00000000-0000-0000-0000-000000000000}"/>
          </ac:spMkLst>
        </pc:spChg>
        <pc:spChg chg="mod">
          <ac:chgData name="Lucas Tossolini" userId="82ff3cc4fadd8f44" providerId="LiveId" clId="{3A608EFD-BC24-4538-9399-88CC2F941BE9}" dt="2019-09-11T23:22:30.177" v="1075" actId="20577"/>
          <ac:spMkLst>
            <pc:docMk/>
            <pc:sldMk cId="3300238920" sldId="339"/>
            <ac:spMk id="31" creationId="{00000000-0000-0000-0000-000000000000}"/>
          </ac:spMkLst>
        </pc:spChg>
        <pc:spChg chg="mod">
          <ac:chgData name="Lucas Tossolini" userId="82ff3cc4fadd8f44" providerId="LiveId" clId="{3A608EFD-BC24-4538-9399-88CC2F941BE9}" dt="2019-09-11T23:22:20.720" v="1066" actId="1076"/>
          <ac:spMkLst>
            <pc:docMk/>
            <pc:sldMk cId="3300238920" sldId="339"/>
            <ac:spMk id="51" creationId="{00000000-0000-0000-0000-000000000000}"/>
          </ac:spMkLst>
        </pc:spChg>
        <pc:spChg chg="del">
          <ac:chgData name="Lucas Tossolini" userId="82ff3cc4fadd8f44" providerId="LiveId" clId="{3A608EFD-BC24-4538-9399-88CC2F941BE9}" dt="2019-09-11T23:22:16.981" v="1065" actId="478"/>
          <ac:spMkLst>
            <pc:docMk/>
            <pc:sldMk cId="3300238920" sldId="339"/>
            <ac:spMk id="52" creationId="{00000000-0000-0000-0000-000000000000}"/>
          </ac:spMkLst>
        </pc:spChg>
        <pc:cxnChg chg="mod">
          <ac:chgData name="Lucas Tossolini" userId="82ff3cc4fadd8f44" providerId="LiveId" clId="{3A608EFD-BC24-4538-9399-88CC2F941BE9}" dt="2019-09-11T23:22:20.720" v="1066" actId="1076"/>
          <ac:cxnSpMkLst>
            <pc:docMk/>
            <pc:sldMk cId="3300238920" sldId="339"/>
            <ac:cxnSpMk id="24" creationId="{00000000-0000-0000-0000-000000000000}"/>
          </ac:cxnSpMkLst>
        </pc:cxnChg>
      </pc:sldChg>
      <pc:sldChg chg="addSp delSp modSp add">
        <pc:chgData name="Lucas Tossolini" userId="82ff3cc4fadd8f44" providerId="LiveId" clId="{3A608EFD-BC24-4538-9399-88CC2F941BE9}" dt="2019-09-11T21:12:28.905" v="667" actId="1037"/>
        <pc:sldMkLst>
          <pc:docMk/>
          <pc:sldMk cId="3876776632" sldId="340"/>
        </pc:sldMkLst>
        <pc:spChg chg="del">
          <ac:chgData name="Lucas Tossolini" userId="82ff3cc4fadd8f44" providerId="LiveId" clId="{3A608EFD-BC24-4538-9399-88CC2F941BE9}" dt="2019-09-11T21:05:35.922" v="511" actId="478"/>
          <ac:spMkLst>
            <pc:docMk/>
            <pc:sldMk cId="3876776632" sldId="340"/>
            <ac:spMk id="3" creationId="{5475EAD7-0B46-45A8-AD20-68BE1EE71179}"/>
          </ac:spMkLst>
        </pc:spChg>
        <pc:spChg chg="add mod">
          <ac:chgData name="Lucas Tossolini" userId="82ff3cc4fadd8f44" providerId="LiveId" clId="{3A608EFD-BC24-4538-9399-88CC2F941BE9}" dt="2019-09-11T21:10:39.801" v="588" actId="1076"/>
          <ac:spMkLst>
            <pc:docMk/>
            <pc:sldMk cId="3876776632" sldId="340"/>
            <ac:spMk id="15" creationId="{2E660A41-5A6C-4FDC-A341-8F66473A52FD}"/>
          </ac:spMkLst>
        </pc:spChg>
        <pc:spChg chg="add mod">
          <ac:chgData name="Lucas Tossolini" userId="82ff3cc4fadd8f44" providerId="LiveId" clId="{3A608EFD-BC24-4538-9399-88CC2F941BE9}" dt="2019-09-11T21:11:27.898" v="603" actId="1076"/>
          <ac:spMkLst>
            <pc:docMk/>
            <pc:sldMk cId="3876776632" sldId="340"/>
            <ac:spMk id="19" creationId="{A949FFCE-04A0-4089-929D-EE6D8F04A588}"/>
          </ac:spMkLst>
        </pc:spChg>
        <pc:spChg chg="add mod">
          <ac:chgData name="Lucas Tossolini" userId="82ff3cc4fadd8f44" providerId="LiveId" clId="{3A608EFD-BC24-4538-9399-88CC2F941BE9}" dt="2019-09-11T21:11:35.090" v="605" actId="1076"/>
          <ac:spMkLst>
            <pc:docMk/>
            <pc:sldMk cId="3876776632" sldId="340"/>
            <ac:spMk id="20" creationId="{DFE62A02-5AD8-43DA-B552-284F39CA0C5B}"/>
          </ac:spMkLst>
        </pc:spChg>
        <pc:spChg chg="add mod">
          <ac:chgData name="Lucas Tossolini" userId="82ff3cc4fadd8f44" providerId="LiveId" clId="{3A608EFD-BC24-4538-9399-88CC2F941BE9}" dt="2019-09-11T21:11:46.617" v="607" actId="1076"/>
          <ac:spMkLst>
            <pc:docMk/>
            <pc:sldMk cId="3876776632" sldId="340"/>
            <ac:spMk id="21" creationId="{561F27BE-1945-405A-B219-21F8F790A482}"/>
          </ac:spMkLst>
        </pc:spChg>
        <pc:spChg chg="add mod">
          <ac:chgData name="Lucas Tossolini" userId="82ff3cc4fadd8f44" providerId="LiveId" clId="{3A608EFD-BC24-4538-9399-88CC2F941BE9}" dt="2019-09-11T21:11:58.089" v="611" actId="1076"/>
          <ac:spMkLst>
            <pc:docMk/>
            <pc:sldMk cId="3876776632" sldId="340"/>
            <ac:spMk id="22" creationId="{5599BA44-0D69-4CAC-9388-39808768E90B}"/>
          </ac:spMkLst>
        </pc:spChg>
        <pc:spChg chg="add del">
          <ac:chgData name="Lucas Tossolini" userId="82ff3cc4fadd8f44" providerId="LiveId" clId="{3A608EFD-BC24-4538-9399-88CC2F941BE9}" dt="2019-09-11T21:12:04.373" v="613"/>
          <ac:spMkLst>
            <pc:docMk/>
            <pc:sldMk cId="3876776632" sldId="340"/>
            <ac:spMk id="23" creationId="{E5ADDED7-E999-4D4A-B311-500C828D0EBE}"/>
          </ac:spMkLst>
        </pc:spChg>
        <pc:spChg chg="add del">
          <ac:chgData name="Lucas Tossolini" userId="82ff3cc4fadd8f44" providerId="LiveId" clId="{3A608EFD-BC24-4538-9399-88CC2F941BE9}" dt="2019-09-11T21:12:04.373" v="613"/>
          <ac:spMkLst>
            <pc:docMk/>
            <pc:sldMk cId="3876776632" sldId="340"/>
            <ac:spMk id="24" creationId="{FD9A6713-8FBA-4B3B-9CF0-E65836639368}"/>
          </ac:spMkLst>
        </pc:spChg>
        <pc:spChg chg="add mod">
          <ac:chgData name="Lucas Tossolini" userId="82ff3cc4fadd8f44" providerId="LiveId" clId="{3A608EFD-BC24-4538-9399-88CC2F941BE9}" dt="2019-09-11T21:12:11.187" v="629" actId="1036"/>
          <ac:spMkLst>
            <pc:docMk/>
            <pc:sldMk cId="3876776632" sldId="340"/>
            <ac:spMk id="25" creationId="{F940C32D-58BB-4AF7-872F-C5EBF5B7C1BD}"/>
          </ac:spMkLst>
        </pc:spChg>
        <pc:spChg chg="add mod">
          <ac:chgData name="Lucas Tossolini" userId="82ff3cc4fadd8f44" providerId="LiveId" clId="{3A608EFD-BC24-4538-9399-88CC2F941BE9}" dt="2019-09-11T21:12:11.187" v="629" actId="1036"/>
          <ac:spMkLst>
            <pc:docMk/>
            <pc:sldMk cId="3876776632" sldId="340"/>
            <ac:spMk id="26" creationId="{A368C6F6-1E8E-45D3-9E6A-1C1442DCC98C}"/>
          </ac:spMkLst>
        </pc:spChg>
        <pc:spChg chg="add mod">
          <ac:chgData name="Lucas Tossolini" userId="82ff3cc4fadd8f44" providerId="LiveId" clId="{3A608EFD-BC24-4538-9399-88CC2F941BE9}" dt="2019-09-11T21:12:28.905" v="667" actId="1037"/>
          <ac:spMkLst>
            <pc:docMk/>
            <pc:sldMk cId="3876776632" sldId="340"/>
            <ac:spMk id="27" creationId="{6776A69D-1EB8-4618-8744-922812F91A79}"/>
          </ac:spMkLst>
        </pc:spChg>
        <pc:spChg chg="add mod">
          <ac:chgData name="Lucas Tossolini" userId="82ff3cc4fadd8f44" providerId="LiveId" clId="{3A608EFD-BC24-4538-9399-88CC2F941BE9}" dt="2019-09-11T21:12:28.905" v="667" actId="1037"/>
          <ac:spMkLst>
            <pc:docMk/>
            <pc:sldMk cId="3876776632" sldId="340"/>
            <ac:spMk id="28" creationId="{2E9366F9-0A11-428E-A5D5-2B5587ACD1FE}"/>
          </ac:spMkLst>
        </pc:spChg>
        <pc:graphicFrameChg chg="add del">
          <ac:chgData name="Lucas Tossolini" userId="82ff3cc4fadd8f44" providerId="LiveId" clId="{3A608EFD-BC24-4538-9399-88CC2F941BE9}" dt="2019-09-11T21:05:40.589" v="513"/>
          <ac:graphicFrameMkLst>
            <pc:docMk/>
            <pc:sldMk cId="3876776632" sldId="340"/>
            <ac:graphicFrameMk id="2" creationId="{7C296178-D1EF-4768-813B-57272B6F2707}"/>
          </ac:graphicFrameMkLst>
        </pc:graphicFrameChg>
        <pc:graphicFrameChg chg="del">
          <ac:chgData name="Lucas Tossolini" userId="82ff3cc4fadd8f44" providerId="LiveId" clId="{3A608EFD-BC24-4538-9399-88CC2F941BE9}" dt="2019-09-11T21:05:33.905" v="510" actId="478"/>
          <ac:graphicFrameMkLst>
            <pc:docMk/>
            <pc:sldMk cId="3876776632" sldId="340"/>
            <ac:graphicFrameMk id="5" creationId="{C2905F3A-1519-42CD-99E1-5D2F78632BE2}"/>
          </ac:graphicFrameMkLst>
        </pc:graphicFrameChg>
        <pc:graphicFrameChg chg="del">
          <ac:chgData name="Lucas Tossolini" userId="82ff3cc4fadd8f44" providerId="LiveId" clId="{3A608EFD-BC24-4538-9399-88CC2F941BE9}" dt="2019-09-11T21:05:33.905" v="510" actId="478"/>
          <ac:graphicFrameMkLst>
            <pc:docMk/>
            <pc:sldMk cId="3876776632" sldId="340"/>
            <ac:graphicFrameMk id="6" creationId="{B8782A90-9562-4287-B584-E087F620418F}"/>
          </ac:graphicFrameMkLst>
        </pc:graphicFrameChg>
        <pc:picChg chg="add del mod">
          <ac:chgData name="Lucas Tossolini" userId="82ff3cc4fadd8f44" providerId="LiveId" clId="{3A608EFD-BC24-4538-9399-88CC2F941BE9}" dt="2019-09-11T21:07:25.274" v="528" actId="478"/>
          <ac:picMkLst>
            <pc:docMk/>
            <pc:sldMk cId="3876776632" sldId="340"/>
            <ac:picMk id="4" creationId="{DF124215-D2FE-4D3A-82C9-C8D374CEA00F}"/>
          </ac:picMkLst>
        </pc:picChg>
        <pc:picChg chg="add del mod">
          <ac:chgData name="Lucas Tossolini" userId="82ff3cc4fadd8f44" providerId="LiveId" clId="{3A608EFD-BC24-4538-9399-88CC2F941BE9}" dt="2019-09-11T21:07:25.908" v="529" actId="478"/>
          <ac:picMkLst>
            <pc:docMk/>
            <pc:sldMk cId="3876776632" sldId="340"/>
            <ac:picMk id="8" creationId="{BC8B9C2C-4902-4BFA-B681-7E3E6C9D648A}"/>
          </ac:picMkLst>
        </pc:picChg>
        <pc:picChg chg="add del mod">
          <ac:chgData name="Lucas Tossolini" userId="82ff3cc4fadd8f44" providerId="LiveId" clId="{3A608EFD-BC24-4538-9399-88CC2F941BE9}" dt="2019-09-11T21:07:26.691" v="530" actId="478"/>
          <ac:picMkLst>
            <pc:docMk/>
            <pc:sldMk cId="3876776632" sldId="340"/>
            <ac:picMk id="9" creationId="{6C695978-8870-4406-BA2B-3B159DDBC0F1}"/>
          </ac:picMkLst>
        </pc:picChg>
        <pc:picChg chg="add del mod">
          <ac:chgData name="Lucas Tossolini" userId="82ff3cc4fadd8f44" providerId="LiveId" clId="{3A608EFD-BC24-4538-9399-88CC2F941BE9}" dt="2019-09-11T21:07:24.539" v="527" actId="478"/>
          <ac:picMkLst>
            <pc:docMk/>
            <pc:sldMk cId="3876776632" sldId="340"/>
            <ac:picMk id="10" creationId="{9C119D5B-4BC9-4C4F-9540-592A9B56224A}"/>
          </ac:picMkLst>
        </pc:picChg>
        <pc:picChg chg="add mod modCrop">
          <ac:chgData name="Lucas Tossolini" userId="82ff3cc4fadd8f44" providerId="LiveId" clId="{3A608EFD-BC24-4538-9399-88CC2F941BE9}" dt="2019-09-11T21:10:21.501" v="568" actId="1035"/>
          <ac:picMkLst>
            <pc:docMk/>
            <pc:sldMk cId="3876776632" sldId="340"/>
            <ac:picMk id="11" creationId="{D91CCC2B-4A3F-4868-A4B5-41F355EC680F}"/>
          </ac:picMkLst>
        </pc:picChg>
        <pc:picChg chg="add mod modCrop">
          <ac:chgData name="Lucas Tossolini" userId="82ff3cc4fadd8f44" providerId="LiveId" clId="{3A608EFD-BC24-4538-9399-88CC2F941BE9}" dt="2019-09-11T21:10:21.501" v="568" actId="1035"/>
          <ac:picMkLst>
            <pc:docMk/>
            <pc:sldMk cId="3876776632" sldId="340"/>
            <ac:picMk id="12" creationId="{A77521CA-EC17-4718-AC3D-95E9218511D7}"/>
          </ac:picMkLst>
        </pc:picChg>
        <pc:picChg chg="add mod modCrop">
          <ac:chgData name="Lucas Tossolini" userId="82ff3cc4fadd8f44" providerId="LiveId" clId="{3A608EFD-BC24-4538-9399-88CC2F941BE9}" dt="2019-09-11T21:10:24.313" v="580" actId="1036"/>
          <ac:picMkLst>
            <pc:docMk/>
            <pc:sldMk cId="3876776632" sldId="340"/>
            <ac:picMk id="13" creationId="{D46EB759-F62C-4997-9C63-F831882BC412}"/>
          </ac:picMkLst>
        </pc:picChg>
        <pc:picChg chg="add mod modCrop">
          <ac:chgData name="Lucas Tossolini" userId="82ff3cc4fadd8f44" providerId="LiveId" clId="{3A608EFD-BC24-4538-9399-88CC2F941BE9}" dt="2019-09-11T21:10:24.313" v="580" actId="1036"/>
          <ac:picMkLst>
            <pc:docMk/>
            <pc:sldMk cId="3876776632" sldId="340"/>
            <ac:picMk id="14" creationId="{30CDB49F-5707-45C4-9B80-8B7FF0EB4D7A}"/>
          </ac:picMkLst>
        </pc:picChg>
        <pc:cxnChg chg="add mod">
          <ac:chgData name="Lucas Tossolini" userId="82ff3cc4fadd8f44" providerId="LiveId" clId="{3A608EFD-BC24-4538-9399-88CC2F941BE9}" dt="2019-09-11T21:11:01.693" v="593" actId="693"/>
          <ac:cxnSpMkLst>
            <pc:docMk/>
            <pc:sldMk cId="3876776632" sldId="340"/>
            <ac:cxnSpMk id="17" creationId="{BC5545E6-657A-427B-8E61-2E57F4BCD3F7}"/>
          </ac:cxnSpMkLst>
        </pc:cxnChg>
        <pc:cxnChg chg="add mod">
          <ac:chgData name="Lucas Tossolini" userId="82ff3cc4fadd8f44" providerId="LiveId" clId="{3A608EFD-BC24-4538-9399-88CC2F941BE9}" dt="2019-09-11T21:11:07.698" v="595" actId="1076"/>
          <ac:cxnSpMkLst>
            <pc:docMk/>
            <pc:sldMk cId="3876776632" sldId="340"/>
            <ac:cxnSpMk id="18" creationId="{676F40A6-7805-4392-A1B0-506C8FE1F199}"/>
          </ac:cxnSpMkLst>
        </pc:cxnChg>
      </pc:sldChg>
      <pc:sldChg chg="addSp delSp modSp add">
        <pc:chgData name="Lucas Tossolini" userId="82ff3cc4fadd8f44" providerId="LiveId" clId="{3A608EFD-BC24-4538-9399-88CC2F941BE9}" dt="2019-09-11T21:45:26.191" v="905" actId="14100"/>
        <pc:sldMkLst>
          <pc:docMk/>
          <pc:sldMk cId="3626757843" sldId="341"/>
        </pc:sldMkLst>
        <pc:spChg chg="del">
          <ac:chgData name="Lucas Tossolini" userId="82ff3cc4fadd8f44" providerId="LiveId" clId="{3A608EFD-BC24-4538-9399-88CC2F941BE9}" dt="2019-09-11T21:26:04.275" v="885" actId="478"/>
          <ac:spMkLst>
            <pc:docMk/>
            <pc:sldMk cId="3626757843" sldId="341"/>
            <ac:spMk id="2" creationId="{00000000-0000-0000-0000-000000000000}"/>
          </ac:spMkLst>
        </pc:spChg>
        <pc:spChg chg="mod">
          <ac:chgData name="Lucas Tossolini" userId="82ff3cc4fadd8f44" providerId="LiveId" clId="{3A608EFD-BC24-4538-9399-88CC2F941BE9}" dt="2019-09-11T21:26:01.730" v="884" actId="20577"/>
          <ac:spMkLst>
            <pc:docMk/>
            <pc:sldMk cId="3626757843" sldId="341"/>
            <ac:spMk id="3" creationId="{00000000-0000-0000-0000-000000000000}"/>
          </ac:spMkLst>
        </pc:spChg>
        <pc:spChg chg="add mod">
          <ac:chgData name="Lucas Tossolini" userId="82ff3cc4fadd8f44" providerId="LiveId" clId="{3A608EFD-BC24-4538-9399-88CC2F941BE9}" dt="2019-09-11T21:28:41.137" v="898" actId="1076"/>
          <ac:spMkLst>
            <pc:docMk/>
            <pc:sldMk cId="3626757843" sldId="341"/>
            <ac:spMk id="4" creationId="{707BC8F8-8BF8-4AA3-85DE-E972C18B50CC}"/>
          </ac:spMkLst>
        </pc:spChg>
        <pc:spChg chg="del">
          <ac:chgData name="Lucas Tossolini" userId="82ff3cc4fadd8f44" providerId="LiveId" clId="{3A608EFD-BC24-4538-9399-88CC2F941BE9}" dt="2019-09-11T21:26:04.275" v="885" actId="478"/>
          <ac:spMkLst>
            <pc:docMk/>
            <pc:sldMk cId="3626757843" sldId="341"/>
            <ac:spMk id="8" creationId="{00000000-0000-0000-0000-000000000000}"/>
          </ac:spMkLst>
        </pc:spChg>
        <pc:spChg chg="del">
          <ac:chgData name="Lucas Tossolini" userId="82ff3cc4fadd8f44" providerId="LiveId" clId="{3A608EFD-BC24-4538-9399-88CC2F941BE9}" dt="2019-09-11T21:26:04.275" v="885" actId="478"/>
          <ac:spMkLst>
            <pc:docMk/>
            <pc:sldMk cId="3626757843" sldId="341"/>
            <ac:spMk id="9" creationId="{00000000-0000-0000-0000-000000000000}"/>
          </ac:spMkLst>
        </pc:spChg>
        <pc:spChg chg="del">
          <ac:chgData name="Lucas Tossolini" userId="82ff3cc4fadd8f44" providerId="LiveId" clId="{3A608EFD-BC24-4538-9399-88CC2F941BE9}" dt="2019-09-11T21:26:04.275" v="885" actId="478"/>
          <ac:spMkLst>
            <pc:docMk/>
            <pc:sldMk cId="3626757843" sldId="341"/>
            <ac:spMk id="10" creationId="{00000000-0000-0000-0000-000000000000}"/>
          </ac:spMkLst>
        </pc:spChg>
        <pc:spChg chg="del">
          <ac:chgData name="Lucas Tossolini" userId="82ff3cc4fadd8f44" providerId="LiveId" clId="{3A608EFD-BC24-4538-9399-88CC2F941BE9}" dt="2019-09-11T21:26:04.275" v="885" actId="478"/>
          <ac:spMkLst>
            <pc:docMk/>
            <pc:sldMk cId="3626757843" sldId="341"/>
            <ac:spMk id="11" creationId="{00000000-0000-0000-0000-000000000000}"/>
          </ac:spMkLst>
        </pc:spChg>
        <pc:spChg chg="del">
          <ac:chgData name="Lucas Tossolini" userId="82ff3cc4fadd8f44" providerId="LiveId" clId="{3A608EFD-BC24-4538-9399-88CC2F941BE9}" dt="2019-09-11T21:26:04.275" v="885" actId="478"/>
          <ac:spMkLst>
            <pc:docMk/>
            <pc:sldMk cId="3626757843" sldId="341"/>
            <ac:spMk id="12" creationId="{00000000-0000-0000-0000-000000000000}"/>
          </ac:spMkLst>
        </pc:spChg>
        <pc:spChg chg="del">
          <ac:chgData name="Lucas Tossolini" userId="82ff3cc4fadd8f44" providerId="LiveId" clId="{3A608EFD-BC24-4538-9399-88CC2F941BE9}" dt="2019-09-11T21:26:04.275" v="885" actId="478"/>
          <ac:spMkLst>
            <pc:docMk/>
            <pc:sldMk cId="3626757843" sldId="341"/>
            <ac:spMk id="13" creationId="{00000000-0000-0000-0000-000000000000}"/>
          </ac:spMkLst>
        </pc:spChg>
        <pc:spChg chg="del">
          <ac:chgData name="Lucas Tossolini" userId="82ff3cc4fadd8f44" providerId="LiveId" clId="{3A608EFD-BC24-4538-9399-88CC2F941BE9}" dt="2019-09-11T21:26:04.275" v="885" actId="478"/>
          <ac:spMkLst>
            <pc:docMk/>
            <pc:sldMk cId="3626757843" sldId="341"/>
            <ac:spMk id="14" creationId="{00000000-0000-0000-0000-000000000000}"/>
          </ac:spMkLst>
        </pc:spChg>
        <pc:spChg chg="del">
          <ac:chgData name="Lucas Tossolini" userId="82ff3cc4fadd8f44" providerId="LiveId" clId="{3A608EFD-BC24-4538-9399-88CC2F941BE9}" dt="2019-09-11T21:26:04.275" v="885" actId="478"/>
          <ac:spMkLst>
            <pc:docMk/>
            <pc:sldMk cId="3626757843" sldId="341"/>
            <ac:spMk id="15" creationId="{00000000-0000-0000-0000-000000000000}"/>
          </ac:spMkLst>
        </pc:spChg>
        <pc:picChg chg="add mod modCrop">
          <ac:chgData name="Lucas Tossolini" userId="82ff3cc4fadd8f44" providerId="LiveId" clId="{3A608EFD-BC24-4538-9399-88CC2F941BE9}" dt="2019-09-11T21:28:43.129" v="899" actId="1076"/>
          <ac:picMkLst>
            <pc:docMk/>
            <pc:sldMk cId="3626757843" sldId="341"/>
            <ac:picMk id="5" creationId="{290E906B-498C-44F9-9617-513B8B44454D}"/>
          </ac:picMkLst>
        </pc:picChg>
        <pc:picChg chg="add mod modCrop">
          <ac:chgData name="Lucas Tossolini" userId="82ff3cc4fadd8f44" providerId="LiveId" clId="{3A608EFD-BC24-4538-9399-88CC2F941BE9}" dt="2019-09-11T21:45:26.191" v="905" actId="14100"/>
          <ac:picMkLst>
            <pc:docMk/>
            <pc:sldMk cId="3626757843" sldId="341"/>
            <ac:picMk id="6" creationId="{C798A9F1-7CF4-442E-A48D-00EC9098CA8B}"/>
          </ac:picMkLst>
        </pc:picChg>
      </pc:sldChg>
      <pc:sldChg chg="addSp delSp modSp add">
        <pc:chgData name="Lucas Tossolini" userId="82ff3cc4fadd8f44" providerId="LiveId" clId="{3A608EFD-BC24-4538-9399-88CC2F941BE9}" dt="2019-09-11T21:55:47.494" v="922" actId="14100"/>
        <pc:sldMkLst>
          <pc:docMk/>
          <pc:sldMk cId="4292734392" sldId="342"/>
        </pc:sldMkLst>
        <pc:spChg chg="del">
          <ac:chgData name="Lucas Tossolini" userId="82ff3cc4fadd8f44" providerId="LiveId" clId="{3A608EFD-BC24-4538-9399-88CC2F941BE9}" dt="2019-09-11T21:55:24.752" v="914" actId="478"/>
          <ac:spMkLst>
            <pc:docMk/>
            <pc:sldMk cId="4292734392" sldId="342"/>
            <ac:spMk id="4" creationId="{707BC8F8-8BF8-4AA3-85DE-E972C18B50CC}"/>
          </ac:spMkLst>
        </pc:spChg>
        <pc:spChg chg="add mod">
          <ac:chgData name="Lucas Tossolini" userId="82ff3cc4fadd8f44" providerId="LiveId" clId="{3A608EFD-BC24-4538-9399-88CC2F941BE9}" dt="2019-09-11T21:55:45.566" v="921" actId="1076"/>
          <ac:spMkLst>
            <pc:docMk/>
            <pc:sldMk cId="4292734392" sldId="342"/>
            <ac:spMk id="7" creationId="{477C581E-66E7-41F5-9176-DA6A50381754}"/>
          </ac:spMkLst>
        </pc:spChg>
        <pc:picChg chg="add mod modCrop">
          <ac:chgData name="Lucas Tossolini" userId="82ff3cc4fadd8f44" providerId="LiveId" clId="{3A608EFD-BC24-4538-9399-88CC2F941BE9}" dt="2019-09-11T21:55:47.494" v="922" actId="14100"/>
          <ac:picMkLst>
            <pc:docMk/>
            <pc:sldMk cId="4292734392" sldId="342"/>
            <ac:picMk id="2" creationId="{CC4A412A-1336-4127-94BE-426EFF8E7355}"/>
          </ac:picMkLst>
        </pc:picChg>
        <pc:picChg chg="del">
          <ac:chgData name="Lucas Tossolini" userId="82ff3cc4fadd8f44" providerId="LiveId" clId="{3A608EFD-BC24-4538-9399-88CC2F941BE9}" dt="2019-09-11T21:55:24.752" v="914" actId="478"/>
          <ac:picMkLst>
            <pc:docMk/>
            <pc:sldMk cId="4292734392" sldId="342"/>
            <ac:picMk id="5" creationId="{290E906B-498C-44F9-9617-513B8B44454D}"/>
          </ac:picMkLst>
        </pc:picChg>
        <pc:picChg chg="del">
          <ac:chgData name="Lucas Tossolini" userId="82ff3cc4fadd8f44" providerId="LiveId" clId="{3A608EFD-BC24-4538-9399-88CC2F941BE9}" dt="2019-09-11T21:45:32.501" v="907" actId="478"/>
          <ac:picMkLst>
            <pc:docMk/>
            <pc:sldMk cId="4292734392" sldId="342"/>
            <ac:picMk id="6" creationId="{C798A9F1-7CF4-442E-A48D-00EC9098CA8B}"/>
          </ac:picMkLst>
        </pc:picChg>
      </pc:sldChg>
      <pc:sldChg chg="addSp delSp modSp add">
        <pc:chgData name="Lucas Tossolini" userId="82ff3cc4fadd8f44" providerId="LiveId" clId="{3A608EFD-BC24-4538-9399-88CC2F941BE9}" dt="2019-09-11T23:40:54.563" v="1121" actId="13926"/>
        <pc:sldMkLst>
          <pc:docMk/>
          <pc:sldMk cId="2898846942" sldId="343"/>
        </pc:sldMkLst>
        <pc:spChg chg="add mod">
          <ac:chgData name="Lucas Tossolini" userId="82ff3cc4fadd8f44" providerId="LiveId" clId="{3A608EFD-BC24-4538-9399-88CC2F941BE9}" dt="2019-09-11T23:40:54.563" v="1121" actId="13926"/>
          <ac:spMkLst>
            <pc:docMk/>
            <pc:sldMk cId="2898846942" sldId="343"/>
            <ac:spMk id="4" creationId="{E80B1C43-808B-447D-AD11-96AB2FFFA01A}"/>
          </ac:spMkLst>
        </pc:spChg>
        <pc:spChg chg="del mod">
          <ac:chgData name="Lucas Tossolini" userId="82ff3cc4fadd8f44" providerId="LiveId" clId="{3A608EFD-BC24-4538-9399-88CC2F941BE9}" dt="2019-09-11T21:56:36.271" v="936" actId="478"/>
          <ac:spMkLst>
            <pc:docMk/>
            <pc:sldMk cId="2898846942" sldId="343"/>
            <ac:spMk id="7" creationId="{477C581E-66E7-41F5-9176-DA6A50381754}"/>
          </ac:spMkLst>
        </pc:spChg>
        <pc:picChg chg="del">
          <ac:chgData name="Lucas Tossolini" userId="82ff3cc4fadd8f44" providerId="LiveId" clId="{3A608EFD-BC24-4538-9399-88CC2F941BE9}" dt="2019-09-11T21:56:08.018" v="924" actId="478"/>
          <ac:picMkLst>
            <pc:docMk/>
            <pc:sldMk cId="2898846942" sldId="343"/>
            <ac:picMk id="2" creationId="{CC4A412A-1336-4127-94BE-426EFF8E7355}"/>
          </ac:picMkLst>
        </pc:picChg>
      </pc:sldChg>
      <pc:sldChg chg="add">
        <pc:chgData name="Lucas Tossolini" userId="82ff3cc4fadd8f44" providerId="LiveId" clId="{3A608EFD-BC24-4538-9399-88CC2F941BE9}" dt="2019-09-11T22:11:49.803" v="975"/>
        <pc:sldMkLst>
          <pc:docMk/>
          <pc:sldMk cId="1772040397" sldId="344"/>
        </pc:sldMkLst>
      </pc:sldChg>
      <pc:sldChg chg="modSp add">
        <pc:chgData name="Lucas Tossolini" userId="82ff3cc4fadd8f44" providerId="LiveId" clId="{3A608EFD-BC24-4538-9399-88CC2F941BE9}" dt="2019-09-12T15:40:35.235" v="1131" actId="1076"/>
        <pc:sldMkLst>
          <pc:docMk/>
          <pc:sldMk cId="1525226058" sldId="345"/>
        </pc:sldMkLst>
        <pc:spChg chg="mod">
          <ac:chgData name="Lucas Tossolini" userId="82ff3cc4fadd8f44" providerId="LiveId" clId="{3A608EFD-BC24-4538-9399-88CC2F941BE9}" dt="2019-09-12T15:40:35.235" v="1131" actId="1076"/>
          <ac:spMkLst>
            <pc:docMk/>
            <pc:sldMk cId="1525226058" sldId="345"/>
            <ac:spMk id="4" creationId="{D32887C7-C8B0-4BD4-982E-118D388A81E0}"/>
          </ac:spMkLst>
        </pc:spChg>
        <pc:spChg chg="mod">
          <ac:chgData name="Lucas Tossolini" userId="82ff3cc4fadd8f44" providerId="LiveId" clId="{3A608EFD-BC24-4538-9399-88CC2F941BE9}" dt="2019-09-11T23:14:26.471" v="1020" actId="20577"/>
          <ac:spMkLst>
            <pc:docMk/>
            <pc:sldMk cId="1525226058" sldId="345"/>
            <ac:spMk id="9" creationId="{3BE3AF40-C336-4EFD-B5CC-5C0EE4BA8973}"/>
          </ac:spMkLst>
        </pc:spChg>
        <pc:cxnChg chg="mod">
          <ac:chgData name="Lucas Tossolini" userId="82ff3cc4fadd8f44" providerId="LiveId" clId="{3A608EFD-BC24-4538-9399-88CC2F941BE9}" dt="2019-09-12T15:40:35.235" v="1131" actId="1076"/>
          <ac:cxnSpMkLst>
            <pc:docMk/>
            <pc:sldMk cId="1525226058" sldId="345"/>
            <ac:cxnSpMk id="6" creationId="{1E7836E1-651E-4E2D-9271-1D83A7627C91}"/>
          </ac:cxnSpMkLst>
        </pc:cxnChg>
      </pc:sldChg>
      <pc:sldChg chg="add">
        <pc:chgData name="Lucas Tossolini" userId="82ff3cc4fadd8f44" providerId="LiveId" clId="{3A608EFD-BC24-4538-9399-88CC2F941BE9}" dt="2019-09-11T23:23:21.985" v="1085"/>
        <pc:sldMkLst>
          <pc:docMk/>
          <pc:sldMk cId="2980300568" sldId="346"/>
        </pc:sldMkLst>
      </pc:sldChg>
      <pc:sldChg chg="addSp delSp modSp add delAnim">
        <pc:chgData name="Lucas Tossolini" userId="82ff3cc4fadd8f44" providerId="LiveId" clId="{3A608EFD-BC24-4538-9399-88CC2F941BE9}" dt="2019-09-11T23:27:40.761" v="1116" actId="1582"/>
        <pc:sldMkLst>
          <pc:docMk/>
          <pc:sldMk cId="3087430631" sldId="347"/>
        </pc:sldMkLst>
        <pc:spChg chg="mod">
          <ac:chgData name="Lucas Tossolini" userId="82ff3cc4fadd8f44" providerId="LiveId" clId="{3A608EFD-BC24-4538-9399-88CC2F941BE9}" dt="2019-09-11T23:27:12.711" v="1101" actId="20577"/>
          <ac:spMkLst>
            <pc:docMk/>
            <pc:sldMk cId="3087430631" sldId="347"/>
            <ac:spMk id="15" creationId="{08594F97-7C07-4F0A-A53A-28F6870DFBAD}"/>
          </ac:spMkLst>
        </pc:spChg>
        <pc:spChg chg="del">
          <ac:chgData name="Lucas Tossolini" userId="82ff3cc4fadd8f44" providerId="LiveId" clId="{3A608EFD-BC24-4538-9399-88CC2F941BE9}" dt="2019-09-11T23:27:00.503" v="1087" actId="478"/>
          <ac:spMkLst>
            <pc:docMk/>
            <pc:sldMk cId="3087430631" sldId="347"/>
            <ac:spMk id="17" creationId="{C76C65E8-E0CC-4AEE-8C12-D5C0FFF3DC70}"/>
          </ac:spMkLst>
        </pc:spChg>
        <pc:spChg chg="del">
          <ac:chgData name="Lucas Tossolini" userId="82ff3cc4fadd8f44" providerId="LiveId" clId="{3A608EFD-BC24-4538-9399-88CC2F941BE9}" dt="2019-09-11T23:27:00.503" v="1087" actId="478"/>
          <ac:spMkLst>
            <pc:docMk/>
            <pc:sldMk cId="3087430631" sldId="347"/>
            <ac:spMk id="19" creationId="{769ABD0A-1C92-4EC0-9EB1-8A900FD57EE1}"/>
          </ac:spMkLst>
        </pc:spChg>
        <pc:spChg chg="del">
          <ac:chgData name="Lucas Tossolini" userId="82ff3cc4fadd8f44" providerId="LiveId" clId="{3A608EFD-BC24-4538-9399-88CC2F941BE9}" dt="2019-09-11T23:27:15.114" v="1102" actId="478"/>
          <ac:spMkLst>
            <pc:docMk/>
            <pc:sldMk cId="3087430631" sldId="347"/>
            <ac:spMk id="20" creationId="{353934A9-E308-4FBE-BB97-25A5CA050DDC}"/>
          </ac:spMkLst>
        </pc:spChg>
        <pc:spChg chg="del">
          <ac:chgData name="Lucas Tossolini" userId="82ff3cc4fadd8f44" providerId="LiveId" clId="{3A608EFD-BC24-4538-9399-88CC2F941BE9}" dt="2019-09-11T23:27:00.503" v="1087" actId="478"/>
          <ac:spMkLst>
            <pc:docMk/>
            <pc:sldMk cId="3087430631" sldId="347"/>
            <ac:spMk id="21" creationId="{BDD1A947-3A1B-4C3C-9D5B-EFCBBCF0FB32}"/>
          </ac:spMkLst>
        </pc:spChg>
        <pc:graphicFrameChg chg="del">
          <ac:chgData name="Lucas Tossolini" userId="82ff3cc4fadd8f44" providerId="LiveId" clId="{3A608EFD-BC24-4538-9399-88CC2F941BE9}" dt="2019-09-11T23:27:00.503" v="1087" actId="478"/>
          <ac:graphicFrameMkLst>
            <pc:docMk/>
            <pc:sldMk cId="3087430631" sldId="347"/>
            <ac:graphicFrameMk id="10" creationId="{A1C9F7D2-8229-4D3C-9ABA-CA93BD1C800F}"/>
          </ac:graphicFrameMkLst>
        </pc:graphicFrameChg>
        <pc:graphicFrameChg chg="del">
          <ac:chgData name="Lucas Tossolini" userId="82ff3cc4fadd8f44" providerId="LiveId" clId="{3A608EFD-BC24-4538-9399-88CC2F941BE9}" dt="2019-09-11T23:27:00.503" v="1087" actId="478"/>
          <ac:graphicFrameMkLst>
            <pc:docMk/>
            <pc:sldMk cId="3087430631" sldId="347"/>
            <ac:graphicFrameMk id="11" creationId="{DDDB8AD3-11D5-4D57-B4B5-F37E4934C946}"/>
          </ac:graphicFrameMkLst>
        </pc:graphicFrameChg>
        <pc:graphicFrameChg chg="add mod">
          <ac:chgData name="Lucas Tossolini" userId="82ff3cc4fadd8f44" providerId="LiveId" clId="{3A608EFD-BC24-4538-9399-88CC2F941BE9}" dt="2019-09-11T23:27:40.761" v="1116" actId="1582"/>
          <ac:graphicFrameMkLst>
            <pc:docMk/>
            <pc:sldMk cId="3087430631" sldId="347"/>
            <ac:graphicFrameMk id="13" creationId="{FBB2FE69-66A2-495D-9F49-1CB4C51CE018}"/>
          </ac:graphicFrameMkLst>
        </pc:graphicFrameChg>
        <pc:picChg chg="del">
          <ac:chgData name="Lucas Tossolini" userId="82ff3cc4fadd8f44" providerId="LiveId" clId="{3A608EFD-BC24-4538-9399-88CC2F941BE9}" dt="2019-09-11T23:27:00.503" v="1087" actId="478"/>
          <ac:picMkLst>
            <pc:docMk/>
            <pc:sldMk cId="3087430631" sldId="347"/>
            <ac:picMk id="16" creationId="{C065123C-EC67-4074-9FFC-A9308BDB7983}"/>
          </ac:picMkLst>
        </pc:picChg>
        <pc:picChg chg="del">
          <ac:chgData name="Lucas Tossolini" userId="82ff3cc4fadd8f44" providerId="LiveId" clId="{3A608EFD-BC24-4538-9399-88CC2F941BE9}" dt="2019-09-11T23:27:00.503" v="1087" actId="478"/>
          <ac:picMkLst>
            <pc:docMk/>
            <pc:sldMk cId="3087430631" sldId="347"/>
            <ac:picMk id="18" creationId="{AE2E40F7-0918-4D93-AF07-EFEA21E403DD}"/>
          </ac:picMkLst>
        </pc:picChg>
        <pc:picChg chg="del">
          <ac:chgData name="Lucas Tossolini" userId="82ff3cc4fadd8f44" providerId="LiveId" clId="{3A608EFD-BC24-4538-9399-88CC2F941BE9}" dt="2019-09-11T23:27:00.503" v="1087" actId="478"/>
          <ac:picMkLst>
            <pc:docMk/>
            <pc:sldMk cId="3087430631" sldId="347"/>
            <ac:picMk id="22" creationId="{6134906F-1F44-4348-B6D6-E4A7F7C02226}"/>
          </ac:picMkLst>
        </pc:picChg>
        <pc:picChg chg="del">
          <ac:chgData name="Lucas Tossolini" userId="82ff3cc4fadd8f44" providerId="LiveId" clId="{3A608EFD-BC24-4538-9399-88CC2F941BE9}" dt="2019-09-11T23:27:00.503" v="1087" actId="478"/>
          <ac:picMkLst>
            <pc:docMk/>
            <pc:sldMk cId="3087430631" sldId="347"/>
            <ac:picMk id="23" creationId="{036AFDEC-0A9F-4780-A49B-4F957EABE8EE}"/>
          </ac:picMkLst>
        </pc:picChg>
      </pc:sldChg>
      <pc:sldMasterChg chg="setBg modSldLayout">
        <pc:chgData name="Lucas Tossolini" userId="82ff3cc4fadd8f44" providerId="LiveId" clId="{3A608EFD-BC24-4538-9399-88CC2F941BE9}" dt="2019-09-11T20:37:23.182" v="41"/>
        <pc:sldMasterMkLst>
          <pc:docMk/>
          <pc:sldMasterMk cId="76684374" sldId="2147483660"/>
        </pc:sldMasterMkLst>
        <pc:sldLayoutChg chg="setBg">
          <pc:chgData name="Lucas Tossolini" userId="82ff3cc4fadd8f44" providerId="LiveId" clId="{3A608EFD-BC24-4538-9399-88CC2F941BE9}" dt="2019-09-11T20:37:23.182" v="41"/>
          <pc:sldLayoutMkLst>
            <pc:docMk/>
            <pc:sldMasterMk cId="76684374" sldId="2147483660"/>
            <pc:sldLayoutMk cId="3419381549" sldId="2147483661"/>
          </pc:sldLayoutMkLst>
        </pc:sldLayoutChg>
        <pc:sldLayoutChg chg="setBg">
          <pc:chgData name="Lucas Tossolini" userId="82ff3cc4fadd8f44" providerId="LiveId" clId="{3A608EFD-BC24-4538-9399-88CC2F941BE9}" dt="2019-09-11T20:37:23.182" v="41"/>
          <pc:sldLayoutMkLst>
            <pc:docMk/>
            <pc:sldMasterMk cId="76684374" sldId="2147483660"/>
            <pc:sldLayoutMk cId="3248264919" sldId="2147483662"/>
          </pc:sldLayoutMkLst>
        </pc:sldLayoutChg>
        <pc:sldLayoutChg chg="setBg">
          <pc:chgData name="Lucas Tossolini" userId="82ff3cc4fadd8f44" providerId="LiveId" clId="{3A608EFD-BC24-4538-9399-88CC2F941BE9}" dt="2019-09-11T20:37:23.182" v="41"/>
          <pc:sldLayoutMkLst>
            <pc:docMk/>
            <pc:sldMasterMk cId="76684374" sldId="2147483660"/>
            <pc:sldLayoutMk cId="684829751" sldId="2147483663"/>
          </pc:sldLayoutMkLst>
        </pc:sldLayoutChg>
        <pc:sldLayoutChg chg="setBg">
          <pc:chgData name="Lucas Tossolini" userId="82ff3cc4fadd8f44" providerId="LiveId" clId="{3A608EFD-BC24-4538-9399-88CC2F941BE9}" dt="2019-09-11T20:37:23.182" v="41"/>
          <pc:sldLayoutMkLst>
            <pc:docMk/>
            <pc:sldMasterMk cId="76684374" sldId="2147483660"/>
            <pc:sldLayoutMk cId="4209640895" sldId="2147483664"/>
          </pc:sldLayoutMkLst>
        </pc:sldLayoutChg>
        <pc:sldLayoutChg chg="setBg">
          <pc:chgData name="Lucas Tossolini" userId="82ff3cc4fadd8f44" providerId="LiveId" clId="{3A608EFD-BC24-4538-9399-88CC2F941BE9}" dt="2019-09-11T20:37:23.182" v="41"/>
          <pc:sldLayoutMkLst>
            <pc:docMk/>
            <pc:sldMasterMk cId="76684374" sldId="2147483660"/>
            <pc:sldLayoutMk cId="3775889511" sldId="2147483665"/>
          </pc:sldLayoutMkLst>
        </pc:sldLayoutChg>
        <pc:sldLayoutChg chg="setBg">
          <pc:chgData name="Lucas Tossolini" userId="82ff3cc4fadd8f44" providerId="LiveId" clId="{3A608EFD-BC24-4538-9399-88CC2F941BE9}" dt="2019-09-11T20:37:23.182" v="41"/>
          <pc:sldLayoutMkLst>
            <pc:docMk/>
            <pc:sldMasterMk cId="76684374" sldId="2147483660"/>
            <pc:sldLayoutMk cId="2859610997" sldId="2147483666"/>
          </pc:sldLayoutMkLst>
        </pc:sldLayoutChg>
        <pc:sldLayoutChg chg="setBg">
          <pc:chgData name="Lucas Tossolini" userId="82ff3cc4fadd8f44" providerId="LiveId" clId="{3A608EFD-BC24-4538-9399-88CC2F941BE9}" dt="2019-09-11T20:37:23.182" v="41"/>
          <pc:sldLayoutMkLst>
            <pc:docMk/>
            <pc:sldMasterMk cId="76684374" sldId="2147483660"/>
            <pc:sldLayoutMk cId="3346342419" sldId="2147483667"/>
          </pc:sldLayoutMkLst>
        </pc:sldLayoutChg>
        <pc:sldLayoutChg chg="setBg">
          <pc:chgData name="Lucas Tossolini" userId="82ff3cc4fadd8f44" providerId="LiveId" clId="{3A608EFD-BC24-4538-9399-88CC2F941BE9}" dt="2019-09-11T20:37:23.182" v="41"/>
          <pc:sldLayoutMkLst>
            <pc:docMk/>
            <pc:sldMasterMk cId="76684374" sldId="2147483660"/>
            <pc:sldLayoutMk cId="1002777166" sldId="2147483668"/>
          </pc:sldLayoutMkLst>
        </pc:sldLayoutChg>
        <pc:sldLayoutChg chg="setBg">
          <pc:chgData name="Lucas Tossolini" userId="82ff3cc4fadd8f44" providerId="LiveId" clId="{3A608EFD-BC24-4538-9399-88CC2F941BE9}" dt="2019-09-11T20:37:23.182" v="41"/>
          <pc:sldLayoutMkLst>
            <pc:docMk/>
            <pc:sldMasterMk cId="76684374" sldId="2147483660"/>
            <pc:sldLayoutMk cId="3478657964" sldId="2147483669"/>
          </pc:sldLayoutMkLst>
        </pc:sldLayoutChg>
        <pc:sldLayoutChg chg="setBg">
          <pc:chgData name="Lucas Tossolini" userId="82ff3cc4fadd8f44" providerId="LiveId" clId="{3A608EFD-BC24-4538-9399-88CC2F941BE9}" dt="2019-09-11T20:37:23.182" v="41"/>
          <pc:sldLayoutMkLst>
            <pc:docMk/>
            <pc:sldMasterMk cId="76684374" sldId="2147483660"/>
            <pc:sldLayoutMk cId="3286212286" sldId="2147483670"/>
          </pc:sldLayoutMkLst>
        </pc:sldLayoutChg>
        <pc:sldLayoutChg chg="setBg">
          <pc:chgData name="Lucas Tossolini" userId="82ff3cc4fadd8f44" providerId="LiveId" clId="{3A608EFD-BC24-4538-9399-88CC2F941BE9}" dt="2019-09-11T20:37:23.182" v="41"/>
          <pc:sldLayoutMkLst>
            <pc:docMk/>
            <pc:sldMasterMk cId="76684374" sldId="2147483660"/>
            <pc:sldLayoutMk cId="2154082366" sldId="2147483671"/>
          </pc:sldLayoutMkLst>
        </pc:sldLayoutChg>
        <pc:sldLayoutChg chg="setBg">
          <pc:chgData name="Lucas Tossolini" userId="82ff3cc4fadd8f44" providerId="LiveId" clId="{3A608EFD-BC24-4538-9399-88CC2F941BE9}" dt="2019-09-11T20:37:23.182" v="41"/>
          <pc:sldLayoutMkLst>
            <pc:docMk/>
            <pc:sldMasterMk cId="76684374" sldId="2147483660"/>
            <pc:sldLayoutMk cId="1302068162" sldId="2147483672"/>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lucat\Dropbox\HEAnuevo\C&#225;tedra\Presentaciones%20-%202do%20Sem%20-%202012\datos%20crecimiento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ucat\Dropbox\HEAnuevo\C&#225;tedra\Presentaciones%20-%202do%20Sem%20-%202012\datos%20crecimiento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ucat\Dropbox\HEAnuevo\C&#225;tedra\Presentaciones%20-%202do%20Sem%20-%202012\datos%20crecimiento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lucat\Dropbox\HEAnuevo\C&#225;tedra\Presentaciones%20-%202do%20Sem%20-%202012\datos%20crecimiento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lucat\Dropbox\HEAnuevo\C&#225;tedra\Presentaciones%20-%202do%20Sem%20-%202012\datos%20crecimiento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ucat\Dropbox\HEAnuevo\C&#225;tedra\Presentaciones%20-%202do%20Sem%20-%202012\datos%20crecimiento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lucat\Dropbox\HEAnuevo\C&#225;tedra\Presentaciones%20-%202do%20Sem%20-%202012\datos%20crecimiento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Lucas\Dropbox\HEA\Datos\Dos%20Siglos%20completo\fscommand\C4.2%20-%20Producci&#243;n%20-%20Valores.xls"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1" Type="http://schemas.openxmlformats.org/officeDocument/2006/relationships/oleObject" Target="https://d.docs.live.net/82ff3cc4fadd8f44/HEAnuevo/Datos/Dos%20Siglos%20completo/fscommand/C6.2%20-%20Sector%20Publico%20-%20Valores.xls" TargetMode="External"/></Relationships>
</file>

<file path=ppt/charts/_rels/chart10.xml.rels><?xml version="1.0" encoding="UTF-8" standalone="yes"?>
<Relationships xmlns="http://schemas.openxmlformats.org/package/2006/relationships"><Relationship Id="rId3" Type="http://schemas.openxmlformats.org/officeDocument/2006/relationships/oleObject" Target="file:///C:\Users\Lucas\Dropbox\2016\graficos%20plan%20pinedo.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Lucas\Dropbox\HEA\Datos\Dos%20Siglos%20completo\fscommand\C8.2%20-%20Sector%20Externo%20-%20Valores.xls" TargetMode="External"/><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Lucas\Dropbox\2016\graficos%20plan%20pinedo.xlsx" TargetMode="External"/><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Lucas\Dropbox\HEA\Datos\Dos%20Siglos%20completo\fscommand\C8.2%20-%20Sector%20Externo%20-%20Valores.xls" TargetMode="External"/><Relationship Id="rId2" Type="http://schemas.microsoft.com/office/2011/relationships/chartColorStyle" Target="colors12.xml"/><Relationship Id="rId1" Type="http://schemas.microsoft.com/office/2011/relationships/chartStyle" Target="style12.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lucat\OneDrive\HEAnuevo\banco%201935%201945%20descripci&#243;n\nota%20de%20catedra.xlsx" TargetMode="External"/><Relationship Id="rId2" Type="http://schemas.microsoft.com/office/2011/relationships/chartColorStyle" Target="colors13.xml"/><Relationship Id="rId1" Type="http://schemas.microsoft.com/office/2011/relationships/chartStyle" Target="style13.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lucat\OneDrive\HEAnuevo\banco%201935%201945%20descripci&#243;n\nota%20de%20catedra.xlsx" TargetMode="External"/><Relationship Id="rId2" Type="http://schemas.microsoft.com/office/2011/relationships/chartColorStyle" Target="colors14.xml"/><Relationship Id="rId1" Type="http://schemas.microsoft.com/office/2011/relationships/chartStyle" Target="style14.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lucat\OneDrive\HEAnuevo\banco%201935%201945%20descripci&#243;n\sector%20p&#250;blico%20nuevo%20(techint).xlsx" TargetMode="External"/><Relationship Id="rId2" Type="http://schemas.microsoft.com/office/2011/relationships/chartColorStyle" Target="colors15.xml"/><Relationship Id="rId1" Type="http://schemas.microsoft.com/office/2011/relationships/chartStyle" Target="style15.xml"/></Relationships>
</file>

<file path=ppt/charts/_rels/chart17.xml.rels><?xml version="1.0" encoding="UTF-8" standalone="yes"?>
<Relationships xmlns="http://schemas.openxmlformats.org/package/2006/relationships"><Relationship Id="rId3" Type="http://schemas.openxmlformats.org/officeDocument/2006/relationships/oleObject" Target="https://d.docs.live.net/82ff3cc4fadd8f44/HEAnuevo/banco%201935%201945%20descripci&#243;n/sector%20p&#250;blico%20nuevo%20(techint).xlsx" TargetMode="External"/><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1" i="0" u="none" strike="noStrike" kern="1200" spc="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title>
    <c:autoTitleDeleted val="0"/>
    <c:plotArea>
      <c:layout/>
      <c:lineChart>
        <c:grouping val="standard"/>
        <c:varyColors val="0"/>
        <c:ser>
          <c:idx val="0"/>
          <c:order val="0"/>
          <c:tx>
            <c:strRef>
              <c:f>Hoja3!$B$1</c:f>
              <c:strCache>
                <c:ptCount val="1"/>
                <c:pt idx="0">
                  <c:v>Prod fibra de algodón</c:v>
                </c:pt>
              </c:strCache>
            </c:strRef>
          </c:tx>
          <c:spPr>
            <a:ln w="38100" cap="rnd">
              <a:solidFill>
                <a:schemeClr val="accent5">
                  <a:lumMod val="50000"/>
                </a:schemeClr>
              </a:solidFill>
              <a:round/>
            </a:ln>
            <a:effectLst/>
          </c:spPr>
          <c:marker>
            <c:symbol val="none"/>
          </c:marker>
          <c:cat>
            <c:numRef>
              <c:f>Hoja3!$A$2:$A$22</c:f>
              <c:numCache>
                <c:formatCode>General</c:formatCode>
                <c:ptCount val="21"/>
                <c:pt idx="0">
                  <c:v>1920</c:v>
                </c:pt>
                <c:pt idx="1">
                  <c:v>1921</c:v>
                </c:pt>
                <c:pt idx="2">
                  <c:v>1922</c:v>
                </c:pt>
                <c:pt idx="3">
                  <c:v>1923</c:v>
                </c:pt>
                <c:pt idx="4">
                  <c:v>1924</c:v>
                </c:pt>
                <c:pt idx="5">
                  <c:v>1925</c:v>
                </c:pt>
                <c:pt idx="6">
                  <c:v>1926</c:v>
                </c:pt>
                <c:pt idx="7">
                  <c:v>1927</c:v>
                </c:pt>
                <c:pt idx="8">
                  <c:v>1928</c:v>
                </c:pt>
                <c:pt idx="9">
                  <c:v>1929</c:v>
                </c:pt>
                <c:pt idx="10">
                  <c:v>1930</c:v>
                </c:pt>
                <c:pt idx="11">
                  <c:v>1931</c:v>
                </c:pt>
                <c:pt idx="12">
                  <c:v>1932</c:v>
                </c:pt>
                <c:pt idx="13">
                  <c:v>1933</c:v>
                </c:pt>
                <c:pt idx="14">
                  <c:v>1934</c:v>
                </c:pt>
                <c:pt idx="15">
                  <c:v>1935</c:v>
                </c:pt>
                <c:pt idx="16">
                  <c:v>1936</c:v>
                </c:pt>
                <c:pt idx="17">
                  <c:v>1937</c:v>
                </c:pt>
                <c:pt idx="18">
                  <c:v>1938</c:v>
                </c:pt>
                <c:pt idx="19">
                  <c:v>1939</c:v>
                </c:pt>
                <c:pt idx="20">
                  <c:v>1940</c:v>
                </c:pt>
              </c:numCache>
            </c:numRef>
          </c:cat>
          <c:val>
            <c:numRef>
              <c:f>Hoja3!$B$2:$B$22</c:f>
              <c:numCache>
                <c:formatCode>#.##00\ \ </c:formatCode>
                <c:ptCount val="21"/>
                <c:pt idx="0">
                  <c:v>3.097</c:v>
                </c:pt>
                <c:pt idx="1">
                  <c:v>5.5350000000000001</c:v>
                </c:pt>
                <c:pt idx="2">
                  <c:v>3.6219999999999999</c:v>
                </c:pt>
                <c:pt idx="3">
                  <c:v>5.6319999999999997</c:v>
                </c:pt>
                <c:pt idx="4">
                  <c:v>12.759</c:v>
                </c:pt>
                <c:pt idx="5">
                  <c:v>14.455</c:v>
                </c:pt>
                <c:pt idx="6">
                  <c:v>29.347000000000001</c:v>
                </c:pt>
                <c:pt idx="7">
                  <c:v>12.525</c:v>
                </c:pt>
                <c:pt idx="8">
                  <c:v>24.92</c:v>
                </c:pt>
                <c:pt idx="9">
                  <c:v>25.69</c:v>
                </c:pt>
                <c:pt idx="10">
                  <c:v>32.613999999999997</c:v>
                </c:pt>
                <c:pt idx="11">
                  <c:v>30.050999999999998</c:v>
                </c:pt>
                <c:pt idx="12">
                  <c:v>36.686</c:v>
                </c:pt>
                <c:pt idx="13">
                  <c:v>32.511000000000003</c:v>
                </c:pt>
                <c:pt idx="14">
                  <c:v>43.356999999999999</c:v>
                </c:pt>
                <c:pt idx="15">
                  <c:v>64.037999999999997</c:v>
                </c:pt>
                <c:pt idx="16">
                  <c:v>80.956999999999994</c:v>
                </c:pt>
                <c:pt idx="17">
                  <c:v>31.17</c:v>
                </c:pt>
                <c:pt idx="18">
                  <c:v>51.445</c:v>
                </c:pt>
                <c:pt idx="19">
                  <c:v>70.891000000000005</c:v>
                </c:pt>
                <c:pt idx="20">
                  <c:v>78.593000000000004</c:v>
                </c:pt>
              </c:numCache>
            </c:numRef>
          </c:val>
          <c:smooth val="0"/>
          <c:extLst>
            <c:ext xmlns:c16="http://schemas.microsoft.com/office/drawing/2014/chart" uri="{C3380CC4-5D6E-409C-BE32-E72D297353CC}">
              <c16:uniqueId val="{00000000-7378-4D1C-8B1B-E42C72F8B6CE}"/>
            </c:ext>
          </c:extLst>
        </c:ser>
        <c:dLbls>
          <c:showLegendKey val="0"/>
          <c:showVal val="0"/>
          <c:showCatName val="0"/>
          <c:showSerName val="0"/>
          <c:showPercent val="0"/>
          <c:showBubbleSize val="0"/>
        </c:dLbls>
        <c:smooth val="0"/>
        <c:axId val="1126494048"/>
        <c:axId val="1137019360"/>
      </c:lineChart>
      <c:catAx>
        <c:axId val="1126494048"/>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5400000" spcFirstLastPara="1" vertOverflow="ellipsis"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1137019360"/>
        <c:crosses val="autoZero"/>
        <c:auto val="1"/>
        <c:lblAlgn val="ctr"/>
        <c:lblOffset val="100"/>
        <c:noMultiLvlLbl val="0"/>
      </c:catAx>
      <c:valAx>
        <c:axId val="1137019360"/>
        <c:scaling>
          <c:orientation val="minMax"/>
        </c:scaling>
        <c:delete val="1"/>
        <c:axPos val="l"/>
        <c:numFmt formatCode="#,##0.0" sourceLinked="0"/>
        <c:majorTickMark val="none"/>
        <c:minorTickMark val="none"/>
        <c:tickLblPos val="nextTo"/>
        <c:crossAx val="1126494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1" i="0" u="none" strike="noStrike" kern="1200" spc="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title>
    <c:autoTitleDeleted val="0"/>
    <c:plotArea>
      <c:layout/>
      <c:lineChart>
        <c:grouping val="standard"/>
        <c:varyColors val="0"/>
        <c:ser>
          <c:idx val="0"/>
          <c:order val="0"/>
          <c:tx>
            <c:strRef>
              <c:f>Hoja3!$C$1</c:f>
              <c:strCache>
                <c:ptCount val="1"/>
                <c:pt idx="0">
                  <c:v>Prod de azucar</c:v>
                </c:pt>
              </c:strCache>
            </c:strRef>
          </c:tx>
          <c:spPr>
            <a:ln w="38100" cap="rnd">
              <a:solidFill>
                <a:schemeClr val="accent5">
                  <a:lumMod val="50000"/>
                </a:schemeClr>
              </a:solidFill>
              <a:round/>
            </a:ln>
            <a:effectLst/>
          </c:spPr>
          <c:marker>
            <c:symbol val="none"/>
          </c:marker>
          <c:cat>
            <c:numRef>
              <c:f>Hoja3!$A$2:$A$22</c:f>
              <c:numCache>
                <c:formatCode>General</c:formatCode>
                <c:ptCount val="21"/>
                <c:pt idx="0">
                  <c:v>1920</c:v>
                </c:pt>
                <c:pt idx="1">
                  <c:v>1921</c:v>
                </c:pt>
                <c:pt idx="2">
                  <c:v>1922</c:v>
                </c:pt>
                <c:pt idx="3">
                  <c:v>1923</c:v>
                </c:pt>
                <c:pt idx="4">
                  <c:v>1924</c:v>
                </c:pt>
                <c:pt idx="5">
                  <c:v>1925</c:v>
                </c:pt>
                <c:pt idx="6">
                  <c:v>1926</c:v>
                </c:pt>
                <c:pt idx="7">
                  <c:v>1927</c:v>
                </c:pt>
                <c:pt idx="8">
                  <c:v>1928</c:v>
                </c:pt>
                <c:pt idx="9">
                  <c:v>1929</c:v>
                </c:pt>
                <c:pt idx="10">
                  <c:v>1930</c:v>
                </c:pt>
                <c:pt idx="11">
                  <c:v>1931</c:v>
                </c:pt>
                <c:pt idx="12">
                  <c:v>1932</c:v>
                </c:pt>
                <c:pt idx="13">
                  <c:v>1933</c:v>
                </c:pt>
                <c:pt idx="14">
                  <c:v>1934</c:v>
                </c:pt>
                <c:pt idx="15">
                  <c:v>1935</c:v>
                </c:pt>
                <c:pt idx="16">
                  <c:v>1936</c:v>
                </c:pt>
                <c:pt idx="17">
                  <c:v>1937</c:v>
                </c:pt>
                <c:pt idx="18">
                  <c:v>1938</c:v>
                </c:pt>
                <c:pt idx="19">
                  <c:v>1939</c:v>
                </c:pt>
                <c:pt idx="20">
                  <c:v>1940</c:v>
                </c:pt>
              </c:numCache>
            </c:numRef>
          </c:cat>
          <c:val>
            <c:numRef>
              <c:f>Hoja3!$C$2:$C$22</c:f>
              <c:numCache>
                <c:formatCode>#.##00\ \ </c:formatCode>
                <c:ptCount val="21"/>
                <c:pt idx="0">
                  <c:v>200.733</c:v>
                </c:pt>
                <c:pt idx="1">
                  <c:v>198.55699999999999</c:v>
                </c:pt>
                <c:pt idx="2">
                  <c:v>209.95099999999999</c:v>
                </c:pt>
                <c:pt idx="3">
                  <c:v>257.65199999999999</c:v>
                </c:pt>
                <c:pt idx="4">
                  <c:v>249.65700000000001</c:v>
                </c:pt>
                <c:pt idx="5">
                  <c:v>395.41</c:v>
                </c:pt>
                <c:pt idx="6">
                  <c:v>476.50200000000001</c:v>
                </c:pt>
                <c:pt idx="7">
                  <c:v>423.49099999999999</c:v>
                </c:pt>
                <c:pt idx="8">
                  <c:v>375.31700000000001</c:v>
                </c:pt>
                <c:pt idx="9">
                  <c:v>341.07</c:v>
                </c:pt>
                <c:pt idx="10">
                  <c:v>382.99400000000003</c:v>
                </c:pt>
                <c:pt idx="11">
                  <c:v>348.28500000000003</c:v>
                </c:pt>
                <c:pt idx="12">
                  <c:v>349.68799999999999</c:v>
                </c:pt>
                <c:pt idx="13">
                  <c:v>320.10399999999998</c:v>
                </c:pt>
                <c:pt idx="14">
                  <c:v>345.50900000000001</c:v>
                </c:pt>
                <c:pt idx="15">
                  <c:v>391.255</c:v>
                </c:pt>
                <c:pt idx="16">
                  <c:v>436.80200000000002</c:v>
                </c:pt>
                <c:pt idx="17">
                  <c:v>371.16300000000001</c:v>
                </c:pt>
                <c:pt idx="18">
                  <c:v>465.63</c:v>
                </c:pt>
                <c:pt idx="19">
                  <c:v>521.58399999999995</c:v>
                </c:pt>
                <c:pt idx="20">
                  <c:v>540.37400000000002</c:v>
                </c:pt>
              </c:numCache>
            </c:numRef>
          </c:val>
          <c:smooth val="0"/>
          <c:extLst>
            <c:ext xmlns:c16="http://schemas.microsoft.com/office/drawing/2014/chart" uri="{C3380CC4-5D6E-409C-BE32-E72D297353CC}">
              <c16:uniqueId val="{00000000-D526-4AA2-81D9-893A3A6E8E55}"/>
            </c:ext>
          </c:extLst>
        </c:ser>
        <c:dLbls>
          <c:showLegendKey val="0"/>
          <c:showVal val="0"/>
          <c:showCatName val="0"/>
          <c:showSerName val="0"/>
          <c:showPercent val="0"/>
          <c:showBubbleSize val="0"/>
        </c:dLbls>
        <c:smooth val="0"/>
        <c:axId val="1126494048"/>
        <c:axId val="1137019360"/>
      </c:lineChart>
      <c:catAx>
        <c:axId val="1126494048"/>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5400000" spcFirstLastPara="1" vertOverflow="ellipsis"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1137019360"/>
        <c:crosses val="autoZero"/>
        <c:auto val="1"/>
        <c:lblAlgn val="ctr"/>
        <c:lblOffset val="100"/>
        <c:noMultiLvlLbl val="0"/>
      </c:catAx>
      <c:valAx>
        <c:axId val="1137019360"/>
        <c:scaling>
          <c:orientation val="minMax"/>
        </c:scaling>
        <c:delete val="1"/>
        <c:axPos val="l"/>
        <c:numFmt formatCode="#,##0.0" sourceLinked="0"/>
        <c:majorTickMark val="none"/>
        <c:minorTickMark val="none"/>
        <c:tickLblPos val="nextTo"/>
        <c:crossAx val="1126494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1" i="0" u="none" strike="noStrike" kern="1200" spc="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title>
    <c:autoTitleDeleted val="0"/>
    <c:plotArea>
      <c:layout/>
      <c:lineChart>
        <c:grouping val="standard"/>
        <c:varyColors val="0"/>
        <c:ser>
          <c:idx val="0"/>
          <c:order val="0"/>
          <c:tx>
            <c:strRef>
              <c:f>Hoja3!$G$1</c:f>
              <c:strCache>
                <c:ptCount val="1"/>
                <c:pt idx="0">
                  <c:v>Producción de vino</c:v>
                </c:pt>
              </c:strCache>
            </c:strRef>
          </c:tx>
          <c:spPr>
            <a:ln w="38100" cap="rnd">
              <a:solidFill>
                <a:schemeClr val="accent5">
                  <a:lumMod val="50000"/>
                </a:schemeClr>
              </a:solidFill>
              <a:round/>
            </a:ln>
            <a:effectLst/>
          </c:spPr>
          <c:marker>
            <c:symbol val="none"/>
          </c:marker>
          <c:cat>
            <c:numRef>
              <c:f>Hoja3!$A$2:$A$22</c:f>
              <c:numCache>
                <c:formatCode>General</c:formatCode>
                <c:ptCount val="21"/>
                <c:pt idx="0">
                  <c:v>1920</c:v>
                </c:pt>
                <c:pt idx="1">
                  <c:v>1921</c:v>
                </c:pt>
                <c:pt idx="2">
                  <c:v>1922</c:v>
                </c:pt>
                <c:pt idx="3">
                  <c:v>1923</c:v>
                </c:pt>
                <c:pt idx="4">
                  <c:v>1924</c:v>
                </c:pt>
                <c:pt idx="5">
                  <c:v>1925</c:v>
                </c:pt>
                <c:pt idx="6">
                  <c:v>1926</c:v>
                </c:pt>
                <c:pt idx="7">
                  <c:v>1927</c:v>
                </c:pt>
                <c:pt idx="8">
                  <c:v>1928</c:v>
                </c:pt>
                <c:pt idx="9">
                  <c:v>1929</c:v>
                </c:pt>
                <c:pt idx="10">
                  <c:v>1930</c:v>
                </c:pt>
                <c:pt idx="11">
                  <c:v>1931</c:v>
                </c:pt>
                <c:pt idx="12">
                  <c:v>1932</c:v>
                </c:pt>
                <c:pt idx="13">
                  <c:v>1933</c:v>
                </c:pt>
                <c:pt idx="14">
                  <c:v>1934</c:v>
                </c:pt>
                <c:pt idx="15">
                  <c:v>1935</c:v>
                </c:pt>
                <c:pt idx="16">
                  <c:v>1936</c:v>
                </c:pt>
                <c:pt idx="17">
                  <c:v>1937</c:v>
                </c:pt>
                <c:pt idx="18">
                  <c:v>1938</c:v>
                </c:pt>
                <c:pt idx="19">
                  <c:v>1939</c:v>
                </c:pt>
                <c:pt idx="20">
                  <c:v>1940</c:v>
                </c:pt>
              </c:numCache>
            </c:numRef>
          </c:cat>
          <c:val>
            <c:numRef>
              <c:f>Hoja3!$G$2:$G$22</c:f>
              <c:numCache>
                <c:formatCode>#.##00\ \ </c:formatCode>
                <c:ptCount val="21"/>
                <c:pt idx="0">
                  <c:v>513.404</c:v>
                </c:pt>
                <c:pt idx="1">
                  <c:v>615.53700000000003</c:v>
                </c:pt>
                <c:pt idx="2">
                  <c:v>515.529</c:v>
                </c:pt>
                <c:pt idx="3">
                  <c:v>543.51199999999994</c:v>
                </c:pt>
                <c:pt idx="4">
                  <c:v>546.26199999999994</c:v>
                </c:pt>
                <c:pt idx="5">
                  <c:v>663.53399999999999</c:v>
                </c:pt>
                <c:pt idx="6">
                  <c:v>528.50699999999995</c:v>
                </c:pt>
                <c:pt idx="7">
                  <c:v>464.91899999999998</c:v>
                </c:pt>
                <c:pt idx="8">
                  <c:v>765.59</c:v>
                </c:pt>
                <c:pt idx="9">
                  <c:v>836.82</c:v>
                </c:pt>
                <c:pt idx="10">
                  <c:v>573.40899999999999</c:v>
                </c:pt>
                <c:pt idx="11">
                  <c:v>558.53899999999999</c:v>
                </c:pt>
                <c:pt idx="12">
                  <c:v>218.66499999999999</c:v>
                </c:pt>
                <c:pt idx="13">
                  <c:v>734.67700000000002</c:v>
                </c:pt>
                <c:pt idx="14">
                  <c:v>754.84699999999998</c:v>
                </c:pt>
                <c:pt idx="15">
                  <c:v>436.52300000000002</c:v>
                </c:pt>
                <c:pt idx="16">
                  <c:v>581.15499999999997</c:v>
                </c:pt>
                <c:pt idx="17">
                  <c:v>794.83140000000003</c:v>
                </c:pt>
                <c:pt idx="18">
                  <c:v>926.16280000000006</c:v>
                </c:pt>
                <c:pt idx="19">
                  <c:v>663.12049999999999</c:v>
                </c:pt>
                <c:pt idx="20">
                  <c:v>670.99480000000005</c:v>
                </c:pt>
              </c:numCache>
            </c:numRef>
          </c:val>
          <c:smooth val="0"/>
          <c:extLst>
            <c:ext xmlns:c16="http://schemas.microsoft.com/office/drawing/2014/chart" uri="{C3380CC4-5D6E-409C-BE32-E72D297353CC}">
              <c16:uniqueId val="{00000000-FFEC-4329-A9A6-E242132E611B}"/>
            </c:ext>
          </c:extLst>
        </c:ser>
        <c:dLbls>
          <c:showLegendKey val="0"/>
          <c:showVal val="0"/>
          <c:showCatName val="0"/>
          <c:showSerName val="0"/>
          <c:showPercent val="0"/>
          <c:showBubbleSize val="0"/>
        </c:dLbls>
        <c:smooth val="0"/>
        <c:axId val="1126494048"/>
        <c:axId val="1137019360"/>
      </c:lineChart>
      <c:catAx>
        <c:axId val="1126494048"/>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60000000" spcFirstLastPara="1" vertOverflow="ellipsis" vert="horz"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1137019360"/>
        <c:crosses val="autoZero"/>
        <c:auto val="1"/>
        <c:lblAlgn val="ctr"/>
        <c:lblOffset val="100"/>
        <c:noMultiLvlLbl val="0"/>
      </c:catAx>
      <c:valAx>
        <c:axId val="1137019360"/>
        <c:scaling>
          <c:orientation val="minMax"/>
        </c:scaling>
        <c:delete val="1"/>
        <c:axPos val="l"/>
        <c:numFmt formatCode="#,##0.0" sourceLinked="0"/>
        <c:majorTickMark val="none"/>
        <c:minorTickMark val="none"/>
        <c:tickLblPos val="nextTo"/>
        <c:crossAx val="1126494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1" i="0" u="none" strike="noStrike" kern="1200" spc="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title>
    <c:autoTitleDeleted val="0"/>
    <c:plotArea>
      <c:layout/>
      <c:lineChart>
        <c:grouping val="standard"/>
        <c:varyColors val="0"/>
        <c:ser>
          <c:idx val="0"/>
          <c:order val="0"/>
          <c:tx>
            <c:strRef>
              <c:f>Hoja3!$E$1</c:f>
              <c:strCache>
                <c:ptCount val="1"/>
                <c:pt idx="0">
                  <c:v>Prod de plomo</c:v>
                </c:pt>
              </c:strCache>
            </c:strRef>
          </c:tx>
          <c:spPr>
            <a:ln w="38100" cap="rnd">
              <a:solidFill>
                <a:schemeClr val="accent5">
                  <a:lumMod val="50000"/>
                </a:schemeClr>
              </a:solidFill>
              <a:round/>
            </a:ln>
            <a:effectLst/>
          </c:spPr>
          <c:marker>
            <c:symbol val="none"/>
          </c:marker>
          <c:cat>
            <c:numRef>
              <c:f>Hoja3!$A$2:$A$22</c:f>
              <c:numCache>
                <c:formatCode>General</c:formatCode>
                <c:ptCount val="21"/>
                <c:pt idx="0">
                  <c:v>1920</c:v>
                </c:pt>
                <c:pt idx="1">
                  <c:v>1921</c:v>
                </c:pt>
                <c:pt idx="2">
                  <c:v>1922</c:v>
                </c:pt>
                <c:pt idx="3">
                  <c:v>1923</c:v>
                </c:pt>
                <c:pt idx="4">
                  <c:v>1924</c:v>
                </c:pt>
                <c:pt idx="5">
                  <c:v>1925</c:v>
                </c:pt>
                <c:pt idx="6">
                  <c:v>1926</c:v>
                </c:pt>
                <c:pt idx="7">
                  <c:v>1927</c:v>
                </c:pt>
                <c:pt idx="8">
                  <c:v>1928</c:v>
                </c:pt>
                <c:pt idx="9">
                  <c:v>1929</c:v>
                </c:pt>
                <c:pt idx="10">
                  <c:v>1930</c:v>
                </c:pt>
                <c:pt idx="11">
                  <c:v>1931</c:v>
                </c:pt>
                <c:pt idx="12">
                  <c:v>1932</c:v>
                </c:pt>
                <c:pt idx="13">
                  <c:v>1933</c:v>
                </c:pt>
                <c:pt idx="14">
                  <c:v>1934</c:v>
                </c:pt>
                <c:pt idx="15">
                  <c:v>1935</c:v>
                </c:pt>
                <c:pt idx="16">
                  <c:v>1936</c:v>
                </c:pt>
                <c:pt idx="17">
                  <c:v>1937</c:v>
                </c:pt>
                <c:pt idx="18">
                  <c:v>1938</c:v>
                </c:pt>
                <c:pt idx="19">
                  <c:v>1939</c:v>
                </c:pt>
                <c:pt idx="20">
                  <c:v>1940</c:v>
                </c:pt>
              </c:numCache>
            </c:numRef>
          </c:cat>
          <c:val>
            <c:numRef>
              <c:f>Hoja3!$E$2:$E$22</c:f>
              <c:numCache>
                <c:formatCode>#.##00\ \ </c:formatCode>
                <c:ptCount val="21"/>
                <c:pt idx="0">
                  <c:v>5.6239999999999997</c:v>
                </c:pt>
                <c:pt idx="1">
                  <c:v>9.6240000000000006</c:v>
                </c:pt>
                <c:pt idx="2">
                  <c:v>9.9149999999999991</c:v>
                </c:pt>
                <c:pt idx="3">
                  <c:v>12.215</c:v>
                </c:pt>
                <c:pt idx="4">
                  <c:v>16.045999999999999</c:v>
                </c:pt>
                <c:pt idx="5">
                  <c:v>3.9609999999999999</c:v>
                </c:pt>
                <c:pt idx="6">
                  <c:v>8.3710000000000004</c:v>
                </c:pt>
                <c:pt idx="7">
                  <c:v>6.1710000000000003</c:v>
                </c:pt>
                <c:pt idx="8">
                  <c:v>2.9239999999999999</c:v>
                </c:pt>
                <c:pt idx="9">
                  <c:v>4.5129999999999999</c:v>
                </c:pt>
                <c:pt idx="10">
                  <c:v>4.5460000000000003</c:v>
                </c:pt>
                <c:pt idx="11">
                  <c:v>5.843</c:v>
                </c:pt>
                <c:pt idx="12">
                  <c:v>4.2949999999999999</c:v>
                </c:pt>
                <c:pt idx="13">
                  <c:v>9.0150000000000006</c:v>
                </c:pt>
                <c:pt idx="14">
                  <c:v>3.915</c:v>
                </c:pt>
                <c:pt idx="15">
                  <c:v>3.4</c:v>
                </c:pt>
                <c:pt idx="16">
                  <c:v>9</c:v>
                </c:pt>
                <c:pt idx="17">
                  <c:v>20.5</c:v>
                </c:pt>
                <c:pt idx="18">
                  <c:v>31.8</c:v>
                </c:pt>
                <c:pt idx="19">
                  <c:v>40.299999999999997</c:v>
                </c:pt>
                <c:pt idx="20">
                  <c:v>40.9</c:v>
                </c:pt>
              </c:numCache>
            </c:numRef>
          </c:val>
          <c:smooth val="0"/>
          <c:extLst>
            <c:ext xmlns:c16="http://schemas.microsoft.com/office/drawing/2014/chart" uri="{C3380CC4-5D6E-409C-BE32-E72D297353CC}">
              <c16:uniqueId val="{00000000-7E60-4B59-9FD5-0E447B3E1FED}"/>
            </c:ext>
          </c:extLst>
        </c:ser>
        <c:dLbls>
          <c:showLegendKey val="0"/>
          <c:showVal val="0"/>
          <c:showCatName val="0"/>
          <c:showSerName val="0"/>
          <c:showPercent val="0"/>
          <c:showBubbleSize val="0"/>
        </c:dLbls>
        <c:smooth val="0"/>
        <c:axId val="1126494048"/>
        <c:axId val="1137019360"/>
      </c:lineChart>
      <c:catAx>
        <c:axId val="1126494048"/>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60000000" spcFirstLastPara="1" vertOverflow="ellipsis" vert="horz"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1137019360"/>
        <c:crosses val="autoZero"/>
        <c:auto val="1"/>
        <c:lblAlgn val="ctr"/>
        <c:lblOffset val="100"/>
        <c:noMultiLvlLbl val="0"/>
      </c:catAx>
      <c:valAx>
        <c:axId val="1137019360"/>
        <c:scaling>
          <c:orientation val="minMax"/>
        </c:scaling>
        <c:delete val="1"/>
        <c:axPos val="l"/>
        <c:numFmt formatCode="#,##0.0" sourceLinked="0"/>
        <c:majorTickMark val="none"/>
        <c:minorTickMark val="none"/>
        <c:tickLblPos val="nextTo"/>
        <c:crossAx val="1126494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1" i="0" u="none" strike="noStrike" kern="1200" spc="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title>
    <c:autoTitleDeleted val="0"/>
    <c:plotArea>
      <c:layout/>
      <c:lineChart>
        <c:grouping val="standard"/>
        <c:varyColors val="0"/>
        <c:ser>
          <c:idx val="0"/>
          <c:order val="0"/>
          <c:tx>
            <c:strRef>
              <c:f>Hoja3!$F$1</c:f>
              <c:strCache>
                <c:ptCount val="1"/>
                <c:pt idx="0">
                  <c:v>Prod de Nafta</c:v>
                </c:pt>
              </c:strCache>
            </c:strRef>
          </c:tx>
          <c:spPr>
            <a:ln w="38100" cap="rnd">
              <a:solidFill>
                <a:schemeClr val="accent5">
                  <a:lumMod val="50000"/>
                </a:schemeClr>
              </a:solidFill>
              <a:round/>
            </a:ln>
            <a:effectLst/>
          </c:spPr>
          <c:marker>
            <c:symbol val="none"/>
          </c:marker>
          <c:cat>
            <c:numRef>
              <c:f>Hoja3!$A$2:$A$22</c:f>
              <c:numCache>
                <c:formatCode>General</c:formatCode>
                <c:ptCount val="21"/>
                <c:pt idx="0">
                  <c:v>1920</c:v>
                </c:pt>
                <c:pt idx="1">
                  <c:v>1921</c:v>
                </c:pt>
                <c:pt idx="2">
                  <c:v>1922</c:v>
                </c:pt>
                <c:pt idx="3">
                  <c:v>1923</c:v>
                </c:pt>
                <c:pt idx="4">
                  <c:v>1924</c:v>
                </c:pt>
                <c:pt idx="5">
                  <c:v>1925</c:v>
                </c:pt>
                <c:pt idx="6">
                  <c:v>1926</c:v>
                </c:pt>
                <c:pt idx="7">
                  <c:v>1927</c:v>
                </c:pt>
                <c:pt idx="8">
                  <c:v>1928</c:v>
                </c:pt>
                <c:pt idx="9">
                  <c:v>1929</c:v>
                </c:pt>
                <c:pt idx="10">
                  <c:v>1930</c:v>
                </c:pt>
                <c:pt idx="11">
                  <c:v>1931</c:v>
                </c:pt>
                <c:pt idx="12">
                  <c:v>1932</c:v>
                </c:pt>
                <c:pt idx="13">
                  <c:v>1933</c:v>
                </c:pt>
                <c:pt idx="14">
                  <c:v>1934</c:v>
                </c:pt>
                <c:pt idx="15">
                  <c:v>1935</c:v>
                </c:pt>
                <c:pt idx="16">
                  <c:v>1936</c:v>
                </c:pt>
                <c:pt idx="17">
                  <c:v>1937</c:v>
                </c:pt>
                <c:pt idx="18">
                  <c:v>1938</c:v>
                </c:pt>
                <c:pt idx="19">
                  <c:v>1939</c:v>
                </c:pt>
                <c:pt idx="20">
                  <c:v>1940</c:v>
                </c:pt>
              </c:numCache>
            </c:numRef>
          </c:cat>
          <c:val>
            <c:numRef>
              <c:f>Hoja3!$F$2:$F$22</c:f>
              <c:numCache>
                <c:formatCode>#.##00\ \ </c:formatCode>
                <c:ptCount val="21"/>
                <c:pt idx="0">
                  <c:v>0.60699999999999998</c:v>
                </c:pt>
                <c:pt idx="1">
                  <c:v>1.0669999999999999</c:v>
                </c:pt>
                <c:pt idx="2">
                  <c:v>23.510999999999999</c:v>
                </c:pt>
                <c:pt idx="3">
                  <c:v>36.808999999999997</c:v>
                </c:pt>
                <c:pt idx="4">
                  <c:v>49.781999999999996</c:v>
                </c:pt>
                <c:pt idx="5">
                  <c:v>51.789000000000001</c:v>
                </c:pt>
                <c:pt idx="6">
                  <c:v>102.682</c:v>
                </c:pt>
                <c:pt idx="7">
                  <c:v>191.691</c:v>
                </c:pt>
                <c:pt idx="8">
                  <c:v>296.32900000000001</c:v>
                </c:pt>
                <c:pt idx="9">
                  <c:v>504.238</c:v>
                </c:pt>
                <c:pt idx="10">
                  <c:v>600.93600000000004</c:v>
                </c:pt>
                <c:pt idx="11">
                  <c:v>687.52700000000004</c:v>
                </c:pt>
                <c:pt idx="12">
                  <c:v>782.45500000000004</c:v>
                </c:pt>
                <c:pt idx="13">
                  <c:v>747.09</c:v>
                </c:pt>
                <c:pt idx="14">
                  <c:v>819.11</c:v>
                </c:pt>
                <c:pt idx="15">
                  <c:v>960.15599999999995</c:v>
                </c:pt>
                <c:pt idx="16">
                  <c:v>950.2</c:v>
                </c:pt>
                <c:pt idx="17">
                  <c:v>1121.2</c:v>
                </c:pt>
                <c:pt idx="18">
                  <c:v>1206.0999999999999</c:v>
                </c:pt>
                <c:pt idx="19">
                  <c:v>1346.8</c:v>
                </c:pt>
                <c:pt idx="20">
                  <c:v>1269.5999999999999</c:v>
                </c:pt>
              </c:numCache>
            </c:numRef>
          </c:val>
          <c:smooth val="0"/>
          <c:extLst>
            <c:ext xmlns:c16="http://schemas.microsoft.com/office/drawing/2014/chart" uri="{C3380CC4-5D6E-409C-BE32-E72D297353CC}">
              <c16:uniqueId val="{00000000-6556-4F30-B6EE-2CC7A01E8E83}"/>
            </c:ext>
          </c:extLst>
        </c:ser>
        <c:dLbls>
          <c:showLegendKey val="0"/>
          <c:showVal val="0"/>
          <c:showCatName val="0"/>
          <c:showSerName val="0"/>
          <c:showPercent val="0"/>
          <c:showBubbleSize val="0"/>
        </c:dLbls>
        <c:smooth val="0"/>
        <c:axId val="1126494048"/>
        <c:axId val="1137019360"/>
      </c:lineChart>
      <c:catAx>
        <c:axId val="1126494048"/>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60000000" spcFirstLastPara="1" vertOverflow="ellipsis" vert="horz"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1137019360"/>
        <c:crosses val="autoZero"/>
        <c:auto val="1"/>
        <c:lblAlgn val="ctr"/>
        <c:lblOffset val="100"/>
        <c:noMultiLvlLbl val="0"/>
      </c:catAx>
      <c:valAx>
        <c:axId val="1137019360"/>
        <c:scaling>
          <c:orientation val="minMax"/>
        </c:scaling>
        <c:delete val="1"/>
        <c:axPos val="l"/>
        <c:numFmt formatCode="#,##0.0" sourceLinked="0"/>
        <c:majorTickMark val="none"/>
        <c:minorTickMark val="none"/>
        <c:tickLblPos val="nextTo"/>
        <c:crossAx val="1126494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1" i="0" u="none" strike="noStrike" kern="1200" spc="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title>
    <c:autoTitleDeleted val="0"/>
    <c:plotArea>
      <c:layout/>
      <c:lineChart>
        <c:grouping val="standard"/>
        <c:varyColors val="0"/>
        <c:ser>
          <c:idx val="0"/>
          <c:order val="0"/>
          <c:tx>
            <c:strRef>
              <c:f>Hoja3!$D$1</c:f>
              <c:strCache>
                <c:ptCount val="1"/>
                <c:pt idx="0">
                  <c:v>Prod de cemento</c:v>
                </c:pt>
              </c:strCache>
            </c:strRef>
          </c:tx>
          <c:spPr>
            <a:ln w="38100" cap="rnd">
              <a:solidFill>
                <a:schemeClr val="accent5">
                  <a:lumMod val="50000"/>
                </a:schemeClr>
              </a:solidFill>
              <a:round/>
            </a:ln>
            <a:effectLst/>
          </c:spPr>
          <c:marker>
            <c:symbol val="none"/>
          </c:marker>
          <c:cat>
            <c:numRef>
              <c:f>Hoja3!$A$2:$A$22</c:f>
              <c:numCache>
                <c:formatCode>General</c:formatCode>
                <c:ptCount val="21"/>
                <c:pt idx="0">
                  <c:v>1920</c:v>
                </c:pt>
                <c:pt idx="1">
                  <c:v>1921</c:v>
                </c:pt>
                <c:pt idx="2">
                  <c:v>1922</c:v>
                </c:pt>
                <c:pt idx="3">
                  <c:v>1923</c:v>
                </c:pt>
                <c:pt idx="4">
                  <c:v>1924</c:v>
                </c:pt>
                <c:pt idx="5">
                  <c:v>1925</c:v>
                </c:pt>
                <c:pt idx="6">
                  <c:v>1926</c:v>
                </c:pt>
                <c:pt idx="7">
                  <c:v>1927</c:v>
                </c:pt>
                <c:pt idx="8">
                  <c:v>1928</c:v>
                </c:pt>
                <c:pt idx="9">
                  <c:v>1929</c:v>
                </c:pt>
                <c:pt idx="10">
                  <c:v>1930</c:v>
                </c:pt>
                <c:pt idx="11">
                  <c:v>1931</c:v>
                </c:pt>
                <c:pt idx="12">
                  <c:v>1932</c:v>
                </c:pt>
                <c:pt idx="13">
                  <c:v>1933</c:v>
                </c:pt>
                <c:pt idx="14">
                  <c:v>1934</c:v>
                </c:pt>
                <c:pt idx="15">
                  <c:v>1935</c:v>
                </c:pt>
                <c:pt idx="16">
                  <c:v>1936</c:v>
                </c:pt>
                <c:pt idx="17">
                  <c:v>1937</c:v>
                </c:pt>
                <c:pt idx="18">
                  <c:v>1938</c:v>
                </c:pt>
                <c:pt idx="19">
                  <c:v>1939</c:v>
                </c:pt>
                <c:pt idx="20">
                  <c:v>1940</c:v>
                </c:pt>
              </c:numCache>
            </c:numRef>
          </c:cat>
          <c:val>
            <c:numRef>
              <c:f>Hoja3!$D$2:$D$22</c:f>
              <c:numCache>
                <c:formatCode>#.##00\ \ </c:formatCode>
                <c:ptCount val="21"/>
                <c:pt idx="0">
                  <c:v>79.260000000000005</c:v>
                </c:pt>
                <c:pt idx="1">
                  <c:v>75.816000000000003</c:v>
                </c:pt>
                <c:pt idx="2">
                  <c:v>78.384</c:v>
                </c:pt>
                <c:pt idx="3">
                  <c:v>98.620999999999995</c:v>
                </c:pt>
                <c:pt idx="4">
                  <c:v>142.54300000000001</c:v>
                </c:pt>
                <c:pt idx="5">
                  <c:v>132.73599999999999</c:v>
                </c:pt>
                <c:pt idx="6">
                  <c:v>169.227</c:v>
                </c:pt>
                <c:pt idx="7">
                  <c:v>200.876</c:v>
                </c:pt>
                <c:pt idx="8">
                  <c:v>228.06299999999999</c:v>
                </c:pt>
                <c:pt idx="9">
                  <c:v>343.36599999999999</c:v>
                </c:pt>
                <c:pt idx="10">
                  <c:v>412.17099999999999</c:v>
                </c:pt>
                <c:pt idx="11">
                  <c:v>537.79499999999996</c:v>
                </c:pt>
                <c:pt idx="12">
                  <c:v>502.31700000000001</c:v>
                </c:pt>
                <c:pt idx="13">
                  <c:v>486.96100000000001</c:v>
                </c:pt>
                <c:pt idx="14">
                  <c:v>566.28300000000002</c:v>
                </c:pt>
                <c:pt idx="15">
                  <c:v>721.56399999999996</c:v>
                </c:pt>
                <c:pt idx="16">
                  <c:v>869.31399999999996</c:v>
                </c:pt>
                <c:pt idx="17">
                  <c:v>1010.33</c:v>
                </c:pt>
                <c:pt idx="18">
                  <c:v>1179.394</c:v>
                </c:pt>
                <c:pt idx="19">
                  <c:v>1135.3119999999999</c:v>
                </c:pt>
                <c:pt idx="20">
                  <c:v>1048.7080000000001</c:v>
                </c:pt>
              </c:numCache>
            </c:numRef>
          </c:val>
          <c:smooth val="0"/>
          <c:extLst>
            <c:ext xmlns:c16="http://schemas.microsoft.com/office/drawing/2014/chart" uri="{C3380CC4-5D6E-409C-BE32-E72D297353CC}">
              <c16:uniqueId val="{00000000-A34C-401F-BF20-65B4C0DC534D}"/>
            </c:ext>
          </c:extLst>
        </c:ser>
        <c:dLbls>
          <c:showLegendKey val="0"/>
          <c:showVal val="0"/>
          <c:showCatName val="0"/>
          <c:showSerName val="0"/>
          <c:showPercent val="0"/>
          <c:showBubbleSize val="0"/>
        </c:dLbls>
        <c:smooth val="0"/>
        <c:axId val="1126494048"/>
        <c:axId val="1137019360"/>
      </c:lineChart>
      <c:catAx>
        <c:axId val="1126494048"/>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5400000" spcFirstLastPara="1" vertOverflow="ellipsis"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1137019360"/>
        <c:crosses val="autoZero"/>
        <c:auto val="1"/>
        <c:lblAlgn val="ctr"/>
        <c:lblOffset val="100"/>
        <c:noMultiLvlLbl val="0"/>
      </c:catAx>
      <c:valAx>
        <c:axId val="1137019360"/>
        <c:scaling>
          <c:orientation val="minMax"/>
        </c:scaling>
        <c:delete val="1"/>
        <c:axPos val="l"/>
        <c:numFmt formatCode="#,##0.0" sourceLinked="0"/>
        <c:majorTickMark val="none"/>
        <c:minorTickMark val="none"/>
        <c:tickLblPos val="nextTo"/>
        <c:crossAx val="1126494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38100" cap="rnd">
              <a:solidFill>
                <a:schemeClr val="accent5">
                  <a:lumMod val="50000"/>
                </a:schemeClr>
              </a:solidFill>
              <a:round/>
            </a:ln>
            <a:effectLst/>
          </c:spPr>
          <c:marker>
            <c:symbol val="none"/>
          </c:marker>
          <c:cat>
            <c:numRef>
              <c:f>Hoja4!$A$2:$A$32</c:f>
              <c:numCache>
                <c:formatCode>General</c:formatCode>
                <c:ptCount val="31"/>
                <c:pt idx="0">
                  <c:v>1910</c:v>
                </c:pt>
                <c:pt idx="1">
                  <c:v>1911</c:v>
                </c:pt>
                <c:pt idx="2">
                  <c:v>1912</c:v>
                </c:pt>
                <c:pt idx="3">
                  <c:v>1913</c:v>
                </c:pt>
                <c:pt idx="4">
                  <c:v>1914</c:v>
                </c:pt>
                <c:pt idx="5">
                  <c:v>1915</c:v>
                </c:pt>
                <c:pt idx="6">
                  <c:v>1916</c:v>
                </c:pt>
                <c:pt idx="7">
                  <c:v>1917</c:v>
                </c:pt>
                <c:pt idx="8">
                  <c:v>1918</c:v>
                </c:pt>
                <c:pt idx="9">
                  <c:v>1919</c:v>
                </c:pt>
                <c:pt idx="10">
                  <c:v>1920</c:v>
                </c:pt>
                <c:pt idx="11">
                  <c:v>1921</c:v>
                </c:pt>
                <c:pt idx="12">
                  <c:v>1922</c:v>
                </c:pt>
                <c:pt idx="13">
                  <c:v>1923</c:v>
                </c:pt>
                <c:pt idx="14">
                  <c:v>1924</c:v>
                </c:pt>
                <c:pt idx="15">
                  <c:v>1925</c:v>
                </c:pt>
                <c:pt idx="16">
                  <c:v>1926</c:v>
                </c:pt>
                <c:pt idx="17">
                  <c:v>1927</c:v>
                </c:pt>
                <c:pt idx="18">
                  <c:v>1928</c:v>
                </c:pt>
                <c:pt idx="19">
                  <c:v>1929</c:v>
                </c:pt>
                <c:pt idx="20">
                  <c:v>1930</c:v>
                </c:pt>
                <c:pt idx="21">
                  <c:v>1931</c:v>
                </c:pt>
                <c:pt idx="22">
                  <c:v>1932</c:v>
                </c:pt>
                <c:pt idx="23">
                  <c:v>1933</c:v>
                </c:pt>
                <c:pt idx="24">
                  <c:v>1934</c:v>
                </c:pt>
                <c:pt idx="25">
                  <c:v>1935</c:v>
                </c:pt>
                <c:pt idx="26">
                  <c:v>1936</c:v>
                </c:pt>
                <c:pt idx="27">
                  <c:v>1937</c:v>
                </c:pt>
                <c:pt idx="28">
                  <c:v>1938</c:v>
                </c:pt>
                <c:pt idx="29">
                  <c:v>1939</c:v>
                </c:pt>
                <c:pt idx="30">
                  <c:v>1940</c:v>
                </c:pt>
              </c:numCache>
            </c:numRef>
          </c:cat>
          <c:val>
            <c:numRef>
              <c:f>Hoja4!$B$2:$B$32</c:f>
              <c:numCache>
                <c:formatCode>#.##00\ \ </c:formatCode>
                <c:ptCount val="31"/>
                <c:pt idx="0" formatCode="#.##000\ \ ">
                  <c:v>991.95894522576577</c:v>
                </c:pt>
                <c:pt idx="1">
                  <c:v>1008.4333514625298</c:v>
                </c:pt>
                <c:pt idx="2">
                  <c:v>1184.1603513213468</c:v>
                </c:pt>
                <c:pt idx="3">
                  <c:v>1284.0052376047656</c:v>
                </c:pt>
                <c:pt idx="4" formatCode="#.##000\ \ ">
                  <c:v>851.17765556614529</c:v>
                </c:pt>
                <c:pt idx="5" formatCode="#.##000\ \ ">
                  <c:v>637.50959891962896</c:v>
                </c:pt>
                <c:pt idx="6" formatCode="#.##000\ \ ">
                  <c:v>651.48788299930766</c:v>
                </c:pt>
                <c:pt idx="7" formatCode="#.##000\ \ ">
                  <c:v>516.69728651669243</c:v>
                </c:pt>
                <c:pt idx="8" formatCode="#.##000\ \ ">
                  <c:v>457.78880360947528</c:v>
                </c:pt>
                <c:pt idx="9" formatCode="#.##000\ \ ">
                  <c:v>608.55458189743763</c:v>
                </c:pt>
                <c:pt idx="10" formatCode="#.##000\ \ ">
                  <c:v>989.96204750009736</c:v>
                </c:pt>
                <c:pt idx="11">
                  <c:v>1099.292197980441</c:v>
                </c:pt>
                <c:pt idx="12" formatCode="#.##000\ \ ">
                  <c:v>983.47212989167519</c:v>
                </c:pt>
                <c:pt idx="13">
                  <c:v>1426.7834249900548</c:v>
                </c:pt>
                <c:pt idx="14">
                  <c:v>1791.2172599245332</c:v>
                </c:pt>
                <c:pt idx="15">
                  <c:v>2101.7348562659658</c:v>
                </c:pt>
                <c:pt idx="16">
                  <c:v>2282.9533248703706</c:v>
                </c:pt>
                <c:pt idx="17">
                  <c:v>2297.9300578128837</c:v>
                </c:pt>
                <c:pt idx="18">
                  <c:v>2775.1886142476251</c:v>
                </c:pt>
                <c:pt idx="19">
                  <c:v>3063.7403356067052</c:v>
                </c:pt>
                <c:pt idx="20">
                  <c:v>2204.0758647064695</c:v>
                </c:pt>
                <c:pt idx="21">
                  <c:v>1465.2237062091706</c:v>
                </c:pt>
                <c:pt idx="22" formatCode="#.##000\ \ ">
                  <c:v>946.03029753539306</c:v>
                </c:pt>
                <c:pt idx="23">
                  <c:v>1053.8627747214853</c:v>
                </c:pt>
                <c:pt idx="24">
                  <c:v>1283.5060131733487</c:v>
                </c:pt>
                <c:pt idx="25">
                  <c:v>1650.4359702649128</c:v>
                </c:pt>
                <c:pt idx="26">
                  <c:v>1806.6301743069778</c:v>
                </c:pt>
                <c:pt idx="27">
                  <c:v>2549.3988969342577</c:v>
                </c:pt>
                <c:pt idx="28">
                  <c:v>2648.0478679081934</c:v>
                </c:pt>
                <c:pt idx="29">
                  <c:v>2038.7454001280025</c:v>
                </c:pt>
                <c:pt idx="30">
                  <c:v>1834.1938573732243</c:v>
                </c:pt>
              </c:numCache>
            </c:numRef>
          </c:val>
          <c:smooth val="0"/>
          <c:extLst>
            <c:ext xmlns:c16="http://schemas.microsoft.com/office/drawing/2014/chart" uri="{C3380CC4-5D6E-409C-BE32-E72D297353CC}">
              <c16:uniqueId val="{00000000-A7DD-4594-B382-76B9B427F200}"/>
            </c:ext>
          </c:extLst>
        </c:ser>
        <c:dLbls>
          <c:showLegendKey val="0"/>
          <c:showVal val="0"/>
          <c:showCatName val="0"/>
          <c:showSerName val="0"/>
          <c:showPercent val="0"/>
          <c:showBubbleSize val="0"/>
        </c:dLbls>
        <c:smooth val="0"/>
        <c:axId val="606484560"/>
        <c:axId val="1126606256"/>
      </c:lineChart>
      <c:catAx>
        <c:axId val="606484560"/>
        <c:scaling>
          <c:orientation val="minMax"/>
        </c:scaling>
        <c:delete val="0"/>
        <c:axPos val="b"/>
        <c:numFmt formatCode="General" sourceLinked="1"/>
        <c:majorTickMark val="none"/>
        <c:minorTickMark val="none"/>
        <c:tickLblPos val="nextTo"/>
        <c:spPr>
          <a:noFill/>
          <a:ln w="9525" cap="flat" cmpd="sng" algn="ctr">
            <a:solidFill>
              <a:schemeClr val="accent5">
                <a:lumMod val="50000"/>
              </a:schemeClr>
            </a:solidFill>
            <a:round/>
          </a:ln>
          <a:effectLst/>
        </c:spPr>
        <c:txPr>
          <a:bodyPr rot="-60000000" spcFirstLastPara="1" vertOverflow="ellipsis" vert="horz"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1126606256"/>
        <c:crosses val="autoZero"/>
        <c:auto val="1"/>
        <c:lblAlgn val="ctr"/>
        <c:lblOffset val="100"/>
        <c:noMultiLvlLbl val="0"/>
      </c:catAx>
      <c:valAx>
        <c:axId val="1126606256"/>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606484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411642688289037"/>
          <c:y val="4.3531496968523535E-2"/>
          <c:w val="0.81724033161720899"/>
          <c:h val="0.7999309713514815"/>
        </c:manualLayout>
      </c:layout>
      <c:lineChart>
        <c:grouping val="standard"/>
        <c:varyColors val="0"/>
        <c:ser>
          <c:idx val="0"/>
          <c:order val="0"/>
          <c:spPr>
            <a:ln w="57150" cap="rnd">
              <a:solidFill>
                <a:schemeClr val="accent5">
                  <a:lumMod val="50000"/>
                </a:schemeClr>
              </a:solidFill>
              <a:round/>
            </a:ln>
            <a:effectLst/>
          </c:spPr>
          <c:marker>
            <c:symbol val="none"/>
          </c:marker>
          <c:cat>
            <c:numRef>
              <c:f>'4.5.1'!$A$7:$A$25</c:f>
              <c:numCache>
                <c:formatCode>@</c:formatCode>
                <c:ptCount val="19"/>
                <c:pt idx="0">
                  <c:v>1922</c:v>
                </c:pt>
                <c:pt idx="1">
                  <c:v>1923</c:v>
                </c:pt>
                <c:pt idx="2">
                  <c:v>1924</c:v>
                </c:pt>
                <c:pt idx="3">
                  <c:v>1925</c:v>
                </c:pt>
                <c:pt idx="4">
                  <c:v>1926</c:v>
                </c:pt>
                <c:pt idx="5">
                  <c:v>1927</c:v>
                </c:pt>
                <c:pt idx="6">
                  <c:v>1928</c:v>
                </c:pt>
                <c:pt idx="7">
                  <c:v>1929</c:v>
                </c:pt>
                <c:pt idx="8">
                  <c:v>1930</c:v>
                </c:pt>
                <c:pt idx="9">
                  <c:v>1931</c:v>
                </c:pt>
                <c:pt idx="10">
                  <c:v>1932</c:v>
                </c:pt>
                <c:pt idx="11">
                  <c:v>1933</c:v>
                </c:pt>
                <c:pt idx="12">
                  <c:v>1934</c:v>
                </c:pt>
                <c:pt idx="13">
                  <c:v>1935</c:v>
                </c:pt>
                <c:pt idx="14">
                  <c:v>1936</c:v>
                </c:pt>
                <c:pt idx="15">
                  <c:v>1937</c:v>
                </c:pt>
                <c:pt idx="16">
                  <c:v>1938</c:v>
                </c:pt>
                <c:pt idx="17">
                  <c:v>1939</c:v>
                </c:pt>
                <c:pt idx="18">
                  <c:v>1940</c:v>
                </c:pt>
              </c:numCache>
            </c:numRef>
          </c:cat>
          <c:val>
            <c:numRef>
              <c:f>'4.5.1'!$B$7:$B$25</c:f>
              <c:numCache>
                <c:formatCode>#,##0.0\ \ </c:formatCode>
                <c:ptCount val="19"/>
                <c:pt idx="0">
                  <c:v>5105</c:v>
                </c:pt>
                <c:pt idx="1">
                  <c:v>5542.9</c:v>
                </c:pt>
                <c:pt idx="2">
                  <c:v>6414.6</c:v>
                </c:pt>
                <c:pt idx="3">
                  <c:v>6069.4</c:v>
                </c:pt>
                <c:pt idx="4">
                  <c:v>6743.1</c:v>
                </c:pt>
                <c:pt idx="5">
                  <c:v>7440.2</c:v>
                </c:pt>
                <c:pt idx="6">
                  <c:v>7487.9</c:v>
                </c:pt>
                <c:pt idx="7">
                  <c:v>7662.1</c:v>
                </c:pt>
                <c:pt idx="8">
                  <c:v>7500.4</c:v>
                </c:pt>
                <c:pt idx="9">
                  <c:v>7430.3</c:v>
                </c:pt>
                <c:pt idx="10">
                  <c:v>6954.4</c:v>
                </c:pt>
                <c:pt idx="11">
                  <c:v>6863.7</c:v>
                </c:pt>
                <c:pt idx="12">
                  <c:v>7562.4</c:v>
                </c:pt>
                <c:pt idx="13">
                  <c:v>7868.5</c:v>
                </c:pt>
                <c:pt idx="14">
                  <c:v>8080.9</c:v>
                </c:pt>
                <c:pt idx="15">
                  <c:v>8856.7999999999993</c:v>
                </c:pt>
                <c:pt idx="16">
                  <c:v>8661.2000000000007</c:v>
                </c:pt>
                <c:pt idx="17">
                  <c:v>8953.5</c:v>
                </c:pt>
                <c:pt idx="18">
                  <c:v>8797</c:v>
                </c:pt>
              </c:numCache>
            </c:numRef>
          </c:val>
          <c:smooth val="0"/>
          <c:extLst>
            <c:ext xmlns:c16="http://schemas.microsoft.com/office/drawing/2014/chart" uri="{C3380CC4-5D6E-409C-BE32-E72D297353CC}">
              <c16:uniqueId val="{00000000-0644-433F-87AB-9F05E7429CD9}"/>
            </c:ext>
          </c:extLst>
        </c:ser>
        <c:dLbls>
          <c:showLegendKey val="0"/>
          <c:showVal val="0"/>
          <c:showCatName val="0"/>
          <c:showSerName val="0"/>
          <c:showPercent val="0"/>
          <c:showBubbleSize val="0"/>
        </c:dLbls>
        <c:smooth val="0"/>
        <c:axId val="392540232"/>
        <c:axId val="392540560"/>
      </c:lineChart>
      <c:catAx>
        <c:axId val="392540232"/>
        <c:scaling>
          <c:orientation val="minMax"/>
        </c:scaling>
        <c:delete val="0"/>
        <c:axPos val="b"/>
        <c:numFmt formatCode="@"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6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392540560"/>
        <c:crosses val="autoZero"/>
        <c:auto val="1"/>
        <c:lblAlgn val="ctr"/>
        <c:lblOffset val="100"/>
        <c:noMultiLvlLbl val="0"/>
      </c:catAx>
      <c:valAx>
        <c:axId val="392540560"/>
        <c:scaling>
          <c:orientation val="minMax"/>
          <c:min val="4000"/>
        </c:scaling>
        <c:delete val="0"/>
        <c:axPos val="l"/>
        <c:numFmt formatCode="#,##0.0\ \ "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accent5">
                    <a:lumMod val="50000"/>
                  </a:schemeClr>
                </a:solidFill>
                <a:latin typeface="Arial" panose="020B0604020202020204" pitchFamily="34" charset="0"/>
                <a:ea typeface="+mn-ea"/>
                <a:cs typeface="Arial" panose="020B0604020202020204" pitchFamily="34" charset="0"/>
              </a:defRPr>
            </a:pPr>
            <a:endParaRPr lang="es-AR"/>
          </a:p>
        </c:txPr>
        <c:crossAx val="392540232"/>
        <c:crosses val="autoZero"/>
        <c:crossBetween val="between"/>
      </c:valAx>
      <c:spPr>
        <a:noFill/>
        <a:ln>
          <a:noFill/>
        </a:ln>
        <a:effectLst/>
      </c:spPr>
    </c:plotArea>
    <c:plotVisOnly val="1"/>
    <c:dispBlanksAs val="gap"/>
    <c:showDLblsOverMax val="0"/>
  </c:chart>
  <c:spPr>
    <a:noFill/>
    <a:ln>
      <a:noFill/>
    </a:ln>
    <a:effectLst/>
  </c:spPr>
  <c:txPr>
    <a:bodyPr/>
    <a:lstStyle/>
    <a:p>
      <a:pPr>
        <a:defRPr sz="1600">
          <a:solidFill>
            <a:schemeClr val="accent5">
              <a:lumMod val="50000"/>
            </a:schemeClr>
          </a:solidFill>
          <a:latin typeface="Arial" panose="020B0604020202020204" pitchFamily="34" charset="0"/>
          <a:cs typeface="Arial" panose="020B0604020202020204" pitchFamily="34" charset="0"/>
        </a:defRPr>
      </a:pPr>
      <a:endParaRPr lang="es-A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1"/>
          <c:tx>
            <c:v>gasto total</c:v>
          </c:tx>
          <c:spPr>
            <a:solidFill>
              <a:schemeClr val="accent5">
                <a:lumMod val="60000"/>
                <a:lumOff val="40000"/>
              </a:schemeClr>
            </a:solidFill>
            <a:ln>
              <a:noFill/>
            </a:ln>
            <a:effectLst/>
          </c:spPr>
          <c:invertIfNegative val="0"/>
          <c:val>
            <c:numRef>
              <c:f>'[C6.2 - Sector Publico - Valores.xls]6.2.2'!$B$125:$B$132</c:f>
              <c:numCache>
                <c:formatCode>#,##0.0000000000\ \ </c:formatCode>
                <c:ptCount val="8"/>
                <c:pt idx="0">
                  <c:v>9.1897700000000004E-8</c:v>
                </c:pt>
                <c:pt idx="1">
                  <c:v>9.8823300000000001E-8</c:v>
                </c:pt>
                <c:pt idx="2" formatCode="#,##0.000000000\ \ ">
                  <c:v>1.091788E-7</c:v>
                </c:pt>
                <c:pt idx="3">
                  <c:v>9.0844899999999998E-8</c:v>
                </c:pt>
                <c:pt idx="4">
                  <c:v>8.498880000000001E-8</c:v>
                </c:pt>
                <c:pt idx="5">
                  <c:v>8.8039300000000001E-8</c:v>
                </c:pt>
                <c:pt idx="6">
                  <c:v>9.3415299999999996E-8</c:v>
                </c:pt>
                <c:pt idx="7">
                  <c:v>9.8086400000000004E-8</c:v>
                </c:pt>
              </c:numCache>
            </c:numRef>
          </c:val>
          <c:extLst>
            <c:ext xmlns:c16="http://schemas.microsoft.com/office/drawing/2014/chart" uri="{C3380CC4-5D6E-409C-BE32-E72D297353CC}">
              <c16:uniqueId val="{00000000-6F69-43A5-ABCC-9B5C7ACC3B4A}"/>
            </c:ext>
          </c:extLst>
        </c:ser>
        <c:dLbls>
          <c:showLegendKey val="0"/>
          <c:showVal val="0"/>
          <c:showCatName val="0"/>
          <c:showSerName val="0"/>
          <c:showPercent val="0"/>
          <c:showBubbleSize val="0"/>
        </c:dLbls>
        <c:gapWidth val="219"/>
        <c:overlap val="-27"/>
        <c:axId val="879226608"/>
        <c:axId val="337015584"/>
      </c:barChart>
      <c:lineChart>
        <c:grouping val="standard"/>
        <c:varyColors val="0"/>
        <c:ser>
          <c:idx val="1"/>
          <c:order val="0"/>
          <c:tx>
            <c:v>intereses deuda</c:v>
          </c:tx>
          <c:spPr>
            <a:ln w="57150">
              <a:solidFill>
                <a:schemeClr val="accent5">
                  <a:lumMod val="50000"/>
                </a:schemeClr>
              </a:solidFill>
            </a:ln>
          </c:spPr>
          <c:marker>
            <c:symbol val="none"/>
          </c:marker>
          <c:cat>
            <c:numRef>
              <c:f>'[C6.2 - Sector Publico - Valores.xls]6.2.2'!$A$125:$A$132</c:f>
              <c:numCache>
                <c:formatCode>@</c:formatCode>
                <c:ptCount val="8"/>
                <c:pt idx="0">
                  <c:v>1928</c:v>
                </c:pt>
                <c:pt idx="1">
                  <c:v>1929</c:v>
                </c:pt>
                <c:pt idx="2">
                  <c:v>1930</c:v>
                </c:pt>
                <c:pt idx="3">
                  <c:v>1931</c:v>
                </c:pt>
                <c:pt idx="4">
                  <c:v>1932</c:v>
                </c:pt>
                <c:pt idx="5">
                  <c:v>1933</c:v>
                </c:pt>
                <c:pt idx="6">
                  <c:v>1934</c:v>
                </c:pt>
                <c:pt idx="7">
                  <c:v>1935</c:v>
                </c:pt>
              </c:numCache>
            </c:numRef>
          </c:cat>
          <c:val>
            <c:numRef>
              <c:f>'[C6.2 - Sector Publico - Valores.xls]6.2.2'!$G$125:$G$132</c:f>
              <c:numCache>
                <c:formatCode>#,##0.0000000000\ \ </c:formatCode>
                <c:ptCount val="8"/>
                <c:pt idx="0">
                  <c:v>1.93500474E-8</c:v>
                </c:pt>
                <c:pt idx="1">
                  <c:v>2.1775614900000001E-8</c:v>
                </c:pt>
                <c:pt idx="2">
                  <c:v>2.31979056E-8</c:v>
                </c:pt>
                <c:pt idx="3">
                  <c:v>2.3680108500000001E-8</c:v>
                </c:pt>
                <c:pt idx="4">
                  <c:v>2.8510773099999998E-8</c:v>
                </c:pt>
                <c:pt idx="5">
                  <c:v>2.8636990800000001E-8</c:v>
                </c:pt>
                <c:pt idx="6">
                  <c:v>2.30978164E-8</c:v>
                </c:pt>
                <c:pt idx="7">
                  <c:v>1.9333248000000001E-8</c:v>
                </c:pt>
              </c:numCache>
            </c:numRef>
          </c:val>
          <c:smooth val="0"/>
          <c:extLst>
            <c:ext xmlns:c16="http://schemas.microsoft.com/office/drawing/2014/chart" uri="{C3380CC4-5D6E-409C-BE32-E72D297353CC}">
              <c16:uniqueId val="{00000001-6F69-43A5-ABCC-9B5C7ACC3B4A}"/>
            </c:ext>
          </c:extLst>
        </c:ser>
        <c:dLbls>
          <c:showLegendKey val="0"/>
          <c:showVal val="0"/>
          <c:showCatName val="0"/>
          <c:showSerName val="0"/>
          <c:showPercent val="0"/>
          <c:showBubbleSize val="0"/>
        </c:dLbls>
        <c:marker val="1"/>
        <c:smooth val="0"/>
        <c:axId val="879226608"/>
        <c:axId val="337015584"/>
      </c:lineChart>
      <c:catAx>
        <c:axId val="87922660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s-AR"/>
          </a:p>
        </c:txPr>
        <c:crossAx val="337015584"/>
        <c:crosses val="autoZero"/>
        <c:auto val="1"/>
        <c:lblAlgn val="ctr"/>
        <c:lblOffset val="100"/>
        <c:noMultiLvlLbl val="0"/>
      </c:catAx>
      <c:valAx>
        <c:axId val="337015584"/>
        <c:scaling>
          <c:orientation val="minMax"/>
        </c:scaling>
        <c:delete val="1"/>
        <c:axPos val="l"/>
        <c:numFmt formatCode="#,##0.0000000000\ \ " sourceLinked="1"/>
        <c:majorTickMark val="none"/>
        <c:minorTickMark val="none"/>
        <c:tickLblPos val="nextTo"/>
        <c:crossAx val="879226608"/>
        <c:crosses val="autoZero"/>
        <c:crossBetween val="between"/>
      </c:valAx>
    </c:plotArea>
    <c:plotVisOnly val="1"/>
    <c:dispBlanksAs val="gap"/>
    <c:showDLblsOverMax val="0"/>
    <c:extLst/>
  </c:chart>
  <c:txPr>
    <a:bodyPr/>
    <a:lstStyle/>
    <a:p>
      <a:pPr>
        <a:defRPr sz="2400"/>
      </a:pPr>
      <a:endParaRPr lang="es-A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s-ES"/>
              <a:t>PIB por sectores. Índice base 1900</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manualLayout>
          <c:layoutTarget val="inner"/>
          <c:xMode val="edge"/>
          <c:yMode val="edge"/>
          <c:x val="9.3674823400529822E-2"/>
          <c:y val="3.0095707896807322E-2"/>
          <c:w val="0.87760129025147893"/>
          <c:h val="0.65551853855232101"/>
        </c:manualLayout>
      </c:layout>
      <c:lineChart>
        <c:grouping val="standard"/>
        <c:varyColors val="0"/>
        <c:ser>
          <c:idx val="0"/>
          <c:order val="0"/>
          <c:tx>
            <c:strRef>
              <c:f>Hoja1!$H$4</c:f>
              <c:strCache>
                <c:ptCount val="1"/>
                <c:pt idx="0">
                  <c:v>agricultura y ganadería</c:v>
                </c:pt>
              </c:strCache>
            </c:strRef>
          </c:tx>
          <c:spPr>
            <a:ln w="28575" cap="rnd">
              <a:solidFill>
                <a:srgbClr val="FF0000"/>
              </a:solidFill>
              <a:round/>
            </a:ln>
            <a:effectLst/>
          </c:spPr>
          <c:marker>
            <c:symbol val="none"/>
          </c:marker>
          <c:cat>
            <c:numRef>
              <c:f>Hoja1!$G$5:$G$45</c:f>
              <c:numCache>
                <c:formatCode>0</c:formatCode>
                <c:ptCount val="41"/>
                <c:pt idx="0">
                  <c:v>1900</c:v>
                </c:pt>
                <c:pt idx="1">
                  <c:v>1901</c:v>
                </c:pt>
                <c:pt idx="2">
                  <c:v>1902</c:v>
                </c:pt>
                <c:pt idx="3">
                  <c:v>1903</c:v>
                </c:pt>
                <c:pt idx="4">
                  <c:v>1904</c:v>
                </c:pt>
                <c:pt idx="5">
                  <c:v>1905</c:v>
                </c:pt>
                <c:pt idx="6">
                  <c:v>1906</c:v>
                </c:pt>
                <c:pt idx="7">
                  <c:v>1907</c:v>
                </c:pt>
                <c:pt idx="8">
                  <c:v>1908</c:v>
                </c:pt>
                <c:pt idx="9">
                  <c:v>1909</c:v>
                </c:pt>
                <c:pt idx="10">
                  <c:v>1910</c:v>
                </c:pt>
                <c:pt idx="11">
                  <c:v>1911</c:v>
                </c:pt>
                <c:pt idx="12">
                  <c:v>1912</c:v>
                </c:pt>
                <c:pt idx="13">
                  <c:v>1913</c:v>
                </c:pt>
                <c:pt idx="14">
                  <c:v>1914</c:v>
                </c:pt>
                <c:pt idx="15">
                  <c:v>1915</c:v>
                </c:pt>
                <c:pt idx="16">
                  <c:v>1916</c:v>
                </c:pt>
                <c:pt idx="17">
                  <c:v>1917</c:v>
                </c:pt>
                <c:pt idx="18">
                  <c:v>1918</c:v>
                </c:pt>
                <c:pt idx="19">
                  <c:v>1919</c:v>
                </c:pt>
                <c:pt idx="20">
                  <c:v>1920</c:v>
                </c:pt>
                <c:pt idx="21">
                  <c:v>1921</c:v>
                </c:pt>
                <c:pt idx="22">
                  <c:v>1922</c:v>
                </c:pt>
                <c:pt idx="23">
                  <c:v>1923</c:v>
                </c:pt>
                <c:pt idx="24">
                  <c:v>1924</c:v>
                </c:pt>
                <c:pt idx="25">
                  <c:v>1925</c:v>
                </c:pt>
                <c:pt idx="26">
                  <c:v>1926</c:v>
                </c:pt>
                <c:pt idx="27">
                  <c:v>1927</c:v>
                </c:pt>
                <c:pt idx="28">
                  <c:v>1928</c:v>
                </c:pt>
                <c:pt idx="29">
                  <c:v>1929</c:v>
                </c:pt>
                <c:pt idx="30">
                  <c:v>1930</c:v>
                </c:pt>
                <c:pt idx="31">
                  <c:v>1931</c:v>
                </c:pt>
                <c:pt idx="32">
                  <c:v>1932</c:v>
                </c:pt>
                <c:pt idx="33">
                  <c:v>1933</c:v>
                </c:pt>
                <c:pt idx="34">
                  <c:v>1934</c:v>
                </c:pt>
                <c:pt idx="35">
                  <c:v>1935</c:v>
                </c:pt>
                <c:pt idx="36">
                  <c:v>1936</c:v>
                </c:pt>
                <c:pt idx="37">
                  <c:v>1937</c:v>
                </c:pt>
                <c:pt idx="38">
                  <c:v>1938</c:v>
                </c:pt>
                <c:pt idx="39">
                  <c:v>1939</c:v>
                </c:pt>
                <c:pt idx="40">
                  <c:v>1940</c:v>
                </c:pt>
              </c:numCache>
            </c:numRef>
          </c:cat>
          <c:val>
            <c:numRef>
              <c:f>Hoja1!$H$5:$H$45</c:f>
              <c:numCache>
                <c:formatCode>0</c:formatCode>
                <c:ptCount val="41"/>
                <c:pt idx="0" formatCode="General">
                  <c:v>100</c:v>
                </c:pt>
                <c:pt idx="1">
                  <c:v>123.6478925773965</c:v>
                </c:pt>
                <c:pt idx="2">
                  <c:v>112.86833271167477</c:v>
                </c:pt>
                <c:pt idx="3">
                  <c:v>140.02237970906378</c:v>
                </c:pt>
                <c:pt idx="4">
                  <c:v>147.14658709436776</c:v>
                </c:pt>
                <c:pt idx="5">
                  <c:v>151.69712793733683</c:v>
                </c:pt>
                <c:pt idx="6">
                  <c:v>155.5389779932861</c:v>
                </c:pt>
                <c:pt idx="7">
                  <c:v>134.01715777694895</c:v>
                </c:pt>
                <c:pt idx="8">
                  <c:v>167.69861991794107</c:v>
                </c:pt>
                <c:pt idx="9">
                  <c:v>161.76799701603881</c:v>
                </c:pt>
                <c:pt idx="10">
                  <c:v>155.35248041775461</c:v>
                </c:pt>
                <c:pt idx="11">
                  <c:v>140.28347631480793</c:v>
                </c:pt>
                <c:pt idx="12">
                  <c:v>204.62513987318169</c:v>
                </c:pt>
                <c:pt idx="13">
                  <c:v>187.91495710555768</c:v>
                </c:pt>
                <c:pt idx="14">
                  <c:v>184.33420365535247</c:v>
                </c:pt>
                <c:pt idx="15">
                  <c:v>221.18612458038046</c:v>
                </c:pt>
                <c:pt idx="16">
                  <c:v>197.09063782170827</c:v>
                </c:pt>
                <c:pt idx="17">
                  <c:v>162.3274897426333</c:v>
                </c:pt>
                <c:pt idx="18">
                  <c:v>227.56434166355837</c:v>
                </c:pt>
                <c:pt idx="19">
                  <c:v>226.14696008951884</c:v>
                </c:pt>
                <c:pt idx="20">
                  <c:v>235.06154419992538</c:v>
                </c:pt>
                <c:pt idx="21">
                  <c:v>237.44871316672879</c:v>
                </c:pt>
                <c:pt idx="22">
                  <c:v>245.91570309585973</c:v>
                </c:pt>
                <c:pt idx="23">
                  <c:v>250.57814248414769</c:v>
                </c:pt>
                <c:pt idx="24">
                  <c:v>287.0197687430063</c:v>
                </c:pt>
                <c:pt idx="25">
                  <c:v>256.58336441626255</c:v>
                </c:pt>
                <c:pt idx="26">
                  <c:v>298.35882133532266</c:v>
                </c:pt>
                <c:pt idx="27">
                  <c:v>306.19171950764638</c:v>
                </c:pt>
                <c:pt idx="28">
                  <c:v>311.52555016784783</c:v>
                </c:pt>
                <c:pt idx="29">
                  <c:v>310.92875792614694</c:v>
                </c:pt>
                <c:pt idx="30">
                  <c:v>277.5083923908989</c:v>
                </c:pt>
                <c:pt idx="31">
                  <c:v>284.37150317045877</c:v>
                </c:pt>
                <c:pt idx="32">
                  <c:v>299.77620290936215</c:v>
                </c:pt>
                <c:pt idx="33">
                  <c:v>301.11898545318905</c:v>
                </c:pt>
                <c:pt idx="34">
                  <c:v>316.97127937336813</c:v>
                </c:pt>
                <c:pt idx="35">
                  <c:v>361.69339798582621</c:v>
                </c:pt>
                <c:pt idx="36">
                  <c:v>328.75792614696013</c:v>
                </c:pt>
                <c:pt idx="37">
                  <c:v>339.798582618426</c:v>
                </c:pt>
                <c:pt idx="38">
                  <c:v>309.13838120104447</c:v>
                </c:pt>
                <c:pt idx="39">
                  <c:v>344.87131667288332</c:v>
                </c:pt>
                <c:pt idx="40">
                  <c:v>368.89220440134284</c:v>
                </c:pt>
              </c:numCache>
            </c:numRef>
          </c:val>
          <c:smooth val="0"/>
          <c:extLst>
            <c:ext xmlns:c16="http://schemas.microsoft.com/office/drawing/2014/chart" uri="{C3380CC4-5D6E-409C-BE32-E72D297353CC}">
              <c16:uniqueId val="{00000000-10F4-4661-901B-ED22A2730420}"/>
            </c:ext>
          </c:extLst>
        </c:ser>
        <c:ser>
          <c:idx val="1"/>
          <c:order val="1"/>
          <c:tx>
            <c:strRef>
              <c:f>Hoja1!$I$4</c:f>
              <c:strCache>
                <c:ptCount val="1"/>
                <c:pt idx="0">
                  <c:v>industria manufacturera</c:v>
                </c:pt>
              </c:strCache>
            </c:strRef>
          </c:tx>
          <c:spPr>
            <a:ln w="28575" cap="rnd">
              <a:solidFill>
                <a:schemeClr val="accent5">
                  <a:lumMod val="60000"/>
                  <a:lumOff val="40000"/>
                </a:schemeClr>
              </a:solidFill>
              <a:round/>
            </a:ln>
            <a:effectLst/>
          </c:spPr>
          <c:marker>
            <c:symbol val="none"/>
          </c:marker>
          <c:cat>
            <c:numRef>
              <c:f>Hoja1!$G$5:$G$45</c:f>
              <c:numCache>
                <c:formatCode>0</c:formatCode>
                <c:ptCount val="41"/>
                <c:pt idx="0">
                  <c:v>1900</c:v>
                </c:pt>
                <c:pt idx="1">
                  <c:v>1901</c:v>
                </c:pt>
                <c:pt idx="2">
                  <c:v>1902</c:v>
                </c:pt>
                <c:pt idx="3">
                  <c:v>1903</c:v>
                </c:pt>
                <c:pt idx="4">
                  <c:v>1904</c:v>
                </c:pt>
                <c:pt idx="5">
                  <c:v>1905</c:v>
                </c:pt>
                <c:pt idx="6">
                  <c:v>1906</c:v>
                </c:pt>
                <c:pt idx="7">
                  <c:v>1907</c:v>
                </c:pt>
                <c:pt idx="8">
                  <c:v>1908</c:v>
                </c:pt>
                <c:pt idx="9">
                  <c:v>1909</c:v>
                </c:pt>
                <c:pt idx="10">
                  <c:v>1910</c:v>
                </c:pt>
                <c:pt idx="11">
                  <c:v>1911</c:v>
                </c:pt>
                <c:pt idx="12">
                  <c:v>1912</c:v>
                </c:pt>
                <c:pt idx="13">
                  <c:v>1913</c:v>
                </c:pt>
                <c:pt idx="14">
                  <c:v>1914</c:v>
                </c:pt>
                <c:pt idx="15">
                  <c:v>1915</c:v>
                </c:pt>
                <c:pt idx="16">
                  <c:v>1916</c:v>
                </c:pt>
                <c:pt idx="17">
                  <c:v>1917</c:v>
                </c:pt>
                <c:pt idx="18">
                  <c:v>1918</c:v>
                </c:pt>
                <c:pt idx="19">
                  <c:v>1919</c:v>
                </c:pt>
                <c:pt idx="20">
                  <c:v>1920</c:v>
                </c:pt>
                <c:pt idx="21">
                  <c:v>1921</c:v>
                </c:pt>
                <c:pt idx="22">
                  <c:v>1922</c:v>
                </c:pt>
                <c:pt idx="23">
                  <c:v>1923</c:v>
                </c:pt>
                <c:pt idx="24">
                  <c:v>1924</c:v>
                </c:pt>
                <c:pt idx="25">
                  <c:v>1925</c:v>
                </c:pt>
                <c:pt idx="26">
                  <c:v>1926</c:v>
                </c:pt>
                <c:pt idx="27">
                  <c:v>1927</c:v>
                </c:pt>
                <c:pt idx="28">
                  <c:v>1928</c:v>
                </c:pt>
                <c:pt idx="29">
                  <c:v>1929</c:v>
                </c:pt>
                <c:pt idx="30">
                  <c:v>1930</c:v>
                </c:pt>
                <c:pt idx="31">
                  <c:v>1931</c:v>
                </c:pt>
                <c:pt idx="32">
                  <c:v>1932</c:v>
                </c:pt>
                <c:pt idx="33">
                  <c:v>1933</c:v>
                </c:pt>
                <c:pt idx="34">
                  <c:v>1934</c:v>
                </c:pt>
                <c:pt idx="35">
                  <c:v>1935</c:v>
                </c:pt>
                <c:pt idx="36">
                  <c:v>1936</c:v>
                </c:pt>
                <c:pt idx="37">
                  <c:v>1937</c:v>
                </c:pt>
                <c:pt idx="38">
                  <c:v>1938</c:v>
                </c:pt>
                <c:pt idx="39">
                  <c:v>1939</c:v>
                </c:pt>
                <c:pt idx="40">
                  <c:v>1940</c:v>
                </c:pt>
              </c:numCache>
            </c:numRef>
          </c:cat>
          <c:val>
            <c:numRef>
              <c:f>Hoja1!$I$5:$I$45</c:f>
              <c:numCache>
                <c:formatCode>0</c:formatCode>
                <c:ptCount val="41"/>
                <c:pt idx="0" formatCode="General">
                  <c:v>100</c:v>
                </c:pt>
                <c:pt idx="1">
                  <c:v>100</c:v>
                </c:pt>
                <c:pt idx="2">
                  <c:v>105.84056827150748</c:v>
                </c:pt>
                <c:pt idx="3">
                  <c:v>116.65351223362273</c:v>
                </c:pt>
                <c:pt idx="4">
                  <c:v>127.94001578531963</c:v>
                </c:pt>
                <c:pt idx="5">
                  <c:v>149.40805051302291</c:v>
                </c:pt>
                <c:pt idx="6">
                  <c:v>156.9060773480663</c:v>
                </c:pt>
                <c:pt idx="7">
                  <c:v>174.1120757695343</c:v>
                </c:pt>
                <c:pt idx="8">
                  <c:v>184.84609313338592</c:v>
                </c:pt>
                <c:pt idx="9">
                  <c:v>182.71507498026833</c:v>
                </c:pt>
                <c:pt idx="10">
                  <c:v>223.59905288082075</c:v>
                </c:pt>
                <c:pt idx="11">
                  <c:v>239.70007892659817</c:v>
                </c:pt>
                <c:pt idx="12">
                  <c:v>227.30860299921062</c:v>
                </c:pt>
                <c:pt idx="13">
                  <c:v>240.72612470402521</c:v>
                </c:pt>
                <c:pt idx="14">
                  <c:v>219.81057616416729</c:v>
                </c:pt>
                <c:pt idx="15">
                  <c:v>197.23756906077344</c:v>
                </c:pt>
                <c:pt idx="16">
                  <c:v>202.05209155485392</c:v>
                </c:pt>
                <c:pt idx="17">
                  <c:v>200.47355958958158</c:v>
                </c:pt>
                <c:pt idx="18">
                  <c:v>238.59510655090753</c:v>
                </c:pt>
                <c:pt idx="19">
                  <c:v>248.30307813733216</c:v>
                </c:pt>
                <c:pt idx="20">
                  <c:v>257.93212312549315</c:v>
                </c:pt>
                <c:pt idx="21">
                  <c:v>271.42857142857127</c:v>
                </c:pt>
                <c:pt idx="22">
                  <c:v>301.49960536700843</c:v>
                </c:pt>
                <c:pt idx="23">
                  <c:v>352.56511444356721</c:v>
                </c:pt>
                <c:pt idx="24">
                  <c:v>371.90213101815283</c:v>
                </c:pt>
                <c:pt idx="25">
                  <c:v>403.63062352012594</c:v>
                </c:pt>
                <c:pt idx="26">
                  <c:v>396.05367008681895</c:v>
                </c:pt>
                <c:pt idx="27">
                  <c:v>420.75769534333034</c:v>
                </c:pt>
                <c:pt idx="28">
                  <c:v>469.6921862667715</c:v>
                </c:pt>
                <c:pt idx="29">
                  <c:v>492.8176795580107</c:v>
                </c:pt>
                <c:pt idx="30">
                  <c:v>487.45067087608493</c:v>
                </c:pt>
                <c:pt idx="31">
                  <c:v>432.59668508287263</c:v>
                </c:pt>
                <c:pt idx="32">
                  <c:v>406.31412786108888</c:v>
                </c:pt>
                <c:pt idx="33">
                  <c:v>460.53670086819233</c:v>
                </c:pt>
                <c:pt idx="34">
                  <c:v>522.88871349644796</c:v>
                </c:pt>
                <c:pt idx="35">
                  <c:v>537.41120757695307</c:v>
                </c:pt>
                <c:pt idx="36">
                  <c:v>571.98105761641625</c:v>
                </c:pt>
                <c:pt idx="37">
                  <c:v>607.65588003157018</c:v>
                </c:pt>
                <c:pt idx="38">
                  <c:v>631.49171270718182</c:v>
                </c:pt>
                <c:pt idx="39">
                  <c:v>656.3535911602205</c:v>
                </c:pt>
                <c:pt idx="40">
                  <c:v>657.45856353591114</c:v>
                </c:pt>
              </c:numCache>
            </c:numRef>
          </c:val>
          <c:smooth val="0"/>
          <c:extLst>
            <c:ext xmlns:c16="http://schemas.microsoft.com/office/drawing/2014/chart" uri="{C3380CC4-5D6E-409C-BE32-E72D297353CC}">
              <c16:uniqueId val="{00000001-10F4-4661-901B-ED22A2730420}"/>
            </c:ext>
          </c:extLst>
        </c:ser>
        <c:ser>
          <c:idx val="2"/>
          <c:order val="2"/>
          <c:tx>
            <c:strRef>
              <c:f>Hoja1!$J$4</c:f>
              <c:strCache>
                <c:ptCount val="1"/>
                <c:pt idx="0">
                  <c:v>comercio</c:v>
                </c:pt>
              </c:strCache>
            </c:strRef>
          </c:tx>
          <c:spPr>
            <a:ln w="28575" cap="rnd">
              <a:solidFill>
                <a:schemeClr val="accent5"/>
              </a:solidFill>
              <a:round/>
            </a:ln>
            <a:effectLst/>
          </c:spPr>
          <c:marker>
            <c:symbol val="none"/>
          </c:marker>
          <c:cat>
            <c:numRef>
              <c:f>Hoja1!$G$5:$G$45</c:f>
              <c:numCache>
                <c:formatCode>0</c:formatCode>
                <c:ptCount val="41"/>
                <c:pt idx="0">
                  <c:v>1900</c:v>
                </c:pt>
                <c:pt idx="1">
                  <c:v>1901</c:v>
                </c:pt>
                <c:pt idx="2">
                  <c:v>1902</c:v>
                </c:pt>
                <c:pt idx="3">
                  <c:v>1903</c:v>
                </c:pt>
                <c:pt idx="4">
                  <c:v>1904</c:v>
                </c:pt>
                <c:pt idx="5">
                  <c:v>1905</c:v>
                </c:pt>
                <c:pt idx="6">
                  <c:v>1906</c:v>
                </c:pt>
                <c:pt idx="7">
                  <c:v>1907</c:v>
                </c:pt>
                <c:pt idx="8">
                  <c:v>1908</c:v>
                </c:pt>
                <c:pt idx="9">
                  <c:v>1909</c:v>
                </c:pt>
                <c:pt idx="10">
                  <c:v>1910</c:v>
                </c:pt>
                <c:pt idx="11">
                  <c:v>1911</c:v>
                </c:pt>
                <c:pt idx="12">
                  <c:v>1912</c:v>
                </c:pt>
                <c:pt idx="13">
                  <c:v>1913</c:v>
                </c:pt>
                <c:pt idx="14">
                  <c:v>1914</c:v>
                </c:pt>
                <c:pt idx="15">
                  <c:v>1915</c:v>
                </c:pt>
                <c:pt idx="16">
                  <c:v>1916</c:v>
                </c:pt>
                <c:pt idx="17">
                  <c:v>1917</c:v>
                </c:pt>
                <c:pt idx="18">
                  <c:v>1918</c:v>
                </c:pt>
                <c:pt idx="19">
                  <c:v>1919</c:v>
                </c:pt>
                <c:pt idx="20">
                  <c:v>1920</c:v>
                </c:pt>
                <c:pt idx="21">
                  <c:v>1921</c:v>
                </c:pt>
                <c:pt idx="22">
                  <c:v>1922</c:v>
                </c:pt>
                <c:pt idx="23">
                  <c:v>1923</c:v>
                </c:pt>
                <c:pt idx="24">
                  <c:v>1924</c:v>
                </c:pt>
                <c:pt idx="25">
                  <c:v>1925</c:v>
                </c:pt>
                <c:pt idx="26">
                  <c:v>1926</c:v>
                </c:pt>
                <c:pt idx="27">
                  <c:v>1927</c:v>
                </c:pt>
                <c:pt idx="28">
                  <c:v>1928</c:v>
                </c:pt>
                <c:pt idx="29">
                  <c:v>1929</c:v>
                </c:pt>
                <c:pt idx="30">
                  <c:v>1930</c:v>
                </c:pt>
                <c:pt idx="31">
                  <c:v>1931</c:v>
                </c:pt>
                <c:pt idx="32">
                  <c:v>1932</c:v>
                </c:pt>
                <c:pt idx="33">
                  <c:v>1933</c:v>
                </c:pt>
                <c:pt idx="34">
                  <c:v>1934</c:v>
                </c:pt>
                <c:pt idx="35">
                  <c:v>1935</c:v>
                </c:pt>
                <c:pt idx="36">
                  <c:v>1936</c:v>
                </c:pt>
                <c:pt idx="37">
                  <c:v>1937</c:v>
                </c:pt>
                <c:pt idx="38">
                  <c:v>1938</c:v>
                </c:pt>
                <c:pt idx="39">
                  <c:v>1939</c:v>
                </c:pt>
                <c:pt idx="40">
                  <c:v>1940</c:v>
                </c:pt>
              </c:numCache>
            </c:numRef>
          </c:cat>
          <c:val>
            <c:numRef>
              <c:f>Hoja1!$J$5:$J$45</c:f>
              <c:numCache>
                <c:formatCode>0</c:formatCode>
                <c:ptCount val="41"/>
                <c:pt idx="0" formatCode="General">
                  <c:v>100</c:v>
                </c:pt>
                <c:pt idx="1">
                  <c:v>101.1072261072261</c:v>
                </c:pt>
                <c:pt idx="2">
                  <c:v>100</c:v>
                </c:pt>
                <c:pt idx="3">
                  <c:v>117.36596736596734</c:v>
                </c:pt>
                <c:pt idx="4">
                  <c:v>140.55944055944053</c:v>
                </c:pt>
                <c:pt idx="5">
                  <c:v>156.87645687645687</c:v>
                </c:pt>
                <c:pt idx="6">
                  <c:v>177.50582750582748</c:v>
                </c:pt>
                <c:pt idx="7">
                  <c:v>188.40326340326337</c:v>
                </c:pt>
                <c:pt idx="8">
                  <c:v>195.97902097902093</c:v>
                </c:pt>
                <c:pt idx="9">
                  <c:v>205.76923076923075</c:v>
                </c:pt>
                <c:pt idx="10">
                  <c:v>224.6503496503496</c:v>
                </c:pt>
                <c:pt idx="11">
                  <c:v>235.48951048951051</c:v>
                </c:pt>
                <c:pt idx="12">
                  <c:v>248.54312354312353</c:v>
                </c:pt>
                <c:pt idx="13">
                  <c:v>262.2960372960373</c:v>
                </c:pt>
                <c:pt idx="14">
                  <c:v>213.4032634032634</c:v>
                </c:pt>
                <c:pt idx="15">
                  <c:v>198.5431235431235</c:v>
                </c:pt>
                <c:pt idx="16">
                  <c:v>194.93006993006992</c:v>
                </c:pt>
                <c:pt idx="17">
                  <c:v>179.31235431235424</c:v>
                </c:pt>
                <c:pt idx="18">
                  <c:v>202.15617715617711</c:v>
                </c:pt>
                <c:pt idx="19">
                  <c:v>224.24242424242419</c:v>
                </c:pt>
                <c:pt idx="20">
                  <c:v>249.59207459207454</c:v>
                </c:pt>
                <c:pt idx="21">
                  <c:v>249.59207459207454</c:v>
                </c:pt>
                <c:pt idx="22">
                  <c:v>277.15617715617714</c:v>
                </c:pt>
                <c:pt idx="23">
                  <c:v>320.62937062937061</c:v>
                </c:pt>
                <c:pt idx="24">
                  <c:v>333.68298368298366</c:v>
                </c:pt>
                <c:pt idx="25">
                  <c:v>348.54312354312344</c:v>
                </c:pt>
                <c:pt idx="26">
                  <c:v>356.87645687645681</c:v>
                </c:pt>
                <c:pt idx="27">
                  <c:v>386.59673659673649</c:v>
                </c:pt>
                <c:pt idx="28">
                  <c:v>414.45221445221432</c:v>
                </c:pt>
                <c:pt idx="29">
                  <c:v>430.76923076923066</c:v>
                </c:pt>
                <c:pt idx="30">
                  <c:v>398.89277389277379</c:v>
                </c:pt>
                <c:pt idx="31">
                  <c:v>345.97902097902096</c:v>
                </c:pt>
                <c:pt idx="32">
                  <c:v>312.99533799533793</c:v>
                </c:pt>
                <c:pt idx="33">
                  <c:v>342.01631701631692</c:v>
                </c:pt>
                <c:pt idx="34">
                  <c:v>369.17249417249411</c:v>
                </c:pt>
                <c:pt idx="35">
                  <c:v>362.29603729603713</c:v>
                </c:pt>
                <c:pt idx="36">
                  <c:v>369.93006993006986</c:v>
                </c:pt>
                <c:pt idx="37">
                  <c:v>416.02564102564094</c:v>
                </c:pt>
                <c:pt idx="38">
                  <c:v>419.5221445221444</c:v>
                </c:pt>
                <c:pt idx="39">
                  <c:v>418.93939393939382</c:v>
                </c:pt>
                <c:pt idx="40">
                  <c:v>415.4428904428903</c:v>
                </c:pt>
              </c:numCache>
            </c:numRef>
          </c:val>
          <c:smooth val="0"/>
          <c:extLst>
            <c:ext xmlns:c16="http://schemas.microsoft.com/office/drawing/2014/chart" uri="{C3380CC4-5D6E-409C-BE32-E72D297353CC}">
              <c16:uniqueId val="{00000002-10F4-4661-901B-ED22A2730420}"/>
            </c:ext>
          </c:extLst>
        </c:ser>
        <c:ser>
          <c:idx val="4"/>
          <c:order val="3"/>
          <c:tx>
            <c:strRef>
              <c:f>Hoja1!$L$4</c:f>
              <c:strCache>
                <c:ptCount val="1"/>
                <c:pt idx="0">
                  <c:v>intermediación financiera</c:v>
                </c:pt>
              </c:strCache>
            </c:strRef>
          </c:tx>
          <c:spPr>
            <a:ln w="28575" cap="rnd">
              <a:solidFill>
                <a:schemeClr val="accent5">
                  <a:lumMod val="50000"/>
                </a:schemeClr>
              </a:solidFill>
              <a:round/>
            </a:ln>
            <a:effectLst/>
          </c:spPr>
          <c:marker>
            <c:symbol val="none"/>
          </c:marker>
          <c:cat>
            <c:numRef>
              <c:f>Hoja1!$G$5:$G$45</c:f>
              <c:numCache>
                <c:formatCode>0</c:formatCode>
                <c:ptCount val="41"/>
                <c:pt idx="0">
                  <c:v>1900</c:v>
                </c:pt>
                <c:pt idx="1">
                  <c:v>1901</c:v>
                </c:pt>
                <c:pt idx="2">
                  <c:v>1902</c:v>
                </c:pt>
                <c:pt idx="3">
                  <c:v>1903</c:v>
                </c:pt>
                <c:pt idx="4">
                  <c:v>1904</c:v>
                </c:pt>
                <c:pt idx="5">
                  <c:v>1905</c:v>
                </c:pt>
                <c:pt idx="6">
                  <c:v>1906</c:v>
                </c:pt>
                <c:pt idx="7">
                  <c:v>1907</c:v>
                </c:pt>
                <c:pt idx="8">
                  <c:v>1908</c:v>
                </c:pt>
                <c:pt idx="9">
                  <c:v>1909</c:v>
                </c:pt>
                <c:pt idx="10">
                  <c:v>1910</c:v>
                </c:pt>
                <c:pt idx="11">
                  <c:v>1911</c:v>
                </c:pt>
                <c:pt idx="12">
                  <c:v>1912</c:v>
                </c:pt>
                <c:pt idx="13">
                  <c:v>1913</c:v>
                </c:pt>
                <c:pt idx="14">
                  <c:v>1914</c:v>
                </c:pt>
                <c:pt idx="15">
                  <c:v>1915</c:v>
                </c:pt>
                <c:pt idx="16">
                  <c:v>1916</c:v>
                </c:pt>
                <c:pt idx="17">
                  <c:v>1917</c:v>
                </c:pt>
                <c:pt idx="18">
                  <c:v>1918</c:v>
                </c:pt>
                <c:pt idx="19">
                  <c:v>1919</c:v>
                </c:pt>
                <c:pt idx="20">
                  <c:v>1920</c:v>
                </c:pt>
                <c:pt idx="21">
                  <c:v>1921</c:v>
                </c:pt>
                <c:pt idx="22">
                  <c:v>1922</c:v>
                </c:pt>
                <c:pt idx="23">
                  <c:v>1923</c:v>
                </c:pt>
                <c:pt idx="24">
                  <c:v>1924</c:v>
                </c:pt>
                <c:pt idx="25">
                  <c:v>1925</c:v>
                </c:pt>
                <c:pt idx="26">
                  <c:v>1926</c:v>
                </c:pt>
                <c:pt idx="27">
                  <c:v>1927</c:v>
                </c:pt>
                <c:pt idx="28">
                  <c:v>1928</c:v>
                </c:pt>
                <c:pt idx="29">
                  <c:v>1929</c:v>
                </c:pt>
                <c:pt idx="30">
                  <c:v>1930</c:v>
                </c:pt>
                <c:pt idx="31">
                  <c:v>1931</c:v>
                </c:pt>
                <c:pt idx="32">
                  <c:v>1932</c:v>
                </c:pt>
                <c:pt idx="33">
                  <c:v>1933</c:v>
                </c:pt>
                <c:pt idx="34">
                  <c:v>1934</c:v>
                </c:pt>
                <c:pt idx="35">
                  <c:v>1935</c:v>
                </c:pt>
                <c:pt idx="36">
                  <c:v>1936</c:v>
                </c:pt>
                <c:pt idx="37">
                  <c:v>1937</c:v>
                </c:pt>
                <c:pt idx="38">
                  <c:v>1938</c:v>
                </c:pt>
                <c:pt idx="39">
                  <c:v>1939</c:v>
                </c:pt>
                <c:pt idx="40">
                  <c:v>1940</c:v>
                </c:pt>
              </c:numCache>
            </c:numRef>
          </c:cat>
          <c:val>
            <c:numRef>
              <c:f>Hoja1!$L$5:$L$45</c:f>
              <c:numCache>
                <c:formatCode>0</c:formatCode>
                <c:ptCount val="41"/>
                <c:pt idx="0" formatCode="General">
                  <c:v>100</c:v>
                </c:pt>
                <c:pt idx="1">
                  <c:v>106.66666666666666</c:v>
                </c:pt>
                <c:pt idx="2">
                  <c:v>114.07407407407406</c:v>
                </c:pt>
                <c:pt idx="3">
                  <c:v>122.96296296296298</c:v>
                </c:pt>
                <c:pt idx="4">
                  <c:v>131.85185185185185</c:v>
                </c:pt>
                <c:pt idx="5">
                  <c:v>146.66666666666669</c:v>
                </c:pt>
                <c:pt idx="6">
                  <c:v>159.2592592592593</c:v>
                </c:pt>
                <c:pt idx="7">
                  <c:v>175.5555555555556</c:v>
                </c:pt>
                <c:pt idx="8">
                  <c:v>183.70370370370372</c:v>
                </c:pt>
                <c:pt idx="9">
                  <c:v>195.5555555555556</c:v>
                </c:pt>
                <c:pt idx="10">
                  <c:v>210.37037037037041</c:v>
                </c:pt>
                <c:pt idx="11">
                  <c:v>228.14814814814818</c:v>
                </c:pt>
                <c:pt idx="12">
                  <c:v>245.18518518518522</c:v>
                </c:pt>
                <c:pt idx="13">
                  <c:v>257.77777777777783</c:v>
                </c:pt>
                <c:pt idx="14">
                  <c:v>229.62962962962968</c:v>
                </c:pt>
                <c:pt idx="15">
                  <c:v>207.40740740740739</c:v>
                </c:pt>
                <c:pt idx="16">
                  <c:v>214.81481481481484</c:v>
                </c:pt>
                <c:pt idx="17">
                  <c:v>217.7777777777778</c:v>
                </c:pt>
                <c:pt idx="18">
                  <c:v>242.22222222222223</c:v>
                </c:pt>
                <c:pt idx="19">
                  <c:v>301.48148148148152</c:v>
                </c:pt>
                <c:pt idx="20">
                  <c:v>299.2592592592593</c:v>
                </c:pt>
                <c:pt idx="21">
                  <c:v>328.88888888888891</c:v>
                </c:pt>
                <c:pt idx="22">
                  <c:v>382.96296296296299</c:v>
                </c:pt>
                <c:pt idx="23">
                  <c:v>419.2592592592593</c:v>
                </c:pt>
                <c:pt idx="24">
                  <c:v>425.18518518518516</c:v>
                </c:pt>
                <c:pt idx="25">
                  <c:v>445.92592592592598</c:v>
                </c:pt>
                <c:pt idx="26">
                  <c:v>456.29629629629636</c:v>
                </c:pt>
                <c:pt idx="27">
                  <c:v>458.51851851851859</c:v>
                </c:pt>
                <c:pt idx="28">
                  <c:v>485.92592592592592</c:v>
                </c:pt>
                <c:pt idx="29">
                  <c:v>511.11111111111109</c:v>
                </c:pt>
                <c:pt idx="30">
                  <c:v>537.77777777777783</c:v>
                </c:pt>
                <c:pt idx="31">
                  <c:v>532.59259259259272</c:v>
                </c:pt>
                <c:pt idx="32">
                  <c:v>490.37037037037044</c:v>
                </c:pt>
                <c:pt idx="33">
                  <c:v>480.00000000000006</c:v>
                </c:pt>
                <c:pt idx="34">
                  <c:v>485.92592592592604</c:v>
                </c:pt>
                <c:pt idx="35">
                  <c:v>497.03703703703724</c:v>
                </c:pt>
                <c:pt idx="36">
                  <c:v>510.37037037037044</c:v>
                </c:pt>
                <c:pt idx="37">
                  <c:v>531.85185185185208</c:v>
                </c:pt>
                <c:pt idx="38">
                  <c:v>551.85185185185208</c:v>
                </c:pt>
                <c:pt idx="39">
                  <c:v>568.88888888888926</c:v>
                </c:pt>
                <c:pt idx="40">
                  <c:v>582.96296296296327</c:v>
                </c:pt>
              </c:numCache>
            </c:numRef>
          </c:val>
          <c:smooth val="0"/>
          <c:extLst>
            <c:ext xmlns:c16="http://schemas.microsoft.com/office/drawing/2014/chart" uri="{C3380CC4-5D6E-409C-BE32-E72D297353CC}">
              <c16:uniqueId val="{00000003-10F4-4661-901B-ED22A2730420}"/>
            </c:ext>
          </c:extLst>
        </c:ser>
        <c:dLbls>
          <c:showLegendKey val="0"/>
          <c:showVal val="0"/>
          <c:showCatName val="0"/>
          <c:showSerName val="0"/>
          <c:showPercent val="0"/>
          <c:showBubbleSize val="0"/>
        </c:dLbls>
        <c:smooth val="0"/>
        <c:axId val="399517264"/>
        <c:axId val="399517592"/>
      </c:lineChart>
      <c:catAx>
        <c:axId val="399517264"/>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AR"/>
          </a:p>
        </c:txPr>
        <c:crossAx val="399517592"/>
        <c:crosses val="autoZero"/>
        <c:auto val="1"/>
        <c:lblAlgn val="ctr"/>
        <c:lblOffset val="100"/>
        <c:noMultiLvlLbl val="0"/>
      </c:catAx>
      <c:valAx>
        <c:axId val="39951759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AR"/>
          </a:p>
        </c:txPr>
        <c:crossAx val="3995172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chart>
  <c:spPr>
    <a:noFill/>
    <a:ln>
      <a:noFill/>
    </a:ln>
    <a:effectLst/>
  </c:spPr>
  <c:txPr>
    <a:bodyPr/>
    <a:lstStyle/>
    <a:p>
      <a:pPr>
        <a:defRPr sz="1600"/>
      </a:pPr>
      <a:endParaRPr lang="es-A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8738269227138"/>
          <c:y val="4.8619484694590688E-2"/>
          <c:w val="0.88277233331445082"/>
          <c:h val="0.79975648014412404"/>
        </c:manualLayout>
      </c:layout>
      <c:lineChart>
        <c:grouping val="standard"/>
        <c:varyColors val="0"/>
        <c:ser>
          <c:idx val="0"/>
          <c:order val="0"/>
          <c:tx>
            <c:strRef>
              <c:f>'8.1.1'!$B$2:$B$5</c:f>
              <c:strCache>
                <c:ptCount val="4"/>
                <c:pt idx="0">
                  <c:v>Exportaciones    (FOB)</c:v>
                </c:pt>
              </c:strCache>
            </c:strRef>
          </c:tx>
          <c:spPr>
            <a:ln w="28575" cap="rnd">
              <a:solidFill>
                <a:schemeClr val="accent6">
                  <a:lumMod val="50000"/>
                </a:schemeClr>
              </a:solidFill>
              <a:round/>
            </a:ln>
            <a:effectLst/>
          </c:spPr>
          <c:marker>
            <c:symbol val="none"/>
          </c:marker>
          <c:cat>
            <c:numRef>
              <c:f>'8.1.1'!$A$97:$A$142</c:f>
              <c:numCache>
                <c:formatCode>0</c:formatCode>
                <c:ptCount val="46"/>
                <c:pt idx="0">
                  <c:v>1900</c:v>
                </c:pt>
                <c:pt idx="1">
                  <c:v>1901</c:v>
                </c:pt>
                <c:pt idx="2">
                  <c:v>1902</c:v>
                </c:pt>
                <c:pt idx="3">
                  <c:v>1903</c:v>
                </c:pt>
                <c:pt idx="4">
                  <c:v>1904</c:v>
                </c:pt>
                <c:pt idx="5">
                  <c:v>1905</c:v>
                </c:pt>
                <c:pt idx="6">
                  <c:v>1906</c:v>
                </c:pt>
                <c:pt idx="7">
                  <c:v>1907</c:v>
                </c:pt>
                <c:pt idx="8">
                  <c:v>1908</c:v>
                </c:pt>
                <c:pt idx="9">
                  <c:v>1909</c:v>
                </c:pt>
                <c:pt idx="10">
                  <c:v>1910</c:v>
                </c:pt>
                <c:pt idx="11">
                  <c:v>1911</c:v>
                </c:pt>
                <c:pt idx="12">
                  <c:v>1912</c:v>
                </c:pt>
                <c:pt idx="13">
                  <c:v>1913</c:v>
                </c:pt>
                <c:pt idx="14">
                  <c:v>1914</c:v>
                </c:pt>
                <c:pt idx="15">
                  <c:v>1915</c:v>
                </c:pt>
                <c:pt idx="16">
                  <c:v>1916</c:v>
                </c:pt>
                <c:pt idx="17">
                  <c:v>1917</c:v>
                </c:pt>
                <c:pt idx="18">
                  <c:v>1918</c:v>
                </c:pt>
                <c:pt idx="19">
                  <c:v>1919</c:v>
                </c:pt>
                <c:pt idx="20">
                  <c:v>1920</c:v>
                </c:pt>
                <c:pt idx="21">
                  <c:v>1921</c:v>
                </c:pt>
                <c:pt idx="22">
                  <c:v>1922</c:v>
                </c:pt>
                <c:pt idx="23">
                  <c:v>1923</c:v>
                </c:pt>
                <c:pt idx="24">
                  <c:v>1924</c:v>
                </c:pt>
                <c:pt idx="25">
                  <c:v>1925</c:v>
                </c:pt>
                <c:pt idx="26">
                  <c:v>1926</c:v>
                </c:pt>
                <c:pt idx="27">
                  <c:v>1927</c:v>
                </c:pt>
                <c:pt idx="28">
                  <c:v>1928</c:v>
                </c:pt>
                <c:pt idx="29">
                  <c:v>1929</c:v>
                </c:pt>
                <c:pt idx="30">
                  <c:v>1930</c:v>
                </c:pt>
                <c:pt idx="31">
                  <c:v>1931</c:v>
                </c:pt>
                <c:pt idx="32">
                  <c:v>1932</c:v>
                </c:pt>
                <c:pt idx="33">
                  <c:v>1933</c:v>
                </c:pt>
                <c:pt idx="34">
                  <c:v>1934</c:v>
                </c:pt>
                <c:pt idx="35">
                  <c:v>1935</c:v>
                </c:pt>
                <c:pt idx="36">
                  <c:v>1936</c:v>
                </c:pt>
                <c:pt idx="37">
                  <c:v>1937</c:v>
                </c:pt>
                <c:pt idx="38">
                  <c:v>1938</c:v>
                </c:pt>
                <c:pt idx="39">
                  <c:v>1939</c:v>
                </c:pt>
                <c:pt idx="40">
                  <c:v>1940</c:v>
                </c:pt>
                <c:pt idx="41">
                  <c:v>1941</c:v>
                </c:pt>
                <c:pt idx="42">
                  <c:v>1942</c:v>
                </c:pt>
                <c:pt idx="43">
                  <c:v>1943</c:v>
                </c:pt>
                <c:pt idx="44">
                  <c:v>1944</c:v>
                </c:pt>
                <c:pt idx="45">
                  <c:v>1945</c:v>
                </c:pt>
              </c:numCache>
            </c:numRef>
          </c:cat>
          <c:val>
            <c:numRef>
              <c:f>'8.1.1'!$B$97:$B$142</c:f>
              <c:numCache>
                <c:formatCode>#,##0.00\ \ </c:formatCode>
                <c:ptCount val="46"/>
                <c:pt idx="0">
                  <c:v>152.28644907253425</c:v>
                </c:pt>
                <c:pt idx="1">
                  <c:v>167.351361852373</c:v>
                </c:pt>
                <c:pt idx="2">
                  <c:v>177.65148439263805</c:v>
                </c:pt>
                <c:pt idx="3">
                  <c:v>213.77922261729026</c:v>
                </c:pt>
                <c:pt idx="4">
                  <c:v>255.77317956181835</c:v>
                </c:pt>
                <c:pt idx="5">
                  <c:v>312.3173700424382</c:v>
                </c:pt>
                <c:pt idx="6">
                  <c:v>283.46077038592523</c:v>
                </c:pt>
                <c:pt idx="7">
                  <c:v>279.92168881296516</c:v>
                </c:pt>
                <c:pt idx="8">
                  <c:v>354.38835143605144</c:v>
                </c:pt>
                <c:pt idx="9">
                  <c:v>384.73864391002047</c:v>
                </c:pt>
                <c:pt idx="10">
                  <c:v>373.5281083935285</c:v>
                </c:pt>
                <c:pt idx="11">
                  <c:v>328.54466554054056</c:v>
                </c:pt>
                <c:pt idx="12">
                  <c:v>481.87021300874852</c:v>
                </c:pt>
                <c:pt idx="13">
                  <c:v>497.84811181434583</c:v>
                </c:pt>
                <c:pt idx="14">
                  <c:v>388.22372584745762</c:v>
                </c:pt>
                <c:pt idx="15">
                  <c:v>553.6128556485354</c:v>
                </c:pt>
                <c:pt idx="16">
                  <c:v>551.81001779661005</c:v>
                </c:pt>
                <c:pt idx="17">
                  <c:v>548.41512061403512</c:v>
                </c:pt>
                <c:pt idx="18">
                  <c:v>813.17622544642825</c:v>
                </c:pt>
                <c:pt idx="19" formatCode="#,##0.0\ \ ">
                  <c:v>1018.7403734782609</c:v>
                </c:pt>
                <c:pt idx="20">
                  <c:v>934.22098228346465</c:v>
                </c:pt>
                <c:pt idx="21">
                  <c:v>485.76246369426752</c:v>
                </c:pt>
                <c:pt idx="22">
                  <c:v>554.65071299638987</c:v>
                </c:pt>
                <c:pt idx="23">
                  <c:v>604.51509551724143</c:v>
                </c:pt>
                <c:pt idx="24">
                  <c:v>787.20001609589031</c:v>
                </c:pt>
                <c:pt idx="25">
                  <c:v>792.19594819277097</c:v>
                </c:pt>
                <c:pt idx="26">
                  <c:v>728.90920242914956</c:v>
                </c:pt>
                <c:pt idx="27">
                  <c:v>972.00027627118641</c:v>
                </c:pt>
                <c:pt idx="28" formatCode="#,##0.0\ \ ">
                  <c:v>1015.5119911016948</c:v>
                </c:pt>
                <c:pt idx="29">
                  <c:v>906.94552845188264</c:v>
                </c:pt>
                <c:pt idx="30">
                  <c:v>509.37639306569338</c:v>
                </c:pt>
                <c:pt idx="31">
                  <c:v>420.75568208092483</c:v>
                </c:pt>
                <c:pt idx="32">
                  <c:v>331.04948534704363</c:v>
                </c:pt>
                <c:pt idx="33">
                  <c:v>373.19088766065124</c:v>
                </c:pt>
                <c:pt idx="34">
                  <c:v>483.06880411055511</c:v>
                </c:pt>
                <c:pt idx="35">
                  <c:v>492.1</c:v>
                </c:pt>
                <c:pt idx="36">
                  <c:v>511.4</c:v>
                </c:pt>
                <c:pt idx="37">
                  <c:v>768.6</c:v>
                </c:pt>
                <c:pt idx="38">
                  <c:v>446.9</c:v>
                </c:pt>
                <c:pt idx="39">
                  <c:v>478.2</c:v>
                </c:pt>
                <c:pt idx="40">
                  <c:v>430.2</c:v>
                </c:pt>
                <c:pt idx="41">
                  <c:v>458.3</c:v>
                </c:pt>
                <c:pt idx="42">
                  <c:v>505.3</c:v>
                </c:pt>
                <c:pt idx="43">
                  <c:v>611.4</c:v>
                </c:pt>
                <c:pt idx="44">
                  <c:v>686.5</c:v>
                </c:pt>
                <c:pt idx="45">
                  <c:v>737.6</c:v>
                </c:pt>
              </c:numCache>
            </c:numRef>
          </c:val>
          <c:smooth val="0"/>
          <c:extLst>
            <c:ext xmlns:c16="http://schemas.microsoft.com/office/drawing/2014/chart" uri="{C3380CC4-5D6E-409C-BE32-E72D297353CC}">
              <c16:uniqueId val="{00000000-9C8D-479C-8D9D-05631A2CEC97}"/>
            </c:ext>
          </c:extLst>
        </c:ser>
        <c:ser>
          <c:idx val="1"/>
          <c:order val="1"/>
          <c:tx>
            <c:strRef>
              <c:f>'8.1.1'!$D$2:$D$5</c:f>
              <c:strCache>
                <c:ptCount val="4"/>
                <c:pt idx="0">
                  <c:v>Importaciones    (CIF)</c:v>
                </c:pt>
              </c:strCache>
            </c:strRef>
          </c:tx>
          <c:spPr>
            <a:ln w="28575" cap="rnd">
              <a:solidFill>
                <a:schemeClr val="accent2"/>
              </a:solidFill>
              <a:round/>
            </a:ln>
            <a:effectLst/>
          </c:spPr>
          <c:marker>
            <c:symbol val="none"/>
          </c:marker>
          <c:val>
            <c:numRef>
              <c:f>'8.1.1'!$D$97:$D$142</c:f>
              <c:numCache>
                <c:formatCode>#,##0.00\ \ </c:formatCode>
                <c:ptCount val="46"/>
                <c:pt idx="0">
                  <c:v>111.7864949852885</c:v>
                </c:pt>
                <c:pt idx="1">
                  <c:v>113.71191533836509</c:v>
                </c:pt>
                <c:pt idx="2">
                  <c:v>101.98568487525563</c:v>
                </c:pt>
                <c:pt idx="3">
                  <c:v>126.9285488528498</c:v>
                </c:pt>
                <c:pt idx="4">
                  <c:v>181.36088775830777</c:v>
                </c:pt>
                <c:pt idx="5">
                  <c:v>198.46526639169113</c:v>
                </c:pt>
                <c:pt idx="6">
                  <c:v>261.84790162030561</c:v>
                </c:pt>
                <c:pt idx="7">
                  <c:v>270.14660661736457</c:v>
                </c:pt>
                <c:pt idx="8">
                  <c:v>264.30859624539875</c:v>
                </c:pt>
                <c:pt idx="9">
                  <c:v>293.14663305491649</c:v>
                </c:pt>
                <c:pt idx="10">
                  <c:v>364.19752756304649</c:v>
                </c:pt>
                <c:pt idx="11">
                  <c:v>388.72465456081079</c:v>
                </c:pt>
                <c:pt idx="12">
                  <c:v>429.22857487003921</c:v>
                </c:pt>
                <c:pt idx="13">
                  <c:v>475.86027426160319</c:v>
                </c:pt>
                <c:pt idx="14">
                  <c:v>310.60281567796608</c:v>
                </c:pt>
                <c:pt idx="15">
                  <c:v>290.49829372384937</c:v>
                </c:pt>
                <c:pt idx="16">
                  <c:v>352.59107372881357</c:v>
                </c:pt>
                <c:pt idx="17">
                  <c:v>379.10803201754391</c:v>
                </c:pt>
                <c:pt idx="18">
                  <c:v>507.9167531249999</c:v>
                </c:pt>
                <c:pt idx="19">
                  <c:v>647.99633782608714</c:v>
                </c:pt>
                <c:pt idx="20">
                  <c:v>836.58527086614163</c:v>
                </c:pt>
                <c:pt idx="21">
                  <c:v>542.5113614649681</c:v>
                </c:pt>
                <c:pt idx="22">
                  <c:v>565.83973646209381</c:v>
                </c:pt>
                <c:pt idx="23">
                  <c:v>680.58784931034495</c:v>
                </c:pt>
                <c:pt idx="24">
                  <c:v>645.01089109589043</c:v>
                </c:pt>
                <c:pt idx="25">
                  <c:v>800.33558393574287</c:v>
                </c:pt>
                <c:pt idx="26">
                  <c:v>756.8057570850201</c:v>
                </c:pt>
                <c:pt idx="27">
                  <c:v>825.11980338983051</c:v>
                </c:pt>
                <c:pt idx="28">
                  <c:v>805.76630254237284</c:v>
                </c:pt>
                <c:pt idx="29">
                  <c:v>819.70079414225927</c:v>
                </c:pt>
                <c:pt idx="30">
                  <c:v>613.12437299270073</c:v>
                </c:pt>
                <c:pt idx="31">
                  <c:v>339.25673728323699</c:v>
                </c:pt>
                <c:pt idx="32">
                  <c:v>214.97802982005138</c:v>
                </c:pt>
                <c:pt idx="33">
                  <c:v>279.75581683245503</c:v>
                </c:pt>
                <c:pt idx="34">
                  <c:v>327.05673571618001</c:v>
                </c:pt>
                <c:pt idx="35">
                  <c:v>332.8</c:v>
                </c:pt>
                <c:pt idx="36">
                  <c:v>322</c:v>
                </c:pt>
                <c:pt idx="37">
                  <c:v>481.8</c:v>
                </c:pt>
                <c:pt idx="38">
                  <c:v>484.1</c:v>
                </c:pt>
                <c:pt idx="39">
                  <c:v>373.6</c:v>
                </c:pt>
                <c:pt idx="40">
                  <c:v>380.9</c:v>
                </c:pt>
                <c:pt idx="41">
                  <c:v>325</c:v>
                </c:pt>
                <c:pt idx="42">
                  <c:v>319</c:v>
                </c:pt>
                <c:pt idx="43">
                  <c:v>238.9</c:v>
                </c:pt>
                <c:pt idx="44">
                  <c:v>267.3</c:v>
                </c:pt>
                <c:pt idx="45">
                  <c:v>308.2</c:v>
                </c:pt>
              </c:numCache>
            </c:numRef>
          </c:val>
          <c:smooth val="0"/>
          <c:extLst>
            <c:ext xmlns:c16="http://schemas.microsoft.com/office/drawing/2014/chart" uri="{C3380CC4-5D6E-409C-BE32-E72D297353CC}">
              <c16:uniqueId val="{00000001-9C8D-479C-8D9D-05631A2CEC97}"/>
            </c:ext>
          </c:extLst>
        </c:ser>
        <c:dLbls>
          <c:showLegendKey val="0"/>
          <c:showVal val="0"/>
          <c:showCatName val="0"/>
          <c:showSerName val="0"/>
          <c:showPercent val="0"/>
          <c:showBubbleSize val="0"/>
        </c:dLbls>
        <c:smooth val="0"/>
        <c:axId val="304710488"/>
        <c:axId val="304707208"/>
      </c:lineChart>
      <c:catAx>
        <c:axId val="304710488"/>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AR"/>
          </a:p>
        </c:txPr>
        <c:crossAx val="304707208"/>
        <c:crosses val="autoZero"/>
        <c:auto val="1"/>
        <c:lblAlgn val="ctr"/>
        <c:lblOffset val="100"/>
        <c:noMultiLvlLbl val="0"/>
      </c:catAx>
      <c:valAx>
        <c:axId val="304707208"/>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AR"/>
          </a:p>
        </c:txPr>
        <c:crossAx val="304710488"/>
        <c:crosses val="autoZero"/>
        <c:crossBetween val="between"/>
      </c:valAx>
      <c:spPr>
        <a:noFill/>
        <a:ln>
          <a:noFill/>
        </a:ln>
        <a:effectLst/>
      </c:spPr>
    </c:plotArea>
    <c:legend>
      <c:legendPos val="r"/>
      <c:layout>
        <c:manualLayout>
          <c:xMode val="edge"/>
          <c:yMode val="edge"/>
          <c:x val="9.5925092978311186E-2"/>
          <c:y val="1.370388056436158E-2"/>
          <c:w val="0.47446629331761342"/>
          <c:h val="0.173006485812258"/>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chart>
  <c:spPr>
    <a:noFill/>
    <a:ln>
      <a:noFill/>
    </a:ln>
    <a:effectLst/>
  </c:spPr>
  <c:txPr>
    <a:bodyPr/>
    <a:lstStyle/>
    <a:p>
      <a:pPr>
        <a:defRPr sz="1100"/>
      </a:pPr>
      <a:endParaRPr lang="es-A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s-ES"/>
              <a:t>Importancia de expo. agropecuarias</a:t>
            </a:r>
          </a:p>
        </c:rich>
      </c:tx>
      <c:layout>
        <c:manualLayout>
          <c:xMode val="edge"/>
          <c:yMode val="edge"/>
          <c:x val="0.22583333333333333"/>
          <c:y val="6.2229369616485786E-3"/>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manualLayout>
          <c:layoutTarget val="inner"/>
          <c:xMode val="edge"/>
          <c:yMode val="edge"/>
          <c:x val="0.11081714785651793"/>
          <c:y val="2.5428331875182269E-2"/>
          <c:w val="0.85862729658792647"/>
          <c:h val="0.69713728492271798"/>
        </c:manualLayout>
      </c:layout>
      <c:lineChart>
        <c:grouping val="standard"/>
        <c:varyColors val="0"/>
        <c:ser>
          <c:idx val="0"/>
          <c:order val="0"/>
          <c:tx>
            <c:strRef>
              <c:f>Hoja2!$B$4</c:f>
              <c:strCache>
                <c:ptCount val="1"/>
                <c:pt idx="0">
                  <c:v>expo agropecuarias</c:v>
                </c:pt>
              </c:strCache>
            </c:strRef>
          </c:tx>
          <c:spPr>
            <a:ln w="28575" cap="rnd">
              <a:solidFill>
                <a:schemeClr val="accent1"/>
              </a:solidFill>
              <a:round/>
            </a:ln>
            <a:effectLst/>
          </c:spPr>
          <c:marker>
            <c:symbol val="none"/>
          </c:marker>
          <c:cat>
            <c:numRef>
              <c:f>Hoja2!$A$5:$A$45</c:f>
              <c:numCache>
                <c:formatCode>General</c:formatCode>
                <c:ptCount val="41"/>
                <c:pt idx="0">
                  <c:v>1900</c:v>
                </c:pt>
                <c:pt idx="1">
                  <c:v>1901</c:v>
                </c:pt>
                <c:pt idx="2">
                  <c:v>1902</c:v>
                </c:pt>
                <c:pt idx="3">
                  <c:v>1903</c:v>
                </c:pt>
                <c:pt idx="4">
                  <c:v>1904</c:v>
                </c:pt>
                <c:pt idx="5">
                  <c:v>1905</c:v>
                </c:pt>
                <c:pt idx="6">
                  <c:v>1906</c:v>
                </c:pt>
                <c:pt idx="7">
                  <c:v>1907</c:v>
                </c:pt>
                <c:pt idx="8">
                  <c:v>1908</c:v>
                </c:pt>
                <c:pt idx="9">
                  <c:v>1909</c:v>
                </c:pt>
                <c:pt idx="10">
                  <c:v>1910</c:v>
                </c:pt>
                <c:pt idx="11">
                  <c:v>1911</c:v>
                </c:pt>
                <c:pt idx="12">
                  <c:v>1912</c:v>
                </c:pt>
                <c:pt idx="13">
                  <c:v>1913</c:v>
                </c:pt>
                <c:pt idx="14">
                  <c:v>1914</c:v>
                </c:pt>
                <c:pt idx="15">
                  <c:v>1915</c:v>
                </c:pt>
                <c:pt idx="16">
                  <c:v>1916</c:v>
                </c:pt>
                <c:pt idx="17">
                  <c:v>1917</c:v>
                </c:pt>
                <c:pt idx="18">
                  <c:v>1918</c:v>
                </c:pt>
                <c:pt idx="19">
                  <c:v>1919</c:v>
                </c:pt>
                <c:pt idx="20">
                  <c:v>1920</c:v>
                </c:pt>
                <c:pt idx="21">
                  <c:v>1921</c:v>
                </c:pt>
                <c:pt idx="22">
                  <c:v>1922</c:v>
                </c:pt>
                <c:pt idx="23">
                  <c:v>1923</c:v>
                </c:pt>
                <c:pt idx="24">
                  <c:v>1924</c:v>
                </c:pt>
                <c:pt idx="25">
                  <c:v>1925</c:v>
                </c:pt>
                <c:pt idx="26">
                  <c:v>1926</c:v>
                </c:pt>
                <c:pt idx="27">
                  <c:v>1927</c:v>
                </c:pt>
                <c:pt idx="28">
                  <c:v>1928</c:v>
                </c:pt>
                <c:pt idx="29">
                  <c:v>1929</c:v>
                </c:pt>
                <c:pt idx="30">
                  <c:v>1930</c:v>
                </c:pt>
                <c:pt idx="31">
                  <c:v>1931</c:v>
                </c:pt>
                <c:pt idx="32">
                  <c:v>1932</c:v>
                </c:pt>
                <c:pt idx="33">
                  <c:v>1933</c:v>
                </c:pt>
                <c:pt idx="34">
                  <c:v>1934</c:v>
                </c:pt>
                <c:pt idx="35">
                  <c:v>1935</c:v>
                </c:pt>
                <c:pt idx="36">
                  <c:v>1936</c:v>
                </c:pt>
                <c:pt idx="37">
                  <c:v>1937</c:v>
                </c:pt>
                <c:pt idx="38">
                  <c:v>1938</c:v>
                </c:pt>
                <c:pt idx="39">
                  <c:v>1939</c:v>
                </c:pt>
                <c:pt idx="40">
                  <c:v>1940</c:v>
                </c:pt>
              </c:numCache>
            </c:numRef>
          </c:cat>
          <c:val>
            <c:numRef>
              <c:f>Hoja2!$B$5:$B$45</c:f>
              <c:numCache>
                <c:formatCode>0.0</c:formatCode>
                <c:ptCount val="41"/>
                <c:pt idx="0">
                  <c:v>143.4882743309214</c:v>
                </c:pt>
                <c:pt idx="1">
                  <c:v>154.04315398359867</c:v>
                </c:pt>
                <c:pt idx="2">
                  <c:v>163.98835549348769</c:v>
                </c:pt>
                <c:pt idx="3">
                  <c:v>206.38014397684515</c:v>
                </c:pt>
                <c:pt idx="4">
                  <c:v>247.71935774240237</c:v>
                </c:pt>
                <c:pt idx="5">
                  <c:v>303.37665328895321</c:v>
                </c:pt>
                <c:pt idx="6">
                  <c:v>274.98376835089078</c:v>
                </c:pt>
                <c:pt idx="7">
                  <c:v>278.38951920480133</c:v>
                </c:pt>
                <c:pt idx="8">
                  <c:v>344.281785348374</c:v>
                </c:pt>
                <c:pt idx="9">
                  <c:v>370.28676297637963</c:v>
                </c:pt>
                <c:pt idx="10">
                  <c:v>360.98808157081532</c:v>
                </c:pt>
                <c:pt idx="11">
                  <c:v>314.14955208686803</c:v>
                </c:pt>
                <c:pt idx="12">
                  <c:v>470.97537254401641</c:v>
                </c:pt>
                <c:pt idx="13">
                  <c:v>478.42550750775945</c:v>
                </c:pt>
                <c:pt idx="14">
                  <c:v>352.30984008528776</c:v>
                </c:pt>
                <c:pt idx="15">
                  <c:v>514.16776559829941</c:v>
                </c:pt>
                <c:pt idx="16">
                  <c:v>516.95334297452519</c:v>
                </c:pt>
                <c:pt idx="17">
                  <c:v>515.76707767160508</c:v>
                </c:pt>
                <c:pt idx="18">
                  <c:v>766.26887563429182</c:v>
                </c:pt>
                <c:pt idx="19">
                  <c:v>971.15519696312367</c:v>
                </c:pt>
                <c:pt idx="20">
                  <c:v>876.06333385610662</c:v>
                </c:pt>
                <c:pt idx="21">
                  <c:v>464.46319760593417</c:v>
                </c:pt>
                <c:pt idx="22">
                  <c:v>529.41341580236235</c:v>
                </c:pt>
                <c:pt idx="23">
                  <c:v>576.163305108082</c:v>
                </c:pt>
                <c:pt idx="24">
                  <c:v>761.654897084048</c:v>
                </c:pt>
                <c:pt idx="25">
                  <c:v>758.65879662379416</c:v>
                </c:pt>
                <c:pt idx="26">
                  <c:v>698.83477082066861</c:v>
                </c:pt>
                <c:pt idx="27">
                  <c:v>933.58831068207769</c:v>
                </c:pt>
                <c:pt idx="28">
                  <c:v>977.08514692787185</c:v>
                </c:pt>
                <c:pt idx="29">
                  <c:v>877.18363465238838</c:v>
                </c:pt>
                <c:pt idx="30">
                  <c:v>485.92879236050248</c:v>
                </c:pt>
                <c:pt idx="31">
                  <c:v>403.55854529667153</c:v>
                </c:pt>
                <c:pt idx="32">
                  <c:v>319.43416580897491</c:v>
                </c:pt>
                <c:pt idx="33">
                  <c:v>329.18849808239509</c:v>
                </c:pt>
                <c:pt idx="34">
                  <c:v>440.88804090909093</c:v>
                </c:pt>
                <c:pt idx="35">
                  <c:v>467.36306558560602</c:v>
                </c:pt>
                <c:pt idx="36">
                  <c:v>486.92343375580418</c:v>
                </c:pt>
                <c:pt idx="37">
                  <c:v>737.14863991186098</c:v>
                </c:pt>
                <c:pt idx="38">
                  <c:v>415.65333669619326</c:v>
                </c:pt>
                <c:pt idx="39">
                  <c:v>442.47468919173946</c:v>
                </c:pt>
                <c:pt idx="40">
                  <c:v>390.69368170355847</c:v>
                </c:pt>
              </c:numCache>
            </c:numRef>
          </c:val>
          <c:smooth val="0"/>
          <c:extLst>
            <c:ext xmlns:c16="http://schemas.microsoft.com/office/drawing/2014/chart" uri="{C3380CC4-5D6E-409C-BE32-E72D297353CC}">
              <c16:uniqueId val="{00000000-280B-46EC-897A-11AEE6DE86FE}"/>
            </c:ext>
          </c:extLst>
        </c:ser>
        <c:ser>
          <c:idx val="1"/>
          <c:order val="1"/>
          <c:tx>
            <c:strRef>
              <c:f>Hoja2!$C$4</c:f>
              <c:strCache>
                <c:ptCount val="1"/>
                <c:pt idx="0">
                  <c:v>exportaciones totales</c:v>
                </c:pt>
              </c:strCache>
            </c:strRef>
          </c:tx>
          <c:spPr>
            <a:ln w="28575" cap="rnd">
              <a:solidFill>
                <a:schemeClr val="accent2"/>
              </a:solidFill>
              <a:round/>
            </a:ln>
            <a:effectLst/>
          </c:spPr>
          <c:marker>
            <c:symbol val="none"/>
          </c:marker>
          <c:cat>
            <c:numRef>
              <c:f>Hoja2!$A$5:$A$45</c:f>
              <c:numCache>
                <c:formatCode>General</c:formatCode>
                <c:ptCount val="41"/>
                <c:pt idx="0">
                  <c:v>1900</c:v>
                </c:pt>
                <c:pt idx="1">
                  <c:v>1901</c:v>
                </c:pt>
                <c:pt idx="2">
                  <c:v>1902</c:v>
                </c:pt>
                <c:pt idx="3">
                  <c:v>1903</c:v>
                </c:pt>
                <c:pt idx="4">
                  <c:v>1904</c:v>
                </c:pt>
                <c:pt idx="5">
                  <c:v>1905</c:v>
                </c:pt>
                <c:pt idx="6">
                  <c:v>1906</c:v>
                </c:pt>
                <c:pt idx="7">
                  <c:v>1907</c:v>
                </c:pt>
                <c:pt idx="8">
                  <c:v>1908</c:v>
                </c:pt>
                <c:pt idx="9">
                  <c:v>1909</c:v>
                </c:pt>
                <c:pt idx="10">
                  <c:v>1910</c:v>
                </c:pt>
                <c:pt idx="11">
                  <c:v>1911</c:v>
                </c:pt>
                <c:pt idx="12">
                  <c:v>1912</c:v>
                </c:pt>
                <c:pt idx="13">
                  <c:v>1913</c:v>
                </c:pt>
                <c:pt idx="14">
                  <c:v>1914</c:v>
                </c:pt>
                <c:pt idx="15">
                  <c:v>1915</c:v>
                </c:pt>
                <c:pt idx="16">
                  <c:v>1916</c:v>
                </c:pt>
                <c:pt idx="17">
                  <c:v>1917</c:v>
                </c:pt>
                <c:pt idx="18">
                  <c:v>1918</c:v>
                </c:pt>
                <c:pt idx="19">
                  <c:v>1919</c:v>
                </c:pt>
                <c:pt idx="20">
                  <c:v>1920</c:v>
                </c:pt>
                <c:pt idx="21">
                  <c:v>1921</c:v>
                </c:pt>
                <c:pt idx="22">
                  <c:v>1922</c:v>
                </c:pt>
                <c:pt idx="23">
                  <c:v>1923</c:v>
                </c:pt>
                <c:pt idx="24">
                  <c:v>1924</c:v>
                </c:pt>
                <c:pt idx="25">
                  <c:v>1925</c:v>
                </c:pt>
                <c:pt idx="26">
                  <c:v>1926</c:v>
                </c:pt>
                <c:pt idx="27">
                  <c:v>1927</c:v>
                </c:pt>
                <c:pt idx="28">
                  <c:v>1928</c:v>
                </c:pt>
                <c:pt idx="29">
                  <c:v>1929</c:v>
                </c:pt>
                <c:pt idx="30">
                  <c:v>1930</c:v>
                </c:pt>
                <c:pt idx="31">
                  <c:v>1931</c:v>
                </c:pt>
                <c:pt idx="32">
                  <c:v>1932</c:v>
                </c:pt>
                <c:pt idx="33">
                  <c:v>1933</c:v>
                </c:pt>
                <c:pt idx="34">
                  <c:v>1934</c:v>
                </c:pt>
                <c:pt idx="35">
                  <c:v>1935</c:v>
                </c:pt>
                <c:pt idx="36">
                  <c:v>1936</c:v>
                </c:pt>
                <c:pt idx="37">
                  <c:v>1937</c:v>
                </c:pt>
                <c:pt idx="38">
                  <c:v>1938</c:v>
                </c:pt>
                <c:pt idx="39">
                  <c:v>1939</c:v>
                </c:pt>
                <c:pt idx="40">
                  <c:v>1940</c:v>
                </c:pt>
              </c:numCache>
            </c:numRef>
          </c:cat>
          <c:val>
            <c:numRef>
              <c:f>Hoja2!$C$5:$C$45</c:f>
              <c:numCache>
                <c:formatCode>#,##0.00\ \ </c:formatCode>
                <c:ptCount val="41"/>
                <c:pt idx="0">
                  <c:v>152.28644907253425</c:v>
                </c:pt>
                <c:pt idx="1">
                  <c:v>167.351361852373</c:v>
                </c:pt>
                <c:pt idx="2">
                  <c:v>177.65148439263805</c:v>
                </c:pt>
                <c:pt idx="3">
                  <c:v>213.77922261729026</c:v>
                </c:pt>
                <c:pt idx="4">
                  <c:v>255.77317956181835</c:v>
                </c:pt>
                <c:pt idx="5">
                  <c:v>312.3173700424382</c:v>
                </c:pt>
                <c:pt idx="6">
                  <c:v>283.46077038592523</c:v>
                </c:pt>
                <c:pt idx="7">
                  <c:v>279.92168881296516</c:v>
                </c:pt>
                <c:pt idx="8">
                  <c:v>354.38835143605144</c:v>
                </c:pt>
                <c:pt idx="9">
                  <c:v>384.73864391002047</c:v>
                </c:pt>
                <c:pt idx="10">
                  <c:v>373.5281083935285</c:v>
                </c:pt>
                <c:pt idx="11">
                  <c:v>328.54466554054056</c:v>
                </c:pt>
                <c:pt idx="12">
                  <c:v>481.87021300874852</c:v>
                </c:pt>
                <c:pt idx="13">
                  <c:v>497.84811181434583</c:v>
                </c:pt>
                <c:pt idx="14">
                  <c:v>388.22372584745762</c:v>
                </c:pt>
                <c:pt idx="15">
                  <c:v>553.6128556485354</c:v>
                </c:pt>
                <c:pt idx="16">
                  <c:v>551.81001779661005</c:v>
                </c:pt>
                <c:pt idx="17">
                  <c:v>548.41512061403512</c:v>
                </c:pt>
                <c:pt idx="18">
                  <c:v>813.17622544642825</c:v>
                </c:pt>
                <c:pt idx="19" formatCode="#,##0.0\ \ ">
                  <c:v>1018.7403734782609</c:v>
                </c:pt>
                <c:pt idx="20">
                  <c:v>934.22098228346465</c:v>
                </c:pt>
                <c:pt idx="21">
                  <c:v>485.76246369426752</c:v>
                </c:pt>
                <c:pt idx="22">
                  <c:v>554.65071299638987</c:v>
                </c:pt>
                <c:pt idx="23">
                  <c:v>604.51509551724143</c:v>
                </c:pt>
                <c:pt idx="24">
                  <c:v>787.20001609589031</c:v>
                </c:pt>
                <c:pt idx="25">
                  <c:v>792.19594819277097</c:v>
                </c:pt>
                <c:pt idx="26">
                  <c:v>728.90920242914956</c:v>
                </c:pt>
                <c:pt idx="27">
                  <c:v>972.00027627118641</c:v>
                </c:pt>
                <c:pt idx="28" formatCode="#,##0.0\ \ ">
                  <c:v>1015.5119911016948</c:v>
                </c:pt>
                <c:pt idx="29">
                  <c:v>906.94552845188264</c:v>
                </c:pt>
                <c:pt idx="30">
                  <c:v>509.37639306569338</c:v>
                </c:pt>
                <c:pt idx="31">
                  <c:v>420.75568208092483</c:v>
                </c:pt>
                <c:pt idx="32">
                  <c:v>331.04948534704363</c:v>
                </c:pt>
                <c:pt idx="33">
                  <c:v>373.19088766065124</c:v>
                </c:pt>
                <c:pt idx="34">
                  <c:v>483.06880411055511</c:v>
                </c:pt>
                <c:pt idx="35">
                  <c:v>492.1</c:v>
                </c:pt>
                <c:pt idx="36">
                  <c:v>511.4</c:v>
                </c:pt>
                <c:pt idx="37">
                  <c:v>768.6</c:v>
                </c:pt>
                <c:pt idx="38">
                  <c:v>446.9</c:v>
                </c:pt>
                <c:pt idx="39">
                  <c:v>478.2</c:v>
                </c:pt>
                <c:pt idx="40">
                  <c:v>430.2</c:v>
                </c:pt>
              </c:numCache>
            </c:numRef>
          </c:val>
          <c:smooth val="0"/>
          <c:extLst>
            <c:ext xmlns:c16="http://schemas.microsoft.com/office/drawing/2014/chart" uri="{C3380CC4-5D6E-409C-BE32-E72D297353CC}">
              <c16:uniqueId val="{00000001-280B-46EC-897A-11AEE6DE86FE}"/>
            </c:ext>
          </c:extLst>
        </c:ser>
        <c:dLbls>
          <c:showLegendKey val="0"/>
          <c:showVal val="0"/>
          <c:showCatName val="0"/>
          <c:showSerName val="0"/>
          <c:showPercent val="0"/>
          <c:showBubbleSize val="0"/>
        </c:dLbls>
        <c:smooth val="0"/>
        <c:axId val="488736456"/>
        <c:axId val="488736784"/>
      </c:lineChart>
      <c:catAx>
        <c:axId val="488736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88736784"/>
        <c:crosses val="autoZero"/>
        <c:auto val="1"/>
        <c:lblAlgn val="ctr"/>
        <c:lblOffset val="100"/>
        <c:noMultiLvlLbl val="0"/>
      </c:catAx>
      <c:valAx>
        <c:axId val="48873678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88736456"/>
        <c:crosses val="autoZero"/>
        <c:crossBetween val="between"/>
      </c:valAx>
      <c:spPr>
        <a:noFill/>
        <a:ln>
          <a:noFill/>
        </a:ln>
        <a:effectLst/>
      </c:spPr>
    </c:plotArea>
    <c:legend>
      <c:legendPos val="b"/>
      <c:layout>
        <c:manualLayout>
          <c:xMode val="edge"/>
          <c:yMode val="edge"/>
          <c:x val="0.13061661964113466"/>
          <c:y val="5.5228599118611658E-2"/>
          <c:w val="0.82786920384951879"/>
          <c:h val="0.12759225749043163"/>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chart>
  <c:spPr>
    <a:noFill/>
    <a:ln>
      <a:noFill/>
    </a:ln>
    <a:effectLst/>
  </c:spPr>
  <c:txPr>
    <a:bodyPr/>
    <a:lstStyle/>
    <a:p>
      <a:pPr>
        <a:defRPr sz="1200"/>
      </a:pPr>
      <a:endParaRPr lang="es-A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mn-lt"/>
                <a:ea typeface="+mn-ea"/>
                <a:cs typeface="+mn-cs"/>
              </a:defRPr>
            </a:pPr>
            <a:r>
              <a:rPr lang="es-ES"/>
              <a:t>Variación de reservas</a:t>
            </a:r>
          </a:p>
        </c:rich>
      </c:tx>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lineChart>
        <c:grouping val="standard"/>
        <c:varyColors val="0"/>
        <c:ser>
          <c:idx val="0"/>
          <c:order val="0"/>
          <c:spPr>
            <a:ln w="28575" cap="rnd">
              <a:solidFill>
                <a:schemeClr val="accent1"/>
              </a:solidFill>
              <a:round/>
            </a:ln>
            <a:effectLst/>
          </c:spPr>
          <c:marker>
            <c:symbol val="none"/>
          </c:marker>
          <c:cat>
            <c:numRef>
              <c:f>'8.2 (cont. 2)'!$A$46:$A$66</c:f>
              <c:numCache>
                <c:formatCode>General</c:formatCode>
                <c:ptCount val="21"/>
                <c:pt idx="0">
                  <c:v>1920</c:v>
                </c:pt>
                <c:pt idx="1">
                  <c:v>1921</c:v>
                </c:pt>
                <c:pt idx="2">
                  <c:v>1922</c:v>
                </c:pt>
                <c:pt idx="3">
                  <c:v>1923</c:v>
                </c:pt>
                <c:pt idx="4">
                  <c:v>1924</c:v>
                </c:pt>
                <c:pt idx="5">
                  <c:v>1925</c:v>
                </c:pt>
                <c:pt idx="6">
                  <c:v>1926</c:v>
                </c:pt>
                <c:pt idx="7">
                  <c:v>1927</c:v>
                </c:pt>
                <c:pt idx="8">
                  <c:v>1928</c:v>
                </c:pt>
                <c:pt idx="9">
                  <c:v>1929</c:v>
                </c:pt>
                <c:pt idx="10">
                  <c:v>1930</c:v>
                </c:pt>
                <c:pt idx="11">
                  <c:v>1931</c:v>
                </c:pt>
                <c:pt idx="12">
                  <c:v>1932</c:v>
                </c:pt>
                <c:pt idx="13">
                  <c:v>1933</c:v>
                </c:pt>
                <c:pt idx="14">
                  <c:v>1934</c:v>
                </c:pt>
                <c:pt idx="15">
                  <c:v>1935</c:v>
                </c:pt>
                <c:pt idx="16">
                  <c:v>1936</c:v>
                </c:pt>
                <c:pt idx="17">
                  <c:v>1937</c:v>
                </c:pt>
                <c:pt idx="18">
                  <c:v>1938</c:v>
                </c:pt>
                <c:pt idx="19">
                  <c:v>1939</c:v>
                </c:pt>
                <c:pt idx="20">
                  <c:v>1940</c:v>
                </c:pt>
              </c:numCache>
            </c:numRef>
          </c:cat>
          <c:val>
            <c:numRef>
              <c:f>'8.2 (cont. 2)'!$K$46:$K$66</c:f>
              <c:numCache>
                <c:formatCode>#,##0.00\ \ </c:formatCode>
                <c:ptCount val="21"/>
                <c:pt idx="0">
                  <c:v>103.9</c:v>
                </c:pt>
                <c:pt idx="1">
                  <c:v>-14.3</c:v>
                </c:pt>
                <c:pt idx="2">
                  <c:v>-1.9</c:v>
                </c:pt>
                <c:pt idx="3">
                  <c:v>-18</c:v>
                </c:pt>
                <c:pt idx="4">
                  <c:v>-38.799999999999997</c:v>
                </c:pt>
                <c:pt idx="5">
                  <c:v>10.1</c:v>
                </c:pt>
                <c:pt idx="6" formatCode="#,##0.000\ \ ">
                  <c:v>0.1</c:v>
                </c:pt>
                <c:pt idx="7">
                  <c:v>137.30000000000001</c:v>
                </c:pt>
                <c:pt idx="8">
                  <c:v>133.1</c:v>
                </c:pt>
                <c:pt idx="9">
                  <c:v>-294</c:v>
                </c:pt>
                <c:pt idx="10">
                  <c:v>-41.6</c:v>
                </c:pt>
                <c:pt idx="11">
                  <c:v>-279.89999999999998</c:v>
                </c:pt>
                <c:pt idx="12">
                  <c:v>-8.1999999999999993</c:v>
                </c:pt>
                <c:pt idx="13">
                  <c:v>-16.5</c:v>
                </c:pt>
                <c:pt idx="14">
                  <c:v>-1.5</c:v>
                </c:pt>
                <c:pt idx="15">
                  <c:v>35.700000000000003</c:v>
                </c:pt>
                <c:pt idx="16">
                  <c:v>52.5</c:v>
                </c:pt>
                <c:pt idx="17">
                  <c:v>-28.8</c:v>
                </c:pt>
                <c:pt idx="18">
                  <c:v>-39.5</c:v>
                </c:pt>
                <c:pt idx="19">
                  <c:v>-7.5</c:v>
                </c:pt>
                <c:pt idx="20">
                  <c:v>21.5</c:v>
                </c:pt>
              </c:numCache>
            </c:numRef>
          </c:val>
          <c:smooth val="0"/>
          <c:extLst>
            <c:ext xmlns:c16="http://schemas.microsoft.com/office/drawing/2014/chart" uri="{C3380CC4-5D6E-409C-BE32-E72D297353CC}">
              <c16:uniqueId val="{00000000-59AC-486B-BDE3-E4CA4732591B}"/>
            </c:ext>
          </c:extLst>
        </c:ser>
        <c:dLbls>
          <c:showLegendKey val="0"/>
          <c:showVal val="0"/>
          <c:showCatName val="0"/>
          <c:showSerName val="0"/>
          <c:showPercent val="0"/>
          <c:showBubbleSize val="0"/>
        </c:dLbls>
        <c:smooth val="0"/>
        <c:axId val="407987544"/>
        <c:axId val="407981312"/>
      </c:lineChart>
      <c:catAx>
        <c:axId val="40798754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AR"/>
          </a:p>
        </c:txPr>
        <c:crossAx val="407981312"/>
        <c:crosses val="autoZero"/>
        <c:auto val="1"/>
        <c:lblAlgn val="ctr"/>
        <c:lblOffset val="100"/>
        <c:noMultiLvlLbl val="0"/>
      </c:catAx>
      <c:valAx>
        <c:axId val="407981312"/>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s-AR"/>
          </a:p>
        </c:txPr>
        <c:crossAx val="407987544"/>
        <c:crosses val="autoZero"/>
        <c:crossBetween val="between"/>
      </c:valAx>
      <c:spPr>
        <a:noFill/>
        <a:ln>
          <a:noFill/>
        </a:ln>
        <a:effectLst/>
      </c:spPr>
    </c:plotArea>
    <c:plotVisOnly val="1"/>
    <c:dispBlanksAs val="gap"/>
    <c:showDLblsOverMax val="0"/>
  </c:chart>
  <c:spPr>
    <a:noFill/>
    <a:ln>
      <a:noFill/>
    </a:ln>
    <a:effectLst/>
  </c:spPr>
  <c:txPr>
    <a:bodyPr/>
    <a:lstStyle/>
    <a:p>
      <a:pPr>
        <a:defRPr sz="1100"/>
      </a:pPr>
      <a:endParaRPr lang="es-AR"/>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v>Reservas Constantes</c:v>
          </c:tx>
          <c:spPr>
            <a:ln w="57150" cap="rnd">
              <a:solidFill>
                <a:schemeClr val="accent5">
                  <a:lumMod val="50000"/>
                </a:schemeClr>
              </a:solidFill>
              <a:round/>
            </a:ln>
            <a:effectLst/>
          </c:spPr>
          <c:marker>
            <c:symbol val="none"/>
          </c:marker>
          <c:cat>
            <c:numRef>
              <c:f>'período 1'!$A$13:$A$72</c:f>
              <c:numCache>
                <c:formatCode>mmm\-yy</c:formatCode>
                <c:ptCount val="60"/>
                <c:pt idx="0">
                  <c:v>13150</c:v>
                </c:pt>
                <c:pt idx="1">
                  <c:v>13181</c:v>
                </c:pt>
                <c:pt idx="2">
                  <c:v>13210</c:v>
                </c:pt>
                <c:pt idx="3">
                  <c:v>13241</c:v>
                </c:pt>
                <c:pt idx="4">
                  <c:v>13271</c:v>
                </c:pt>
                <c:pt idx="5">
                  <c:v>13302</c:v>
                </c:pt>
                <c:pt idx="6">
                  <c:v>13332</c:v>
                </c:pt>
                <c:pt idx="7">
                  <c:v>13363</c:v>
                </c:pt>
                <c:pt idx="8">
                  <c:v>13394</c:v>
                </c:pt>
                <c:pt idx="9">
                  <c:v>13424</c:v>
                </c:pt>
                <c:pt idx="10">
                  <c:v>13455</c:v>
                </c:pt>
                <c:pt idx="11">
                  <c:v>13485</c:v>
                </c:pt>
                <c:pt idx="12">
                  <c:v>13516</c:v>
                </c:pt>
                <c:pt idx="13">
                  <c:v>13547</c:v>
                </c:pt>
                <c:pt idx="14">
                  <c:v>13575</c:v>
                </c:pt>
                <c:pt idx="15">
                  <c:v>13606</c:v>
                </c:pt>
                <c:pt idx="16">
                  <c:v>13636</c:v>
                </c:pt>
                <c:pt idx="17">
                  <c:v>13667</c:v>
                </c:pt>
                <c:pt idx="18">
                  <c:v>13697</c:v>
                </c:pt>
                <c:pt idx="19">
                  <c:v>13728</c:v>
                </c:pt>
                <c:pt idx="20">
                  <c:v>13759</c:v>
                </c:pt>
                <c:pt idx="21">
                  <c:v>13789</c:v>
                </c:pt>
                <c:pt idx="22">
                  <c:v>13820</c:v>
                </c:pt>
                <c:pt idx="23">
                  <c:v>13850</c:v>
                </c:pt>
                <c:pt idx="24">
                  <c:v>13881</c:v>
                </c:pt>
                <c:pt idx="25">
                  <c:v>13912</c:v>
                </c:pt>
                <c:pt idx="26">
                  <c:v>13940</c:v>
                </c:pt>
                <c:pt idx="27">
                  <c:v>13971</c:v>
                </c:pt>
                <c:pt idx="28">
                  <c:v>14001</c:v>
                </c:pt>
                <c:pt idx="29">
                  <c:v>14032</c:v>
                </c:pt>
                <c:pt idx="30">
                  <c:v>14062</c:v>
                </c:pt>
                <c:pt idx="31">
                  <c:v>14093</c:v>
                </c:pt>
                <c:pt idx="32">
                  <c:v>14124</c:v>
                </c:pt>
                <c:pt idx="33">
                  <c:v>14154</c:v>
                </c:pt>
                <c:pt idx="34">
                  <c:v>14185</c:v>
                </c:pt>
                <c:pt idx="35">
                  <c:v>14215</c:v>
                </c:pt>
                <c:pt idx="36">
                  <c:v>14246</c:v>
                </c:pt>
                <c:pt idx="37">
                  <c:v>14277</c:v>
                </c:pt>
                <c:pt idx="38">
                  <c:v>14305</c:v>
                </c:pt>
                <c:pt idx="39">
                  <c:v>14336</c:v>
                </c:pt>
                <c:pt idx="40">
                  <c:v>14366</c:v>
                </c:pt>
                <c:pt idx="41">
                  <c:v>14397</c:v>
                </c:pt>
                <c:pt idx="42">
                  <c:v>14427</c:v>
                </c:pt>
                <c:pt idx="43">
                  <c:v>14458</c:v>
                </c:pt>
                <c:pt idx="44">
                  <c:v>14489</c:v>
                </c:pt>
                <c:pt idx="45">
                  <c:v>14519</c:v>
                </c:pt>
                <c:pt idx="46">
                  <c:v>14550</c:v>
                </c:pt>
                <c:pt idx="47">
                  <c:v>14580</c:v>
                </c:pt>
                <c:pt idx="48">
                  <c:v>14611</c:v>
                </c:pt>
                <c:pt idx="49">
                  <c:v>14642</c:v>
                </c:pt>
                <c:pt idx="50">
                  <c:v>14671</c:v>
                </c:pt>
                <c:pt idx="51">
                  <c:v>14702</c:v>
                </c:pt>
                <c:pt idx="52">
                  <c:v>14732</c:v>
                </c:pt>
                <c:pt idx="53">
                  <c:v>14763</c:v>
                </c:pt>
                <c:pt idx="54">
                  <c:v>14793</c:v>
                </c:pt>
                <c:pt idx="55">
                  <c:v>14824</c:v>
                </c:pt>
                <c:pt idx="56">
                  <c:v>14855</c:v>
                </c:pt>
                <c:pt idx="57">
                  <c:v>14885</c:v>
                </c:pt>
                <c:pt idx="58">
                  <c:v>14916</c:v>
                </c:pt>
                <c:pt idx="59">
                  <c:v>14946</c:v>
                </c:pt>
              </c:numCache>
            </c:numRef>
          </c:cat>
          <c:val>
            <c:numRef>
              <c:f>'período 1'!$I$13:$I$72</c:f>
              <c:numCache>
                <c:formatCode>General</c:formatCode>
                <c:ptCount val="60"/>
                <c:pt idx="0">
                  <c:v>1356.4781154216657</c:v>
                </c:pt>
                <c:pt idx="1">
                  <c:v>1382.2535123845387</c:v>
                </c:pt>
                <c:pt idx="2">
                  <c:v>1354.4770871740848</c:v>
                </c:pt>
                <c:pt idx="3">
                  <c:v>1336.93225355802</c:v>
                </c:pt>
                <c:pt idx="4">
                  <c:v>1354.4279662753595</c:v>
                </c:pt>
                <c:pt idx="5">
                  <c:v>1350.8729953944262</c:v>
                </c:pt>
                <c:pt idx="6">
                  <c:v>1345.6817120164731</c:v>
                </c:pt>
                <c:pt idx="7">
                  <c:v>1371.3500619688384</c:v>
                </c:pt>
                <c:pt idx="8">
                  <c:v>1386.1883308056028</c:v>
                </c:pt>
                <c:pt idx="9">
                  <c:v>1362.1351808482955</c:v>
                </c:pt>
                <c:pt idx="10">
                  <c:v>1379.1950537882503</c:v>
                </c:pt>
                <c:pt idx="11">
                  <c:v>1587.7384615384617</c:v>
                </c:pt>
                <c:pt idx="12">
                  <c:v>1603.7996585350845</c:v>
                </c:pt>
                <c:pt idx="13">
                  <c:v>1695.2486900233159</c:v>
                </c:pt>
                <c:pt idx="14">
                  <c:v>1772.5718170959542</c:v>
                </c:pt>
                <c:pt idx="15">
                  <c:v>1870.5080517082181</c:v>
                </c:pt>
                <c:pt idx="16">
                  <c:v>1842.1331388348615</c:v>
                </c:pt>
                <c:pt idx="17">
                  <c:v>1930.8914157927206</c:v>
                </c:pt>
                <c:pt idx="18">
                  <c:v>1936.5579233276424</c:v>
                </c:pt>
                <c:pt idx="19">
                  <c:v>1907.7025320003738</c:v>
                </c:pt>
                <c:pt idx="20">
                  <c:v>1878.1512491873316</c:v>
                </c:pt>
                <c:pt idx="21">
                  <c:v>1851.4763743921703</c:v>
                </c:pt>
                <c:pt idx="22">
                  <c:v>1808.1874566744732</c:v>
                </c:pt>
                <c:pt idx="23">
                  <c:v>1779.4620955652717</c:v>
                </c:pt>
                <c:pt idx="24">
                  <c:v>1681.368057221966</c:v>
                </c:pt>
                <c:pt idx="25">
                  <c:v>1707.10431510286</c:v>
                </c:pt>
                <c:pt idx="26">
                  <c:v>1646.1039252336448</c:v>
                </c:pt>
                <c:pt idx="27">
                  <c:v>1591.8894117647058</c:v>
                </c:pt>
                <c:pt idx="28">
                  <c:v>1576.0179836004475</c:v>
                </c:pt>
                <c:pt idx="29">
                  <c:v>1520.8571472829794</c:v>
                </c:pt>
                <c:pt idx="30">
                  <c:v>1481.2351557925231</c:v>
                </c:pt>
                <c:pt idx="31">
                  <c:v>1462.4965121601415</c:v>
                </c:pt>
                <c:pt idx="32">
                  <c:v>1392.5936471224318</c:v>
                </c:pt>
                <c:pt idx="33">
                  <c:v>1353.1894162542483</c:v>
                </c:pt>
                <c:pt idx="34">
                  <c:v>1309.4673730238815</c:v>
                </c:pt>
                <c:pt idx="35">
                  <c:v>1234.2242499175736</c:v>
                </c:pt>
                <c:pt idx="36">
                  <c:v>1236.3816414324078</c:v>
                </c:pt>
                <c:pt idx="37">
                  <c:v>1241.7725223635821</c:v>
                </c:pt>
                <c:pt idx="38">
                  <c:v>1244.2209798324773</c:v>
                </c:pt>
                <c:pt idx="39">
                  <c:v>1261.0522111105815</c:v>
                </c:pt>
                <c:pt idx="40">
                  <c:v>1266.2527729945621</c:v>
                </c:pt>
                <c:pt idx="41">
                  <c:v>1276.3793939475217</c:v>
                </c:pt>
                <c:pt idx="42">
                  <c:v>1296.1713996029443</c:v>
                </c:pt>
                <c:pt idx="43">
                  <c:v>1287.1853350359688</c:v>
                </c:pt>
                <c:pt idx="44">
                  <c:v>1160.3007374059816</c:v>
                </c:pt>
                <c:pt idx="45">
                  <c:v>1148.1775746788423</c:v>
                </c:pt>
                <c:pt idx="46">
                  <c:v>1179.8480387387815</c:v>
                </c:pt>
                <c:pt idx="47">
                  <c:v>1198.8979119865687</c:v>
                </c:pt>
                <c:pt idx="48">
                  <c:v>1200.0146841889066</c:v>
                </c:pt>
                <c:pt idx="49">
                  <c:v>1200.017686340364</c:v>
                </c:pt>
                <c:pt idx="50">
                  <c:v>1220.1678097753127</c:v>
                </c:pt>
                <c:pt idx="51">
                  <c:v>1225.0950763100859</c:v>
                </c:pt>
                <c:pt idx="52">
                  <c:v>1235.9258214202091</c:v>
                </c:pt>
                <c:pt idx="53">
                  <c:v>1237.7819669417579</c:v>
                </c:pt>
                <c:pt idx="54">
                  <c:v>1243.47628461302</c:v>
                </c:pt>
                <c:pt idx="55">
                  <c:v>1209.229031190144</c:v>
                </c:pt>
                <c:pt idx="56">
                  <c:v>1184.8248125990208</c:v>
                </c:pt>
                <c:pt idx="57">
                  <c:v>1117.3878218922177</c:v>
                </c:pt>
                <c:pt idx="58">
                  <c:v>1140.5718295537845</c:v>
                </c:pt>
                <c:pt idx="59">
                  <c:v>1164.6506585636928</c:v>
                </c:pt>
              </c:numCache>
            </c:numRef>
          </c:val>
          <c:smooth val="0"/>
          <c:extLst>
            <c:ext xmlns:c16="http://schemas.microsoft.com/office/drawing/2014/chart" uri="{C3380CC4-5D6E-409C-BE32-E72D297353CC}">
              <c16:uniqueId val="{00000000-930D-4FD4-9672-33D8B6A45B00}"/>
            </c:ext>
          </c:extLst>
        </c:ser>
        <c:ser>
          <c:idx val="1"/>
          <c:order val="1"/>
          <c:tx>
            <c:v>Base Monetaria</c:v>
          </c:tx>
          <c:spPr>
            <a:ln w="57150" cap="rnd">
              <a:solidFill>
                <a:schemeClr val="accent5">
                  <a:lumMod val="60000"/>
                  <a:lumOff val="40000"/>
                </a:schemeClr>
              </a:solidFill>
              <a:round/>
            </a:ln>
            <a:effectLst/>
          </c:spPr>
          <c:marker>
            <c:symbol val="none"/>
          </c:marker>
          <c:cat>
            <c:numRef>
              <c:f>'período 1'!$A$13:$A$72</c:f>
              <c:numCache>
                <c:formatCode>mmm\-yy</c:formatCode>
                <c:ptCount val="60"/>
                <c:pt idx="0">
                  <c:v>13150</c:v>
                </c:pt>
                <c:pt idx="1">
                  <c:v>13181</c:v>
                </c:pt>
                <c:pt idx="2">
                  <c:v>13210</c:v>
                </c:pt>
                <c:pt idx="3">
                  <c:v>13241</c:v>
                </c:pt>
                <c:pt idx="4">
                  <c:v>13271</c:v>
                </c:pt>
                <c:pt idx="5">
                  <c:v>13302</c:v>
                </c:pt>
                <c:pt idx="6">
                  <c:v>13332</c:v>
                </c:pt>
                <c:pt idx="7">
                  <c:v>13363</c:v>
                </c:pt>
                <c:pt idx="8">
                  <c:v>13394</c:v>
                </c:pt>
                <c:pt idx="9">
                  <c:v>13424</c:v>
                </c:pt>
                <c:pt idx="10">
                  <c:v>13455</c:v>
                </c:pt>
                <c:pt idx="11">
                  <c:v>13485</c:v>
                </c:pt>
                <c:pt idx="12">
                  <c:v>13516</c:v>
                </c:pt>
                <c:pt idx="13">
                  <c:v>13547</c:v>
                </c:pt>
                <c:pt idx="14">
                  <c:v>13575</c:v>
                </c:pt>
                <c:pt idx="15">
                  <c:v>13606</c:v>
                </c:pt>
                <c:pt idx="16">
                  <c:v>13636</c:v>
                </c:pt>
                <c:pt idx="17">
                  <c:v>13667</c:v>
                </c:pt>
                <c:pt idx="18">
                  <c:v>13697</c:v>
                </c:pt>
                <c:pt idx="19">
                  <c:v>13728</c:v>
                </c:pt>
                <c:pt idx="20">
                  <c:v>13759</c:v>
                </c:pt>
                <c:pt idx="21">
                  <c:v>13789</c:v>
                </c:pt>
                <c:pt idx="22">
                  <c:v>13820</c:v>
                </c:pt>
                <c:pt idx="23">
                  <c:v>13850</c:v>
                </c:pt>
                <c:pt idx="24">
                  <c:v>13881</c:v>
                </c:pt>
                <c:pt idx="25">
                  <c:v>13912</c:v>
                </c:pt>
                <c:pt idx="26">
                  <c:v>13940</c:v>
                </c:pt>
                <c:pt idx="27">
                  <c:v>13971</c:v>
                </c:pt>
                <c:pt idx="28">
                  <c:v>14001</c:v>
                </c:pt>
                <c:pt idx="29">
                  <c:v>14032</c:v>
                </c:pt>
                <c:pt idx="30">
                  <c:v>14062</c:v>
                </c:pt>
                <c:pt idx="31">
                  <c:v>14093</c:v>
                </c:pt>
                <c:pt idx="32">
                  <c:v>14124</c:v>
                </c:pt>
                <c:pt idx="33">
                  <c:v>14154</c:v>
                </c:pt>
                <c:pt idx="34">
                  <c:v>14185</c:v>
                </c:pt>
                <c:pt idx="35">
                  <c:v>14215</c:v>
                </c:pt>
                <c:pt idx="36">
                  <c:v>14246</c:v>
                </c:pt>
                <c:pt idx="37">
                  <c:v>14277</c:v>
                </c:pt>
                <c:pt idx="38">
                  <c:v>14305</c:v>
                </c:pt>
                <c:pt idx="39">
                  <c:v>14336</c:v>
                </c:pt>
                <c:pt idx="40">
                  <c:v>14366</c:v>
                </c:pt>
                <c:pt idx="41">
                  <c:v>14397</c:v>
                </c:pt>
                <c:pt idx="42">
                  <c:v>14427</c:v>
                </c:pt>
                <c:pt idx="43">
                  <c:v>14458</c:v>
                </c:pt>
                <c:pt idx="44">
                  <c:v>14489</c:v>
                </c:pt>
                <c:pt idx="45">
                  <c:v>14519</c:v>
                </c:pt>
                <c:pt idx="46">
                  <c:v>14550</c:v>
                </c:pt>
                <c:pt idx="47">
                  <c:v>14580</c:v>
                </c:pt>
                <c:pt idx="48">
                  <c:v>14611</c:v>
                </c:pt>
                <c:pt idx="49">
                  <c:v>14642</c:v>
                </c:pt>
                <c:pt idx="50">
                  <c:v>14671</c:v>
                </c:pt>
                <c:pt idx="51">
                  <c:v>14702</c:v>
                </c:pt>
                <c:pt idx="52">
                  <c:v>14732</c:v>
                </c:pt>
                <c:pt idx="53">
                  <c:v>14763</c:v>
                </c:pt>
                <c:pt idx="54">
                  <c:v>14793</c:v>
                </c:pt>
                <c:pt idx="55">
                  <c:v>14824</c:v>
                </c:pt>
                <c:pt idx="56">
                  <c:v>14855</c:v>
                </c:pt>
                <c:pt idx="57">
                  <c:v>14885</c:v>
                </c:pt>
                <c:pt idx="58">
                  <c:v>14916</c:v>
                </c:pt>
                <c:pt idx="59">
                  <c:v>14946</c:v>
                </c:pt>
              </c:numCache>
            </c:numRef>
          </c:cat>
          <c:val>
            <c:numRef>
              <c:f>'período 1'!$K$13:$K$72</c:f>
              <c:numCache>
                <c:formatCode>General</c:formatCode>
                <c:ptCount val="60"/>
                <c:pt idx="0" formatCode="_-* #.##00_-;\-* #.##00_-;_-* &quot;-&quot;??_-;_-@_-">
                  <c:v>1562.6</c:v>
                </c:pt>
                <c:pt idx="1">
                  <c:v>1589.1</c:v>
                </c:pt>
                <c:pt idx="2">
                  <c:v>1642</c:v>
                </c:pt>
                <c:pt idx="3">
                  <c:v>1671.1</c:v>
                </c:pt>
                <c:pt idx="4">
                  <c:v>1555.5</c:v>
                </c:pt>
                <c:pt idx="5">
                  <c:v>1537.6999999999998</c:v>
                </c:pt>
                <c:pt idx="6">
                  <c:v>1507.3000000000002</c:v>
                </c:pt>
                <c:pt idx="7">
                  <c:v>1560.5</c:v>
                </c:pt>
                <c:pt idx="8">
                  <c:v>1524.1</c:v>
                </c:pt>
                <c:pt idx="9">
                  <c:v>1593.6</c:v>
                </c:pt>
                <c:pt idx="10">
                  <c:v>1629.6000000000001</c:v>
                </c:pt>
                <c:pt idx="11">
                  <c:v>1727.4</c:v>
                </c:pt>
                <c:pt idx="12">
                  <c:v>1719.4</c:v>
                </c:pt>
                <c:pt idx="13">
                  <c:v>1732.9</c:v>
                </c:pt>
                <c:pt idx="14">
                  <c:v>1730</c:v>
                </c:pt>
                <c:pt idx="15">
                  <c:v>1821.7</c:v>
                </c:pt>
                <c:pt idx="16">
                  <c:v>1708.6</c:v>
                </c:pt>
                <c:pt idx="17">
                  <c:v>1810.6</c:v>
                </c:pt>
                <c:pt idx="18">
                  <c:v>1792.8000000000002</c:v>
                </c:pt>
                <c:pt idx="19">
                  <c:v>1749</c:v>
                </c:pt>
                <c:pt idx="20">
                  <c:v>1723.8999999999999</c:v>
                </c:pt>
                <c:pt idx="21">
                  <c:v>1733.1</c:v>
                </c:pt>
                <c:pt idx="22">
                  <c:v>1691.4</c:v>
                </c:pt>
                <c:pt idx="23">
                  <c:v>1714.4</c:v>
                </c:pt>
                <c:pt idx="24">
                  <c:v>1691.5</c:v>
                </c:pt>
                <c:pt idx="25">
                  <c:v>1735.3999999999999</c:v>
                </c:pt>
                <c:pt idx="26">
                  <c:v>1678.7</c:v>
                </c:pt>
                <c:pt idx="27">
                  <c:v>1691.1</c:v>
                </c:pt>
                <c:pt idx="28">
                  <c:v>1635.6</c:v>
                </c:pt>
                <c:pt idx="29">
                  <c:v>1605.4999999999998</c:v>
                </c:pt>
                <c:pt idx="30">
                  <c:v>1613.1</c:v>
                </c:pt>
                <c:pt idx="31">
                  <c:v>1672.6999999999998</c:v>
                </c:pt>
                <c:pt idx="32">
                  <c:v>1641.6999999999998</c:v>
                </c:pt>
                <c:pt idx="33">
                  <c:v>1631.8</c:v>
                </c:pt>
                <c:pt idx="34">
                  <c:v>1630.6</c:v>
                </c:pt>
                <c:pt idx="35">
                  <c:v>1648.1</c:v>
                </c:pt>
                <c:pt idx="36">
                  <c:v>1727.1999999999998</c:v>
                </c:pt>
                <c:pt idx="37">
                  <c:v>1791.6</c:v>
                </c:pt>
                <c:pt idx="38">
                  <c:v>1732.2999999999997</c:v>
                </c:pt>
                <c:pt idx="39">
                  <c:v>1752.2999999999997</c:v>
                </c:pt>
                <c:pt idx="40">
                  <c:v>1740.6</c:v>
                </c:pt>
                <c:pt idx="41">
                  <c:v>1765.9</c:v>
                </c:pt>
                <c:pt idx="42">
                  <c:v>1705.2999999999997</c:v>
                </c:pt>
                <c:pt idx="43">
                  <c:v>1773</c:v>
                </c:pt>
                <c:pt idx="44">
                  <c:v>1869.5</c:v>
                </c:pt>
                <c:pt idx="45">
                  <c:v>1847</c:v>
                </c:pt>
                <c:pt idx="46">
                  <c:v>1888.6</c:v>
                </c:pt>
                <c:pt idx="47">
                  <c:v>1829.1999999999998</c:v>
                </c:pt>
                <c:pt idx="48">
                  <c:v>1811.7999999999997</c:v>
                </c:pt>
                <c:pt idx="49">
                  <c:v>1839.6999999999998</c:v>
                </c:pt>
                <c:pt idx="50">
                  <c:v>1866.3</c:v>
                </c:pt>
                <c:pt idx="51">
                  <c:v>1820.3</c:v>
                </c:pt>
                <c:pt idx="52">
                  <c:v>1787.6999999999998</c:v>
                </c:pt>
                <c:pt idx="53">
                  <c:v>1802.9999999999998</c:v>
                </c:pt>
                <c:pt idx="54">
                  <c:v>1816.6</c:v>
                </c:pt>
                <c:pt idx="55">
                  <c:v>1767.9</c:v>
                </c:pt>
                <c:pt idx="56">
                  <c:v>1723.6</c:v>
                </c:pt>
                <c:pt idx="57">
                  <c:v>1743</c:v>
                </c:pt>
                <c:pt idx="58">
                  <c:v>1817.8000000000002</c:v>
                </c:pt>
                <c:pt idx="59">
                  <c:v>1850</c:v>
                </c:pt>
              </c:numCache>
            </c:numRef>
          </c:val>
          <c:smooth val="0"/>
          <c:extLst>
            <c:ext xmlns:c16="http://schemas.microsoft.com/office/drawing/2014/chart" uri="{C3380CC4-5D6E-409C-BE32-E72D297353CC}">
              <c16:uniqueId val="{00000001-930D-4FD4-9672-33D8B6A45B00}"/>
            </c:ext>
          </c:extLst>
        </c:ser>
        <c:dLbls>
          <c:showLegendKey val="0"/>
          <c:showVal val="0"/>
          <c:showCatName val="0"/>
          <c:showSerName val="0"/>
          <c:showPercent val="0"/>
          <c:showBubbleSize val="0"/>
        </c:dLbls>
        <c:smooth val="0"/>
        <c:axId val="725741823"/>
        <c:axId val="847926927"/>
      </c:lineChart>
      <c:dateAx>
        <c:axId val="725741823"/>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847926927"/>
        <c:crosses val="autoZero"/>
        <c:auto val="1"/>
        <c:lblOffset val="100"/>
        <c:baseTimeUnit val="months"/>
      </c:dateAx>
      <c:valAx>
        <c:axId val="84792692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7257418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200"/>
      </a:pPr>
      <a:endParaRPr lang="es-AR"/>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v>Reservas Constantes</c:v>
          </c:tx>
          <c:spPr>
            <a:ln w="57150" cap="rnd">
              <a:solidFill>
                <a:schemeClr val="accent5">
                  <a:lumMod val="50000"/>
                </a:schemeClr>
              </a:solidFill>
              <a:round/>
            </a:ln>
            <a:effectLst/>
          </c:spPr>
          <c:marker>
            <c:symbol val="none"/>
          </c:marker>
          <c:cat>
            <c:numRef>
              <c:f>'período 1'!$A$73:$A$132</c:f>
              <c:numCache>
                <c:formatCode>mmm\-yy</c:formatCode>
                <c:ptCount val="60"/>
                <c:pt idx="0">
                  <c:v>14977</c:v>
                </c:pt>
                <c:pt idx="1">
                  <c:v>15008</c:v>
                </c:pt>
                <c:pt idx="2">
                  <c:v>15036</c:v>
                </c:pt>
                <c:pt idx="3">
                  <c:v>15067</c:v>
                </c:pt>
                <c:pt idx="4">
                  <c:v>15097</c:v>
                </c:pt>
                <c:pt idx="5">
                  <c:v>15128</c:v>
                </c:pt>
                <c:pt idx="6">
                  <c:v>15158</c:v>
                </c:pt>
                <c:pt idx="7">
                  <c:v>15189</c:v>
                </c:pt>
                <c:pt idx="8">
                  <c:v>15220</c:v>
                </c:pt>
                <c:pt idx="9">
                  <c:v>15250</c:v>
                </c:pt>
                <c:pt idx="10">
                  <c:v>15281</c:v>
                </c:pt>
                <c:pt idx="11">
                  <c:v>15311</c:v>
                </c:pt>
                <c:pt idx="12">
                  <c:v>15342</c:v>
                </c:pt>
                <c:pt idx="13">
                  <c:v>15373</c:v>
                </c:pt>
                <c:pt idx="14">
                  <c:v>15401</c:v>
                </c:pt>
                <c:pt idx="15">
                  <c:v>15432</c:v>
                </c:pt>
                <c:pt idx="16">
                  <c:v>15462</c:v>
                </c:pt>
                <c:pt idx="17">
                  <c:v>15493</c:v>
                </c:pt>
                <c:pt idx="18">
                  <c:v>15523</c:v>
                </c:pt>
                <c:pt idx="19">
                  <c:v>15554</c:v>
                </c:pt>
                <c:pt idx="20">
                  <c:v>15585</c:v>
                </c:pt>
                <c:pt idx="21">
                  <c:v>15615</c:v>
                </c:pt>
                <c:pt idx="22">
                  <c:v>15646</c:v>
                </c:pt>
                <c:pt idx="23">
                  <c:v>15676</c:v>
                </c:pt>
                <c:pt idx="24">
                  <c:v>15707</c:v>
                </c:pt>
                <c:pt idx="25">
                  <c:v>15738</c:v>
                </c:pt>
                <c:pt idx="26">
                  <c:v>15766</c:v>
                </c:pt>
                <c:pt idx="27">
                  <c:v>15797</c:v>
                </c:pt>
                <c:pt idx="28">
                  <c:v>15827</c:v>
                </c:pt>
                <c:pt idx="29">
                  <c:v>15858</c:v>
                </c:pt>
                <c:pt idx="30">
                  <c:v>15888</c:v>
                </c:pt>
                <c:pt idx="31">
                  <c:v>15919</c:v>
                </c:pt>
                <c:pt idx="32">
                  <c:v>15950</c:v>
                </c:pt>
                <c:pt idx="33">
                  <c:v>15980</c:v>
                </c:pt>
                <c:pt idx="34">
                  <c:v>16011</c:v>
                </c:pt>
                <c:pt idx="35">
                  <c:v>16041</c:v>
                </c:pt>
                <c:pt idx="36">
                  <c:v>16072</c:v>
                </c:pt>
                <c:pt idx="37">
                  <c:v>16103</c:v>
                </c:pt>
                <c:pt idx="38">
                  <c:v>16132</c:v>
                </c:pt>
                <c:pt idx="39">
                  <c:v>16163</c:v>
                </c:pt>
                <c:pt idx="40">
                  <c:v>16193</c:v>
                </c:pt>
                <c:pt idx="41">
                  <c:v>16224</c:v>
                </c:pt>
                <c:pt idx="42">
                  <c:v>16254</c:v>
                </c:pt>
                <c:pt idx="43">
                  <c:v>16285</c:v>
                </c:pt>
                <c:pt idx="44">
                  <c:v>16316</c:v>
                </c:pt>
                <c:pt idx="45">
                  <c:v>16346</c:v>
                </c:pt>
                <c:pt idx="46">
                  <c:v>16377</c:v>
                </c:pt>
                <c:pt idx="47">
                  <c:v>16407</c:v>
                </c:pt>
                <c:pt idx="48">
                  <c:v>16438</c:v>
                </c:pt>
                <c:pt idx="49">
                  <c:v>16469</c:v>
                </c:pt>
                <c:pt idx="50">
                  <c:v>16497</c:v>
                </c:pt>
                <c:pt idx="51">
                  <c:v>16528</c:v>
                </c:pt>
                <c:pt idx="52">
                  <c:v>16558</c:v>
                </c:pt>
                <c:pt idx="53">
                  <c:v>16589</c:v>
                </c:pt>
                <c:pt idx="54">
                  <c:v>16619</c:v>
                </c:pt>
                <c:pt idx="55">
                  <c:v>16650</c:v>
                </c:pt>
                <c:pt idx="56">
                  <c:v>16681</c:v>
                </c:pt>
                <c:pt idx="57">
                  <c:v>16711</c:v>
                </c:pt>
                <c:pt idx="58">
                  <c:v>16742</c:v>
                </c:pt>
                <c:pt idx="59">
                  <c:v>16772</c:v>
                </c:pt>
              </c:numCache>
            </c:numRef>
          </c:cat>
          <c:val>
            <c:numRef>
              <c:f>'período 1'!$I$73:$I$132</c:f>
              <c:numCache>
                <c:formatCode>General</c:formatCode>
                <c:ptCount val="60"/>
                <c:pt idx="0">
                  <c:v>1468.1</c:v>
                </c:pt>
                <c:pt idx="1">
                  <c:v>1466.1057490755791</c:v>
                </c:pt>
                <c:pt idx="2">
                  <c:v>1466.0705473280505</c:v>
                </c:pt>
                <c:pt idx="3">
                  <c:v>1508.6625751093031</c:v>
                </c:pt>
                <c:pt idx="4">
                  <c:v>1621.9272785424907</c:v>
                </c:pt>
                <c:pt idx="5">
                  <c:v>1693.3598777425013</c:v>
                </c:pt>
                <c:pt idx="6">
                  <c:v>1800.7624201856204</c:v>
                </c:pt>
                <c:pt idx="7">
                  <c:v>1855.9573779849684</c:v>
                </c:pt>
                <c:pt idx="8">
                  <c:v>1830.2078626459329</c:v>
                </c:pt>
                <c:pt idx="9">
                  <c:v>1791.9444706381576</c:v>
                </c:pt>
                <c:pt idx="10">
                  <c:v>1829.074613881209</c:v>
                </c:pt>
                <c:pt idx="11">
                  <c:v>1820.2092138029172</c:v>
                </c:pt>
                <c:pt idx="12">
                  <c:v>1845.5820264525273</c:v>
                </c:pt>
                <c:pt idx="13">
                  <c:v>1874.4190340238781</c:v>
                </c:pt>
                <c:pt idx="14">
                  <c:v>1918.0105831993192</c:v>
                </c:pt>
                <c:pt idx="15">
                  <c:v>1924.9192182102124</c:v>
                </c:pt>
                <c:pt idx="16">
                  <c:v>1919.3514977392613</c:v>
                </c:pt>
                <c:pt idx="17">
                  <c:v>1949.9902257935671</c:v>
                </c:pt>
                <c:pt idx="18">
                  <c:v>2022.0328802741992</c:v>
                </c:pt>
                <c:pt idx="19">
                  <c:v>2102.646698280972</c:v>
                </c:pt>
                <c:pt idx="20">
                  <c:v>2148.060646581308</c:v>
                </c:pt>
                <c:pt idx="21">
                  <c:v>2218.5370963152654</c:v>
                </c:pt>
                <c:pt idx="22">
                  <c:v>2218.6903682184279</c:v>
                </c:pt>
                <c:pt idx="23">
                  <c:v>2259.3776443951797</c:v>
                </c:pt>
                <c:pt idx="24">
                  <c:v>2339.2480139553527</c:v>
                </c:pt>
                <c:pt idx="25">
                  <c:v>2399.2868674214669</c:v>
                </c:pt>
                <c:pt idx="26">
                  <c:v>2522.1215981125783</c:v>
                </c:pt>
                <c:pt idx="27">
                  <c:v>2712.0924029909102</c:v>
                </c:pt>
                <c:pt idx="28">
                  <c:v>2871.1487165387794</c:v>
                </c:pt>
                <c:pt idx="29">
                  <c:v>2984.1017371904145</c:v>
                </c:pt>
                <c:pt idx="30">
                  <c:v>3084.9466970729754</c:v>
                </c:pt>
                <c:pt idx="31">
                  <c:v>3190.6601485334204</c:v>
                </c:pt>
                <c:pt idx="32">
                  <c:v>3324.8169112683454</c:v>
                </c:pt>
                <c:pt idx="33">
                  <c:v>3547.2411895650434</c:v>
                </c:pt>
                <c:pt idx="34">
                  <c:v>3678.9693364359705</c:v>
                </c:pt>
                <c:pt idx="35">
                  <c:v>3649.7920800761676</c:v>
                </c:pt>
                <c:pt idx="36">
                  <c:v>3774.0635479585958</c:v>
                </c:pt>
                <c:pt idx="37">
                  <c:v>4014.2992488733098</c:v>
                </c:pt>
                <c:pt idx="38">
                  <c:v>4049.8290247061168</c:v>
                </c:pt>
                <c:pt idx="39">
                  <c:v>4127.2963714193284</c:v>
                </c:pt>
                <c:pt idx="40">
                  <c:v>4175.1873278236917</c:v>
                </c:pt>
                <c:pt idx="41">
                  <c:v>4256.2036770365221</c:v>
                </c:pt>
                <c:pt idx="42">
                  <c:v>4329.0671663908724</c:v>
                </c:pt>
                <c:pt idx="43">
                  <c:v>4463.9002572729069</c:v>
                </c:pt>
                <c:pt idx="44">
                  <c:v>4582.2116320047653</c:v>
                </c:pt>
                <c:pt idx="45">
                  <c:v>4528.1549590875275</c:v>
                </c:pt>
                <c:pt idx="46">
                  <c:v>4623.9546673619907</c:v>
                </c:pt>
                <c:pt idx="47">
                  <c:v>4708.638527977826</c:v>
                </c:pt>
                <c:pt idx="48">
                  <c:v>4746.6673797981812</c:v>
                </c:pt>
                <c:pt idx="49">
                  <c:v>4791.9581386148411</c:v>
                </c:pt>
                <c:pt idx="50">
                  <c:v>4941.5961821034543</c:v>
                </c:pt>
                <c:pt idx="51">
                  <c:v>5006.1276556186331</c:v>
                </c:pt>
                <c:pt idx="52">
                  <c:v>5083.658484961009</c:v>
                </c:pt>
                <c:pt idx="53">
                  <c:v>5213.2153626782401</c:v>
                </c:pt>
                <c:pt idx="54">
                  <c:v>5397.9702425326777</c:v>
                </c:pt>
                <c:pt idx="55">
                  <c:v>5521.5996022374147</c:v>
                </c:pt>
                <c:pt idx="56">
                  <c:v>5664.141179974682</c:v>
                </c:pt>
                <c:pt idx="57">
                  <c:v>5776.5415943681528</c:v>
                </c:pt>
                <c:pt idx="58">
                  <c:v>5791.8582362769666</c:v>
                </c:pt>
                <c:pt idx="59">
                  <c:v>5870.0569967972415</c:v>
                </c:pt>
              </c:numCache>
            </c:numRef>
          </c:val>
          <c:smooth val="0"/>
          <c:extLst>
            <c:ext xmlns:c16="http://schemas.microsoft.com/office/drawing/2014/chart" uri="{C3380CC4-5D6E-409C-BE32-E72D297353CC}">
              <c16:uniqueId val="{00000000-938C-49CA-9E7B-5BC90970C93F}"/>
            </c:ext>
          </c:extLst>
        </c:ser>
        <c:ser>
          <c:idx val="1"/>
          <c:order val="1"/>
          <c:tx>
            <c:v>Base Monetaria</c:v>
          </c:tx>
          <c:spPr>
            <a:ln w="57150" cap="rnd">
              <a:solidFill>
                <a:schemeClr val="accent5">
                  <a:lumMod val="60000"/>
                  <a:lumOff val="40000"/>
                </a:schemeClr>
              </a:solidFill>
              <a:prstDash val="solid"/>
              <a:round/>
            </a:ln>
            <a:effectLst/>
          </c:spPr>
          <c:marker>
            <c:symbol val="none"/>
          </c:marker>
          <c:cat>
            <c:numRef>
              <c:f>'período 1'!$A$73:$A$132</c:f>
              <c:numCache>
                <c:formatCode>mmm\-yy</c:formatCode>
                <c:ptCount val="60"/>
                <c:pt idx="0">
                  <c:v>14977</c:v>
                </c:pt>
                <c:pt idx="1">
                  <c:v>15008</c:v>
                </c:pt>
                <c:pt idx="2">
                  <c:v>15036</c:v>
                </c:pt>
                <c:pt idx="3">
                  <c:v>15067</c:v>
                </c:pt>
                <c:pt idx="4">
                  <c:v>15097</c:v>
                </c:pt>
                <c:pt idx="5">
                  <c:v>15128</c:v>
                </c:pt>
                <c:pt idx="6">
                  <c:v>15158</c:v>
                </c:pt>
                <c:pt idx="7">
                  <c:v>15189</c:v>
                </c:pt>
                <c:pt idx="8">
                  <c:v>15220</c:v>
                </c:pt>
                <c:pt idx="9">
                  <c:v>15250</c:v>
                </c:pt>
                <c:pt idx="10">
                  <c:v>15281</c:v>
                </c:pt>
                <c:pt idx="11">
                  <c:v>15311</c:v>
                </c:pt>
                <c:pt idx="12">
                  <c:v>15342</c:v>
                </c:pt>
                <c:pt idx="13">
                  <c:v>15373</c:v>
                </c:pt>
                <c:pt idx="14">
                  <c:v>15401</c:v>
                </c:pt>
                <c:pt idx="15">
                  <c:v>15432</c:v>
                </c:pt>
                <c:pt idx="16">
                  <c:v>15462</c:v>
                </c:pt>
                <c:pt idx="17">
                  <c:v>15493</c:v>
                </c:pt>
                <c:pt idx="18">
                  <c:v>15523</c:v>
                </c:pt>
                <c:pt idx="19">
                  <c:v>15554</c:v>
                </c:pt>
                <c:pt idx="20">
                  <c:v>15585</c:v>
                </c:pt>
                <c:pt idx="21">
                  <c:v>15615</c:v>
                </c:pt>
                <c:pt idx="22">
                  <c:v>15646</c:v>
                </c:pt>
                <c:pt idx="23">
                  <c:v>15676</c:v>
                </c:pt>
                <c:pt idx="24">
                  <c:v>15707</c:v>
                </c:pt>
                <c:pt idx="25">
                  <c:v>15738</c:v>
                </c:pt>
                <c:pt idx="26">
                  <c:v>15766</c:v>
                </c:pt>
                <c:pt idx="27">
                  <c:v>15797</c:v>
                </c:pt>
                <c:pt idx="28">
                  <c:v>15827</c:v>
                </c:pt>
                <c:pt idx="29">
                  <c:v>15858</c:v>
                </c:pt>
                <c:pt idx="30">
                  <c:v>15888</c:v>
                </c:pt>
                <c:pt idx="31">
                  <c:v>15919</c:v>
                </c:pt>
                <c:pt idx="32">
                  <c:v>15950</c:v>
                </c:pt>
                <c:pt idx="33">
                  <c:v>15980</c:v>
                </c:pt>
                <c:pt idx="34">
                  <c:v>16011</c:v>
                </c:pt>
                <c:pt idx="35">
                  <c:v>16041</c:v>
                </c:pt>
                <c:pt idx="36">
                  <c:v>16072</c:v>
                </c:pt>
                <c:pt idx="37">
                  <c:v>16103</c:v>
                </c:pt>
                <c:pt idx="38">
                  <c:v>16132</c:v>
                </c:pt>
                <c:pt idx="39">
                  <c:v>16163</c:v>
                </c:pt>
                <c:pt idx="40">
                  <c:v>16193</c:v>
                </c:pt>
                <c:pt idx="41">
                  <c:v>16224</c:v>
                </c:pt>
                <c:pt idx="42">
                  <c:v>16254</c:v>
                </c:pt>
                <c:pt idx="43">
                  <c:v>16285</c:v>
                </c:pt>
                <c:pt idx="44">
                  <c:v>16316</c:v>
                </c:pt>
                <c:pt idx="45">
                  <c:v>16346</c:v>
                </c:pt>
                <c:pt idx="46">
                  <c:v>16377</c:v>
                </c:pt>
                <c:pt idx="47">
                  <c:v>16407</c:v>
                </c:pt>
                <c:pt idx="48">
                  <c:v>16438</c:v>
                </c:pt>
                <c:pt idx="49">
                  <c:v>16469</c:v>
                </c:pt>
                <c:pt idx="50">
                  <c:v>16497</c:v>
                </c:pt>
                <c:pt idx="51">
                  <c:v>16528</c:v>
                </c:pt>
                <c:pt idx="52">
                  <c:v>16558</c:v>
                </c:pt>
                <c:pt idx="53">
                  <c:v>16589</c:v>
                </c:pt>
                <c:pt idx="54">
                  <c:v>16619</c:v>
                </c:pt>
                <c:pt idx="55">
                  <c:v>16650</c:v>
                </c:pt>
                <c:pt idx="56">
                  <c:v>16681</c:v>
                </c:pt>
                <c:pt idx="57">
                  <c:v>16711</c:v>
                </c:pt>
                <c:pt idx="58">
                  <c:v>16742</c:v>
                </c:pt>
                <c:pt idx="59">
                  <c:v>16772</c:v>
                </c:pt>
              </c:numCache>
            </c:numRef>
          </c:cat>
          <c:val>
            <c:numRef>
              <c:f>'período 1'!$K$73:$K$132</c:f>
              <c:numCache>
                <c:formatCode>#,#00</c:formatCode>
                <c:ptCount val="60"/>
                <c:pt idx="0">
                  <c:v>1929.6999999999998</c:v>
                </c:pt>
                <c:pt idx="1">
                  <c:v>1901.8000000000002</c:v>
                </c:pt>
                <c:pt idx="2">
                  <c:v>1940.3000000000002</c:v>
                </c:pt>
                <c:pt idx="3">
                  <c:v>1959.8</c:v>
                </c:pt>
                <c:pt idx="4">
                  <c:v>2017.3000000000002</c:v>
                </c:pt>
                <c:pt idx="5">
                  <c:v>2116.3000000000002</c:v>
                </c:pt>
                <c:pt idx="6">
                  <c:v>2168.4</c:v>
                </c:pt>
                <c:pt idx="7">
                  <c:v>2058.6</c:v>
                </c:pt>
                <c:pt idx="8">
                  <c:v>2069.1999999999998</c:v>
                </c:pt>
                <c:pt idx="9">
                  <c:v>2109.8000000000002</c:v>
                </c:pt>
                <c:pt idx="10">
                  <c:v>2058.2999999999997</c:v>
                </c:pt>
                <c:pt idx="11">
                  <c:v>2220.6</c:v>
                </c:pt>
                <c:pt idx="12">
                  <c:v>2219.1</c:v>
                </c:pt>
                <c:pt idx="13">
                  <c:v>2301.9</c:v>
                </c:pt>
                <c:pt idx="14">
                  <c:v>2299.1999999999998</c:v>
                </c:pt>
                <c:pt idx="15">
                  <c:v>2338.9</c:v>
                </c:pt>
                <c:pt idx="16">
                  <c:v>2371.1000000000004</c:v>
                </c:pt>
                <c:pt idx="17">
                  <c:v>2435.4</c:v>
                </c:pt>
                <c:pt idx="18">
                  <c:v>2434.1999999999998</c:v>
                </c:pt>
                <c:pt idx="19">
                  <c:v>2419.1</c:v>
                </c:pt>
                <c:pt idx="20">
                  <c:v>2487</c:v>
                </c:pt>
                <c:pt idx="21">
                  <c:v>2598.1999999999998</c:v>
                </c:pt>
                <c:pt idx="22">
                  <c:v>2581.1</c:v>
                </c:pt>
                <c:pt idx="23">
                  <c:v>2684.1</c:v>
                </c:pt>
                <c:pt idx="24">
                  <c:v>2696.4</c:v>
                </c:pt>
                <c:pt idx="25">
                  <c:v>2694.4</c:v>
                </c:pt>
                <c:pt idx="26">
                  <c:v>2740.7</c:v>
                </c:pt>
                <c:pt idx="27">
                  <c:v>2737.5</c:v>
                </c:pt>
                <c:pt idx="28">
                  <c:v>2784.4</c:v>
                </c:pt>
                <c:pt idx="29">
                  <c:v>2860.7</c:v>
                </c:pt>
                <c:pt idx="30">
                  <c:v>2864.4</c:v>
                </c:pt>
                <c:pt idx="31">
                  <c:v>2936.6</c:v>
                </c:pt>
                <c:pt idx="32">
                  <c:v>2877.5</c:v>
                </c:pt>
                <c:pt idx="33">
                  <c:v>3147.3</c:v>
                </c:pt>
                <c:pt idx="34">
                  <c:v>3229.8999999999996</c:v>
                </c:pt>
                <c:pt idx="35">
                  <c:v>3350.2999999999997</c:v>
                </c:pt>
                <c:pt idx="36">
                  <c:v>3443.7000000000003</c:v>
                </c:pt>
                <c:pt idx="37">
                  <c:v>3626.1</c:v>
                </c:pt>
                <c:pt idx="38">
                  <c:v>3702.5</c:v>
                </c:pt>
                <c:pt idx="39">
                  <c:v>3638.6</c:v>
                </c:pt>
                <c:pt idx="40">
                  <c:v>3638.1000000000004</c:v>
                </c:pt>
                <c:pt idx="41">
                  <c:v>3758.7000000000003</c:v>
                </c:pt>
                <c:pt idx="42">
                  <c:v>3709.5</c:v>
                </c:pt>
                <c:pt idx="43">
                  <c:v>3880.1</c:v>
                </c:pt>
                <c:pt idx="44">
                  <c:v>3947.3999999999996</c:v>
                </c:pt>
                <c:pt idx="45">
                  <c:v>3979.3999999999996</c:v>
                </c:pt>
                <c:pt idx="46">
                  <c:v>4008.8</c:v>
                </c:pt>
                <c:pt idx="47">
                  <c:v>4153.1000000000004</c:v>
                </c:pt>
                <c:pt idx="48">
                  <c:v>4149.3</c:v>
                </c:pt>
                <c:pt idx="49">
                  <c:v>4161.8</c:v>
                </c:pt>
                <c:pt idx="50">
                  <c:v>4201.8999999999996</c:v>
                </c:pt>
                <c:pt idx="51">
                  <c:v>4468</c:v>
                </c:pt>
                <c:pt idx="52">
                  <c:v>4518.5</c:v>
                </c:pt>
                <c:pt idx="53">
                  <c:v>4507.5</c:v>
                </c:pt>
                <c:pt idx="54">
                  <c:v>4579</c:v>
                </c:pt>
                <c:pt idx="55">
                  <c:v>4635.5</c:v>
                </c:pt>
                <c:pt idx="56">
                  <c:v>4703.1000000000004</c:v>
                </c:pt>
                <c:pt idx="57">
                  <c:v>4864.8</c:v>
                </c:pt>
                <c:pt idx="58">
                  <c:v>4895.8</c:v>
                </c:pt>
                <c:pt idx="59">
                  <c:v>5043.2</c:v>
                </c:pt>
              </c:numCache>
            </c:numRef>
          </c:val>
          <c:smooth val="0"/>
          <c:extLst>
            <c:ext xmlns:c16="http://schemas.microsoft.com/office/drawing/2014/chart" uri="{C3380CC4-5D6E-409C-BE32-E72D297353CC}">
              <c16:uniqueId val="{00000001-938C-49CA-9E7B-5BC90970C93F}"/>
            </c:ext>
          </c:extLst>
        </c:ser>
        <c:dLbls>
          <c:showLegendKey val="0"/>
          <c:showVal val="0"/>
          <c:showCatName val="0"/>
          <c:showSerName val="0"/>
          <c:showPercent val="0"/>
          <c:showBubbleSize val="0"/>
        </c:dLbls>
        <c:smooth val="0"/>
        <c:axId val="725741823"/>
        <c:axId val="847926927"/>
      </c:lineChart>
      <c:dateAx>
        <c:axId val="725741823"/>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847926927"/>
        <c:crosses val="autoZero"/>
        <c:auto val="1"/>
        <c:lblOffset val="100"/>
        <c:baseTimeUnit val="months"/>
      </c:dateAx>
      <c:valAx>
        <c:axId val="84792692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7257418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200"/>
      </a:pPr>
      <a:endParaRPr lang="es-AR"/>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7278065142636233E-2"/>
          <c:y val="5.5443548387096774E-2"/>
          <c:w val="0.80523784666560949"/>
          <c:h val="0.67011842773685548"/>
        </c:manualLayout>
      </c:layout>
      <c:barChart>
        <c:barDir val="col"/>
        <c:grouping val="clustered"/>
        <c:varyColors val="0"/>
        <c:ser>
          <c:idx val="2"/>
          <c:order val="2"/>
          <c:tx>
            <c:strRef>
              <c:f>Hoja1!$P$3</c:f>
              <c:strCache>
                <c:ptCount val="1"/>
                <c:pt idx="0">
                  <c:v>Sal / PIB (eje der)</c:v>
                </c:pt>
              </c:strCache>
            </c:strRef>
          </c:tx>
          <c:spPr>
            <a:solidFill>
              <a:schemeClr val="accent5">
                <a:lumMod val="40000"/>
                <a:lumOff val="60000"/>
              </a:schemeClr>
            </a:solidFill>
            <a:ln>
              <a:solidFill>
                <a:schemeClr val="accent5">
                  <a:lumMod val="50000"/>
                </a:schemeClr>
              </a:solidFill>
            </a:ln>
            <a:effectLst/>
          </c:spPr>
          <c:invertIfNegative val="0"/>
          <c:val>
            <c:numRef>
              <c:f>Hoja1!$P$4:$P$9</c:f>
              <c:numCache>
                <c:formatCode>#,#00%</c:formatCode>
                <c:ptCount val="6"/>
                <c:pt idx="0">
                  <c:v>-1.2757467917610262E-2</c:v>
                </c:pt>
                <c:pt idx="1">
                  <c:v>-1.8106870229007619E-2</c:v>
                </c:pt>
                <c:pt idx="2">
                  <c:v>-2.0294844632768368E-2</c:v>
                </c:pt>
                <c:pt idx="3">
                  <c:v>-2.5862849895823888E-2</c:v>
                </c:pt>
                <c:pt idx="4">
                  <c:v>-3.8419736047614929E-2</c:v>
                </c:pt>
                <c:pt idx="5">
                  <c:v>-2.9498327759197338E-2</c:v>
                </c:pt>
              </c:numCache>
            </c:numRef>
          </c:val>
          <c:extLst>
            <c:ext xmlns:c16="http://schemas.microsoft.com/office/drawing/2014/chart" uri="{C3380CC4-5D6E-409C-BE32-E72D297353CC}">
              <c16:uniqueId val="{00000000-38DA-4FC8-93F5-7453F27D9C89}"/>
            </c:ext>
          </c:extLst>
        </c:ser>
        <c:dLbls>
          <c:showLegendKey val="0"/>
          <c:showVal val="0"/>
          <c:showCatName val="0"/>
          <c:showSerName val="0"/>
          <c:showPercent val="0"/>
          <c:showBubbleSize val="0"/>
        </c:dLbls>
        <c:gapWidth val="150"/>
        <c:axId val="477284656"/>
        <c:axId val="413347296"/>
      </c:barChart>
      <c:lineChart>
        <c:grouping val="standard"/>
        <c:varyColors val="0"/>
        <c:ser>
          <c:idx val="0"/>
          <c:order val="0"/>
          <c:tx>
            <c:strRef>
              <c:f>Hoja1!$D$3</c:f>
              <c:strCache>
                <c:ptCount val="1"/>
                <c:pt idx="0">
                  <c:v>ingresos "genuinos" totales</c:v>
                </c:pt>
              </c:strCache>
            </c:strRef>
          </c:tx>
          <c:spPr>
            <a:ln w="57150" cap="rnd">
              <a:solidFill>
                <a:schemeClr val="accent5">
                  <a:lumMod val="75000"/>
                </a:schemeClr>
              </a:solidFill>
              <a:prstDash val="sysDash"/>
              <a:round/>
            </a:ln>
            <a:effectLst/>
          </c:spPr>
          <c:marker>
            <c:symbol val="none"/>
          </c:marker>
          <c:cat>
            <c:numRef>
              <c:f>Hoja1!$A$4:$A$9</c:f>
              <c:numCache>
                <c:formatCode>General</c:formatCode>
                <c:ptCount val="6"/>
                <c:pt idx="0">
                  <c:v>1935</c:v>
                </c:pt>
                <c:pt idx="1">
                  <c:v>1936</c:v>
                </c:pt>
                <c:pt idx="2">
                  <c:v>1937</c:v>
                </c:pt>
                <c:pt idx="3">
                  <c:v>1938</c:v>
                </c:pt>
                <c:pt idx="4">
                  <c:v>1939</c:v>
                </c:pt>
                <c:pt idx="5">
                  <c:v>1940</c:v>
                </c:pt>
              </c:numCache>
            </c:numRef>
          </c:cat>
          <c:val>
            <c:numRef>
              <c:f>Hoja1!$D$4:$D$9</c:f>
              <c:numCache>
                <c:formatCode>General</c:formatCode>
                <c:ptCount val="6"/>
                <c:pt idx="0">
                  <c:v>896.6</c:v>
                </c:pt>
                <c:pt idx="1">
                  <c:v>874.3</c:v>
                </c:pt>
                <c:pt idx="2">
                  <c:v>993</c:v>
                </c:pt>
                <c:pt idx="3">
                  <c:v>991.30000000000007</c:v>
                </c:pt>
                <c:pt idx="4">
                  <c:v>1015.2</c:v>
                </c:pt>
                <c:pt idx="5">
                  <c:v>963.8</c:v>
                </c:pt>
              </c:numCache>
            </c:numRef>
          </c:val>
          <c:smooth val="0"/>
          <c:extLst>
            <c:ext xmlns:c16="http://schemas.microsoft.com/office/drawing/2014/chart" uri="{C3380CC4-5D6E-409C-BE32-E72D297353CC}">
              <c16:uniqueId val="{00000001-38DA-4FC8-93F5-7453F27D9C89}"/>
            </c:ext>
          </c:extLst>
        </c:ser>
        <c:ser>
          <c:idx val="1"/>
          <c:order val="1"/>
          <c:tx>
            <c:strRef>
              <c:f>Hoja1!$I$3</c:f>
              <c:strCache>
                <c:ptCount val="1"/>
                <c:pt idx="0">
                  <c:v>egresos totales</c:v>
                </c:pt>
              </c:strCache>
            </c:strRef>
          </c:tx>
          <c:spPr>
            <a:ln w="57150" cap="rnd">
              <a:solidFill>
                <a:schemeClr val="accent5">
                  <a:lumMod val="50000"/>
                </a:schemeClr>
              </a:solidFill>
              <a:round/>
            </a:ln>
            <a:effectLst/>
          </c:spPr>
          <c:marker>
            <c:symbol val="none"/>
          </c:marker>
          <c:cat>
            <c:numRef>
              <c:f>Hoja1!$A$4:$A$9</c:f>
              <c:numCache>
                <c:formatCode>General</c:formatCode>
                <c:ptCount val="6"/>
                <c:pt idx="0">
                  <c:v>1935</c:v>
                </c:pt>
                <c:pt idx="1">
                  <c:v>1936</c:v>
                </c:pt>
                <c:pt idx="2">
                  <c:v>1937</c:v>
                </c:pt>
                <c:pt idx="3">
                  <c:v>1938</c:v>
                </c:pt>
                <c:pt idx="4">
                  <c:v>1939</c:v>
                </c:pt>
                <c:pt idx="5">
                  <c:v>1940</c:v>
                </c:pt>
              </c:numCache>
            </c:numRef>
          </c:cat>
          <c:val>
            <c:numRef>
              <c:f>Hoja1!$I$4:$I$9</c:f>
              <c:numCache>
                <c:formatCode>General</c:formatCode>
                <c:ptCount val="6"/>
                <c:pt idx="0">
                  <c:v>1014.9</c:v>
                </c:pt>
                <c:pt idx="1">
                  <c:v>1052.1999999999998</c:v>
                </c:pt>
                <c:pt idx="2">
                  <c:v>1222.9000000000001</c:v>
                </c:pt>
                <c:pt idx="3">
                  <c:v>1276.8</c:v>
                </c:pt>
                <c:pt idx="4">
                  <c:v>1460.6</c:v>
                </c:pt>
                <c:pt idx="5">
                  <c:v>1316.6000000000001</c:v>
                </c:pt>
              </c:numCache>
            </c:numRef>
          </c:val>
          <c:smooth val="0"/>
          <c:extLst>
            <c:ext xmlns:c16="http://schemas.microsoft.com/office/drawing/2014/chart" uri="{C3380CC4-5D6E-409C-BE32-E72D297353CC}">
              <c16:uniqueId val="{00000002-38DA-4FC8-93F5-7453F27D9C89}"/>
            </c:ext>
          </c:extLst>
        </c:ser>
        <c:dLbls>
          <c:showLegendKey val="0"/>
          <c:showVal val="0"/>
          <c:showCatName val="0"/>
          <c:showSerName val="0"/>
          <c:showPercent val="0"/>
          <c:showBubbleSize val="0"/>
        </c:dLbls>
        <c:marker val="1"/>
        <c:smooth val="0"/>
        <c:axId val="486422320"/>
        <c:axId val="416814992"/>
      </c:lineChart>
      <c:catAx>
        <c:axId val="48642232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16814992"/>
        <c:crosses val="autoZero"/>
        <c:auto val="1"/>
        <c:lblAlgn val="ctr"/>
        <c:lblOffset val="100"/>
        <c:noMultiLvlLbl val="0"/>
      </c:catAx>
      <c:valAx>
        <c:axId val="41681499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86422320"/>
        <c:crosses val="autoZero"/>
        <c:crossBetween val="between"/>
      </c:valAx>
      <c:valAx>
        <c:axId val="413347296"/>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77284656"/>
        <c:crosses val="max"/>
        <c:crossBetween val="between"/>
      </c:valAx>
      <c:catAx>
        <c:axId val="477284656"/>
        <c:scaling>
          <c:orientation val="minMax"/>
        </c:scaling>
        <c:delete val="1"/>
        <c:axPos val="b"/>
        <c:majorTickMark val="out"/>
        <c:minorTickMark val="none"/>
        <c:tickLblPos val="nextTo"/>
        <c:crossAx val="4133472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200"/>
      </a:pPr>
      <a:endParaRPr lang="es-AR"/>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2"/>
          <c:order val="2"/>
          <c:tx>
            <c:strRef>
              <c:f>'[sector público nuevo (techint).xlsx]Hoja1'!$P$3</c:f>
              <c:strCache>
                <c:ptCount val="1"/>
                <c:pt idx="0">
                  <c:v>Sal / PIB (eje der)</c:v>
                </c:pt>
              </c:strCache>
            </c:strRef>
          </c:tx>
          <c:spPr>
            <a:solidFill>
              <a:schemeClr val="accent5">
                <a:lumMod val="40000"/>
                <a:lumOff val="60000"/>
              </a:schemeClr>
            </a:solidFill>
            <a:ln>
              <a:solidFill>
                <a:schemeClr val="accent5">
                  <a:lumMod val="50000"/>
                </a:schemeClr>
              </a:solidFill>
            </a:ln>
            <a:effectLst/>
          </c:spPr>
          <c:invertIfNegative val="0"/>
          <c:val>
            <c:numRef>
              <c:f>'[sector público nuevo (techint).xlsx]Hoja1'!$P$9:$P$14</c:f>
              <c:numCache>
                <c:formatCode>0.0%</c:formatCode>
                <c:ptCount val="6"/>
                <c:pt idx="0">
                  <c:v>-2.9498327759197338E-2</c:v>
                </c:pt>
                <c:pt idx="1">
                  <c:v>-3.5438814308993573E-2</c:v>
                </c:pt>
                <c:pt idx="2">
                  <c:v>-3.6027190332326278E-2</c:v>
                </c:pt>
                <c:pt idx="3">
                  <c:v>-4.8090855688271011E-2</c:v>
                </c:pt>
                <c:pt idx="4">
                  <c:v>-5.7551860106291784E-2</c:v>
                </c:pt>
                <c:pt idx="5">
                  <c:v>-6.5640043480511417E-2</c:v>
                </c:pt>
              </c:numCache>
            </c:numRef>
          </c:val>
          <c:extLst>
            <c:ext xmlns:c16="http://schemas.microsoft.com/office/drawing/2014/chart" uri="{C3380CC4-5D6E-409C-BE32-E72D297353CC}">
              <c16:uniqueId val="{00000000-6946-4325-BA7E-6E9CCA1B1A8C}"/>
            </c:ext>
          </c:extLst>
        </c:ser>
        <c:dLbls>
          <c:showLegendKey val="0"/>
          <c:showVal val="0"/>
          <c:showCatName val="0"/>
          <c:showSerName val="0"/>
          <c:showPercent val="0"/>
          <c:showBubbleSize val="0"/>
        </c:dLbls>
        <c:gapWidth val="150"/>
        <c:axId val="477284656"/>
        <c:axId val="413347296"/>
      </c:barChart>
      <c:lineChart>
        <c:grouping val="standard"/>
        <c:varyColors val="0"/>
        <c:ser>
          <c:idx val="0"/>
          <c:order val="0"/>
          <c:tx>
            <c:strRef>
              <c:f>'[sector público nuevo (techint).xlsx]Hoja1'!$D$3</c:f>
              <c:strCache>
                <c:ptCount val="1"/>
                <c:pt idx="0">
                  <c:v>ingresos "genuinos" totales</c:v>
                </c:pt>
              </c:strCache>
            </c:strRef>
          </c:tx>
          <c:spPr>
            <a:ln w="57150" cap="rnd">
              <a:solidFill>
                <a:schemeClr val="accent5">
                  <a:lumMod val="75000"/>
                </a:schemeClr>
              </a:solidFill>
              <a:prstDash val="sysDash"/>
              <a:round/>
            </a:ln>
            <a:effectLst/>
          </c:spPr>
          <c:marker>
            <c:symbol val="none"/>
          </c:marker>
          <c:cat>
            <c:numRef>
              <c:f>'[sector público nuevo (techint).xlsx]Hoja1'!$A$9:$A$14</c:f>
              <c:numCache>
                <c:formatCode>General</c:formatCode>
                <c:ptCount val="6"/>
                <c:pt idx="0">
                  <c:v>1940</c:v>
                </c:pt>
                <c:pt idx="1">
                  <c:v>1941</c:v>
                </c:pt>
                <c:pt idx="2">
                  <c:v>1942</c:v>
                </c:pt>
                <c:pt idx="3">
                  <c:v>1943</c:v>
                </c:pt>
                <c:pt idx="4">
                  <c:v>1944</c:v>
                </c:pt>
                <c:pt idx="5">
                  <c:v>1945</c:v>
                </c:pt>
              </c:numCache>
            </c:numRef>
          </c:cat>
          <c:val>
            <c:numRef>
              <c:f>'[sector público nuevo (techint).xlsx]Hoja1'!$D$9:$D$14</c:f>
              <c:numCache>
                <c:formatCode>General</c:formatCode>
                <c:ptCount val="6"/>
                <c:pt idx="0">
                  <c:v>963.8</c:v>
                </c:pt>
                <c:pt idx="1">
                  <c:v>910.4</c:v>
                </c:pt>
                <c:pt idx="2">
                  <c:v>1001.4</c:v>
                </c:pt>
                <c:pt idx="3">
                  <c:v>1024.5</c:v>
                </c:pt>
                <c:pt idx="4">
                  <c:v>1404.6</c:v>
                </c:pt>
                <c:pt idx="5">
                  <c:v>1491.2</c:v>
                </c:pt>
              </c:numCache>
            </c:numRef>
          </c:val>
          <c:smooth val="0"/>
          <c:extLst>
            <c:ext xmlns:c16="http://schemas.microsoft.com/office/drawing/2014/chart" uri="{C3380CC4-5D6E-409C-BE32-E72D297353CC}">
              <c16:uniqueId val="{00000001-6946-4325-BA7E-6E9CCA1B1A8C}"/>
            </c:ext>
          </c:extLst>
        </c:ser>
        <c:ser>
          <c:idx val="1"/>
          <c:order val="1"/>
          <c:tx>
            <c:strRef>
              <c:f>'[sector público nuevo (techint).xlsx]Hoja1'!$I$3</c:f>
              <c:strCache>
                <c:ptCount val="1"/>
                <c:pt idx="0">
                  <c:v>egresos totales</c:v>
                </c:pt>
              </c:strCache>
            </c:strRef>
          </c:tx>
          <c:spPr>
            <a:ln w="57150" cap="rnd">
              <a:solidFill>
                <a:schemeClr val="accent5">
                  <a:lumMod val="50000"/>
                </a:schemeClr>
              </a:solidFill>
              <a:round/>
            </a:ln>
            <a:effectLst/>
          </c:spPr>
          <c:marker>
            <c:symbol val="none"/>
          </c:marker>
          <c:cat>
            <c:numRef>
              <c:f>'[sector público nuevo (techint).xlsx]Hoja1'!$A$9:$A$14</c:f>
              <c:numCache>
                <c:formatCode>General</c:formatCode>
                <c:ptCount val="6"/>
                <c:pt idx="0">
                  <c:v>1940</c:v>
                </c:pt>
                <c:pt idx="1">
                  <c:v>1941</c:v>
                </c:pt>
                <c:pt idx="2">
                  <c:v>1942</c:v>
                </c:pt>
                <c:pt idx="3">
                  <c:v>1943</c:v>
                </c:pt>
                <c:pt idx="4">
                  <c:v>1944</c:v>
                </c:pt>
                <c:pt idx="5">
                  <c:v>1945</c:v>
                </c:pt>
              </c:numCache>
            </c:numRef>
          </c:cat>
          <c:val>
            <c:numRef>
              <c:f>'[sector público nuevo (techint).xlsx]Hoja1'!$I$9:$I$14</c:f>
              <c:numCache>
                <c:formatCode>General</c:formatCode>
                <c:ptCount val="6"/>
                <c:pt idx="0">
                  <c:v>1316.6000000000001</c:v>
                </c:pt>
                <c:pt idx="1">
                  <c:v>1367.1000000000001</c:v>
                </c:pt>
                <c:pt idx="2">
                  <c:v>1526.1</c:v>
                </c:pt>
                <c:pt idx="3">
                  <c:v>1761.3000000000002</c:v>
                </c:pt>
                <c:pt idx="4">
                  <c:v>2411.6999999999998</c:v>
                </c:pt>
                <c:pt idx="5">
                  <c:v>2759.3</c:v>
                </c:pt>
              </c:numCache>
            </c:numRef>
          </c:val>
          <c:smooth val="0"/>
          <c:extLst>
            <c:ext xmlns:c16="http://schemas.microsoft.com/office/drawing/2014/chart" uri="{C3380CC4-5D6E-409C-BE32-E72D297353CC}">
              <c16:uniqueId val="{00000002-6946-4325-BA7E-6E9CCA1B1A8C}"/>
            </c:ext>
          </c:extLst>
        </c:ser>
        <c:dLbls>
          <c:showLegendKey val="0"/>
          <c:showVal val="0"/>
          <c:showCatName val="0"/>
          <c:showSerName val="0"/>
          <c:showPercent val="0"/>
          <c:showBubbleSize val="0"/>
        </c:dLbls>
        <c:marker val="1"/>
        <c:smooth val="0"/>
        <c:axId val="486422320"/>
        <c:axId val="416814992"/>
      </c:lineChart>
      <c:catAx>
        <c:axId val="48642232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16814992"/>
        <c:crosses val="autoZero"/>
        <c:auto val="1"/>
        <c:lblAlgn val="ctr"/>
        <c:lblOffset val="100"/>
        <c:noMultiLvlLbl val="0"/>
      </c:catAx>
      <c:valAx>
        <c:axId val="41681499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86422320"/>
        <c:crosses val="autoZero"/>
        <c:crossBetween val="between"/>
      </c:valAx>
      <c:valAx>
        <c:axId val="413347296"/>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crossAx val="477284656"/>
        <c:crosses val="max"/>
        <c:crossBetween val="between"/>
      </c:valAx>
      <c:catAx>
        <c:axId val="477284656"/>
        <c:scaling>
          <c:orientation val="minMax"/>
        </c:scaling>
        <c:delete val="1"/>
        <c:axPos val="b"/>
        <c:majorTickMark val="out"/>
        <c:minorTickMark val="none"/>
        <c:tickLblPos val="nextTo"/>
        <c:crossAx val="4133472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A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200"/>
      </a:pPr>
      <a:endParaRPr lang="es-A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56DECD-73D1-4C67-8D04-6F97AFB83BCA}"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s-AR"/>
        </a:p>
      </dgm:t>
    </dgm:pt>
    <dgm:pt modelId="{978AC82B-3FA8-4C01-8342-BDA3FB719007}">
      <dgm:prSet phldrT="[Texto]"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50000"/>
          </a:schemeClr>
        </a:solidFill>
        <a:ln>
          <a:noFill/>
        </a:ln>
      </dgm:spPr>
      <dgm:t>
        <a:bodyPr rtlCol="0" anchor="ctr"/>
        <a:lstStyle/>
        <a:p>
          <a:pPr marL="0" algn="ctr" defTabSz="914400" rtl="0" eaLnBrk="1" latinLnBrk="0" hangingPunct="1"/>
          <a:r>
            <a:rPr lang="es-AR" sz="2400" b="1" kern="1200" dirty="0">
              <a:solidFill>
                <a:schemeClr val="accent5">
                  <a:lumMod val="20000"/>
                  <a:lumOff val="80000"/>
                </a:schemeClr>
              </a:solidFill>
              <a:latin typeface="Arial" panose="020B0604020202020204" pitchFamily="34" charset="0"/>
              <a:ea typeface="+mn-ea"/>
              <a:cs typeface="Arial" panose="020B0604020202020204" pitchFamily="34" charset="0"/>
            </a:rPr>
            <a:t>Seguridad de un mercado local en vías de expansión </a:t>
          </a:r>
          <a:r>
            <a:rPr lang="es-AR" sz="2400" b="1" kern="1200" dirty="0">
              <a:solidFill>
                <a:schemeClr val="accent5">
                  <a:lumMod val="20000"/>
                  <a:lumOff val="80000"/>
                </a:schemeClr>
              </a:solidFill>
              <a:latin typeface="Arial" panose="020B0604020202020204" pitchFamily="34" charset="0"/>
              <a:ea typeface="+mn-ea"/>
              <a:cs typeface="Arial" panose="020B0604020202020204" pitchFamily="34" charset="0"/>
              <a:sym typeface="Wingdings" pitchFamily="2" charset="2"/>
            </a:rPr>
            <a:t> </a:t>
          </a:r>
        </a:p>
        <a:p>
          <a:pPr marL="0" algn="ctr" defTabSz="914400" rtl="0" eaLnBrk="1" latinLnBrk="0" hangingPunct="1"/>
          <a:r>
            <a:rPr lang="es-AR" sz="3200" b="1" kern="1200" dirty="0">
              <a:solidFill>
                <a:schemeClr val="accent5">
                  <a:lumMod val="20000"/>
                  <a:lumOff val="80000"/>
                </a:schemeClr>
              </a:solidFill>
              <a:latin typeface="Arial" panose="020B0604020202020204" pitchFamily="34" charset="0"/>
              <a:ea typeface="+mn-ea"/>
              <a:cs typeface="Arial" panose="020B0604020202020204" pitchFamily="34" charset="0"/>
              <a:sym typeface="Wingdings" pitchFamily="2" charset="2"/>
            </a:rPr>
            <a:t>P</a:t>
          </a:r>
          <a:r>
            <a:rPr lang="es-AR" sz="3200" b="1" kern="1200" dirty="0">
              <a:solidFill>
                <a:schemeClr val="accent5">
                  <a:lumMod val="20000"/>
                  <a:lumOff val="80000"/>
                </a:schemeClr>
              </a:solidFill>
              <a:latin typeface="Arial" panose="020B0604020202020204" pitchFamily="34" charset="0"/>
              <a:ea typeface="+mn-ea"/>
              <a:cs typeface="Arial" panose="020B0604020202020204" pitchFamily="34" charset="0"/>
            </a:rPr>
            <a:t>rotección tarifaria</a:t>
          </a:r>
        </a:p>
      </dgm:t>
    </dgm:pt>
    <dgm:pt modelId="{C11484FC-5B03-4BE4-BCE5-6F61418536E1}" type="parTrans" cxnId="{64CD7EB1-928D-41E6-9610-28993DEC5BA1}">
      <dgm:prSet/>
      <dgm:spPr/>
      <dgm:t>
        <a:bodyPr/>
        <a:lstStyle/>
        <a:p>
          <a:endParaRPr lang="es-AR"/>
        </a:p>
      </dgm:t>
    </dgm:pt>
    <dgm:pt modelId="{226F13C6-245E-44C8-93A7-751C1E00FCB2}" type="sibTrans" cxnId="{64CD7EB1-928D-41E6-9610-28993DEC5BA1}">
      <dgm:prSet/>
      <dgm:spPr/>
      <dgm:t>
        <a:bodyPr/>
        <a:lstStyle/>
        <a:p>
          <a:endParaRPr lang="es-AR"/>
        </a:p>
      </dgm:t>
    </dgm:pt>
    <dgm:pt modelId="{F2D59D81-922C-4A91-ABBC-340D4A5D0FE3}">
      <dgm:prSet phldrT="[Texto]" custT="1"/>
      <dgm:spPr/>
      <dgm:t>
        <a:bodyPr/>
        <a:lstStyle/>
        <a:p>
          <a:pPr algn="ctr">
            <a:buNone/>
          </a:pPr>
          <a:r>
            <a:rPr lang="es-AR" sz="1800" b="1" i="1" u="none" dirty="0">
              <a:solidFill>
                <a:schemeClr val="accent5">
                  <a:lumMod val="50000"/>
                </a:schemeClr>
              </a:solidFill>
              <a:latin typeface="Arial" panose="020B0604020202020204" pitchFamily="34" charset="0"/>
              <a:cs typeface="Arial" panose="020B0604020202020204" pitchFamily="34" charset="0"/>
            </a:rPr>
            <a:t>1923: ↑ precios de avalúos acercándolos a los precios reales de mercado internacional</a:t>
          </a:r>
        </a:p>
      </dgm:t>
    </dgm:pt>
    <dgm:pt modelId="{039344F1-3CE5-4042-9131-3FA0E20834EE}" type="parTrans" cxnId="{4AD798E7-E584-47D6-8A7C-7A426BFE6AE3}">
      <dgm:prSet/>
      <dgm:spPr/>
      <dgm:t>
        <a:bodyPr/>
        <a:lstStyle/>
        <a:p>
          <a:endParaRPr lang="es-AR"/>
        </a:p>
      </dgm:t>
    </dgm:pt>
    <dgm:pt modelId="{A2592051-4F47-4662-9DFB-498BF207CBCD}" type="sibTrans" cxnId="{4AD798E7-E584-47D6-8A7C-7A426BFE6AE3}">
      <dgm:prSet/>
      <dgm:spPr/>
      <dgm:t>
        <a:bodyPr/>
        <a:lstStyle/>
        <a:p>
          <a:endParaRPr lang="es-AR"/>
        </a:p>
      </dgm:t>
    </dgm:pt>
    <dgm:pt modelId="{1842DBAF-FCD7-46E7-A841-E5158693F140}">
      <dgm:prSet phldrT="[Texto]"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50000"/>
          </a:schemeClr>
        </a:solidFill>
        <a:ln>
          <a:noFill/>
        </a:ln>
      </dgm:spPr>
      <dgm:t>
        <a:bodyPr spcFirstLastPara="0" vert="horz" wrap="square" lIns="91440" tIns="91440" rIns="91440" bIns="91440" numCol="1" spcCol="1270" rtlCol="0" anchor="ctr" anchorCtr="0"/>
        <a:lstStyle/>
        <a:p>
          <a:pPr algn="ctr"/>
          <a:r>
            <a:rPr lang="es-AR" sz="2400" b="1" kern="1200" dirty="0">
              <a:solidFill>
                <a:srgbClr val="5B9BD5">
                  <a:lumMod val="20000"/>
                  <a:lumOff val="80000"/>
                </a:srgbClr>
              </a:solidFill>
              <a:latin typeface="Arial" panose="020B0604020202020204" pitchFamily="34" charset="0"/>
              <a:ea typeface="+mn-ea"/>
              <a:cs typeface="Arial" panose="020B0604020202020204" pitchFamily="34" charset="0"/>
            </a:rPr>
            <a:t>Preservación de los derechos de exclusividad sobre tecnologías y marcas </a:t>
          </a:r>
          <a:r>
            <a:rPr lang="es-AR" sz="2400" b="1" kern="1200" dirty="0">
              <a:solidFill>
                <a:srgbClr val="5B9BD5">
                  <a:lumMod val="20000"/>
                  <a:lumOff val="80000"/>
                </a:srgbClr>
              </a:solidFill>
              <a:latin typeface="Arial" panose="020B0604020202020204" pitchFamily="34" charset="0"/>
              <a:ea typeface="+mn-ea"/>
              <a:cs typeface="Arial" panose="020B0604020202020204" pitchFamily="34" charset="0"/>
              <a:sym typeface="Wingdings" pitchFamily="2" charset="2"/>
            </a:rPr>
            <a:t> </a:t>
          </a:r>
        </a:p>
        <a:p>
          <a:pPr algn="ctr"/>
          <a:r>
            <a:rPr lang="es-AR" sz="3200" b="1" kern="1200" dirty="0">
              <a:solidFill>
                <a:srgbClr val="5B9BD5">
                  <a:lumMod val="20000"/>
                  <a:lumOff val="80000"/>
                </a:srgbClr>
              </a:solidFill>
              <a:latin typeface="Arial" panose="020B0604020202020204" pitchFamily="34" charset="0"/>
              <a:ea typeface="+mn-ea"/>
              <a:cs typeface="Arial" panose="020B0604020202020204" pitchFamily="34" charset="0"/>
              <a:sym typeface="Wingdings" pitchFamily="2" charset="2"/>
            </a:rPr>
            <a:t>P</a:t>
          </a:r>
          <a:r>
            <a:rPr lang="es-AR" sz="3200" b="1" kern="1200" dirty="0">
              <a:solidFill>
                <a:srgbClr val="5B9BD5">
                  <a:lumMod val="20000"/>
                  <a:lumOff val="80000"/>
                </a:srgbClr>
              </a:solidFill>
              <a:latin typeface="Arial" panose="020B0604020202020204" pitchFamily="34" charset="0"/>
              <a:ea typeface="+mn-ea"/>
              <a:cs typeface="Arial" panose="020B0604020202020204" pitchFamily="34" charset="0"/>
            </a:rPr>
            <a:t>atentes</a:t>
          </a:r>
        </a:p>
      </dgm:t>
    </dgm:pt>
    <dgm:pt modelId="{1F3DD27F-AFD4-41EC-976D-607D1C4E545A}" type="parTrans" cxnId="{D67D165C-4505-4809-ADC6-597BE7DD6095}">
      <dgm:prSet/>
      <dgm:spPr/>
      <dgm:t>
        <a:bodyPr/>
        <a:lstStyle/>
        <a:p>
          <a:endParaRPr lang="es-AR"/>
        </a:p>
      </dgm:t>
    </dgm:pt>
    <dgm:pt modelId="{ED0A805E-8698-4764-93E9-80835DABE865}" type="sibTrans" cxnId="{D67D165C-4505-4809-ADC6-597BE7DD6095}">
      <dgm:prSet/>
      <dgm:spPr/>
      <dgm:t>
        <a:bodyPr/>
        <a:lstStyle/>
        <a:p>
          <a:endParaRPr lang="es-AR"/>
        </a:p>
      </dgm:t>
    </dgm:pt>
    <dgm:pt modelId="{A62DD6B1-50D6-4821-A82B-436E1A1297A0}">
      <dgm:prSet phldrT="[Texto]" custT="1"/>
      <dgm:spPr/>
      <dgm:t>
        <a:bodyPr/>
        <a:lstStyle/>
        <a:p>
          <a:pPr algn="ctr">
            <a:buNone/>
          </a:pPr>
          <a:r>
            <a:rPr lang="es-AR" sz="1800" b="1" i="1" u="none" kern="1200" dirty="0">
              <a:solidFill>
                <a:srgbClr val="5B9BD5">
                  <a:lumMod val="50000"/>
                </a:srgbClr>
              </a:solidFill>
              <a:latin typeface="Arial" panose="020B0604020202020204" pitchFamily="34" charset="0"/>
              <a:ea typeface="+mn-ea"/>
              <a:cs typeface="Arial" panose="020B0604020202020204" pitchFamily="34" charset="0"/>
            </a:rPr>
            <a:t>1929-1930: ↑ patentes extranjeras fuertemente</a:t>
          </a:r>
        </a:p>
      </dgm:t>
    </dgm:pt>
    <dgm:pt modelId="{396C9ED0-66B6-435C-B6A0-D229051507EC}" type="parTrans" cxnId="{3306F81A-C14B-47FA-ABD6-B8A91DD9FB35}">
      <dgm:prSet/>
      <dgm:spPr/>
      <dgm:t>
        <a:bodyPr/>
        <a:lstStyle/>
        <a:p>
          <a:endParaRPr lang="es-AR"/>
        </a:p>
      </dgm:t>
    </dgm:pt>
    <dgm:pt modelId="{81C7809F-9277-47E0-9D29-B7A1CB34B561}" type="sibTrans" cxnId="{3306F81A-C14B-47FA-ABD6-B8A91DD9FB35}">
      <dgm:prSet/>
      <dgm:spPr/>
      <dgm:t>
        <a:bodyPr/>
        <a:lstStyle/>
        <a:p>
          <a:endParaRPr lang="es-AR"/>
        </a:p>
      </dgm:t>
    </dgm:pt>
    <dgm:pt modelId="{9DB97475-38B9-4491-9059-9886DE77659C}">
      <dgm:prSet phldrT="[Texto]" custT="1"/>
      <dgm:spPr/>
      <dgm:t>
        <a:bodyPr/>
        <a:lstStyle/>
        <a:p>
          <a:pPr algn="ctr">
            <a:buNone/>
          </a:pPr>
          <a:r>
            <a:rPr lang="es-AR" sz="1800" b="1" i="1" u="none" kern="1200" dirty="0">
              <a:solidFill>
                <a:srgbClr val="5B9BD5">
                  <a:lumMod val="50000"/>
                </a:srgbClr>
              </a:solidFill>
              <a:latin typeface="Arial" panose="020B0604020202020204" pitchFamily="34" charset="0"/>
              <a:ea typeface="+mn-ea"/>
              <a:cs typeface="Arial" panose="020B0604020202020204" pitchFamily="34" charset="0"/>
            </a:rPr>
            <a:t>´30: Número de </a:t>
          </a:r>
          <a:r>
            <a:rPr lang="es-AR" sz="1800" b="1" i="1" u="none" kern="1200" dirty="0" err="1">
              <a:solidFill>
                <a:srgbClr val="5B9BD5">
                  <a:lumMod val="50000"/>
                </a:srgbClr>
              </a:solidFill>
              <a:latin typeface="Arial" panose="020B0604020202020204" pitchFamily="34" charset="0"/>
              <a:ea typeface="+mn-ea"/>
              <a:cs typeface="Arial" panose="020B0604020202020204" pitchFamily="34" charset="0"/>
            </a:rPr>
            <a:t>patentamientos</a:t>
          </a:r>
          <a:r>
            <a:rPr lang="es-AR" sz="1800" b="1" i="1" u="none" kern="1200" dirty="0">
              <a:solidFill>
                <a:srgbClr val="5B9BD5">
                  <a:lumMod val="50000"/>
                </a:srgbClr>
              </a:solidFill>
              <a:latin typeface="Arial" panose="020B0604020202020204" pitchFamily="34" charset="0"/>
              <a:ea typeface="+mn-ea"/>
              <a:cs typeface="Arial" panose="020B0604020202020204" pitchFamily="34" charset="0"/>
            </a:rPr>
            <a:t> muy elevado y superior al de cualquier otro período. </a:t>
          </a:r>
        </a:p>
      </dgm:t>
    </dgm:pt>
    <dgm:pt modelId="{C494ACEC-46A7-4B5F-9ECE-55CC5C96479F}" type="parTrans" cxnId="{6AD09CEC-28E6-4A34-A474-30B86B82C971}">
      <dgm:prSet/>
      <dgm:spPr/>
      <dgm:t>
        <a:bodyPr/>
        <a:lstStyle/>
        <a:p>
          <a:endParaRPr lang="es-AR"/>
        </a:p>
      </dgm:t>
    </dgm:pt>
    <dgm:pt modelId="{EB41AA4C-652A-4042-8A92-C7D751480E8F}" type="sibTrans" cxnId="{6AD09CEC-28E6-4A34-A474-30B86B82C971}">
      <dgm:prSet/>
      <dgm:spPr/>
      <dgm:t>
        <a:bodyPr/>
        <a:lstStyle/>
        <a:p>
          <a:endParaRPr lang="es-AR"/>
        </a:p>
      </dgm:t>
    </dgm:pt>
    <dgm:pt modelId="{054FFB3B-F7CF-48F9-B3F6-3BD27A4BB0EC}" type="pres">
      <dgm:prSet presAssocID="{1056DECD-73D1-4C67-8D04-6F97AFB83BCA}" presName="linear" presStyleCnt="0">
        <dgm:presLayoutVars>
          <dgm:animLvl val="lvl"/>
          <dgm:resizeHandles val="exact"/>
        </dgm:presLayoutVars>
      </dgm:prSet>
      <dgm:spPr/>
    </dgm:pt>
    <dgm:pt modelId="{8DCFB95C-AAAB-43DD-B08D-C817260649D6}" type="pres">
      <dgm:prSet presAssocID="{978AC82B-3FA8-4C01-8342-BDA3FB719007}" presName="parentText" presStyleLbl="node1" presStyleIdx="0" presStyleCnt="2" custLinFactY="-42384" custLinFactNeighborX="-17590" custLinFactNeighborY="-100000">
        <dgm:presLayoutVars>
          <dgm:chMax val="0"/>
          <dgm:bulletEnabled val="1"/>
        </dgm:presLayoutVars>
      </dgm:prSet>
      <dgm:spPr>
        <a:xfrm>
          <a:off x="0" y="0"/>
          <a:ext cx="8490632" cy="1216800"/>
        </a:xfrm>
        <a:prstGeom prst="roundRect">
          <a:avLst/>
        </a:prstGeom>
      </dgm:spPr>
    </dgm:pt>
    <dgm:pt modelId="{24B58764-3AF5-419D-923E-0F71B015399F}" type="pres">
      <dgm:prSet presAssocID="{978AC82B-3FA8-4C01-8342-BDA3FB719007}" presName="childText" presStyleLbl="revTx" presStyleIdx="0" presStyleCnt="2" custLinFactNeighborY="-24987">
        <dgm:presLayoutVars>
          <dgm:bulletEnabled val="1"/>
        </dgm:presLayoutVars>
      </dgm:prSet>
      <dgm:spPr/>
    </dgm:pt>
    <dgm:pt modelId="{D8864217-C342-4BFB-9E89-BC0D87E06712}" type="pres">
      <dgm:prSet presAssocID="{1842DBAF-FCD7-46E7-A841-E5158693F140}" presName="parentText" presStyleLbl="node1" presStyleIdx="1" presStyleCnt="2" custLinFactNeighborY="14736">
        <dgm:presLayoutVars>
          <dgm:chMax val="0"/>
          <dgm:bulletEnabled val="1"/>
        </dgm:presLayoutVars>
      </dgm:prSet>
      <dgm:spPr>
        <a:xfrm>
          <a:off x="0" y="2575738"/>
          <a:ext cx="8490632" cy="1216800"/>
        </a:xfrm>
        <a:prstGeom prst="roundRect">
          <a:avLst/>
        </a:prstGeom>
      </dgm:spPr>
    </dgm:pt>
    <dgm:pt modelId="{D5E0585B-FB96-468B-A9CD-67AA8A1E3F42}" type="pres">
      <dgm:prSet presAssocID="{1842DBAF-FCD7-46E7-A841-E5158693F140}" presName="childText" presStyleLbl="revTx" presStyleIdx="1" presStyleCnt="2" custScaleY="65650" custLinFactNeighborX="-603" custLinFactNeighborY="9902">
        <dgm:presLayoutVars>
          <dgm:bulletEnabled val="1"/>
        </dgm:presLayoutVars>
      </dgm:prSet>
      <dgm:spPr/>
    </dgm:pt>
  </dgm:ptLst>
  <dgm:cxnLst>
    <dgm:cxn modelId="{3306F81A-C14B-47FA-ABD6-B8A91DD9FB35}" srcId="{1842DBAF-FCD7-46E7-A841-E5158693F140}" destId="{A62DD6B1-50D6-4821-A82B-436E1A1297A0}" srcOrd="0" destOrd="0" parTransId="{396C9ED0-66B6-435C-B6A0-D229051507EC}" sibTransId="{81C7809F-9277-47E0-9D29-B7A1CB34B561}"/>
    <dgm:cxn modelId="{D67D165C-4505-4809-ADC6-597BE7DD6095}" srcId="{1056DECD-73D1-4C67-8D04-6F97AFB83BCA}" destId="{1842DBAF-FCD7-46E7-A841-E5158693F140}" srcOrd="1" destOrd="0" parTransId="{1F3DD27F-AFD4-41EC-976D-607D1C4E545A}" sibTransId="{ED0A805E-8698-4764-93E9-80835DABE865}"/>
    <dgm:cxn modelId="{23F6D26A-AC81-40EA-9DEA-2809B4BCEA3B}" type="presOf" srcId="{A62DD6B1-50D6-4821-A82B-436E1A1297A0}" destId="{D5E0585B-FB96-468B-A9CD-67AA8A1E3F42}" srcOrd="0" destOrd="0" presId="urn:microsoft.com/office/officeart/2005/8/layout/vList2"/>
    <dgm:cxn modelId="{3FD22D56-8DA7-4AF6-8FD1-F0869667473B}" type="presOf" srcId="{1056DECD-73D1-4C67-8D04-6F97AFB83BCA}" destId="{054FFB3B-F7CF-48F9-B3F6-3BD27A4BB0EC}" srcOrd="0" destOrd="0" presId="urn:microsoft.com/office/officeart/2005/8/layout/vList2"/>
    <dgm:cxn modelId="{4552BFA1-6C7D-4FCE-BB86-912E6EDC84E9}" type="presOf" srcId="{9DB97475-38B9-4491-9059-9886DE77659C}" destId="{D5E0585B-FB96-468B-A9CD-67AA8A1E3F42}" srcOrd="0" destOrd="1" presId="urn:microsoft.com/office/officeart/2005/8/layout/vList2"/>
    <dgm:cxn modelId="{64CD7EB1-928D-41E6-9610-28993DEC5BA1}" srcId="{1056DECD-73D1-4C67-8D04-6F97AFB83BCA}" destId="{978AC82B-3FA8-4C01-8342-BDA3FB719007}" srcOrd="0" destOrd="0" parTransId="{C11484FC-5B03-4BE4-BCE5-6F61418536E1}" sibTransId="{226F13C6-245E-44C8-93A7-751C1E00FCB2}"/>
    <dgm:cxn modelId="{449ABDC0-E00C-441C-966A-E66948818B47}" type="presOf" srcId="{F2D59D81-922C-4A91-ABBC-340D4A5D0FE3}" destId="{24B58764-3AF5-419D-923E-0F71B015399F}" srcOrd="0" destOrd="0" presId="urn:microsoft.com/office/officeart/2005/8/layout/vList2"/>
    <dgm:cxn modelId="{BE0647C8-F4A4-4710-A474-AFC0A9B1E0E6}" type="presOf" srcId="{1842DBAF-FCD7-46E7-A841-E5158693F140}" destId="{D8864217-C342-4BFB-9E89-BC0D87E06712}" srcOrd="0" destOrd="0" presId="urn:microsoft.com/office/officeart/2005/8/layout/vList2"/>
    <dgm:cxn modelId="{331AE7D4-8E5B-4FA3-BFA0-D4BE11EA1D25}" type="presOf" srcId="{978AC82B-3FA8-4C01-8342-BDA3FB719007}" destId="{8DCFB95C-AAAB-43DD-B08D-C817260649D6}" srcOrd="0" destOrd="0" presId="urn:microsoft.com/office/officeart/2005/8/layout/vList2"/>
    <dgm:cxn modelId="{4AD798E7-E584-47D6-8A7C-7A426BFE6AE3}" srcId="{978AC82B-3FA8-4C01-8342-BDA3FB719007}" destId="{F2D59D81-922C-4A91-ABBC-340D4A5D0FE3}" srcOrd="0" destOrd="0" parTransId="{039344F1-3CE5-4042-9131-3FA0E20834EE}" sibTransId="{A2592051-4F47-4662-9DFB-498BF207CBCD}"/>
    <dgm:cxn modelId="{6AD09CEC-28E6-4A34-A474-30B86B82C971}" srcId="{1842DBAF-FCD7-46E7-A841-E5158693F140}" destId="{9DB97475-38B9-4491-9059-9886DE77659C}" srcOrd="1" destOrd="0" parTransId="{C494ACEC-46A7-4B5F-9ECE-55CC5C96479F}" sibTransId="{EB41AA4C-652A-4042-8A92-C7D751480E8F}"/>
    <dgm:cxn modelId="{288ED317-A451-4A99-8BA4-5C871CCAE58B}" type="presParOf" srcId="{054FFB3B-F7CF-48F9-B3F6-3BD27A4BB0EC}" destId="{8DCFB95C-AAAB-43DD-B08D-C817260649D6}" srcOrd="0" destOrd="0" presId="urn:microsoft.com/office/officeart/2005/8/layout/vList2"/>
    <dgm:cxn modelId="{31F1C50A-00A4-41A6-8D50-B2A46D571BDF}" type="presParOf" srcId="{054FFB3B-F7CF-48F9-B3F6-3BD27A4BB0EC}" destId="{24B58764-3AF5-419D-923E-0F71B015399F}" srcOrd="1" destOrd="0" presId="urn:microsoft.com/office/officeart/2005/8/layout/vList2"/>
    <dgm:cxn modelId="{ABB99410-14B5-45BB-A5E1-8CEE7E313D1B}" type="presParOf" srcId="{054FFB3B-F7CF-48F9-B3F6-3BD27A4BB0EC}" destId="{D8864217-C342-4BFB-9E89-BC0D87E06712}" srcOrd="2" destOrd="0" presId="urn:microsoft.com/office/officeart/2005/8/layout/vList2"/>
    <dgm:cxn modelId="{C9A339E9-620F-4558-860A-F2CFF6D3B3A5}" type="presParOf" srcId="{054FFB3B-F7CF-48F9-B3F6-3BD27A4BB0EC}" destId="{D5E0585B-FB96-468B-A9CD-67AA8A1E3F4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7E2A96-A8AD-4FC3-B95F-41965EB168F7}"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s-ES"/>
        </a:p>
      </dgm:t>
    </dgm:pt>
    <dgm:pt modelId="{7C2AB28D-C1FC-4D47-BFEE-EF8B6ED02284}">
      <dgm:prSet phldrT="[Texto]"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noFill/>
        </a:ln>
      </dgm:spPr>
      <dgm:t>
        <a:bodyPr rtlCol="0" anchor="ctr"/>
        <a:lstStyle/>
        <a:p>
          <a:pPr marL="0" algn="ctr" defTabSz="457200" rtl="0" eaLnBrk="1" latinLnBrk="0" hangingPunct="1"/>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Relaciones triangulares EEUU – GB</a:t>
          </a:r>
        </a:p>
        <a:p>
          <a:pPr marL="0" algn="ctr" defTabSz="457200" rtl="0" eaLnBrk="1" latinLnBrk="0" hangingPunct="1"/>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¿A quién acercarse?</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gm:t>
    </dgm:pt>
    <dgm:pt modelId="{F8039840-502C-491C-99AB-A8E8791DEF17}" type="parTrans" cxnId="{57700D65-379C-415F-BC30-A95AF72F0CB8}">
      <dgm:prSet/>
      <dgm:spPr/>
      <dgm:t>
        <a:bodyPr/>
        <a:lstStyle/>
        <a:p>
          <a:endParaRPr lang="es-ES" sz="1400"/>
        </a:p>
      </dgm:t>
    </dgm:pt>
    <dgm:pt modelId="{B8EB4E3D-74BB-4ADB-8D48-F2F32469CC51}" type="sibTrans" cxnId="{57700D65-379C-415F-BC30-A95AF72F0CB8}">
      <dgm:prSet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50000"/>
          </a:schemeClr>
        </a:solidFill>
        <a:ln>
          <a:noFill/>
        </a:ln>
      </dgm:spPr>
      <dgm:t>
        <a:bodyPr rtlCol="0" anchor="ctr"/>
        <a:lstStyle/>
        <a:p>
          <a:pPr marL="0" algn="ctr" defTabSz="457200" rtl="0" eaLnBrk="1" latinLnBrk="0" hangingPunct="1"/>
          <a:r>
            <a:rPr lang="es-ES" sz="2400" b="1" kern="1200" dirty="0">
              <a:solidFill>
                <a:schemeClr val="accent5">
                  <a:lumMod val="20000"/>
                  <a:lumOff val="80000"/>
                </a:schemeClr>
              </a:solidFill>
              <a:latin typeface="Arial" panose="020B0604020202020204" pitchFamily="34" charset="0"/>
              <a:ea typeface="+mn-ea"/>
              <a:cs typeface="Arial" panose="020B0604020202020204" pitchFamily="34" charset="0"/>
            </a:rPr>
            <a:t>Polémicas</a:t>
          </a:r>
        </a:p>
      </dgm:t>
    </dgm:pt>
    <dgm:pt modelId="{BF21A315-E159-4DCF-B203-47D927DD4F1A}">
      <dgm:prSet phldrT="[Texto]"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noFill/>
        </a:ln>
      </dgm:spPr>
      <dgm:t>
        <a:bodyPr rtlCol="0" anchor="ctr"/>
        <a:lstStyle/>
        <a:p>
          <a:pPr marL="0" algn="ctr" defTabSz="457200" rtl="0" eaLnBrk="1" latinLnBrk="0" hangingPunct="1"/>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Grado de apertura y desarrollo de </a:t>
          </a:r>
          <a:r>
            <a:rPr lang="es-AR" sz="1400" b="1" kern="1200" dirty="0" err="1">
              <a:solidFill>
                <a:schemeClr val="accent5">
                  <a:lumMod val="20000"/>
                  <a:lumOff val="80000"/>
                </a:schemeClr>
              </a:solidFill>
              <a:latin typeface="Arial" panose="020B0604020202020204" pitchFamily="34" charset="0"/>
              <a:ea typeface="+mn-ea"/>
              <a:cs typeface="Arial" panose="020B0604020202020204" pitchFamily="34" charset="0"/>
            </a:rPr>
            <a:t>mdo</a:t>
          </a: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 interno</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gm:t>
    </dgm:pt>
    <dgm:pt modelId="{E7CE6E88-8880-4FBA-9AAA-F97B17A3947C}" type="parTrans" cxnId="{3D97FC95-0E3E-49DA-AEC9-4918E1A3E77C}">
      <dgm:prSet/>
      <dgm:spPr/>
      <dgm:t>
        <a:bodyPr/>
        <a:lstStyle/>
        <a:p>
          <a:endParaRPr lang="es-ES" sz="1400"/>
        </a:p>
      </dgm:t>
    </dgm:pt>
    <dgm:pt modelId="{47ABEE50-353B-40AD-8994-C811E95B4C84}" type="sibTrans" cxnId="{3D97FC95-0E3E-49DA-AEC9-4918E1A3E77C}">
      <dgm:prSet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noFill/>
        </a:ln>
      </dgm:spPr>
      <dgm:t>
        <a:bodyPr rtlCol="0" anchor="ctr"/>
        <a:lstStyle/>
        <a:p>
          <a:pPr marL="0" algn="ctr" defTabSz="457200" rtl="0" eaLnBrk="1" latinLnBrk="0" hangingPunct="1"/>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Papel de la industria y su forma de desarrollo</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gm:t>
    </dgm:pt>
    <dgm:pt modelId="{43C56025-B1B5-43EA-857E-3573F625FED4}">
      <dgm:prSet phldrT="[Texto]"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noFill/>
        </a:ln>
      </dgm:spPr>
      <dgm:t>
        <a:bodyPr rtlCol="0" anchor="ctr"/>
        <a:lstStyle/>
        <a:p>
          <a:pPr marL="0" algn="ctr" defTabSz="457200" rtl="0" eaLnBrk="1" latinLnBrk="0" hangingPunct="1"/>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El desarrollo de las economías del interior</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gm:t>
    </dgm:pt>
    <dgm:pt modelId="{927F1F68-845E-4322-AB9F-85CC56107893}" type="parTrans" cxnId="{F7003A46-61E1-438C-BCD1-D77A65F112BC}">
      <dgm:prSet/>
      <dgm:spPr/>
      <dgm:t>
        <a:bodyPr/>
        <a:lstStyle/>
        <a:p>
          <a:endParaRPr lang="es-ES" sz="1400"/>
        </a:p>
      </dgm:t>
    </dgm:pt>
    <dgm:pt modelId="{40FE87C2-D59C-410B-A424-AB4A6991B1C4}" type="sibTrans" cxnId="{F7003A46-61E1-438C-BCD1-D77A65F112BC}">
      <dgm:prSet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noFill/>
        </a:ln>
      </dgm:spPr>
      <dgm:t>
        <a:bodyPr rtlCol="0" anchor="ctr"/>
        <a:lstStyle/>
        <a:p>
          <a:pPr marL="0" algn="ctr" defTabSz="457200" rtl="0" eaLnBrk="1" latinLnBrk="0" hangingPunct="1"/>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Intervención del Estado</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gm:t>
    </dgm:pt>
    <dgm:pt modelId="{AFE976D9-A2D3-49AD-83A7-30225236A13E}" type="pres">
      <dgm:prSet presAssocID="{AF7E2A96-A8AD-4FC3-B95F-41965EB168F7}" presName="Name0" presStyleCnt="0">
        <dgm:presLayoutVars>
          <dgm:chMax/>
          <dgm:chPref/>
          <dgm:dir/>
          <dgm:animLvl val="lvl"/>
        </dgm:presLayoutVars>
      </dgm:prSet>
      <dgm:spPr/>
    </dgm:pt>
    <dgm:pt modelId="{2D8AC88C-F3CF-4990-B59A-850E5154938F}" type="pres">
      <dgm:prSet presAssocID="{7C2AB28D-C1FC-4D47-BFEE-EF8B6ED02284}" presName="composite" presStyleCnt="0"/>
      <dgm:spPr/>
    </dgm:pt>
    <dgm:pt modelId="{32111CBB-93BE-4E6B-A1E8-E914C7E6B42A}" type="pres">
      <dgm:prSet presAssocID="{7C2AB28D-C1FC-4D47-BFEE-EF8B6ED02284}" presName="Parent1" presStyleLbl="node1" presStyleIdx="0" presStyleCnt="6" custLinFactX="63000" custLinFactNeighborX="100000" custLinFactNeighborY="84103">
        <dgm:presLayoutVars>
          <dgm:chMax val="1"/>
          <dgm:chPref val="1"/>
          <dgm:bulletEnabled val="1"/>
        </dgm:presLayoutVars>
      </dgm:prSet>
      <dgm:spPr>
        <a:xfrm rot="5400000">
          <a:off x="6764839" y="1742948"/>
          <a:ext cx="1922363" cy="1672455"/>
        </a:xfrm>
        <a:prstGeom prst="hexagon">
          <a:avLst>
            <a:gd name="adj" fmla="val 25000"/>
            <a:gd name="vf" fmla="val 115470"/>
          </a:avLst>
        </a:prstGeom>
      </dgm:spPr>
    </dgm:pt>
    <dgm:pt modelId="{B47FA129-B40A-4AEF-8055-6AE359163E01}" type="pres">
      <dgm:prSet presAssocID="{7C2AB28D-C1FC-4D47-BFEE-EF8B6ED02284}" presName="Childtext1" presStyleLbl="revTx" presStyleIdx="0" presStyleCnt="3">
        <dgm:presLayoutVars>
          <dgm:chMax val="0"/>
          <dgm:chPref val="0"/>
          <dgm:bulletEnabled val="1"/>
        </dgm:presLayoutVars>
      </dgm:prSet>
      <dgm:spPr/>
    </dgm:pt>
    <dgm:pt modelId="{901E39EF-9039-4E5E-958B-C4856115FD4D}" type="pres">
      <dgm:prSet presAssocID="{7C2AB28D-C1FC-4D47-BFEE-EF8B6ED02284}" presName="BalanceSpacing" presStyleCnt="0"/>
      <dgm:spPr/>
    </dgm:pt>
    <dgm:pt modelId="{E67D6A8A-6B57-46E1-8C1B-03F997C21BD5}" type="pres">
      <dgm:prSet presAssocID="{7C2AB28D-C1FC-4D47-BFEE-EF8B6ED02284}" presName="BalanceSpacing1" presStyleCnt="0"/>
      <dgm:spPr/>
    </dgm:pt>
    <dgm:pt modelId="{D6800D86-C5A0-4EBB-B027-AA597067B489}" type="pres">
      <dgm:prSet presAssocID="{B8EB4E3D-74BB-4ADB-8D48-F2F32469CC51}" presName="Accent1Text" presStyleLbl="node1" presStyleIdx="1" presStyleCnt="6" custFlipHor="0" custScaleX="158475" custScaleY="41877" custLinFactX="-11719" custLinFactNeighborX="-100000" custLinFactNeighborY="-23438"/>
      <dgm:spPr>
        <a:xfrm rot="5400000">
          <a:off x="483312" y="470747"/>
          <a:ext cx="1922363" cy="1672455"/>
        </a:xfrm>
        <a:prstGeom prst="hexagon">
          <a:avLst>
            <a:gd name="adj" fmla="val 25000"/>
            <a:gd name="vf" fmla="val 115470"/>
          </a:avLst>
        </a:prstGeom>
      </dgm:spPr>
    </dgm:pt>
    <dgm:pt modelId="{A01A161B-082F-4EC2-A154-53BB10781715}" type="pres">
      <dgm:prSet presAssocID="{B8EB4E3D-74BB-4ADB-8D48-F2F32469CC51}" presName="spaceBetweenRectangles" presStyleCnt="0"/>
      <dgm:spPr/>
    </dgm:pt>
    <dgm:pt modelId="{0470E1F5-130B-4F22-8D2D-4F9BC8FB3FE0}" type="pres">
      <dgm:prSet presAssocID="{BF21A315-E159-4DCF-B203-47D927DD4F1A}" presName="composite" presStyleCnt="0"/>
      <dgm:spPr/>
    </dgm:pt>
    <dgm:pt modelId="{86517DD3-02AC-4E69-BD70-55B13DCB44A2}" type="pres">
      <dgm:prSet presAssocID="{BF21A315-E159-4DCF-B203-47D927DD4F1A}" presName="Parent1" presStyleLbl="node1" presStyleIdx="2" presStyleCnt="6">
        <dgm:presLayoutVars>
          <dgm:chMax val="1"/>
          <dgm:chPref val="1"/>
          <dgm:bulletEnabled val="1"/>
        </dgm:presLayoutVars>
      </dgm:prSet>
      <dgm:spPr>
        <a:xfrm rot="5400000">
          <a:off x="3132149" y="1757885"/>
          <a:ext cx="1922363" cy="1672455"/>
        </a:xfrm>
        <a:prstGeom prst="hexagon">
          <a:avLst>
            <a:gd name="adj" fmla="val 25000"/>
            <a:gd name="vf" fmla="val 115470"/>
          </a:avLst>
        </a:prstGeom>
      </dgm:spPr>
    </dgm:pt>
    <dgm:pt modelId="{F55FDAD8-998F-4957-9422-0BAB850FB7ED}" type="pres">
      <dgm:prSet presAssocID="{BF21A315-E159-4DCF-B203-47D927DD4F1A}" presName="Childtext1" presStyleLbl="revTx" presStyleIdx="1" presStyleCnt="3">
        <dgm:presLayoutVars>
          <dgm:chMax val="0"/>
          <dgm:chPref val="0"/>
          <dgm:bulletEnabled val="1"/>
        </dgm:presLayoutVars>
      </dgm:prSet>
      <dgm:spPr/>
    </dgm:pt>
    <dgm:pt modelId="{85BCDBFA-F9DA-4C47-9634-C240C61F0B88}" type="pres">
      <dgm:prSet presAssocID="{BF21A315-E159-4DCF-B203-47D927DD4F1A}" presName="BalanceSpacing" presStyleCnt="0"/>
      <dgm:spPr/>
    </dgm:pt>
    <dgm:pt modelId="{BBA61B21-8633-43AA-918B-870E06922413}" type="pres">
      <dgm:prSet presAssocID="{BF21A315-E159-4DCF-B203-47D927DD4F1A}" presName="BalanceSpacing1" presStyleCnt="0"/>
      <dgm:spPr/>
    </dgm:pt>
    <dgm:pt modelId="{BA6658E0-E809-4AC5-B6B2-17996C6D4E48}" type="pres">
      <dgm:prSet presAssocID="{47ABEE50-353B-40AD-8994-C811E95B4C84}" presName="Accent1Text" presStyleLbl="node1" presStyleIdx="3" presStyleCnt="6"/>
      <dgm:spPr>
        <a:xfrm rot="5400000">
          <a:off x="4938401" y="1757885"/>
          <a:ext cx="1922363" cy="1672455"/>
        </a:xfrm>
        <a:prstGeom prst="hexagon">
          <a:avLst>
            <a:gd name="adj" fmla="val 25000"/>
            <a:gd name="vf" fmla="val 115470"/>
          </a:avLst>
        </a:prstGeom>
      </dgm:spPr>
    </dgm:pt>
    <dgm:pt modelId="{6D96325F-450B-488F-B6AD-358DF949B58A}" type="pres">
      <dgm:prSet presAssocID="{47ABEE50-353B-40AD-8994-C811E95B4C84}" presName="spaceBetweenRectangles" presStyleCnt="0"/>
      <dgm:spPr/>
    </dgm:pt>
    <dgm:pt modelId="{1BD837F5-6A3C-4EF9-9FB2-895BE90F90F2}" type="pres">
      <dgm:prSet presAssocID="{43C56025-B1B5-43EA-857E-3573F625FED4}" presName="composite" presStyleCnt="0"/>
      <dgm:spPr/>
    </dgm:pt>
    <dgm:pt modelId="{EB1CDE5B-1237-4EE2-8CC8-7FE6B933F871}" type="pres">
      <dgm:prSet presAssocID="{43C56025-B1B5-43EA-857E-3573F625FED4}" presName="Parent1" presStyleLbl="node1" presStyleIdx="4" presStyleCnt="6">
        <dgm:presLayoutVars>
          <dgm:chMax val="1"/>
          <dgm:chPref val="1"/>
          <dgm:bulletEnabled val="1"/>
        </dgm:presLayoutVars>
      </dgm:prSet>
      <dgm:spPr>
        <a:xfrm rot="5400000">
          <a:off x="4038735" y="3389586"/>
          <a:ext cx="1922363" cy="1672455"/>
        </a:xfrm>
        <a:prstGeom prst="hexagon">
          <a:avLst>
            <a:gd name="adj" fmla="val 25000"/>
            <a:gd name="vf" fmla="val 115470"/>
          </a:avLst>
        </a:prstGeom>
      </dgm:spPr>
    </dgm:pt>
    <dgm:pt modelId="{348BCA32-5EE1-4244-8D29-85346EF9D3E9}" type="pres">
      <dgm:prSet presAssocID="{43C56025-B1B5-43EA-857E-3573F625FED4}" presName="Childtext1" presStyleLbl="revTx" presStyleIdx="2" presStyleCnt="3">
        <dgm:presLayoutVars>
          <dgm:chMax val="0"/>
          <dgm:chPref val="0"/>
          <dgm:bulletEnabled val="1"/>
        </dgm:presLayoutVars>
      </dgm:prSet>
      <dgm:spPr/>
    </dgm:pt>
    <dgm:pt modelId="{A4AE66FC-85E7-49F4-9E5C-F83705611666}" type="pres">
      <dgm:prSet presAssocID="{43C56025-B1B5-43EA-857E-3573F625FED4}" presName="BalanceSpacing" presStyleCnt="0"/>
      <dgm:spPr/>
    </dgm:pt>
    <dgm:pt modelId="{590BB8B2-7B95-4846-8BE2-4A63CFEBB82C}" type="pres">
      <dgm:prSet presAssocID="{43C56025-B1B5-43EA-857E-3573F625FED4}" presName="BalanceSpacing1" presStyleCnt="0"/>
      <dgm:spPr/>
    </dgm:pt>
    <dgm:pt modelId="{E65FA76B-5518-4430-8DFF-DE484FAF936B}" type="pres">
      <dgm:prSet presAssocID="{40FE87C2-D59C-410B-A424-AB4A6991B1C4}" presName="Accent1Text" presStyleLbl="node1" presStyleIdx="5" presStyleCnt="6" custLinFactX="100000" custLinFactNeighborX="113943" custLinFactNeighborY="64"/>
      <dgm:spPr>
        <a:xfrm rot="5400000">
          <a:off x="5810585" y="3390816"/>
          <a:ext cx="1922363" cy="1672455"/>
        </a:xfrm>
        <a:prstGeom prst="hexagon">
          <a:avLst>
            <a:gd name="adj" fmla="val 25000"/>
            <a:gd name="vf" fmla="val 115470"/>
          </a:avLst>
        </a:prstGeom>
      </dgm:spPr>
    </dgm:pt>
  </dgm:ptLst>
  <dgm:cxnLst>
    <dgm:cxn modelId="{EC410E04-8EC3-4728-B1ED-98211C2A031A}" type="presOf" srcId="{AF7E2A96-A8AD-4FC3-B95F-41965EB168F7}" destId="{AFE976D9-A2D3-49AD-83A7-30225236A13E}" srcOrd="0" destOrd="0" presId="urn:microsoft.com/office/officeart/2008/layout/AlternatingHexagons"/>
    <dgm:cxn modelId="{57700D65-379C-415F-BC30-A95AF72F0CB8}" srcId="{AF7E2A96-A8AD-4FC3-B95F-41965EB168F7}" destId="{7C2AB28D-C1FC-4D47-BFEE-EF8B6ED02284}" srcOrd="0" destOrd="0" parTransId="{F8039840-502C-491C-99AB-A8E8791DEF17}" sibTransId="{B8EB4E3D-74BB-4ADB-8D48-F2F32469CC51}"/>
    <dgm:cxn modelId="{F7003A46-61E1-438C-BCD1-D77A65F112BC}" srcId="{AF7E2A96-A8AD-4FC3-B95F-41965EB168F7}" destId="{43C56025-B1B5-43EA-857E-3573F625FED4}" srcOrd="2" destOrd="0" parTransId="{927F1F68-845E-4322-AB9F-85CC56107893}" sibTransId="{40FE87C2-D59C-410B-A424-AB4A6991B1C4}"/>
    <dgm:cxn modelId="{52659F67-1F45-4DFD-AD6D-6E120EED97C4}" type="presOf" srcId="{BF21A315-E159-4DCF-B203-47D927DD4F1A}" destId="{86517DD3-02AC-4E69-BD70-55B13DCB44A2}" srcOrd="0" destOrd="0" presId="urn:microsoft.com/office/officeart/2008/layout/AlternatingHexagons"/>
    <dgm:cxn modelId="{103D4654-9798-4D70-BEE4-E14661EC97E2}" type="presOf" srcId="{7C2AB28D-C1FC-4D47-BFEE-EF8B6ED02284}" destId="{32111CBB-93BE-4E6B-A1E8-E914C7E6B42A}" srcOrd="0" destOrd="0" presId="urn:microsoft.com/office/officeart/2008/layout/AlternatingHexagons"/>
    <dgm:cxn modelId="{26A5A278-C452-4567-9754-58BA53E1DA72}" type="presOf" srcId="{40FE87C2-D59C-410B-A424-AB4A6991B1C4}" destId="{E65FA76B-5518-4430-8DFF-DE484FAF936B}" srcOrd="0" destOrd="0" presId="urn:microsoft.com/office/officeart/2008/layout/AlternatingHexagons"/>
    <dgm:cxn modelId="{3D97FC95-0E3E-49DA-AEC9-4918E1A3E77C}" srcId="{AF7E2A96-A8AD-4FC3-B95F-41965EB168F7}" destId="{BF21A315-E159-4DCF-B203-47D927DD4F1A}" srcOrd="1" destOrd="0" parTransId="{E7CE6E88-8880-4FBA-9AAA-F97B17A3947C}" sibTransId="{47ABEE50-353B-40AD-8994-C811E95B4C84}"/>
    <dgm:cxn modelId="{167D289E-1180-471E-9675-7C3E0334342F}" type="presOf" srcId="{43C56025-B1B5-43EA-857E-3573F625FED4}" destId="{EB1CDE5B-1237-4EE2-8CC8-7FE6B933F871}" srcOrd="0" destOrd="0" presId="urn:microsoft.com/office/officeart/2008/layout/AlternatingHexagons"/>
    <dgm:cxn modelId="{4DB1329E-E2C8-4976-BC9D-A6E97E790CA6}" type="presOf" srcId="{B8EB4E3D-74BB-4ADB-8D48-F2F32469CC51}" destId="{D6800D86-C5A0-4EBB-B027-AA597067B489}" srcOrd="0" destOrd="0" presId="urn:microsoft.com/office/officeart/2008/layout/AlternatingHexagons"/>
    <dgm:cxn modelId="{80B75DF3-8F6C-49C2-9EF2-B464A1BC199C}" type="presOf" srcId="{47ABEE50-353B-40AD-8994-C811E95B4C84}" destId="{BA6658E0-E809-4AC5-B6B2-17996C6D4E48}" srcOrd="0" destOrd="0" presId="urn:microsoft.com/office/officeart/2008/layout/AlternatingHexagons"/>
    <dgm:cxn modelId="{AA9D710E-FEE0-4C06-8D8B-A3967551E02D}" type="presParOf" srcId="{AFE976D9-A2D3-49AD-83A7-30225236A13E}" destId="{2D8AC88C-F3CF-4990-B59A-850E5154938F}" srcOrd="0" destOrd="0" presId="urn:microsoft.com/office/officeart/2008/layout/AlternatingHexagons"/>
    <dgm:cxn modelId="{ED83C876-4D54-462B-B7B4-B12633CB04F7}" type="presParOf" srcId="{2D8AC88C-F3CF-4990-B59A-850E5154938F}" destId="{32111CBB-93BE-4E6B-A1E8-E914C7E6B42A}" srcOrd="0" destOrd="0" presId="urn:microsoft.com/office/officeart/2008/layout/AlternatingHexagons"/>
    <dgm:cxn modelId="{7D1B8028-B3C8-42D7-926C-277502868545}" type="presParOf" srcId="{2D8AC88C-F3CF-4990-B59A-850E5154938F}" destId="{B47FA129-B40A-4AEF-8055-6AE359163E01}" srcOrd="1" destOrd="0" presId="urn:microsoft.com/office/officeart/2008/layout/AlternatingHexagons"/>
    <dgm:cxn modelId="{6986841E-ECF6-4306-B7B3-37DD1CB72B64}" type="presParOf" srcId="{2D8AC88C-F3CF-4990-B59A-850E5154938F}" destId="{901E39EF-9039-4E5E-958B-C4856115FD4D}" srcOrd="2" destOrd="0" presId="urn:microsoft.com/office/officeart/2008/layout/AlternatingHexagons"/>
    <dgm:cxn modelId="{DA6AD1E1-2FAA-4164-900E-D89567464345}" type="presParOf" srcId="{2D8AC88C-F3CF-4990-B59A-850E5154938F}" destId="{E67D6A8A-6B57-46E1-8C1B-03F997C21BD5}" srcOrd="3" destOrd="0" presId="urn:microsoft.com/office/officeart/2008/layout/AlternatingHexagons"/>
    <dgm:cxn modelId="{F119DC78-9833-4190-9C06-03A503B1A20A}" type="presParOf" srcId="{2D8AC88C-F3CF-4990-B59A-850E5154938F}" destId="{D6800D86-C5A0-4EBB-B027-AA597067B489}" srcOrd="4" destOrd="0" presId="urn:microsoft.com/office/officeart/2008/layout/AlternatingHexagons"/>
    <dgm:cxn modelId="{CD5B2FC8-8E81-4AE3-910D-34D6A98E6421}" type="presParOf" srcId="{AFE976D9-A2D3-49AD-83A7-30225236A13E}" destId="{A01A161B-082F-4EC2-A154-53BB10781715}" srcOrd="1" destOrd="0" presId="urn:microsoft.com/office/officeart/2008/layout/AlternatingHexagons"/>
    <dgm:cxn modelId="{692E62BF-F9AA-4FEE-8819-686660F7C791}" type="presParOf" srcId="{AFE976D9-A2D3-49AD-83A7-30225236A13E}" destId="{0470E1F5-130B-4F22-8D2D-4F9BC8FB3FE0}" srcOrd="2" destOrd="0" presId="urn:microsoft.com/office/officeart/2008/layout/AlternatingHexagons"/>
    <dgm:cxn modelId="{9A464018-7A11-4680-813C-33E35C44FF73}" type="presParOf" srcId="{0470E1F5-130B-4F22-8D2D-4F9BC8FB3FE0}" destId="{86517DD3-02AC-4E69-BD70-55B13DCB44A2}" srcOrd="0" destOrd="0" presId="urn:microsoft.com/office/officeart/2008/layout/AlternatingHexagons"/>
    <dgm:cxn modelId="{1A154F1F-4019-4267-AB65-BA14C0879C0C}" type="presParOf" srcId="{0470E1F5-130B-4F22-8D2D-4F9BC8FB3FE0}" destId="{F55FDAD8-998F-4957-9422-0BAB850FB7ED}" srcOrd="1" destOrd="0" presId="urn:microsoft.com/office/officeart/2008/layout/AlternatingHexagons"/>
    <dgm:cxn modelId="{5B09F2CD-7825-4664-9166-C191193EF079}" type="presParOf" srcId="{0470E1F5-130B-4F22-8D2D-4F9BC8FB3FE0}" destId="{85BCDBFA-F9DA-4C47-9634-C240C61F0B88}" srcOrd="2" destOrd="0" presId="urn:microsoft.com/office/officeart/2008/layout/AlternatingHexagons"/>
    <dgm:cxn modelId="{A70BE1AF-C8C8-4749-9B0C-05FA6A04CC6F}" type="presParOf" srcId="{0470E1F5-130B-4F22-8D2D-4F9BC8FB3FE0}" destId="{BBA61B21-8633-43AA-918B-870E06922413}" srcOrd="3" destOrd="0" presId="urn:microsoft.com/office/officeart/2008/layout/AlternatingHexagons"/>
    <dgm:cxn modelId="{603EB6FC-1AD3-4C7E-B869-D9DF8B1D06AA}" type="presParOf" srcId="{0470E1F5-130B-4F22-8D2D-4F9BC8FB3FE0}" destId="{BA6658E0-E809-4AC5-B6B2-17996C6D4E48}" srcOrd="4" destOrd="0" presId="urn:microsoft.com/office/officeart/2008/layout/AlternatingHexagons"/>
    <dgm:cxn modelId="{09BE154B-223B-40B0-9704-ADCFF3E52F6A}" type="presParOf" srcId="{AFE976D9-A2D3-49AD-83A7-30225236A13E}" destId="{6D96325F-450B-488F-B6AD-358DF949B58A}" srcOrd="3" destOrd="0" presId="urn:microsoft.com/office/officeart/2008/layout/AlternatingHexagons"/>
    <dgm:cxn modelId="{7C030C5B-8433-4195-BBE0-811ADCD9C2C9}" type="presParOf" srcId="{AFE976D9-A2D3-49AD-83A7-30225236A13E}" destId="{1BD837F5-6A3C-4EF9-9FB2-895BE90F90F2}" srcOrd="4" destOrd="0" presId="urn:microsoft.com/office/officeart/2008/layout/AlternatingHexagons"/>
    <dgm:cxn modelId="{47167D9F-B026-4C2F-A43E-67A2102DE577}" type="presParOf" srcId="{1BD837F5-6A3C-4EF9-9FB2-895BE90F90F2}" destId="{EB1CDE5B-1237-4EE2-8CC8-7FE6B933F871}" srcOrd="0" destOrd="0" presId="urn:microsoft.com/office/officeart/2008/layout/AlternatingHexagons"/>
    <dgm:cxn modelId="{94DBB5DC-8836-43F4-B1E8-5DC9027CAD2F}" type="presParOf" srcId="{1BD837F5-6A3C-4EF9-9FB2-895BE90F90F2}" destId="{348BCA32-5EE1-4244-8D29-85346EF9D3E9}" srcOrd="1" destOrd="0" presId="urn:microsoft.com/office/officeart/2008/layout/AlternatingHexagons"/>
    <dgm:cxn modelId="{9D3E038F-3FFD-4241-B6CB-E3A2132EB81E}" type="presParOf" srcId="{1BD837F5-6A3C-4EF9-9FB2-895BE90F90F2}" destId="{A4AE66FC-85E7-49F4-9E5C-F83705611666}" srcOrd="2" destOrd="0" presId="urn:microsoft.com/office/officeart/2008/layout/AlternatingHexagons"/>
    <dgm:cxn modelId="{867FB562-0A56-429F-90DA-D08858D94E20}" type="presParOf" srcId="{1BD837F5-6A3C-4EF9-9FB2-895BE90F90F2}" destId="{590BB8B2-7B95-4846-8BE2-4A63CFEBB82C}" srcOrd="3" destOrd="0" presId="urn:microsoft.com/office/officeart/2008/layout/AlternatingHexagons"/>
    <dgm:cxn modelId="{3AACB67C-8F37-49B9-BA9F-FD85771EDB92}" type="presParOf" srcId="{1BD837F5-6A3C-4EF9-9FB2-895BE90F90F2}" destId="{E65FA76B-5518-4430-8DFF-DE484FAF936B}"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445C1E-DD8C-4665-9EBC-094E303FB752}"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es-ES"/>
        </a:p>
      </dgm:t>
    </dgm:pt>
    <dgm:pt modelId="{839EA0FC-B199-4141-9299-2BB6A8C28BD4}">
      <dgm:prSet phldrT="[Texto]" custT="1"/>
      <dgm:spPr>
        <a:solidFill>
          <a:schemeClr val="accent5">
            <a:lumMod val="50000"/>
          </a:schemeClr>
        </a:solidFill>
      </dgm:spPr>
      <dgm:t>
        <a:bodyPr/>
        <a:lstStyle/>
        <a:p>
          <a:r>
            <a:rPr lang="es-AR" sz="2400" b="1" i="1" dirty="0"/>
            <a:t>Intereses EEUU en Argentina</a:t>
          </a:r>
          <a:endParaRPr lang="es-ES" sz="2400" b="1" i="1" dirty="0"/>
        </a:p>
      </dgm:t>
    </dgm:pt>
    <dgm:pt modelId="{92DAD51C-BAB8-421E-B721-DA6C8C624B20}" type="parTrans" cxnId="{C64F8E86-9DFC-4BFF-BCE1-41434A10EAC6}">
      <dgm:prSet/>
      <dgm:spPr/>
      <dgm:t>
        <a:bodyPr/>
        <a:lstStyle/>
        <a:p>
          <a:endParaRPr lang="es-ES"/>
        </a:p>
      </dgm:t>
    </dgm:pt>
    <dgm:pt modelId="{5388FC6C-94E2-412F-A62A-678BDC58B28B}" type="sibTrans" cxnId="{C64F8E86-9DFC-4BFF-BCE1-41434A10EAC6}">
      <dgm:prSet/>
      <dgm:spPr/>
      <dgm:t>
        <a:bodyPr/>
        <a:lstStyle/>
        <a:p>
          <a:endParaRPr lang="es-ES"/>
        </a:p>
      </dgm:t>
    </dgm:pt>
    <dgm:pt modelId="{10A91357-65C2-4C4D-92BF-72551C4737C4}">
      <dgm:prSet phldrT="[Texto]"/>
      <dgm:spPr/>
      <dgm:t>
        <a:bodyPr/>
        <a:lstStyle/>
        <a:p>
          <a:r>
            <a:rPr lang="es-AR" dirty="0"/>
            <a:t>Transporte</a:t>
          </a:r>
          <a:endParaRPr lang="es-ES" dirty="0"/>
        </a:p>
      </dgm:t>
    </dgm:pt>
    <dgm:pt modelId="{A48A2FF9-00C8-4BB9-82B0-E263AE21D75F}" type="parTrans" cxnId="{E9CC19FE-5133-4453-A0FB-95494AEDD05E}">
      <dgm:prSet/>
      <dgm:spPr/>
      <dgm:t>
        <a:bodyPr/>
        <a:lstStyle/>
        <a:p>
          <a:endParaRPr lang="es-ES"/>
        </a:p>
      </dgm:t>
    </dgm:pt>
    <dgm:pt modelId="{74637D53-5DA3-4F92-9023-FEC76F76F965}" type="sibTrans" cxnId="{E9CC19FE-5133-4453-A0FB-95494AEDD05E}">
      <dgm:prSet/>
      <dgm:spPr/>
      <dgm:t>
        <a:bodyPr/>
        <a:lstStyle/>
        <a:p>
          <a:endParaRPr lang="es-ES"/>
        </a:p>
      </dgm:t>
    </dgm:pt>
    <dgm:pt modelId="{3A465D29-5E4A-4DEB-AED2-82CDBC92C9C3}">
      <dgm:prSet phldrT="[Texto]" custT="1"/>
      <dgm:spPr/>
      <dgm:t>
        <a:bodyPr/>
        <a:lstStyle/>
        <a:p>
          <a:r>
            <a:rPr lang="es-AR" sz="1600" dirty="0"/>
            <a:t>Préstamos al gobierno</a:t>
          </a:r>
          <a:endParaRPr lang="es-ES" sz="1600" dirty="0"/>
        </a:p>
      </dgm:t>
    </dgm:pt>
    <dgm:pt modelId="{5D6ACC54-A257-4CDA-B0A5-CCFFB179B524}" type="parTrans" cxnId="{A45C6B24-CFBC-430D-B96E-B7FE108EAF56}">
      <dgm:prSet/>
      <dgm:spPr/>
      <dgm:t>
        <a:bodyPr/>
        <a:lstStyle/>
        <a:p>
          <a:endParaRPr lang="es-ES"/>
        </a:p>
      </dgm:t>
    </dgm:pt>
    <dgm:pt modelId="{28E0D698-0522-49C5-9A7E-9741D68F9267}" type="sibTrans" cxnId="{A45C6B24-CFBC-430D-B96E-B7FE108EAF56}">
      <dgm:prSet/>
      <dgm:spPr/>
      <dgm:t>
        <a:bodyPr/>
        <a:lstStyle/>
        <a:p>
          <a:endParaRPr lang="es-ES"/>
        </a:p>
      </dgm:t>
    </dgm:pt>
    <dgm:pt modelId="{EC575C7C-2494-4DC7-8FB7-065459D02A76}">
      <dgm:prSet custT="1"/>
      <dgm:spPr/>
      <dgm:t>
        <a:bodyPr/>
        <a:lstStyle/>
        <a:p>
          <a:r>
            <a:rPr lang="es-AR" sz="1600" dirty="0"/>
            <a:t>Frigoríficos</a:t>
          </a:r>
          <a:endParaRPr lang="es-ES" sz="1600" dirty="0"/>
        </a:p>
      </dgm:t>
    </dgm:pt>
    <dgm:pt modelId="{A4C20D6E-58DF-4834-B02C-E2A800CD3DA7}" type="parTrans" cxnId="{B613CCF6-CCAC-4863-A4BB-AF1F5E795D06}">
      <dgm:prSet/>
      <dgm:spPr/>
      <dgm:t>
        <a:bodyPr/>
        <a:lstStyle/>
        <a:p>
          <a:endParaRPr lang="es-ES"/>
        </a:p>
      </dgm:t>
    </dgm:pt>
    <dgm:pt modelId="{D459EC4A-24E2-4114-859F-13B147D0D6F2}" type="sibTrans" cxnId="{B613CCF6-CCAC-4863-A4BB-AF1F5E795D06}">
      <dgm:prSet/>
      <dgm:spPr/>
      <dgm:t>
        <a:bodyPr/>
        <a:lstStyle/>
        <a:p>
          <a:endParaRPr lang="es-ES"/>
        </a:p>
      </dgm:t>
    </dgm:pt>
    <dgm:pt modelId="{E7C41282-1109-4620-B021-BEBA491E935E}">
      <dgm:prSet custT="1"/>
      <dgm:spPr/>
      <dgm:t>
        <a:bodyPr/>
        <a:lstStyle/>
        <a:p>
          <a:r>
            <a:rPr lang="es-AR" sz="1600" dirty="0"/>
            <a:t>Petróleo</a:t>
          </a:r>
          <a:endParaRPr lang="es-ES" sz="1600" dirty="0"/>
        </a:p>
      </dgm:t>
    </dgm:pt>
    <dgm:pt modelId="{C2F6A3A4-1B2F-4B6A-9488-F4715186FA69}" type="parTrans" cxnId="{FAA34174-024F-4F53-9CCE-FF7239E6F72F}">
      <dgm:prSet/>
      <dgm:spPr/>
      <dgm:t>
        <a:bodyPr/>
        <a:lstStyle/>
        <a:p>
          <a:endParaRPr lang="es-ES"/>
        </a:p>
      </dgm:t>
    </dgm:pt>
    <dgm:pt modelId="{6EEA526F-1D12-4BA8-A75D-8D8ADE025C4F}" type="sibTrans" cxnId="{FAA34174-024F-4F53-9CCE-FF7239E6F72F}">
      <dgm:prSet/>
      <dgm:spPr/>
      <dgm:t>
        <a:bodyPr/>
        <a:lstStyle/>
        <a:p>
          <a:endParaRPr lang="es-ES"/>
        </a:p>
      </dgm:t>
    </dgm:pt>
    <dgm:pt modelId="{08FA3D36-7CBB-4C39-8627-E6CDF067E7F4}">
      <dgm:prSet custT="1"/>
      <dgm:spPr/>
      <dgm:t>
        <a:bodyPr/>
        <a:lstStyle/>
        <a:p>
          <a:r>
            <a:rPr lang="es-AR" sz="1600" dirty="0"/>
            <a:t>Industrias</a:t>
          </a:r>
          <a:endParaRPr lang="es-ES" sz="1600" dirty="0"/>
        </a:p>
      </dgm:t>
    </dgm:pt>
    <dgm:pt modelId="{9266A9F3-B8C8-449E-B82A-F530EFF3B46B}" type="parTrans" cxnId="{ED68545E-AFA3-4CEC-92C2-60158A6E7980}">
      <dgm:prSet/>
      <dgm:spPr/>
      <dgm:t>
        <a:bodyPr/>
        <a:lstStyle/>
        <a:p>
          <a:endParaRPr lang="es-ES"/>
        </a:p>
      </dgm:t>
    </dgm:pt>
    <dgm:pt modelId="{CA26D7A9-AD0A-47CF-84E9-EC7381D7ACB9}" type="sibTrans" cxnId="{ED68545E-AFA3-4CEC-92C2-60158A6E7980}">
      <dgm:prSet/>
      <dgm:spPr/>
      <dgm:t>
        <a:bodyPr/>
        <a:lstStyle/>
        <a:p>
          <a:endParaRPr lang="es-ES"/>
        </a:p>
      </dgm:t>
    </dgm:pt>
    <dgm:pt modelId="{B43597F2-79F6-4B85-842B-90518EEC4243}" type="pres">
      <dgm:prSet presAssocID="{75445C1E-DD8C-4665-9EBC-094E303FB752}" presName="Name0" presStyleCnt="0">
        <dgm:presLayoutVars>
          <dgm:chMax val="1"/>
          <dgm:chPref val="1"/>
        </dgm:presLayoutVars>
      </dgm:prSet>
      <dgm:spPr/>
    </dgm:pt>
    <dgm:pt modelId="{D801F45A-B837-40D4-BF11-68AC462B84B7}" type="pres">
      <dgm:prSet presAssocID="{839EA0FC-B199-4141-9299-2BB6A8C28BD4}" presName="Parent" presStyleLbl="node0" presStyleIdx="0" presStyleCnt="1" custScaleX="78602" custScaleY="78602">
        <dgm:presLayoutVars>
          <dgm:chMax val="5"/>
          <dgm:chPref val="5"/>
        </dgm:presLayoutVars>
      </dgm:prSet>
      <dgm:spPr/>
    </dgm:pt>
    <dgm:pt modelId="{4EDDBA74-434A-4A20-8301-3728E021AC5E}" type="pres">
      <dgm:prSet presAssocID="{839EA0FC-B199-4141-9299-2BB6A8C28BD4}" presName="Accent2" presStyleLbl="node1" presStyleIdx="0" presStyleCnt="19"/>
      <dgm:spPr/>
    </dgm:pt>
    <dgm:pt modelId="{F4C6524D-5A18-4938-95AB-EE918F3052B8}" type="pres">
      <dgm:prSet presAssocID="{839EA0FC-B199-4141-9299-2BB6A8C28BD4}" presName="Accent3" presStyleLbl="node1" presStyleIdx="1" presStyleCnt="19"/>
      <dgm:spPr/>
    </dgm:pt>
    <dgm:pt modelId="{9D85DF71-CC29-4873-A71C-963F54AF05E3}" type="pres">
      <dgm:prSet presAssocID="{839EA0FC-B199-4141-9299-2BB6A8C28BD4}" presName="Accent4" presStyleLbl="node1" presStyleIdx="2" presStyleCnt="19"/>
      <dgm:spPr/>
    </dgm:pt>
    <dgm:pt modelId="{A1FB37CF-0943-4FD3-8F7F-F52059482F8F}" type="pres">
      <dgm:prSet presAssocID="{839EA0FC-B199-4141-9299-2BB6A8C28BD4}" presName="Accent5" presStyleLbl="node1" presStyleIdx="3" presStyleCnt="19"/>
      <dgm:spPr/>
    </dgm:pt>
    <dgm:pt modelId="{420E464C-247F-4944-B501-35848BC4D785}" type="pres">
      <dgm:prSet presAssocID="{839EA0FC-B199-4141-9299-2BB6A8C28BD4}" presName="Accent6" presStyleLbl="node1" presStyleIdx="4" presStyleCnt="19"/>
      <dgm:spPr/>
    </dgm:pt>
    <dgm:pt modelId="{BED6706E-6397-480C-AD04-8BF1FFF4AD44}" type="pres">
      <dgm:prSet presAssocID="{08FA3D36-7CBB-4C39-8627-E6CDF067E7F4}" presName="Child1" presStyleLbl="node1" presStyleIdx="5" presStyleCnt="19" custScaleX="123852" custScaleY="123852">
        <dgm:presLayoutVars>
          <dgm:chMax val="0"/>
          <dgm:chPref val="0"/>
        </dgm:presLayoutVars>
      </dgm:prSet>
      <dgm:spPr/>
    </dgm:pt>
    <dgm:pt modelId="{A7D8CB11-58AB-4E99-8002-97CC51A16BA3}" type="pres">
      <dgm:prSet presAssocID="{08FA3D36-7CBB-4C39-8627-E6CDF067E7F4}" presName="Accent7" presStyleCnt="0"/>
      <dgm:spPr/>
    </dgm:pt>
    <dgm:pt modelId="{FB6A76B1-4925-4E2C-9E07-FB944A485301}" type="pres">
      <dgm:prSet presAssocID="{08FA3D36-7CBB-4C39-8627-E6CDF067E7F4}" presName="AccentHold1" presStyleLbl="node1" presStyleIdx="6" presStyleCnt="19"/>
      <dgm:spPr/>
    </dgm:pt>
    <dgm:pt modelId="{28DFFB20-335C-453F-B8F1-E952721BD25B}" type="pres">
      <dgm:prSet presAssocID="{08FA3D36-7CBB-4C39-8627-E6CDF067E7F4}" presName="Accent8" presStyleCnt="0"/>
      <dgm:spPr/>
    </dgm:pt>
    <dgm:pt modelId="{B8886E2B-9DD2-4F42-9D1C-4B76ACD278F4}" type="pres">
      <dgm:prSet presAssocID="{08FA3D36-7CBB-4C39-8627-E6CDF067E7F4}" presName="AccentHold2" presStyleLbl="node1" presStyleIdx="7" presStyleCnt="19"/>
      <dgm:spPr/>
    </dgm:pt>
    <dgm:pt modelId="{07B53A0F-723C-4BB3-94C4-31C089F87265}" type="pres">
      <dgm:prSet presAssocID="{E7C41282-1109-4620-B021-BEBA491E935E}" presName="Child2" presStyleLbl="node1" presStyleIdx="8" presStyleCnt="19" custScaleX="123852" custScaleY="123852">
        <dgm:presLayoutVars>
          <dgm:chMax val="0"/>
          <dgm:chPref val="0"/>
        </dgm:presLayoutVars>
      </dgm:prSet>
      <dgm:spPr/>
    </dgm:pt>
    <dgm:pt modelId="{5C53B8D1-1A5F-4DE2-A2E8-A01C857B79A1}" type="pres">
      <dgm:prSet presAssocID="{E7C41282-1109-4620-B021-BEBA491E935E}" presName="Accent9" presStyleCnt="0"/>
      <dgm:spPr/>
    </dgm:pt>
    <dgm:pt modelId="{2FA3C669-D7F3-4B03-8D66-BCF4790BBA9E}" type="pres">
      <dgm:prSet presAssocID="{E7C41282-1109-4620-B021-BEBA491E935E}" presName="AccentHold1" presStyleLbl="node1" presStyleIdx="9" presStyleCnt="19"/>
      <dgm:spPr/>
    </dgm:pt>
    <dgm:pt modelId="{89FFAF55-46C2-428A-B58E-2960B09F0DCD}" type="pres">
      <dgm:prSet presAssocID="{E7C41282-1109-4620-B021-BEBA491E935E}" presName="Accent10" presStyleCnt="0"/>
      <dgm:spPr/>
    </dgm:pt>
    <dgm:pt modelId="{B094D143-B196-4D21-BFA7-371D4C8553B1}" type="pres">
      <dgm:prSet presAssocID="{E7C41282-1109-4620-B021-BEBA491E935E}" presName="AccentHold2" presStyleLbl="node1" presStyleIdx="10" presStyleCnt="19"/>
      <dgm:spPr/>
    </dgm:pt>
    <dgm:pt modelId="{71480878-BCAB-47BD-AD56-D6497E020811}" type="pres">
      <dgm:prSet presAssocID="{E7C41282-1109-4620-B021-BEBA491E935E}" presName="Accent11" presStyleCnt="0"/>
      <dgm:spPr/>
    </dgm:pt>
    <dgm:pt modelId="{E773479A-724C-4ED3-AC87-A81A45BA9F79}" type="pres">
      <dgm:prSet presAssocID="{E7C41282-1109-4620-B021-BEBA491E935E}" presName="AccentHold3" presStyleLbl="node1" presStyleIdx="11" presStyleCnt="19"/>
      <dgm:spPr/>
    </dgm:pt>
    <dgm:pt modelId="{BD9A7AB8-C6D6-421C-8D4A-4384AE400436}" type="pres">
      <dgm:prSet presAssocID="{EC575C7C-2494-4DC7-8FB7-065459D02A76}" presName="Child3" presStyleLbl="node1" presStyleIdx="12" presStyleCnt="19" custScaleX="123852" custScaleY="123852" custLinFactNeighborX="-88085" custLinFactNeighborY="25351">
        <dgm:presLayoutVars>
          <dgm:chMax val="0"/>
          <dgm:chPref val="0"/>
        </dgm:presLayoutVars>
      </dgm:prSet>
      <dgm:spPr/>
    </dgm:pt>
    <dgm:pt modelId="{B0F267BE-AD4C-4AA9-9929-16B09648FE5C}" type="pres">
      <dgm:prSet presAssocID="{EC575C7C-2494-4DC7-8FB7-065459D02A76}" presName="Accent12" presStyleCnt="0"/>
      <dgm:spPr/>
    </dgm:pt>
    <dgm:pt modelId="{5E5A3EA8-36E9-42D0-A036-A86C25092954}" type="pres">
      <dgm:prSet presAssocID="{EC575C7C-2494-4DC7-8FB7-065459D02A76}" presName="AccentHold1" presStyleLbl="node1" presStyleIdx="13" presStyleCnt="19"/>
      <dgm:spPr/>
    </dgm:pt>
    <dgm:pt modelId="{3D5A6830-6121-401A-8F38-0FDA5990B296}" type="pres">
      <dgm:prSet presAssocID="{10A91357-65C2-4C4D-92BF-72551C4737C4}" presName="Child4" presStyleLbl="node1" presStyleIdx="14" presStyleCnt="19" custScaleX="123852" custScaleY="123852">
        <dgm:presLayoutVars>
          <dgm:chMax val="0"/>
          <dgm:chPref val="0"/>
        </dgm:presLayoutVars>
      </dgm:prSet>
      <dgm:spPr/>
    </dgm:pt>
    <dgm:pt modelId="{A97FE8F6-01CD-4258-8076-396033FF35FB}" type="pres">
      <dgm:prSet presAssocID="{10A91357-65C2-4C4D-92BF-72551C4737C4}" presName="Accent13" presStyleCnt="0"/>
      <dgm:spPr/>
    </dgm:pt>
    <dgm:pt modelId="{DBEB8A39-F390-4720-95F3-A2FCB2625FBD}" type="pres">
      <dgm:prSet presAssocID="{10A91357-65C2-4C4D-92BF-72551C4737C4}" presName="AccentHold1" presStyleLbl="node1" presStyleIdx="15" presStyleCnt="19"/>
      <dgm:spPr/>
    </dgm:pt>
    <dgm:pt modelId="{8FA93108-8D34-42DB-AB50-CFAFE8CF2BDA}" type="pres">
      <dgm:prSet presAssocID="{3A465D29-5E4A-4DEB-AED2-82CDBC92C9C3}" presName="Child5" presStyleLbl="node1" presStyleIdx="16" presStyleCnt="19" custScaleX="123852" custScaleY="123852">
        <dgm:presLayoutVars>
          <dgm:chMax val="0"/>
          <dgm:chPref val="0"/>
        </dgm:presLayoutVars>
      </dgm:prSet>
      <dgm:spPr/>
    </dgm:pt>
    <dgm:pt modelId="{B84C0A40-612F-43D0-B535-624138709D6E}" type="pres">
      <dgm:prSet presAssocID="{3A465D29-5E4A-4DEB-AED2-82CDBC92C9C3}" presName="Accent15" presStyleCnt="0"/>
      <dgm:spPr/>
    </dgm:pt>
    <dgm:pt modelId="{34F88B72-52F7-4099-AB5F-33550AA2EE43}" type="pres">
      <dgm:prSet presAssocID="{3A465D29-5E4A-4DEB-AED2-82CDBC92C9C3}" presName="AccentHold2" presStyleLbl="node1" presStyleIdx="17" presStyleCnt="19"/>
      <dgm:spPr/>
    </dgm:pt>
    <dgm:pt modelId="{F8313EC3-FB33-4CFE-A8DE-69138E5C0BBD}" type="pres">
      <dgm:prSet presAssocID="{3A465D29-5E4A-4DEB-AED2-82CDBC92C9C3}" presName="Accent16" presStyleCnt="0"/>
      <dgm:spPr/>
    </dgm:pt>
    <dgm:pt modelId="{61957F11-DDF1-4C88-ACD5-0F9F7971866F}" type="pres">
      <dgm:prSet presAssocID="{3A465D29-5E4A-4DEB-AED2-82CDBC92C9C3}" presName="AccentHold3" presStyleLbl="node1" presStyleIdx="18" presStyleCnt="19"/>
      <dgm:spPr/>
    </dgm:pt>
  </dgm:ptLst>
  <dgm:cxnLst>
    <dgm:cxn modelId="{593AA215-D022-4205-8CA6-5AF5AD5DB255}" type="presOf" srcId="{10A91357-65C2-4C4D-92BF-72551C4737C4}" destId="{3D5A6830-6121-401A-8F38-0FDA5990B296}" srcOrd="0" destOrd="0" presId="urn:microsoft.com/office/officeart/2009/3/layout/CircleRelationship"/>
    <dgm:cxn modelId="{A45C6B24-CFBC-430D-B96E-B7FE108EAF56}" srcId="{839EA0FC-B199-4141-9299-2BB6A8C28BD4}" destId="{3A465D29-5E4A-4DEB-AED2-82CDBC92C9C3}" srcOrd="4" destOrd="0" parTransId="{5D6ACC54-A257-4CDA-B0A5-CCFFB179B524}" sibTransId="{28E0D698-0522-49C5-9A7E-9741D68F9267}"/>
    <dgm:cxn modelId="{ED68545E-AFA3-4CEC-92C2-60158A6E7980}" srcId="{839EA0FC-B199-4141-9299-2BB6A8C28BD4}" destId="{08FA3D36-7CBB-4C39-8627-E6CDF067E7F4}" srcOrd="0" destOrd="0" parTransId="{9266A9F3-B8C8-449E-B82A-F530EFF3B46B}" sibTransId="{CA26D7A9-AD0A-47CF-84E9-EC7381D7ACB9}"/>
    <dgm:cxn modelId="{431C5F6B-2EF4-42F7-911D-C6DF849D3787}" type="presOf" srcId="{3A465D29-5E4A-4DEB-AED2-82CDBC92C9C3}" destId="{8FA93108-8D34-42DB-AB50-CFAFE8CF2BDA}" srcOrd="0" destOrd="0" presId="urn:microsoft.com/office/officeart/2009/3/layout/CircleRelationship"/>
    <dgm:cxn modelId="{FAA34174-024F-4F53-9CCE-FF7239E6F72F}" srcId="{839EA0FC-B199-4141-9299-2BB6A8C28BD4}" destId="{E7C41282-1109-4620-B021-BEBA491E935E}" srcOrd="1" destOrd="0" parTransId="{C2F6A3A4-1B2F-4B6A-9488-F4715186FA69}" sibTransId="{6EEA526F-1D12-4BA8-A75D-8D8ADE025C4F}"/>
    <dgm:cxn modelId="{4A02037C-8F97-42BA-921A-FB4C960D79FD}" type="presOf" srcId="{E7C41282-1109-4620-B021-BEBA491E935E}" destId="{07B53A0F-723C-4BB3-94C4-31C089F87265}" srcOrd="0" destOrd="0" presId="urn:microsoft.com/office/officeart/2009/3/layout/CircleRelationship"/>
    <dgm:cxn modelId="{C64F8E86-9DFC-4BFF-BCE1-41434A10EAC6}" srcId="{75445C1E-DD8C-4665-9EBC-094E303FB752}" destId="{839EA0FC-B199-4141-9299-2BB6A8C28BD4}" srcOrd="0" destOrd="0" parTransId="{92DAD51C-BAB8-421E-B721-DA6C8C624B20}" sibTransId="{5388FC6C-94E2-412F-A62A-678BDC58B28B}"/>
    <dgm:cxn modelId="{F9228898-2A07-4690-A4AA-173AC74925F1}" type="presOf" srcId="{839EA0FC-B199-4141-9299-2BB6A8C28BD4}" destId="{D801F45A-B837-40D4-BF11-68AC462B84B7}" srcOrd="0" destOrd="0" presId="urn:microsoft.com/office/officeart/2009/3/layout/CircleRelationship"/>
    <dgm:cxn modelId="{E8AD8FD9-2547-4EAD-800A-66761C14E00F}" type="presOf" srcId="{08FA3D36-7CBB-4C39-8627-E6CDF067E7F4}" destId="{BED6706E-6397-480C-AD04-8BF1FFF4AD44}" srcOrd="0" destOrd="0" presId="urn:microsoft.com/office/officeart/2009/3/layout/CircleRelationship"/>
    <dgm:cxn modelId="{92189DED-3189-4E73-A752-0E52DDF474B7}" type="presOf" srcId="{75445C1E-DD8C-4665-9EBC-094E303FB752}" destId="{B43597F2-79F6-4B85-842B-90518EEC4243}" srcOrd="0" destOrd="0" presId="urn:microsoft.com/office/officeart/2009/3/layout/CircleRelationship"/>
    <dgm:cxn modelId="{B613CCF6-CCAC-4863-A4BB-AF1F5E795D06}" srcId="{839EA0FC-B199-4141-9299-2BB6A8C28BD4}" destId="{EC575C7C-2494-4DC7-8FB7-065459D02A76}" srcOrd="2" destOrd="0" parTransId="{A4C20D6E-58DF-4834-B02C-E2A800CD3DA7}" sibTransId="{D459EC4A-24E2-4114-859F-13B147D0D6F2}"/>
    <dgm:cxn modelId="{E9CC19FE-5133-4453-A0FB-95494AEDD05E}" srcId="{839EA0FC-B199-4141-9299-2BB6A8C28BD4}" destId="{10A91357-65C2-4C4D-92BF-72551C4737C4}" srcOrd="3" destOrd="0" parTransId="{A48A2FF9-00C8-4BB9-82B0-E263AE21D75F}" sibTransId="{74637D53-5DA3-4F92-9023-FEC76F76F965}"/>
    <dgm:cxn modelId="{E2894DFE-8481-4A97-9116-4D3C750D75CC}" type="presOf" srcId="{EC575C7C-2494-4DC7-8FB7-065459D02A76}" destId="{BD9A7AB8-C6D6-421C-8D4A-4384AE400436}" srcOrd="0" destOrd="0" presId="urn:microsoft.com/office/officeart/2009/3/layout/CircleRelationship"/>
    <dgm:cxn modelId="{4A510913-B681-4219-9E51-84C39142CB23}" type="presParOf" srcId="{B43597F2-79F6-4B85-842B-90518EEC4243}" destId="{D801F45A-B837-40D4-BF11-68AC462B84B7}" srcOrd="0" destOrd="0" presId="urn:microsoft.com/office/officeart/2009/3/layout/CircleRelationship"/>
    <dgm:cxn modelId="{08E3FDE2-2E9B-48EE-8ED5-40C76D2DA55F}" type="presParOf" srcId="{B43597F2-79F6-4B85-842B-90518EEC4243}" destId="{4EDDBA74-434A-4A20-8301-3728E021AC5E}" srcOrd="1" destOrd="0" presId="urn:microsoft.com/office/officeart/2009/3/layout/CircleRelationship"/>
    <dgm:cxn modelId="{D84E1D70-876E-4870-B5EA-4EA062FEB3AE}" type="presParOf" srcId="{B43597F2-79F6-4B85-842B-90518EEC4243}" destId="{F4C6524D-5A18-4938-95AB-EE918F3052B8}" srcOrd="2" destOrd="0" presId="urn:microsoft.com/office/officeart/2009/3/layout/CircleRelationship"/>
    <dgm:cxn modelId="{4551AAB5-F7C4-4302-9578-3631D7AC8E57}" type="presParOf" srcId="{B43597F2-79F6-4B85-842B-90518EEC4243}" destId="{9D85DF71-CC29-4873-A71C-963F54AF05E3}" srcOrd="3" destOrd="0" presId="urn:microsoft.com/office/officeart/2009/3/layout/CircleRelationship"/>
    <dgm:cxn modelId="{4D4D5550-2C19-42E8-B76F-30F98A76CDC9}" type="presParOf" srcId="{B43597F2-79F6-4B85-842B-90518EEC4243}" destId="{A1FB37CF-0943-4FD3-8F7F-F52059482F8F}" srcOrd="4" destOrd="0" presId="urn:microsoft.com/office/officeart/2009/3/layout/CircleRelationship"/>
    <dgm:cxn modelId="{F7F60514-DB25-4C34-986D-9346EFF8425C}" type="presParOf" srcId="{B43597F2-79F6-4B85-842B-90518EEC4243}" destId="{420E464C-247F-4944-B501-35848BC4D785}" srcOrd="5" destOrd="0" presId="urn:microsoft.com/office/officeart/2009/3/layout/CircleRelationship"/>
    <dgm:cxn modelId="{3F768C11-7B83-4D1F-9B01-74F9C7CF4457}" type="presParOf" srcId="{B43597F2-79F6-4B85-842B-90518EEC4243}" destId="{BED6706E-6397-480C-AD04-8BF1FFF4AD44}" srcOrd="6" destOrd="0" presId="urn:microsoft.com/office/officeart/2009/3/layout/CircleRelationship"/>
    <dgm:cxn modelId="{CB32F150-F733-466B-BD6D-596F153FC2D3}" type="presParOf" srcId="{B43597F2-79F6-4B85-842B-90518EEC4243}" destId="{A7D8CB11-58AB-4E99-8002-97CC51A16BA3}" srcOrd="7" destOrd="0" presId="urn:microsoft.com/office/officeart/2009/3/layout/CircleRelationship"/>
    <dgm:cxn modelId="{C334DEA5-B9B9-450F-A467-DDA3FAF2CD19}" type="presParOf" srcId="{A7D8CB11-58AB-4E99-8002-97CC51A16BA3}" destId="{FB6A76B1-4925-4E2C-9E07-FB944A485301}" srcOrd="0" destOrd="0" presId="urn:microsoft.com/office/officeart/2009/3/layout/CircleRelationship"/>
    <dgm:cxn modelId="{59179B6D-49D8-44F6-9960-681D1E548F13}" type="presParOf" srcId="{B43597F2-79F6-4B85-842B-90518EEC4243}" destId="{28DFFB20-335C-453F-B8F1-E952721BD25B}" srcOrd="8" destOrd="0" presId="urn:microsoft.com/office/officeart/2009/3/layout/CircleRelationship"/>
    <dgm:cxn modelId="{A10E2A40-D958-4436-B514-F675F515DF50}" type="presParOf" srcId="{28DFFB20-335C-453F-B8F1-E952721BD25B}" destId="{B8886E2B-9DD2-4F42-9D1C-4B76ACD278F4}" srcOrd="0" destOrd="0" presId="urn:microsoft.com/office/officeart/2009/3/layout/CircleRelationship"/>
    <dgm:cxn modelId="{4976194F-0E8D-4700-BCEF-7AF39F1A2257}" type="presParOf" srcId="{B43597F2-79F6-4B85-842B-90518EEC4243}" destId="{07B53A0F-723C-4BB3-94C4-31C089F87265}" srcOrd="9" destOrd="0" presId="urn:microsoft.com/office/officeart/2009/3/layout/CircleRelationship"/>
    <dgm:cxn modelId="{D667A0EA-1D4A-4909-BA20-138201220850}" type="presParOf" srcId="{B43597F2-79F6-4B85-842B-90518EEC4243}" destId="{5C53B8D1-1A5F-4DE2-A2E8-A01C857B79A1}" srcOrd="10" destOrd="0" presId="urn:microsoft.com/office/officeart/2009/3/layout/CircleRelationship"/>
    <dgm:cxn modelId="{0424E78C-D906-4952-988F-A7B4AC491276}" type="presParOf" srcId="{5C53B8D1-1A5F-4DE2-A2E8-A01C857B79A1}" destId="{2FA3C669-D7F3-4B03-8D66-BCF4790BBA9E}" srcOrd="0" destOrd="0" presId="urn:microsoft.com/office/officeart/2009/3/layout/CircleRelationship"/>
    <dgm:cxn modelId="{958401E1-2781-4062-890D-AF9D16733338}" type="presParOf" srcId="{B43597F2-79F6-4B85-842B-90518EEC4243}" destId="{89FFAF55-46C2-428A-B58E-2960B09F0DCD}" srcOrd="11" destOrd="0" presId="urn:microsoft.com/office/officeart/2009/3/layout/CircleRelationship"/>
    <dgm:cxn modelId="{ECD4DD07-C6E9-4B48-9DF2-27E821886141}" type="presParOf" srcId="{89FFAF55-46C2-428A-B58E-2960B09F0DCD}" destId="{B094D143-B196-4D21-BFA7-371D4C8553B1}" srcOrd="0" destOrd="0" presId="urn:microsoft.com/office/officeart/2009/3/layout/CircleRelationship"/>
    <dgm:cxn modelId="{43FE779C-5171-4669-B6E8-8E7C105E6735}" type="presParOf" srcId="{B43597F2-79F6-4B85-842B-90518EEC4243}" destId="{71480878-BCAB-47BD-AD56-D6497E020811}" srcOrd="12" destOrd="0" presId="urn:microsoft.com/office/officeart/2009/3/layout/CircleRelationship"/>
    <dgm:cxn modelId="{59833F95-B417-46A7-A6F3-93C3CFE500C1}" type="presParOf" srcId="{71480878-BCAB-47BD-AD56-D6497E020811}" destId="{E773479A-724C-4ED3-AC87-A81A45BA9F79}" srcOrd="0" destOrd="0" presId="urn:microsoft.com/office/officeart/2009/3/layout/CircleRelationship"/>
    <dgm:cxn modelId="{1D3603E9-D15F-42CB-AFFD-8216AB6EBFD3}" type="presParOf" srcId="{B43597F2-79F6-4B85-842B-90518EEC4243}" destId="{BD9A7AB8-C6D6-421C-8D4A-4384AE400436}" srcOrd="13" destOrd="0" presId="urn:microsoft.com/office/officeart/2009/3/layout/CircleRelationship"/>
    <dgm:cxn modelId="{7D0D897B-F51D-41DA-8418-C387EFDC7BCE}" type="presParOf" srcId="{B43597F2-79F6-4B85-842B-90518EEC4243}" destId="{B0F267BE-AD4C-4AA9-9929-16B09648FE5C}" srcOrd="14" destOrd="0" presId="urn:microsoft.com/office/officeart/2009/3/layout/CircleRelationship"/>
    <dgm:cxn modelId="{90BA06FD-6802-483E-BA01-41E996B88E43}" type="presParOf" srcId="{B0F267BE-AD4C-4AA9-9929-16B09648FE5C}" destId="{5E5A3EA8-36E9-42D0-A036-A86C25092954}" srcOrd="0" destOrd="0" presId="urn:microsoft.com/office/officeart/2009/3/layout/CircleRelationship"/>
    <dgm:cxn modelId="{6A40095D-2FFE-4CF9-8F85-0A4B034773D7}" type="presParOf" srcId="{B43597F2-79F6-4B85-842B-90518EEC4243}" destId="{3D5A6830-6121-401A-8F38-0FDA5990B296}" srcOrd="15" destOrd="0" presId="urn:microsoft.com/office/officeart/2009/3/layout/CircleRelationship"/>
    <dgm:cxn modelId="{860BE1E0-2988-4B1B-AB41-85EAD48186A2}" type="presParOf" srcId="{B43597F2-79F6-4B85-842B-90518EEC4243}" destId="{A97FE8F6-01CD-4258-8076-396033FF35FB}" srcOrd="16" destOrd="0" presId="urn:microsoft.com/office/officeart/2009/3/layout/CircleRelationship"/>
    <dgm:cxn modelId="{77B6E7BC-EEF2-441F-B9BF-C5D698D3A21E}" type="presParOf" srcId="{A97FE8F6-01CD-4258-8076-396033FF35FB}" destId="{DBEB8A39-F390-4720-95F3-A2FCB2625FBD}" srcOrd="0" destOrd="0" presId="urn:microsoft.com/office/officeart/2009/3/layout/CircleRelationship"/>
    <dgm:cxn modelId="{AE287446-A275-419C-859C-A50E0ADF3499}" type="presParOf" srcId="{B43597F2-79F6-4B85-842B-90518EEC4243}" destId="{8FA93108-8D34-42DB-AB50-CFAFE8CF2BDA}" srcOrd="17" destOrd="0" presId="urn:microsoft.com/office/officeart/2009/3/layout/CircleRelationship"/>
    <dgm:cxn modelId="{65107A6A-98AF-4817-8DBF-0E7EADF986AD}" type="presParOf" srcId="{B43597F2-79F6-4B85-842B-90518EEC4243}" destId="{B84C0A40-612F-43D0-B535-624138709D6E}" srcOrd="18" destOrd="0" presId="urn:microsoft.com/office/officeart/2009/3/layout/CircleRelationship"/>
    <dgm:cxn modelId="{3247C109-C666-4A2A-BA92-194BCA8E1FF2}" type="presParOf" srcId="{B84C0A40-612F-43D0-B535-624138709D6E}" destId="{34F88B72-52F7-4099-AB5F-33550AA2EE43}" srcOrd="0" destOrd="0" presId="urn:microsoft.com/office/officeart/2009/3/layout/CircleRelationship"/>
    <dgm:cxn modelId="{F09AF539-A2BE-4E37-8F41-BEF4FC00DDA3}" type="presParOf" srcId="{B43597F2-79F6-4B85-842B-90518EEC4243}" destId="{F8313EC3-FB33-4CFE-A8DE-69138E5C0BBD}" srcOrd="19" destOrd="0" presId="urn:microsoft.com/office/officeart/2009/3/layout/CircleRelationship"/>
    <dgm:cxn modelId="{1DCD24E0-B232-4B0D-8281-0FAA64DB5872}" type="presParOf" srcId="{F8313EC3-FB33-4CFE-A8DE-69138E5C0BBD}" destId="{61957F11-DDF1-4C88-ACD5-0F9F7971866F}" srcOrd="0" destOrd="0" presId="urn:microsoft.com/office/officeart/2009/3/layout/CircleRelationshi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53EA8E6-8353-4D65-8F02-BE34807327C8}" type="doc">
      <dgm:prSet loTypeId="urn:microsoft.com/office/officeart/2005/8/layout/funnel1" loCatId="process" qsTypeId="urn:microsoft.com/office/officeart/2005/8/quickstyle/simple1" qsCatId="simple" csTypeId="urn:microsoft.com/office/officeart/2005/8/colors/accent1_2" csCatId="accent1" phldr="1"/>
      <dgm:spPr/>
      <dgm:t>
        <a:bodyPr/>
        <a:lstStyle/>
        <a:p>
          <a:endParaRPr lang="es-ES"/>
        </a:p>
      </dgm:t>
    </dgm:pt>
    <dgm:pt modelId="{E839F918-2BC2-4E50-B9FB-33802576C90A}">
      <dgm:prSet phldrT="[Texto]" custT="1"/>
      <dgm:spPr>
        <a:ln>
          <a:solidFill>
            <a:schemeClr val="accent5">
              <a:lumMod val="50000"/>
            </a:schemeClr>
          </a:solidFill>
        </a:ln>
      </dgm:spPr>
      <dgm:t>
        <a:bodyPr/>
        <a:lstStyle/>
        <a:p>
          <a:r>
            <a:rPr lang="es-AR" sz="1600" dirty="0"/>
            <a:t>1era Guerra</a:t>
          </a:r>
          <a:endParaRPr lang="es-ES" sz="1600" dirty="0"/>
        </a:p>
      </dgm:t>
    </dgm:pt>
    <dgm:pt modelId="{8DB897B6-F71B-442B-8AA1-1CD79894DD7D}" type="parTrans" cxnId="{70894361-0C0F-4D83-A6D4-AA03BB529DED}">
      <dgm:prSet/>
      <dgm:spPr/>
      <dgm:t>
        <a:bodyPr/>
        <a:lstStyle/>
        <a:p>
          <a:endParaRPr lang="es-ES"/>
        </a:p>
      </dgm:t>
    </dgm:pt>
    <dgm:pt modelId="{F4552D02-565B-4073-9E0A-E51490C9B738}" type="sibTrans" cxnId="{70894361-0C0F-4D83-A6D4-AA03BB529DED}">
      <dgm:prSet/>
      <dgm:spPr/>
      <dgm:t>
        <a:bodyPr/>
        <a:lstStyle/>
        <a:p>
          <a:endParaRPr lang="es-ES"/>
        </a:p>
      </dgm:t>
    </dgm:pt>
    <dgm:pt modelId="{A97C770B-6EAF-45BF-BF4B-150CB931CB3A}">
      <dgm:prSet phldrT="[Texto]" custT="1"/>
      <dgm:spPr>
        <a:ln>
          <a:solidFill>
            <a:schemeClr val="accent5">
              <a:lumMod val="50000"/>
            </a:schemeClr>
          </a:solidFill>
        </a:ln>
      </dgm:spPr>
      <dgm:t>
        <a:bodyPr/>
        <a:lstStyle/>
        <a:p>
          <a:r>
            <a:rPr lang="es-AR" sz="1900" dirty="0"/>
            <a:t>Gran Depresión</a:t>
          </a:r>
          <a:endParaRPr lang="es-ES" sz="1900" dirty="0"/>
        </a:p>
      </dgm:t>
    </dgm:pt>
    <dgm:pt modelId="{5B54EA7B-6288-454A-AFCD-84F5D97ADE2B}" type="parTrans" cxnId="{24AD938A-6787-4B01-BAC5-ED6668FAE10E}">
      <dgm:prSet/>
      <dgm:spPr/>
      <dgm:t>
        <a:bodyPr/>
        <a:lstStyle/>
        <a:p>
          <a:endParaRPr lang="es-ES"/>
        </a:p>
      </dgm:t>
    </dgm:pt>
    <dgm:pt modelId="{EDEE5316-C3B7-4654-8D0D-9640B6519304}" type="sibTrans" cxnId="{24AD938A-6787-4B01-BAC5-ED6668FAE10E}">
      <dgm:prSet/>
      <dgm:spPr/>
      <dgm:t>
        <a:bodyPr/>
        <a:lstStyle/>
        <a:p>
          <a:endParaRPr lang="es-ES"/>
        </a:p>
      </dgm:t>
    </dgm:pt>
    <dgm:pt modelId="{4573AFBB-FC52-4E54-AD32-D2FA259FAF48}">
      <dgm:prSet phldrT="[Texto]"/>
      <dgm:spPr/>
      <dgm:t>
        <a:bodyPr/>
        <a:lstStyle/>
        <a:p>
          <a:r>
            <a:rPr lang="es-AR" dirty="0"/>
            <a:t>2da Guerra</a:t>
          </a:r>
          <a:endParaRPr lang="es-ES" dirty="0"/>
        </a:p>
      </dgm:t>
    </dgm:pt>
    <dgm:pt modelId="{53D16FBC-18DE-48D2-9FC9-7C35FA0C804F}" type="parTrans" cxnId="{DCCF08E9-BDA7-46E4-B428-320086B5267C}">
      <dgm:prSet/>
      <dgm:spPr/>
      <dgm:t>
        <a:bodyPr/>
        <a:lstStyle/>
        <a:p>
          <a:endParaRPr lang="es-ES"/>
        </a:p>
      </dgm:t>
    </dgm:pt>
    <dgm:pt modelId="{33AC5A81-8EC2-4EFB-B16A-92859E281922}" type="sibTrans" cxnId="{DCCF08E9-BDA7-46E4-B428-320086B5267C}">
      <dgm:prSet/>
      <dgm:spPr/>
      <dgm:t>
        <a:bodyPr/>
        <a:lstStyle/>
        <a:p>
          <a:endParaRPr lang="es-ES"/>
        </a:p>
      </dgm:t>
    </dgm:pt>
    <dgm:pt modelId="{85F891ED-CA0B-47BD-B450-F19D41F7D84F}">
      <dgm:prSet phldrT="[Texto]" custT="1">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noFill/>
        </a:ln>
      </dgm:spPr>
      <dgm:t>
        <a:bodyPr rtlCol="0" anchor="ctr"/>
        <a:lstStyle/>
        <a:p>
          <a:r>
            <a:rPr lang="es-AR" sz="2000" dirty="0">
              <a:solidFill>
                <a:schemeClr val="accent5">
                  <a:lumMod val="20000"/>
                  <a:lumOff val="80000"/>
                </a:schemeClr>
              </a:solidFill>
            </a:rPr>
            <a:t>Cierres de la economía</a:t>
          </a:r>
        </a:p>
        <a:p>
          <a:r>
            <a:rPr lang="es-AR" sz="3600" b="1" dirty="0">
              <a:solidFill>
                <a:schemeClr val="accent5">
                  <a:lumMod val="20000"/>
                  <a:lumOff val="80000"/>
                </a:schemeClr>
              </a:solidFill>
            </a:rPr>
            <a:t>DESARROLLO INTERNO</a:t>
          </a:r>
          <a:endParaRPr lang="es-ES" sz="3600" b="1" dirty="0">
            <a:solidFill>
              <a:schemeClr val="accent5">
                <a:lumMod val="20000"/>
                <a:lumOff val="80000"/>
              </a:schemeClr>
            </a:solidFill>
          </a:endParaRPr>
        </a:p>
      </dgm:t>
    </dgm:pt>
    <dgm:pt modelId="{F544A845-21DB-44F0-B888-1B3D6AD8123F}" type="parTrans" cxnId="{79B517B0-EAC8-4D37-AA07-5B38D3CA4DC1}">
      <dgm:prSet/>
      <dgm:spPr/>
      <dgm:t>
        <a:bodyPr/>
        <a:lstStyle/>
        <a:p>
          <a:endParaRPr lang="es-ES"/>
        </a:p>
      </dgm:t>
    </dgm:pt>
    <dgm:pt modelId="{B1228C42-5504-40F4-8DFB-2FE2075A0DFD}" type="sibTrans" cxnId="{79B517B0-EAC8-4D37-AA07-5B38D3CA4DC1}">
      <dgm:prSet/>
      <dgm:spPr/>
      <dgm:t>
        <a:bodyPr/>
        <a:lstStyle/>
        <a:p>
          <a:endParaRPr lang="es-ES"/>
        </a:p>
      </dgm:t>
    </dgm:pt>
    <dgm:pt modelId="{F18F3447-2BE4-46B2-A63D-7252A02FA82E}" type="pres">
      <dgm:prSet presAssocID="{E53EA8E6-8353-4D65-8F02-BE34807327C8}" presName="Name0" presStyleCnt="0">
        <dgm:presLayoutVars>
          <dgm:chMax val="4"/>
          <dgm:resizeHandles val="exact"/>
        </dgm:presLayoutVars>
      </dgm:prSet>
      <dgm:spPr/>
    </dgm:pt>
    <dgm:pt modelId="{F7A51FA4-532A-4924-9FBD-A4E7E4873D9B}" type="pres">
      <dgm:prSet presAssocID="{E53EA8E6-8353-4D65-8F02-BE34807327C8}" presName="ellipse" presStyleLbl="trBgShp" presStyleIdx="0" presStyleCnt="1" custLinFactNeighborY="3030"/>
      <dgm:spPr/>
    </dgm:pt>
    <dgm:pt modelId="{456BBC00-BE8C-4C37-87C8-C1AAF2946DEC}" type="pres">
      <dgm:prSet presAssocID="{E53EA8E6-8353-4D65-8F02-BE34807327C8}" presName="arrow1" presStyleLbl="fgShp" presStyleIdx="0" presStyleCnt="1" custScaleY="59551" custLinFactNeighborX="-1810" custLinFactNeighborY="-19797"/>
      <dgm:spPr/>
    </dgm:pt>
    <dgm:pt modelId="{77FBC81B-28B9-462B-8DA9-ED1550C0CB37}" type="pres">
      <dgm:prSet presAssocID="{E53EA8E6-8353-4D65-8F02-BE34807327C8}" presName="rectangle" presStyleLbl="revTx" presStyleIdx="0" presStyleCnt="1" custScaleX="164471" custLinFactNeighborY="-7090">
        <dgm:presLayoutVars>
          <dgm:bulletEnabled val="1"/>
        </dgm:presLayoutVars>
      </dgm:prSet>
      <dgm:spPr>
        <a:xfrm>
          <a:off x="2277572" y="4069502"/>
          <a:ext cx="6330567" cy="962262"/>
        </a:xfrm>
        <a:prstGeom prst="rect">
          <a:avLst/>
        </a:prstGeom>
      </dgm:spPr>
    </dgm:pt>
    <dgm:pt modelId="{F61303C3-A393-4E61-A76F-5EDBF5EE9B75}" type="pres">
      <dgm:prSet presAssocID="{A97C770B-6EAF-45BF-BF4B-150CB931CB3A}" presName="item1" presStyleLbl="node1" presStyleIdx="0" presStyleCnt="3" custScaleX="126579" custScaleY="126566" custLinFactNeighborX="-9440">
        <dgm:presLayoutVars>
          <dgm:bulletEnabled val="1"/>
        </dgm:presLayoutVars>
      </dgm:prSet>
      <dgm:spPr/>
    </dgm:pt>
    <dgm:pt modelId="{F9DC78BD-9653-40AF-B3EF-26038E9913B3}" type="pres">
      <dgm:prSet presAssocID="{4573AFBB-FC52-4E54-AD32-D2FA259FAF48}" presName="item2" presStyleLbl="node1" presStyleIdx="1" presStyleCnt="3" custScaleX="114826" custScaleY="114388" custLinFactNeighborX="7172" custLinFactNeighborY="-5501">
        <dgm:presLayoutVars>
          <dgm:bulletEnabled val="1"/>
        </dgm:presLayoutVars>
      </dgm:prSet>
      <dgm:spPr/>
    </dgm:pt>
    <dgm:pt modelId="{BCDDAF52-9ADC-4CA5-B062-306046E4F827}" type="pres">
      <dgm:prSet presAssocID="{85F891ED-CA0B-47BD-B450-F19D41F7D84F}" presName="item3" presStyleLbl="node1" presStyleIdx="2" presStyleCnt="3" custLinFactNeighborX="8889" custLinFactNeighborY="14246">
        <dgm:presLayoutVars>
          <dgm:bulletEnabled val="1"/>
        </dgm:presLayoutVars>
      </dgm:prSet>
      <dgm:spPr/>
    </dgm:pt>
    <dgm:pt modelId="{B586F452-B62F-4B3E-A7D0-2CB1A61DB5E2}" type="pres">
      <dgm:prSet presAssocID="{E53EA8E6-8353-4D65-8F02-BE34807327C8}" presName="funnel" presStyleLbl="trAlignAcc1" presStyleIdx="0" presStyleCnt="1" custLinFactNeighborX="0" custLinFactNeighborY="1087"/>
      <dgm:spPr/>
    </dgm:pt>
  </dgm:ptLst>
  <dgm:cxnLst>
    <dgm:cxn modelId="{F0EA7427-3337-43EA-9BF5-66829D7F1B11}" type="presOf" srcId="{E839F918-2BC2-4E50-B9FB-33802576C90A}" destId="{BCDDAF52-9ADC-4CA5-B062-306046E4F827}" srcOrd="0" destOrd="0" presId="urn:microsoft.com/office/officeart/2005/8/layout/funnel1"/>
    <dgm:cxn modelId="{B21E6D2E-693D-40B0-B054-F30B6AC22762}" type="presOf" srcId="{A97C770B-6EAF-45BF-BF4B-150CB931CB3A}" destId="{F9DC78BD-9653-40AF-B3EF-26038E9913B3}" srcOrd="0" destOrd="0" presId="urn:microsoft.com/office/officeart/2005/8/layout/funnel1"/>
    <dgm:cxn modelId="{0D8E1A3E-34AB-43B6-AC07-C4B0E831B326}" type="presOf" srcId="{E53EA8E6-8353-4D65-8F02-BE34807327C8}" destId="{F18F3447-2BE4-46B2-A63D-7252A02FA82E}" srcOrd="0" destOrd="0" presId="urn:microsoft.com/office/officeart/2005/8/layout/funnel1"/>
    <dgm:cxn modelId="{70894361-0C0F-4D83-A6D4-AA03BB529DED}" srcId="{E53EA8E6-8353-4D65-8F02-BE34807327C8}" destId="{E839F918-2BC2-4E50-B9FB-33802576C90A}" srcOrd="0" destOrd="0" parTransId="{8DB897B6-F71B-442B-8AA1-1CD79894DD7D}" sibTransId="{F4552D02-565B-4073-9E0A-E51490C9B738}"/>
    <dgm:cxn modelId="{93C9B641-744C-43EE-8E2D-444AC808C7B7}" type="presOf" srcId="{85F891ED-CA0B-47BD-B450-F19D41F7D84F}" destId="{77FBC81B-28B9-462B-8DA9-ED1550C0CB37}" srcOrd="0" destOrd="0" presId="urn:microsoft.com/office/officeart/2005/8/layout/funnel1"/>
    <dgm:cxn modelId="{24AD938A-6787-4B01-BAC5-ED6668FAE10E}" srcId="{E53EA8E6-8353-4D65-8F02-BE34807327C8}" destId="{A97C770B-6EAF-45BF-BF4B-150CB931CB3A}" srcOrd="1" destOrd="0" parTransId="{5B54EA7B-6288-454A-AFCD-84F5D97ADE2B}" sibTransId="{EDEE5316-C3B7-4654-8D0D-9640B6519304}"/>
    <dgm:cxn modelId="{27126693-0CEB-4275-80AA-CDB0C023507F}" type="presOf" srcId="{4573AFBB-FC52-4E54-AD32-D2FA259FAF48}" destId="{F61303C3-A393-4E61-A76F-5EDBF5EE9B75}" srcOrd="0" destOrd="0" presId="urn:microsoft.com/office/officeart/2005/8/layout/funnel1"/>
    <dgm:cxn modelId="{79B517B0-EAC8-4D37-AA07-5B38D3CA4DC1}" srcId="{E53EA8E6-8353-4D65-8F02-BE34807327C8}" destId="{85F891ED-CA0B-47BD-B450-F19D41F7D84F}" srcOrd="3" destOrd="0" parTransId="{F544A845-21DB-44F0-B888-1B3D6AD8123F}" sibTransId="{B1228C42-5504-40F4-8DFB-2FE2075A0DFD}"/>
    <dgm:cxn modelId="{DCCF08E9-BDA7-46E4-B428-320086B5267C}" srcId="{E53EA8E6-8353-4D65-8F02-BE34807327C8}" destId="{4573AFBB-FC52-4E54-AD32-D2FA259FAF48}" srcOrd="2" destOrd="0" parTransId="{53D16FBC-18DE-48D2-9FC9-7C35FA0C804F}" sibTransId="{33AC5A81-8EC2-4EFB-B16A-92859E281922}"/>
    <dgm:cxn modelId="{CB56BDE8-A5C4-463B-B0AB-71D7245C1153}" type="presParOf" srcId="{F18F3447-2BE4-46B2-A63D-7252A02FA82E}" destId="{F7A51FA4-532A-4924-9FBD-A4E7E4873D9B}" srcOrd="0" destOrd="0" presId="urn:microsoft.com/office/officeart/2005/8/layout/funnel1"/>
    <dgm:cxn modelId="{14594CBF-3916-417D-905B-988E30201F1F}" type="presParOf" srcId="{F18F3447-2BE4-46B2-A63D-7252A02FA82E}" destId="{456BBC00-BE8C-4C37-87C8-C1AAF2946DEC}" srcOrd="1" destOrd="0" presId="urn:microsoft.com/office/officeart/2005/8/layout/funnel1"/>
    <dgm:cxn modelId="{5E06CC43-858B-4A10-8530-0BCC12150CCD}" type="presParOf" srcId="{F18F3447-2BE4-46B2-A63D-7252A02FA82E}" destId="{77FBC81B-28B9-462B-8DA9-ED1550C0CB37}" srcOrd="2" destOrd="0" presId="urn:microsoft.com/office/officeart/2005/8/layout/funnel1"/>
    <dgm:cxn modelId="{9CCD929D-C322-43EF-BBF3-04C1CB0A0CD9}" type="presParOf" srcId="{F18F3447-2BE4-46B2-A63D-7252A02FA82E}" destId="{F61303C3-A393-4E61-A76F-5EDBF5EE9B75}" srcOrd="3" destOrd="0" presId="urn:microsoft.com/office/officeart/2005/8/layout/funnel1"/>
    <dgm:cxn modelId="{1ACD85FB-6737-4EEF-B5F1-352F39A71A17}" type="presParOf" srcId="{F18F3447-2BE4-46B2-A63D-7252A02FA82E}" destId="{F9DC78BD-9653-40AF-B3EF-26038E9913B3}" srcOrd="4" destOrd="0" presId="urn:microsoft.com/office/officeart/2005/8/layout/funnel1"/>
    <dgm:cxn modelId="{CC5791D3-EBF4-4152-A853-AADDAB52A0E5}" type="presParOf" srcId="{F18F3447-2BE4-46B2-A63D-7252A02FA82E}" destId="{BCDDAF52-9ADC-4CA5-B062-306046E4F827}" srcOrd="5" destOrd="0" presId="urn:microsoft.com/office/officeart/2005/8/layout/funnel1"/>
    <dgm:cxn modelId="{0B7AA0FD-7357-43E7-81B4-553569375E72}" type="presParOf" srcId="{F18F3447-2BE4-46B2-A63D-7252A02FA82E}" destId="{B586F452-B62F-4B3E-A7D0-2CB1A61DB5E2}"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5445C1E-DD8C-4665-9EBC-094E303FB752}"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es-ES"/>
        </a:p>
      </dgm:t>
    </dgm:pt>
    <dgm:pt modelId="{839EA0FC-B199-4141-9299-2BB6A8C28BD4}">
      <dgm:prSet phldrT="[Texto]" custT="1"/>
      <dgm:spPr>
        <a:solidFill>
          <a:schemeClr val="accent5">
            <a:lumMod val="50000"/>
          </a:schemeClr>
        </a:solidFill>
      </dgm:spPr>
      <dgm:t>
        <a:bodyPr/>
        <a:lstStyle/>
        <a:p>
          <a:r>
            <a:rPr lang="es-AR" sz="2400" b="1" i="0" dirty="0"/>
            <a:t>Curso “natural”</a:t>
          </a:r>
        </a:p>
        <a:p>
          <a:r>
            <a:rPr lang="es-AR" sz="2400" b="1" i="0" dirty="0"/>
            <a:t>+</a:t>
          </a:r>
        </a:p>
        <a:p>
          <a:r>
            <a:rPr lang="es-AR" sz="2400" b="1" i="0" dirty="0"/>
            <a:t>Conmoción exterior</a:t>
          </a:r>
          <a:endParaRPr lang="es-ES" sz="2400" b="1" i="0" dirty="0"/>
        </a:p>
      </dgm:t>
    </dgm:pt>
    <dgm:pt modelId="{92DAD51C-BAB8-421E-B721-DA6C8C624B20}" type="parTrans" cxnId="{C64F8E86-9DFC-4BFF-BCE1-41434A10EAC6}">
      <dgm:prSet/>
      <dgm:spPr/>
      <dgm:t>
        <a:bodyPr/>
        <a:lstStyle/>
        <a:p>
          <a:endParaRPr lang="es-ES"/>
        </a:p>
      </dgm:t>
    </dgm:pt>
    <dgm:pt modelId="{5388FC6C-94E2-412F-A62A-678BDC58B28B}" type="sibTrans" cxnId="{C64F8E86-9DFC-4BFF-BCE1-41434A10EAC6}">
      <dgm:prSet/>
      <dgm:spPr/>
      <dgm:t>
        <a:bodyPr/>
        <a:lstStyle/>
        <a:p>
          <a:endParaRPr lang="es-ES"/>
        </a:p>
      </dgm:t>
    </dgm:pt>
    <dgm:pt modelId="{10A91357-65C2-4C4D-92BF-72551C4737C4}">
      <dgm:prSet phldrT="[Texto]" custT="1"/>
      <dgm:spPr/>
      <dgm:t>
        <a:bodyPr/>
        <a:lstStyle/>
        <a:p>
          <a:r>
            <a:rPr lang="es-AR" sz="2000" dirty="0"/>
            <a:t>Economías del interior</a:t>
          </a:r>
          <a:endParaRPr lang="es-ES" sz="2000" dirty="0"/>
        </a:p>
      </dgm:t>
    </dgm:pt>
    <dgm:pt modelId="{A48A2FF9-00C8-4BB9-82B0-E263AE21D75F}" type="parTrans" cxnId="{E9CC19FE-5133-4453-A0FB-95494AEDD05E}">
      <dgm:prSet/>
      <dgm:spPr/>
      <dgm:t>
        <a:bodyPr/>
        <a:lstStyle/>
        <a:p>
          <a:endParaRPr lang="es-ES"/>
        </a:p>
      </dgm:t>
    </dgm:pt>
    <dgm:pt modelId="{74637D53-5DA3-4F92-9023-FEC76F76F965}" type="sibTrans" cxnId="{E9CC19FE-5133-4453-A0FB-95494AEDD05E}">
      <dgm:prSet/>
      <dgm:spPr/>
      <dgm:t>
        <a:bodyPr/>
        <a:lstStyle/>
        <a:p>
          <a:endParaRPr lang="es-ES"/>
        </a:p>
      </dgm:t>
    </dgm:pt>
    <dgm:pt modelId="{3A465D29-5E4A-4DEB-AED2-82CDBC92C9C3}">
      <dgm:prSet phldrT="[Texto]" custT="1"/>
      <dgm:spPr/>
      <dgm:t>
        <a:bodyPr/>
        <a:lstStyle/>
        <a:p>
          <a:r>
            <a:rPr lang="es-AR" sz="2000" dirty="0"/>
            <a:t>Desarrollo de mercado interno</a:t>
          </a:r>
          <a:endParaRPr lang="es-ES" sz="2000" dirty="0"/>
        </a:p>
      </dgm:t>
    </dgm:pt>
    <dgm:pt modelId="{5D6ACC54-A257-4CDA-B0A5-CCFFB179B524}" type="parTrans" cxnId="{A45C6B24-CFBC-430D-B96E-B7FE108EAF56}">
      <dgm:prSet/>
      <dgm:spPr/>
      <dgm:t>
        <a:bodyPr/>
        <a:lstStyle/>
        <a:p>
          <a:endParaRPr lang="es-ES"/>
        </a:p>
      </dgm:t>
    </dgm:pt>
    <dgm:pt modelId="{28E0D698-0522-49C5-9A7E-9741D68F9267}" type="sibTrans" cxnId="{A45C6B24-CFBC-430D-B96E-B7FE108EAF56}">
      <dgm:prSet/>
      <dgm:spPr/>
      <dgm:t>
        <a:bodyPr/>
        <a:lstStyle/>
        <a:p>
          <a:endParaRPr lang="es-ES"/>
        </a:p>
      </dgm:t>
    </dgm:pt>
    <dgm:pt modelId="{E7C41282-1109-4620-B021-BEBA491E935E}">
      <dgm:prSet custT="1"/>
      <dgm:spPr/>
      <dgm:t>
        <a:bodyPr/>
        <a:lstStyle/>
        <a:p>
          <a:r>
            <a:rPr lang="es-AR" sz="2000" dirty="0"/>
            <a:t>Actividades urbanas</a:t>
          </a:r>
          <a:endParaRPr lang="es-ES" sz="2000" dirty="0"/>
        </a:p>
      </dgm:t>
    </dgm:pt>
    <dgm:pt modelId="{C2F6A3A4-1B2F-4B6A-9488-F4715186FA69}" type="parTrans" cxnId="{FAA34174-024F-4F53-9CCE-FF7239E6F72F}">
      <dgm:prSet/>
      <dgm:spPr/>
      <dgm:t>
        <a:bodyPr/>
        <a:lstStyle/>
        <a:p>
          <a:endParaRPr lang="es-ES"/>
        </a:p>
      </dgm:t>
    </dgm:pt>
    <dgm:pt modelId="{6EEA526F-1D12-4BA8-A75D-8D8ADE025C4F}" type="sibTrans" cxnId="{FAA34174-024F-4F53-9CCE-FF7239E6F72F}">
      <dgm:prSet/>
      <dgm:spPr/>
      <dgm:t>
        <a:bodyPr/>
        <a:lstStyle/>
        <a:p>
          <a:endParaRPr lang="es-ES"/>
        </a:p>
      </dgm:t>
    </dgm:pt>
    <dgm:pt modelId="{08FA3D36-7CBB-4C39-8627-E6CDF067E7F4}">
      <dgm:prSet custT="1"/>
      <dgm:spPr/>
      <dgm:t>
        <a:bodyPr/>
        <a:lstStyle/>
        <a:p>
          <a:r>
            <a:rPr lang="es-AR" sz="2000" dirty="0" err="1"/>
            <a:t>Industriali-zación</a:t>
          </a:r>
          <a:endParaRPr lang="es-ES" sz="2000" dirty="0"/>
        </a:p>
      </dgm:t>
    </dgm:pt>
    <dgm:pt modelId="{9266A9F3-B8C8-449E-B82A-F530EFF3B46B}" type="parTrans" cxnId="{ED68545E-AFA3-4CEC-92C2-60158A6E7980}">
      <dgm:prSet/>
      <dgm:spPr/>
      <dgm:t>
        <a:bodyPr/>
        <a:lstStyle/>
        <a:p>
          <a:endParaRPr lang="es-ES"/>
        </a:p>
      </dgm:t>
    </dgm:pt>
    <dgm:pt modelId="{CA26D7A9-AD0A-47CF-84E9-EC7381D7ACB9}" type="sibTrans" cxnId="{ED68545E-AFA3-4CEC-92C2-60158A6E7980}">
      <dgm:prSet/>
      <dgm:spPr/>
      <dgm:t>
        <a:bodyPr/>
        <a:lstStyle/>
        <a:p>
          <a:endParaRPr lang="es-ES"/>
        </a:p>
      </dgm:t>
    </dgm:pt>
    <dgm:pt modelId="{B43597F2-79F6-4B85-842B-90518EEC4243}" type="pres">
      <dgm:prSet presAssocID="{75445C1E-DD8C-4665-9EBC-094E303FB752}" presName="Name0" presStyleCnt="0">
        <dgm:presLayoutVars>
          <dgm:chMax val="1"/>
          <dgm:chPref val="1"/>
        </dgm:presLayoutVars>
      </dgm:prSet>
      <dgm:spPr/>
    </dgm:pt>
    <dgm:pt modelId="{D801F45A-B837-40D4-BF11-68AC462B84B7}" type="pres">
      <dgm:prSet presAssocID="{839EA0FC-B199-4141-9299-2BB6A8C28BD4}" presName="Parent" presStyleLbl="node0" presStyleIdx="0" presStyleCnt="1" custScaleX="76862" custScaleY="76862" custLinFactNeighborX="18893" custLinFactNeighborY="14313">
        <dgm:presLayoutVars>
          <dgm:chMax val="5"/>
          <dgm:chPref val="5"/>
        </dgm:presLayoutVars>
      </dgm:prSet>
      <dgm:spPr/>
    </dgm:pt>
    <dgm:pt modelId="{BB1C4C9F-5170-472F-84B9-B76AC54709D3}" type="pres">
      <dgm:prSet presAssocID="{839EA0FC-B199-4141-9299-2BB6A8C28BD4}" presName="Accent1" presStyleLbl="node1" presStyleIdx="0" presStyleCnt="17"/>
      <dgm:spPr/>
    </dgm:pt>
    <dgm:pt modelId="{4EDDBA74-434A-4A20-8301-3728E021AC5E}" type="pres">
      <dgm:prSet presAssocID="{839EA0FC-B199-4141-9299-2BB6A8C28BD4}" presName="Accent2" presStyleLbl="node1" presStyleIdx="1" presStyleCnt="17"/>
      <dgm:spPr/>
    </dgm:pt>
    <dgm:pt modelId="{F4C6524D-5A18-4938-95AB-EE918F3052B8}" type="pres">
      <dgm:prSet presAssocID="{839EA0FC-B199-4141-9299-2BB6A8C28BD4}" presName="Accent3" presStyleLbl="node1" presStyleIdx="2" presStyleCnt="17"/>
      <dgm:spPr/>
    </dgm:pt>
    <dgm:pt modelId="{9D85DF71-CC29-4873-A71C-963F54AF05E3}" type="pres">
      <dgm:prSet presAssocID="{839EA0FC-B199-4141-9299-2BB6A8C28BD4}" presName="Accent4" presStyleLbl="node1" presStyleIdx="3" presStyleCnt="17"/>
      <dgm:spPr/>
    </dgm:pt>
    <dgm:pt modelId="{A1FB37CF-0943-4FD3-8F7F-F52059482F8F}" type="pres">
      <dgm:prSet presAssocID="{839EA0FC-B199-4141-9299-2BB6A8C28BD4}" presName="Accent5" presStyleLbl="node1" presStyleIdx="4" presStyleCnt="17"/>
      <dgm:spPr/>
    </dgm:pt>
    <dgm:pt modelId="{420E464C-247F-4944-B501-35848BC4D785}" type="pres">
      <dgm:prSet presAssocID="{839EA0FC-B199-4141-9299-2BB6A8C28BD4}" presName="Accent6" presStyleLbl="node1" presStyleIdx="5" presStyleCnt="17"/>
      <dgm:spPr/>
    </dgm:pt>
    <dgm:pt modelId="{BED6706E-6397-480C-AD04-8BF1FFF4AD44}" type="pres">
      <dgm:prSet presAssocID="{08FA3D36-7CBB-4C39-8627-E6CDF067E7F4}" presName="Child1" presStyleLbl="node1" presStyleIdx="6" presStyleCnt="17" custScaleX="132699" custScaleY="132698" custLinFactNeighborY="-3490">
        <dgm:presLayoutVars>
          <dgm:chMax val="0"/>
          <dgm:chPref val="0"/>
        </dgm:presLayoutVars>
      </dgm:prSet>
      <dgm:spPr/>
    </dgm:pt>
    <dgm:pt modelId="{A7D8CB11-58AB-4E99-8002-97CC51A16BA3}" type="pres">
      <dgm:prSet presAssocID="{08FA3D36-7CBB-4C39-8627-E6CDF067E7F4}" presName="Accent7" presStyleCnt="0"/>
      <dgm:spPr/>
    </dgm:pt>
    <dgm:pt modelId="{FB6A76B1-4925-4E2C-9E07-FB944A485301}" type="pres">
      <dgm:prSet presAssocID="{08FA3D36-7CBB-4C39-8627-E6CDF067E7F4}" presName="AccentHold1" presStyleLbl="node1" presStyleIdx="7" presStyleCnt="17"/>
      <dgm:spPr/>
    </dgm:pt>
    <dgm:pt modelId="{28DFFB20-335C-453F-B8F1-E952721BD25B}" type="pres">
      <dgm:prSet presAssocID="{08FA3D36-7CBB-4C39-8627-E6CDF067E7F4}" presName="Accent8" presStyleCnt="0"/>
      <dgm:spPr/>
    </dgm:pt>
    <dgm:pt modelId="{B8886E2B-9DD2-4F42-9D1C-4B76ACD278F4}" type="pres">
      <dgm:prSet presAssocID="{08FA3D36-7CBB-4C39-8627-E6CDF067E7F4}" presName="AccentHold2" presStyleLbl="node1" presStyleIdx="8" presStyleCnt="17"/>
      <dgm:spPr/>
    </dgm:pt>
    <dgm:pt modelId="{07B53A0F-723C-4BB3-94C4-31C089F87265}" type="pres">
      <dgm:prSet presAssocID="{E7C41282-1109-4620-B021-BEBA491E935E}" presName="Child2" presStyleLbl="node1" presStyleIdx="9" presStyleCnt="17" custScaleX="124954" custScaleY="124953">
        <dgm:presLayoutVars>
          <dgm:chMax val="0"/>
          <dgm:chPref val="0"/>
        </dgm:presLayoutVars>
      </dgm:prSet>
      <dgm:spPr/>
    </dgm:pt>
    <dgm:pt modelId="{5C53B8D1-1A5F-4DE2-A2E8-A01C857B79A1}" type="pres">
      <dgm:prSet presAssocID="{E7C41282-1109-4620-B021-BEBA491E935E}" presName="Accent9" presStyleCnt="0"/>
      <dgm:spPr/>
    </dgm:pt>
    <dgm:pt modelId="{2FA3C669-D7F3-4B03-8D66-BCF4790BBA9E}" type="pres">
      <dgm:prSet presAssocID="{E7C41282-1109-4620-B021-BEBA491E935E}" presName="AccentHold1" presStyleLbl="node1" presStyleIdx="10" presStyleCnt="17"/>
      <dgm:spPr/>
    </dgm:pt>
    <dgm:pt modelId="{89FFAF55-46C2-428A-B58E-2960B09F0DCD}" type="pres">
      <dgm:prSet presAssocID="{E7C41282-1109-4620-B021-BEBA491E935E}" presName="Accent10" presStyleCnt="0"/>
      <dgm:spPr/>
    </dgm:pt>
    <dgm:pt modelId="{B094D143-B196-4D21-BFA7-371D4C8553B1}" type="pres">
      <dgm:prSet presAssocID="{E7C41282-1109-4620-B021-BEBA491E935E}" presName="AccentHold2" presStyleLbl="node1" presStyleIdx="11" presStyleCnt="17"/>
      <dgm:spPr/>
    </dgm:pt>
    <dgm:pt modelId="{71480878-BCAB-47BD-AD56-D6497E020811}" type="pres">
      <dgm:prSet presAssocID="{E7C41282-1109-4620-B021-BEBA491E935E}" presName="Accent11" presStyleCnt="0"/>
      <dgm:spPr/>
    </dgm:pt>
    <dgm:pt modelId="{E773479A-724C-4ED3-AC87-A81A45BA9F79}" type="pres">
      <dgm:prSet presAssocID="{E7C41282-1109-4620-B021-BEBA491E935E}" presName="AccentHold3" presStyleLbl="node1" presStyleIdx="12" presStyleCnt="17"/>
      <dgm:spPr/>
    </dgm:pt>
    <dgm:pt modelId="{BD0A4642-0248-4323-A734-EA6DC67AEF03}" type="pres">
      <dgm:prSet presAssocID="{10A91357-65C2-4C4D-92BF-72551C4737C4}" presName="Child3" presStyleLbl="node1" presStyleIdx="13" presStyleCnt="17" custScaleX="118274" custScaleY="118274">
        <dgm:presLayoutVars>
          <dgm:chMax val="0"/>
          <dgm:chPref val="0"/>
        </dgm:presLayoutVars>
      </dgm:prSet>
      <dgm:spPr/>
    </dgm:pt>
    <dgm:pt modelId="{5AE0DF84-0796-4D09-AE1A-775043C4E2F9}" type="pres">
      <dgm:prSet presAssocID="{10A91357-65C2-4C4D-92BF-72551C4737C4}" presName="Accent12" presStyleCnt="0"/>
      <dgm:spPr/>
    </dgm:pt>
    <dgm:pt modelId="{DBEB8A39-F390-4720-95F3-A2FCB2625FBD}" type="pres">
      <dgm:prSet presAssocID="{10A91357-65C2-4C4D-92BF-72551C4737C4}" presName="AccentHold1" presStyleLbl="node1" presStyleIdx="14" presStyleCnt="17"/>
      <dgm:spPr/>
    </dgm:pt>
    <dgm:pt modelId="{DC6BA6DE-9F50-4033-8385-3963C705071E}" type="pres">
      <dgm:prSet presAssocID="{3A465D29-5E4A-4DEB-AED2-82CDBC92C9C3}" presName="Child4" presStyleLbl="node1" presStyleIdx="15" presStyleCnt="17" custScaleX="119686" custScaleY="119686">
        <dgm:presLayoutVars>
          <dgm:chMax val="0"/>
          <dgm:chPref val="0"/>
        </dgm:presLayoutVars>
      </dgm:prSet>
      <dgm:spPr/>
    </dgm:pt>
    <dgm:pt modelId="{A0132B4D-3B0B-4E0F-A4E2-E727A7C301C8}" type="pres">
      <dgm:prSet presAssocID="{3A465D29-5E4A-4DEB-AED2-82CDBC92C9C3}" presName="Accent13" presStyleCnt="0"/>
      <dgm:spPr/>
    </dgm:pt>
    <dgm:pt modelId="{8A909845-5C16-4B16-9ADB-74BE15A2FB90}" type="pres">
      <dgm:prSet presAssocID="{3A465D29-5E4A-4DEB-AED2-82CDBC92C9C3}" presName="AccentHold1" presStyleLbl="node1" presStyleIdx="16" presStyleCnt="17"/>
      <dgm:spPr/>
    </dgm:pt>
  </dgm:ptLst>
  <dgm:cxnLst>
    <dgm:cxn modelId="{A45C6B24-CFBC-430D-B96E-B7FE108EAF56}" srcId="{839EA0FC-B199-4141-9299-2BB6A8C28BD4}" destId="{3A465D29-5E4A-4DEB-AED2-82CDBC92C9C3}" srcOrd="3" destOrd="0" parTransId="{5D6ACC54-A257-4CDA-B0A5-CCFFB179B524}" sibTransId="{28E0D698-0522-49C5-9A7E-9741D68F9267}"/>
    <dgm:cxn modelId="{ED68545E-AFA3-4CEC-92C2-60158A6E7980}" srcId="{839EA0FC-B199-4141-9299-2BB6A8C28BD4}" destId="{08FA3D36-7CBB-4C39-8627-E6CDF067E7F4}" srcOrd="0" destOrd="0" parTransId="{9266A9F3-B8C8-449E-B82A-F530EFF3B46B}" sibTransId="{CA26D7A9-AD0A-47CF-84E9-EC7381D7ACB9}"/>
    <dgm:cxn modelId="{FAA34174-024F-4F53-9CCE-FF7239E6F72F}" srcId="{839EA0FC-B199-4141-9299-2BB6A8C28BD4}" destId="{E7C41282-1109-4620-B021-BEBA491E935E}" srcOrd="1" destOrd="0" parTransId="{C2F6A3A4-1B2F-4B6A-9488-F4715186FA69}" sibTransId="{6EEA526F-1D12-4BA8-A75D-8D8ADE025C4F}"/>
    <dgm:cxn modelId="{2882FC54-CA1E-4866-AA3A-B8E11D8A7740}" type="presOf" srcId="{10A91357-65C2-4C4D-92BF-72551C4737C4}" destId="{BD0A4642-0248-4323-A734-EA6DC67AEF03}" srcOrd="0" destOrd="0" presId="urn:microsoft.com/office/officeart/2009/3/layout/CircleRelationship"/>
    <dgm:cxn modelId="{4A02037C-8F97-42BA-921A-FB4C960D79FD}" type="presOf" srcId="{E7C41282-1109-4620-B021-BEBA491E935E}" destId="{07B53A0F-723C-4BB3-94C4-31C089F87265}" srcOrd="0" destOrd="0" presId="urn:microsoft.com/office/officeart/2009/3/layout/CircleRelationship"/>
    <dgm:cxn modelId="{C64F8E86-9DFC-4BFF-BCE1-41434A10EAC6}" srcId="{75445C1E-DD8C-4665-9EBC-094E303FB752}" destId="{839EA0FC-B199-4141-9299-2BB6A8C28BD4}" srcOrd="0" destOrd="0" parTransId="{92DAD51C-BAB8-421E-B721-DA6C8C624B20}" sibTransId="{5388FC6C-94E2-412F-A62A-678BDC58B28B}"/>
    <dgm:cxn modelId="{F9228898-2A07-4690-A4AA-173AC74925F1}" type="presOf" srcId="{839EA0FC-B199-4141-9299-2BB6A8C28BD4}" destId="{D801F45A-B837-40D4-BF11-68AC462B84B7}" srcOrd="0" destOrd="0" presId="urn:microsoft.com/office/officeart/2009/3/layout/CircleRelationship"/>
    <dgm:cxn modelId="{E8AD8FD9-2547-4EAD-800A-66761C14E00F}" type="presOf" srcId="{08FA3D36-7CBB-4C39-8627-E6CDF067E7F4}" destId="{BED6706E-6397-480C-AD04-8BF1FFF4AD44}" srcOrd="0" destOrd="0" presId="urn:microsoft.com/office/officeart/2009/3/layout/CircleRelationship"/>
    <dgm:cxn modelId="{92189DED-3189-4E73-A752-0E52DDF474B7}" type="presOf" srcId="{75445C1E-DD8C-4665-9EBC-094E303FB752}" destId="{B43597F2-79F6-4B85-842B-90518EEC4243}" srcOrd="0" destOrd="0" presId="urn:microsoft.com/office/officeart/2009/3/layout/CircleRelationship"/>
    <dgm:cxn modelId="{78BC7CF8-3E81-46E0-8052-5E91375DC6CF}" type="presOf" srcId="{3A465D29-5E4A-4DEB-AED2-82CDBC92C9C3}" destId="{DC6BA6DE-9F50-4033-8385-3963C705071E}" srcOrd="0" destOrd="0" presId="urn:microsoft.com/office/officeart/2009/3/layout/CircleRelationship"/>
    <dgm:cxn modelId="{E9CC19FE-5133-4453-A0FB-95494AEDD05E}" srcId="{839EA0FC-B199-4141-9299-2BB6A8C28BD4}" destId="{10A91357-65C2-4C4D-92BF-72551C4737C4}" srcOrd="2" destOrd="0" parTransId="{A48A2FF9-00C8-4BB9-82B0-E263AE21D75F}" sibTransId="{74637D53-5DA3-4F92-9023-FEC76F76F965}"/>
    <dgm:cxn modelId="{4A510913-B681-4219-9E51-84C39142CB23}" type="presParOf" srcId="{B43597F2-79F6-4B85-842B-90518EEC4243}" destId="{D801F45A-B837-40D4-BF11-68AC462B84B7}" srcOrd="0" destOrd="0" presId="urn:microsoft.com/office/officeart/2009/3/layout/CircleRelationship"/>
    <dgm:cxn modelId="{ED8D3BD6-891F-464D-8B4B-2BE68500688A}" type="presParOf" srcId="{B43597F2-79F6-4B85-842B-90518EEC4243}" destId="{BB1C4C9F-5170-472F-84B9-B76AC54709D3}" srcOrd="1" destOrd="0" presId="urn:microsoft.com/office/officeart/2009/3/layout/CircleRelationship"/>
    <dgm:cxn modelId="{08E3FDE2-2E9B-48EE-8ED5-40C76D2DA55F}" type="presParOf" srcId="{B43597F2-79F6-4B85-842B-90518EEC4243}" destId="{4EDDBA74-434A-4A20-8301-3728E021AC5E}" srcOrd="2" destOrd="0" presId="urn:microsoft.com/office/officeart/2009/3/layout/CircleRelationship"/>
    <dgm:cxn modelId="{D84E1D70-876E-4870-B5EA-4EA062FEB3AE}" type="presParOf" srcId="{B43597F2-79F6-4B85-842B-90518EEC4243}" destId="{F4C6524D-5A18-4938-95AB-EE918F3052B8}" srcOrd="3" destOrd="0" presId="urn:microsoft.com/office/officeart/2009/3/layout/CircleRelationship"/>
    <dgm:cxn modelId="{4551AAB5-F7C4-4302-9578-3631D7AC8E57}" type="presParOf" srcId="{B43597F2-79F6-4B85-842B-90518EEC4243}" destId="{9D85DF71-CC29-4873-A71C-963F54AF05E3}" srcOrd="4" destOrd="0" presId="urn:microsoft.com/office/officeart/2009/3/layout/CircleRelationship"/>
    <dgm:cxn modelId="{4D4D5550-2C19-42E8-B76F-30F98A76CDC9}" type="presParOf" srcId="{B43597F2-79F6-4B85-842B-90518EEC4243}" destId="{A1FB37CF-0943-4FD3-8F7F-F52059482F8F}" srcOrd="5" destOrd="0" presId="urn:microsoft.com/office/officeart/2009/3/layout/CircleRelationship"/>
    <dgm:cxn modelId="{F7F60514-DB25-4C34-986D-9346EFF8425C}" type="presParOf" srcId="{B43597F2-79F6-4B85-842B-90518EEC4243}" destId="{420E464C-247F-4944-B501-35848BC4D785}" srcOrd="6" destOrd="0" presId="urn:microsoft.com/office/officeart/2009/3/layout/CircleRelationship"/>
    <dgm:cxn modelId="{3F768C11-7B83-4D1F-9B01-74F9C7CF4457}" type="presParOf" srcId="{B43597F2-79F6-4B85-842B-90518EEC4243}" destId="{BED6706E-6397-480C-AD04-8BF1FFF4AD44}" srcOrd="7" destOrd="0" presId="urn:microsoft.com/office/officeart/2009/3/layout/CircleRelationship"/>
    <dgm:cxn modelId="{CB32F150-F733-466B-BD6D-596F153FC2D3}" type="presParOf" srcId="{B43597F2-79F6-4B85-842B-90518EEC4243}" destId="{A7D8CB11-58AB-4E99-8002-97CC51A16BA3}" srcOrd="8" destOrd="0" presId="urn:microsoft.com/office/officeart/2009/3/layout/CircleRelationship"/>
    <dgm:cxn modelId="{C334DEA5-B9B9-450F-A467-DDA3FAF2CD19}" type="presParOf" srcId="{A7D8CB11-58AB-4E99-8002-97CC51A16BA3}" destId="{FB6A76B1-4925-4E2C-9E07-FB944A485301}" srcOrd="0" destOrd="0" presId="urn:microsoft.com/office/officeart/2009/3/layout/CircleRelationship"/>
    <dgm:cxn modelId="{59179B6D-49D8-44F6-9960-681D1E548F13}" type="presParOf" srcId="{B43597F2-79F6-4B85-842B-90518EEC4243}" destId="{28DFFB20-335C-453F-B8F1-E952721BD25B}" srcOrd="9" destOrd="0" presId="urn:microsoft.com/office/officeart/2009/3/layout/CircleRelationship"/>
    <dgm:cxn modelId="{A10E2A40-D958-4436-B514-F675F515DF50}" type="presParOf" srcId="{28DFFB20-335C-453F-B8F1-E952721BD25B}" destId="{B8886E2B-9DD2-4F42-9D1C-4B76ACD278F4}" srcOrd="0" destOrd="0" presId="urn:microsoft.com/office/officeart/2009/3/layout/CircleRelationship"/>
    <dgm:cxn modelId="{4976194F-0E8D-4700-BCEF-7AF39F1A2257}" type="presParOf" srcId="{B43597F2-79F6-4B85-842B-90518EEC4243}" destId="{07B53A0F-723C-4BB3-94C4-31C089F87265}" srcOrd="10" destOrd="0" presId="urn:microsoft.com/office/officeart/2009/3/layout/CircleRelationship"/>
    <dgm:cxn modelId="{D667A0EA-1D4A-4909-BA20-138201220850}" type="presParOf" srcId="{B43597F2-79F6-4B85-842B-90518EEC4243}" destId="{5C53B8D1-1A5F-4DE2-A2E8-A01C857B79A1}" srcOrd="11" destOrd="0" presId="urn:microsoft.com/office/officeart/2009/3/layout/CircleRelationship"/>
    <dgm:cxn modelId="{0424E78C-D906-4952-988F-A7B4AC491276}" type="presParOf" srcId="{5C53B8D1-1A5F-4DE2-A2E8-A01C857B79A1}" destId="{2FA3C669-D7F3-4B03-8D66-BCF4790BBA9E}" srcOrd="0" destOrd="0" presId="urn:microsoft.com/office/officeart/2009/3/layout/CircleRelationship"/>
    <dgm:cxn modelId="{958401E1-2781-4062-890D-AF9D16733338}" type="presParOf" srcId="{B43597F2-79F6-4B85-842B-90518EEC4243}" destId="{89FFAF55-46C2-428A-B58E-2960B09F0DCD}" srcOrd="12" destOrd="0" presId="urn:microsoft.com/office/officeart/2009/3/layout/CircleRelationship"/>
    <dgm:cxn modelId="{ECD4DD07-C6E9-4B48-9DF2-27E821886141}" type="presParOf" srcId="{89FFAF55-46C2-428A-B58E-2960B09F0DCD}" destId="{B094D143-B196-4D21-BFA7-371D4C8553B1}" srcOrd="0" destOrd="0" presId="urn:microsoft.com/office/officeart/2009/3/layout/CircleRelationship"/>
    <dgm:cxn modelId="{43FE779C-5171-4669-B6E8-8E7C105E6735}" type="presParOf" srcId="{B43597F2-79F6-4B85-842B-90518EEC4243}" destId="{71480878-BCAB-47BD-AD56-D6497E020811}" srcOrd="13" destOrd="0" presId="urn:microsoft.com/office/officeart/2009/3/layout/CircleRelationship"/>
    <dgm:cxn modelId="{59833F95-B417-46A7-A6F3-93C3CFE500C1}" type="presParOf" srcId="{71480878-BCAB-47BD-AD56-D6497E020811}" destId="{E773479A-724C-4ED3-AC87-A81A45BA9F79}" srcOrd="0" destOrd="0" presId="urn:microsoft.com/office/officeart/2009/3/layout/CircleRelationship"/>
    <dgm:cxn modelId="{0DA9EABC-0587-4679-98D6-AEDC2838B3C8}" type="presParOf" srcId="{B43597F2-79F6-4B85-842B-90518EEC4243}" destId="{BD0A4642-0248-4323-A734-EA6DC67AEF03}" srcOrd="14" destOrd="0" presId="urn:microsoft.com/office/officeart/2009/3/layout/CircleRelationship"/>
    <dgm:cxn modelId="{BDCB180D-F4AC-46F3-90BF-EDD7A9A15A2A}" type="presParOf" srcId="{B43597F2-79F6-4B85-842B-90518EEC4243}" destId="{5AE0DF84-0796-4D09-AE1A-775043C4E2F9}" srcOrd="15" destOrd="0" presId="urn:microsoft.com/office/officeart/2009/3/layout/CircleRelationship"/>
    <dgm:cxn modelId="{4E5D0EEA-9D18-491A-ABBD-E899D9C4D056}" type="presParOf" srcId="{5AE0DF84-0796-4D09-AE1A-775043C4E2F9}" destId="{DBEB8A39-F390-4720-95F3-A2FCB2625FBD}" srcOrd="0" destOrd="0" presId="urn:microsoft.com/office/officeart/2009/3/layout/CircleRelationship"/>
    <dgm:cxn modelId="{3C1FDA3C-1920-4132-99CC-798E03CC23F3}" type="presParOf" srcId="{B43597F2-79F6-4B85-842B-90518EEC4243}" destId="{DC6BA6DE-9F50-4033-8385-3963C705071E}" srcOrd="16" destOrd="0" presId="urn:microsoft.com/office/officeart/2009/3/layout/CircleRelationship"/>
    <dgm:cxn modelId="{B89FC22D-A71D-492E-B156-12A5B3674E4D}" type="presParOf" srcId="{B43597F2-79F6-4B85-842B-90518EEC4243}" destId="{A0132B4D-3B0B-4E0F-A4E2-E727A7C301C8}" srcOrd="17" destOrd="0" presId="urn:microsoft.com/office/officeart/2009/3/layout/CircleRelationship"/>
    <dgm:cxn modelId="{2BEF6220-2A13-4E42-B05E-2D8CEDD78168}" type="presParOf" srcId="{A0132B4D-3B0B-4E0F-A4E2-E727A7C301C8}" destId="{8A909845-5C16-4B16-9ADB-74BE15A2FB90}" srcOrd="0" destOrd="0" presId="urn:microsoft.com/office/officeart/2009/3/layout/CircleRelationshi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445C1E-DD8C-4665-9EBC-094E303FB752}"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es-ES"/>
        </a:p>
      </dgm:t>
    </dgm:pt>
    <dgm:pt modelId="{10A91357-65C2-4C4D-92BF-72551C4737C4}">
      <dgm:prSet phldrT="[Texto]" custT="1"/>
      <dgm:spPr/>
      <dgm:t>
        <a:bodyPr/>
        <a:lstStyle/>
        <a:p>
          <a:r>
            <a:rPr lang="es-AR" sz="2000" dirty="0"/>
            <a:t>El “mercado-internismo”</a:t>
          </a:r>
          <a:endParaRPr lang="es-ES" sz="2000" dirty="0"/>
        </a:p>
      </dgm:t>
    </dgm:pt>
    <dgm:pt modelId="{A48A2FF9-00C8-4BB9-82B0-E263AE21D75F}" type="parTrans" cxnId="{E9CC19FE-5133-4453-A0FB-95494AEDD05E}">
      <dgm:prSet/>
      <dgm:spPr/>
      <dgm:t>
        <a:bodyPr/>
        <a:lstStyle/>
        <a:p>
          <a:endParaRPr lang="es-ES"/>
        </a:p>
      </dgm:t>
    </dgm:pt>
    <dgm:pt modelId="{74637D53-5DA3-4F92-9023-FEC76F76F965}" type="sibTrans" cxnId="{E9CC19FE-5133-4453-A0FB-95494AEDD05E}">
      <dgm:prSet/>
      <dgm:spPr/>
      <dgm:t>
        <a:bodyPr/>
        <a:lstStyle/>
        <a:p>
          <a:endParaRPr lang="es-ES"/>
        </a:p>
      </dgm:t>
    </dgm:pt>
    <dgm:pt modelId="{E7C41282-1109-4620-B021-BEBA491E935E}">
      <dgm:prSet custT="1"/>
      <dgm:spPr/>
      <dgm:t>
        <a:bodyPr/>
        <a:lstStyle/>
        <a:p>
          <a:r>
            <a:rPr lang="es-AR" sz="2000" dirty="0"/>
            <a:t>La discusión sobre las estrategias industriales</a:t>
          </a:r>
          <a:endParaRPr lang="es-ES" sz="2000" dirty="0"/>
        </a:p>
      </dgm:t>
    </dgm:pt>
    <dgm:pt modelId="{C2F6A3A4-1B2F-4B6A-9488-F4715186FA69}" type="parTrans" cxnId="{FAA34174-024F-4F53-9CCE-FF7239E6F72F}">
      <dgm:prSet/>
      <dgm:spPr/>
      <dgm:t>
        <a:bodyPr/>
        <a:lstStyle/>
        <a:p>
          <a:endParaRPr lang="es-ES"/>
        </a:p>
      </dgm:t>
    </dgm:pt>
    <dgm:pt modelId="{6EEA526F-1D12-4BA8-A75D-8D8ADE025C4F}" type="sibTrans" cxnId="{FAA34174-024F-4F53-9CCE-FF7239E6F72F}">
      <dgm:prSet/>
      <dgm:spPr/>
      <dgm:t>
        <a:bodyPr/>
        <a:lstStyle/>
        <a:p>
          <a:endParaRPr lang="es-ES"/>
        </a:p>
      </dgm:t>
    </dgm:pt>
    <dgm:pt modelId="{08FA3D36-7CBB-4C39-8627-E6CDF067E7F4}">
      <dgm:prSet custT="1"/>
      <dgm:spPr/>
      <dgm:t>
        <a:bodyPr/>
        <a:lstStyle/>
        <a:p>
          <a:r>
            <a:rPr lang="es-AR" sz="2000" dirty="0"/>
            <a:t>EL PLAN PINEDO</a:t>
          </a:r>
          <a:endParaRPr lang="es-ES" sz="2000" dirty="0"/>
        </a:p>
      </dgm:t>
    </dgm:pt>
    <dgm:pt modelId="{9266A9F3-B8C8-449E-B82A-F530EFF3B46B}" type="parTrans" cxnId="{ED68545E-AFA3-4CEC-92C2-60158A6E7980}">
      <dgm:prSet/>
      <dgm:spPr/>
      <dgm:t>
        <a:bodyPr/>
        <a:lstStyle/>
        <a:p>
          <a:endParaRPr lang="es-ES"/>
        </a:p>
      </dgm:t>
    </dgm:pt>
    <dgm:pt modelId="{CA26D7A9-AD0A-47CF-84E9-EC7381D7ACB9}" type="sibTrans" cxnId="{ED68545E-AFA3-4CEC-92C2-60158A6E7980}">
      <dgm:prSet/>
      <dgm:spPr/>
      <dgm:t>
        <a:bodyPr/>
        <a:lstStyle/>
        <a:p>
          <a:endParaRPr lang="es-ES"/>
        </a:p>
      </dgm:t>
    </dgm:pt>
    <dgm:pt modelId="{839EA0FC-B199-4141-9299-2BB6A8C28BD4}">
      <dgm:prSet phldrT="[Texto]"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91440" tIns="91440" rIns="91440" bIns="91440" numCol="1" spcCol="1270" anchor="ctr" anchorCtr="0"/>
        <a:lstStyle/>
        <a:p>
          <a:pPr marL="0" lvl="0" algn="ctr" defTabSz="1066800">
            <a:lnSpc>
              <a:spcPct val="90000"/>
            </a:lnSpc>
            <a:spcBef>
              <a:spcPct val="0"/>
            </a:spcBef>
            <a:spcAft>
              <a:spcPct val="35000"/>
            </a:spcAft>
            <a:buNone/>
          </a:pPr>
          <a:r>
            <a:rPr lang="es-AR" sz="2400" b="1" i="0" kern="1200" dirty="0">
              <a:solidFill>
                <a:prstClr val="white"/>
              </a:solidFill>
              <a:latin typeface="Calibri" panose="020F0502020204030204"/>
              <a:ea typeface="+mn-ea"/>
              <a:cs typeface="+mn-cs"/>
            </a:rPr>
            <a:t>Debate durante la guerra y la posguerra</a:t>
          </a:r>
          <a:endParaRPr lang="es-ES" sz="2400" b="1" i="0" kern="1200" dirty="0">
            <a:solidFill>
              <a:prstClr val="white"/>
            </a:solidFill>
            <a:latin typeface="Calibri" panose="020F0502020204030204"/>
            <a:ea typeface="+mn-ea"/>
            <a:cs typeface="+mn-cs"/>
          </a:endParaRPr>
        </a:p>
      </dgm:t>
    </dgm:pt>
    <dgm:pt modelId="{5388FC6C-94E2-412F-A62A-678BDC58B28B}" type="sibTrans" cxnId="{C64F8E86-9DFC-4BFF-BCE1-41434A10EAC6}">
      <dgm:prSet/>
      <dgm:spPr/>
      <dgm:t>
        <a:bodyPr/>
        <a:lstStyle/>
        <a:p>
          <a:endParaRPr lang="es-ES"/>
        </a:p>
      </dgm:t>
    </dgm:pt>
    <dgm:pt modelId="{92DAD51C-BAB8-421E-B721-DA6C8C624B20}" type="parTrans" cxnId="{C64F8E86-9DFC-4BFF-BCE1-41434A10EAC6}">
      <dgm:prSet/>
      <dgm:spPr/>
      <dgm:t>
        <a:bodyPr/>
        <a:lstStyle/>
        <a:p>
          <a:endParaRPr lang="es-ES"/>
        </a:p>
      </dgm:t>
    </dgm:pt>
    <dgm:pt modelId="{B43597F2-79F6-4B85-842B-90518EEC4243}" type="pres">
      <dgm:prSet presAssocID="{75445C1E-DD8C-4665-9EBC-094E303FB752}" presName="Name0" presStyleCnt="0">
        <dgm:presLayoutVars>
          <dgm:chMax val="1"/>
          <dgm:chPref val="1"/>
        </dgm:presLayoutVars>
      </dgm:prSet>
      <dgm:spPr/>
    </dgm:pt>
    <dgm:pt modelId="{D801F45A-B837-40D4-BF11-68AC462B84B7}" type="pres">
      <dgm:prSet presAssocID="{839EA0FC-B199-4141-9299-2BB6A8C28BD4}" presName="Parent" presStyleLbl="node0" presStyleIdx="0" presStyleCnt="1" custScaleX="76862" custScaleY="76862" custLinFactNeighborX="18893" custLinFactNeighborY="14313">
        <dgm:presLayoutVars>
          <dgm:chMax val="5"/>
          <dgm:chPref val="5"/>
        </dgm:presLayoutVars>
      </dgm:prSet>
      <dgm:spPr>
        <a:xfrm>
          <a:off x="2901846" y="1710007"/>
          <a:ext cx="3426277" cy="3426662"/>
        </a:xfrm>
        <a:prstGeom prst="ellipse">
          <a:avLst/>
        </a:prstGeom>
      </dgm:spPr>
    </dgm:pt>
    <dgm:pt modelId="{BB1C4C9F-5170-472F-84B9-B76AC54709D3}" type="pres">
      <dgm:prSet presAssocID="{839EA0FC-B199-4141-9299-2BB6A8C28BD4}" presName="Accent1" presStyleLbl="node1" presStyleIdx="0" presStyleCnt="15"/>
      <dgm:spPr/>
    </dgm:pt>
    <dgm:pt modelId="{4EDDBA74-434A-4A20-8301-3728E021AC5E}" type="pres">
      <dgm:prSet presAssocID="{839EA0FC-B199-4141-9299-2BB6A8C28BD4}" presName="Accent2" presStyleLbl="node1" presStyleIdx="1" presStyleCnt="15"/>
      <dgm:spPr/>
    </dgm:pt>
    <dgm:pt modelId="{F4C6524D-5A18-4938-95AB-EE918F3052B8}" type="pres">
      <dgm:prSet presAssocID="{839EA0FC-B199-4141-9299-2BB6A8C28BD4}" presName="Accent3" presStyleLbl="node1" presStyleIdx="2" presStyleCnt="15"/>
      <dgm:spPr/>
    </dgm:pt>
    <dgm:pt modelId="{9D85DF71-CC29-4873-A71C-963F54AF05E3}" type="pres">
      <dgm:prSet presAssocID="{839EA0FC-B199-4141-9299-2BB6A8C28BD4}" presName="Accent4" presStyleLbl="node1" presStyleIdx="3" presStyleCnt="15"/>
      <dgm:spPr/>
    </dgm:pt>
    <dgm:pt modelId="{A1FB37CF-0943-4FD3-8F7F-F52059482F8F}" type="pres">
      <dgm:prSet presAssocID="{839EA0FC-B199-4141-9299-2BB6A8C28BD4}" presName="Accent5" presStyleLbl="node1" presStyleIdx="4" presStyleCnt="15"/>
      <dgm:spPr/>
    </dgm:pt>
    <dgm:pt modelId="{420E464C-247F-4944-B501-35848BC4D785}" type="pres">
      <dgm:prSet presAssocID="{839EA0FC-B199-4141-9299-2BB6A8C28BD4}" presName="Accent6" presStyleLbl="node1" presStyleIdx="5" presStyleCnt="15"/>
      <dgm:spPr/>
    </dgm:pt>
    <dgm:pt modelId="{BED6706E-6397-480C-AD04-8BF1FFF4AD44}" type="pres">
      <dgm:prSet presAssocID="{08FA3D36-7CBB-4C39-8627-E6CDF067E7F4}" presName="Child1" presStyleLbl="node1" presStyleIdx="6" presStyleCnt="15" custScaleX="132699" custScaleY="132698" custLinFactNeighborX="36561" custLinFactNeighborY="-28357">
        <dgm:presLayoutVars>
          <dgm:chMax val="0"/>
          <dgm:chPref val="0"/>
        </dgm:presLayoutVars>
      </dgm:prSet>
      <dgm:spPr/>
    </dgm:pt>
    <dgm:pt modelId="{A7D8CB11-58AB-4E99-8002-97CC51A16BA3}" type="pres">
      <dgm:prSet presAssocID="{08FA3D36-7CBB-4C39-8627-E6CDF067E7F4}" presName="Accent7" presStyleCnt="0"/>
      <dgm:spPr/>
    </dgm:pt>
    <dgm:pt modelId="{FB6A76B1-4925-4E2C-9E07-FB944A485301}" type="pres">
      <dgm:prSet presAssocID="{08FA3D36-7CBB-4C39-8627-E6CDF067E7F4}" presName="AccentHold1" presStyleLbl="node1" presStyleIdx="7" presStyleCnt="15"/>
      <dgm:spPr/>
    </dgm:pt>
    <dgm:pt modelId="{28DFFB20-335C-453F-B8F1-E952721BD25B}" type="pres">
      <dgm:prSet presAssocID="{08FA3D36-7CBB-4C39-8627-E6CDF067E7F4}" presName="Accent8" presStyleCnt="0"/>
      <dgm:spPr/>
    </dgm:pt>
    <dgm:pt modelId="{B8886E2B-9DD2-4F42-9D1C-4B76ACD278F4}" type="pres">
      <dgm:prSet presAssocID="{08FA3D36-7CBB-4C39-8627-E6CDF067E7F4}" presName="AccentHold2" presStyleLbl="node1" presStyleIdx="8" presStyleCnt="15"/>
      <dgm:spPr/>
    </dgm:pt>
    <dgm:pt modelId="{07B53A0F-723C-4BB3-94C4-31C089F87265}" type="pres">
      <dgm:prSet presAssocID="{E7C41282-1109-4620-B021-BEBA491E935E}" presName="Child2" presStyleLbl="node1" presStyleIdx="9" presStyleCnt="15" custScaleX="124954" custScaleY="124953">
        <dgm:presLayoutVars>
          <dgm:chMax val="0"/>
          <dgm:chPref val="0"/>
        </dgm:presLayoutVars>
      </dgm:prSet>
      <dgm:spPr/>
    </dgm:pt>
    <dgm:pt modelId="{5C53B8D1-1A5F-4DE2-A2E8-A01C857B79A1}" type="pres">
      <dgm:prSet presAssocID="{E7C41282-1109-4620-B021-BEBA491E935E}" presName="Accent9" presStyleCnt="0"/>
      <dgm:spPr/>
    </dgm:pt>
    <dgm:pt modelId="{2FA3C669-D7F3-4B03-8D66-BCF4790BBA9E}" type="pres">
      <dgm:prSet presAssocID="{E7C41282-1109-4620-B021-BEBA491E935E}" presName="AccentHold1" presStyleLbl="node1" presStyleIdx="10" presStyleCnt="15"/>
      <dgm:spPr/>
    </dgm:pt>
    <dgm:pt modelId="{89FFAF55-46C2-428A-B58E-2960B09F0DCD}" type="pres">
      <dgm:prSet presAssocID="{E7C41282-1109-4620-B021-BEBA491E935E}" presName="Accent10" presStyleCnt="0"/>
      <dgm:spPr/>
    </dgm:pt>
    <dgm:pt modelId="{B094D143-B196-4D21-BFA7-371D4C8553B1}" type="pres">
      <dgm:prSet presAssocID="{E7C41282-1109-4620-B021-BEBA491E935E}" presName="AccentHold2" presStyleLbl="node1" presStyleIdx="11" presStyleCnt="15"/>
      <dgm:spPr/>
    </dgm:pt>
    <dgm:pt modelId="{71480878-BCAB-47BD-AD56-D6497E020811}" type="pres">
      <dgm:prSet presAssocID="{E7C41282-1109-4620-B021-BEBA491E935E}" presName="Accent11" presStyleCnt="0"/>
      <dgm:spPr/>
    </dgm:pt>
    <dgm:pt modelId="{E773479A-724C-4ED3-AC87-A81A45BA9F79}" type="pres">
      <dgm:prSet presAssocID="{E7C41282-1109-4620-B021-BEBA491E935E}" presName="AccentHold3" presStyleLbl="node1" presStyleIdx="12" presStyleCnt="15"/>
      <dgm:spPr/>
    </dgm:pt>
    <dgm:pt modelId="{BD0A4642-0248-4323-A734-EA6DC67AEF03}" type="pres">
      <dgm:prSet presAssocID="{10A91357-65C2-4C4D-92BF-72551C4737C4}" presName="Child3" presStyleLbl="node1" presStyleIdx="13" presStyleCnt="15" custScaleX="118274" custScaleY="118274" custLinFactNeighborX="-37292" custLinFactNeighborY="10239">
        <dgm:presLayoutVars>
          <dgm:chMax val="0"/>
          <dgm:chPref val="0"/>
        </dgm:presLayoutVars>
      </dgm:prSet>
      <dgm:spPr/>
    </dgm:pt>
    <dgm:pt modelId="{5AE0DF84-0796-4D09-AE1A-775043C4E2F9}" type="pres">
      <dgm:prSet presAssocID="{10A91357-65C2-4C4D-92BF-72551C4737C4}" presName="Accent12" presStyleCnt="0"/>
      <dgm:spPr/>
    </dgm:pt>
    <dgm:pt modelId="{DBEB8A39-F390-4720-95F3-A2FCB2625FBD}" type="pres">
      <dgm:prSet presAssocID="{10A91357-65C2-4C4D-92BF-72551C4737C4}" presName="AccentHold1" presStyleLbl="node1" presStyleIdx="14" presStyleCnt="15"/>
      <dgm:spPr/>
    </dgm:pt>
  </dgm:ptLst>
  <dgm:cxnLst>
    <dgm:cxn modelId="{ED68545E-AFA3-4CEC-92C2-60158A6E7980}" srcId="{839EA0FC-B199-4141-9299-2BB6A8C28BD4}" destId="{08FA3D36-7CBB-4C39-8627-E6CDF067E7F4}" srcOrd="0" destOrd="0" parTransId="{9266A9F3-B8C8-449E-B82A-F530EFF3B46B}" sibTransId="{CA26D7A9-AD0A-47CF-84E9-EC7381D7ACB9}"/>
    <dgm:cxn modelId="{FAA34174-024F-4F53-9CCE-FF7239E6F72F}" srcId="{839EA0FC-B199-4141-9299-2BB6A8C28BD4}" destId="{E7C41282-1109-4620-B021-BEBA491E935E}" srcOrd="1" destOrd="0" parTransId="{C2F6A3A4-1B2F-4B6A-9488-F4715186FA69}" sibTransId="{6EEA526F-1D12-4BA8-A75D-8D8ADE025C4F}"/>
    <dgm:cxn modelId="{2882FC54-CA1E-4866-AA3A-B8E11D8A7740}" type="presOf" srcId="{10A91357-65C2-4C4D-92BF-72551C4737C4}" destId="{BD0A4642-0248-4323-A734-EA6DC67AEF03}" srcOrd="0" destOrd="0" presId="urn:microsoft.com/office/officeart/2009/3/layout/CircleRelationship"/>
    <dgm:cxn modelId="{4A02037C-8F97-42BA-921A-FB4C960D79FD}" type="presOf" srcId="{E7C41282-1109-4620-B021-BEBA491E935E}" destId="{07B53A0F-723C-4BB3-94C4-31C089F87265}" srcOrd="0" destOrd="0" presId="urn:microsoft.com/office/officeart/2009/3/layout/CircleRelationship"/>
    <dgm:cxn modelId="{C64F8E86-9DFC-4BFF-BCE1-41434A10EAC6}" srcId="{75445C1E-DD8C-4665-9EBC-094E303FB752}" destId="{839EA0FC-B199-4141-9299-2BB6A8C28BD4}" srcOrd="0" destOrd="0" parTransId="{92DAD51C-BAB8-421E-B721-DA6C8C624B20}" sibTransId="{5388FC6C-94E2-412F-A62A-678BDC58B28B}"/>
    <dgm:cxn modelId="{F9228898-2A07-4690-A4AA-173AC74925F1}" type="presOf" srcId="{839EA0FC-B199-4141-9299-2BB6A8C28BD4}" destId="{D801F45A-B837-40D4-BF11-68AC462B84B7}" srcOrd="0" destOrd="0" presId="urn:microsoft.com/office/officeart/2009/3/layout/CircleRelationship"/>
    <dgm:cxn modelId="{E8AD8FD9-2547-4EAD-800A-66761C14E00F}" type="presOf" srcId="{08FA3D36-7CBB-4C39-8627-E6CDF067E7F4}" destId="{BED6706E-6397-480C-AD04-8BF1FFF4AD44}" srcOrd="0" destOrd="0" presId="urn:microsoft.com/office/officeart/2009/3/layout/CircleRelationship"/>
    <dgm:cxn modelId="{92189DED-3189-4E73-A752-0E52DDF474B7}" type="presOf" srcId="{75445C1E-DD8C-4665-9EBC-094E303FB752}" destId="{B43597F2-79F6-4B85-842B-90518EEC4243}" srcOrd="0" destOrd="0" presId="urn:microsoft.com/office/officeart/2009/3/layout/CircleRelationship"/>
    <dgm:cxn modelId="{E9CC19FE-5133-4453-A0FB-95494AEDD05E}" srcId="{839EA0FC-B199-4141-9299-2BB6A8C28BD4}" destId="{10A91357-65C2-4C4D-92BF-72551C4737C4}" srcOrd="2" destOrd="0" parTransId="{A48A2FF9-00C8-4BB9-82B0-E263AE21D75F}" sibTransId="{74637D53-5DA3-4F92-9023-FEC76F76F965}"/>
    <dgm:cxn modelId="{4A510913-B681-4219-9E51-84C39142CB23}" type="presParOf" srcId="{B43597F2-79F6-4B85-842B-90518EEC4243}" destId="{D801F45A-B837-40D4-BF11-68AC462B84B7}" srcOrd="0" destOrd="0" presId="urn:microsoft.com/office/officeart/2009/3/layout/CircleRelationship"/>
    <dgm:cxn modelId="{ED8D3BD6-891F-464D-8B4B-2BE68500688A}" type="presParOf" srcId="{B43597F2-79F6-4B85-842B-90518EEC4243}" destId="{BB1C4C9F-5170-472F-84B9-B76AC54709D3}" srcOrd="1" destOrd="0" presId="urn:microsoft.com/office/officeart/2009/3/layout/CircleRelationship"/>
    <dgm:cxn modelId="{08E3FDE2-2E9B-48EE-8ED5-40C76D2DA55F}" type="presParOf" srcId="{B43597F2-79F6-4B85-842B-90518EEC4243}" destId="{4EDDBA74-434A-4A20-8301-3728E021AC5E}" srcOrd="2" destOrd="0" presId="urn:microsoft.com/office/officeart/2009/3/layout/CircleRelationship"/>
    <dgm:cxn modelId="{D84E1D70-876E-4870-B5EA-4EA062FEB3AE}" type="presParOf" srcId="{B43597F2-79F6-4B85-842B-90518EEC4243}" destId="{F4C6524D-5A18-4938-95AB-EE918F3052B8}" srcOrd="3" destOrd="0" presId="urn:microsoft.com/office/officeart/2009/3/layout/CircleRelationship"/>
    <dgm:cxn modelId="{4551AAB5-F7C4-4302-9578-3631D7AC8E57}" type="presParOf" srcId="{B43597F2-79F6-4B85-842B-90518EEC4243}" destId="{9D85DF71-CC29-4873-A71C-963F54AF05E3}" srcOrd="4" destOrd="0" presId="urn:microsoft.com/office/officeart/2009/3/layout/CircleRelationship"/>
    <dgm:cxn modelId="{4D4D5550-2C19-42E8-B76F-30F98A76CDC9}" type="presParOf" srcId="{B43597F2-79F6-4B85-842B-90518EEC4243}" destId="{A1FB37CF-0943-4FD3-8F7F-F52059482F8F}" srcOrd="5" destOrd="0" presId="urn:microsoft.com/office/officeart/2009/3/layout/CircleRelationship"/>
    <dgm:cxn modelId="{F7F60514-DB25-4C34-986D-9346EFF8425C}" type="presParOf" srcId="{B43597F2-79F6-4B85-842B-90518EEC4243}" destId="{420E464C-247F-4944-B501-35848BC4D785}" srcOrd="6" destOrd="0" presId="urn:microsoft.com/office/officeart/2009/3/layout/CircleRelationship"/>
    <dgm:cxn modelId="{3F768C11-7B83-4D1F-9B01-74F9C7CF4457}" type="presParOf" srcId="{B43597F2-79F6-4B85-842B-90518EEC4243}" destId="{BED6706E-6397-480C-AD04-8BF1FFF4AD44}" srcOrd="7" destOrd="0" presId="urn:microsoft.com/office/officeart/2009/3/layout/CircleRelationship"/>
    <dgm:cxn modelId="{CB32F150-F733-466B-BD6D-596F153FC2D3}" type="presParOf" srcId="{B43597F2-79F6-4B85-842B-90518EEC4243}" destId="{A7D8CB11-58AB-4E99-8002-97CC51A16BA3}" srcOrd="8" destOrd="0" presId="urn:microsoft.com/office/officeart/2009/3/layout/CircleRelationship"/>
    <dgm:cxn modelId="{C334DEA5-B9B9-450F-A467-DDA3FAF2CD19}" type="presParOf" srcId="{A7D8CB11-58AB-4E99-8002-97CC51A16BA3}" destId="{FB6A76B1-4925-4E2C-9E07-FB944A485301}" srcOrd="0" destOrd="0" presId="urn:microsoft.com/office/officeart/2009/3/layout/CircleRelationship"/>
    <dgm:cxn modelId="{59179B6D-49D8-44F6-9960-681D1E548F13}" type="presParOf" srcId="{B43597F2-79F6-4B85-842B-90518EEC4243}" destId="{28DFFB20-335C-453F-B8F1-E952721BD25B}" srcOrd="9" destOrd="0" presId="urn:microsoft.com/office/officeart/2009/3/layout/CircleRelationship"/>
    <dgm:cxn modelId="{A10E2A40-D958-4436-B514-F675F515DF50}" type="presParOf" srcId="{28DFFB20-335C-453F-B8F1-E952721BD25B}" destId="{B8886E2B-9DD2-4F42-9D1C-4B76ACD278F4}" srcOrd="0" destOrd="0" presId="urn:microsoft.com/office/officeart/2009/3/layout/CircleRelationship"/>
    <dgm:cxn modelId="{4976194F-0E8D-4700-BCEF-7AF39F1A2257}" type="presParOf" srcId="{B43597F2-79F6-4B85-842B-90518EEC4243}" destId="{07B53A0F-723C-4BB3-94C4-31C089F87265}" srcOrd="10" destOrd="0" presId="urn:microsoft.com/office/officeart/2009/3/layout/CircleRelationship"/>
    <dgm:cxn modelId="{D667A0EA-1D4A-4909-BA20-138201220850}" type="presParOf" srcId="{B43597F2-79F6-4B85-842B-90518EEC4243}" destId="{5C53B8D1-1A5F-4DE2-A2E8-A01C857B79A1}" srcOrd="11" destOrd="0" presId="urn:microsoft.com/office/officeart/2009/3/layout/CircleRelationship"/>
    <dgm:cxn modelId="{0424E78C-D906-4952-988F-A7B4AC491276}" type="presParOf" srcId="{5C53B8D1-1A5F-4DE2-A2E8-A01C857B79A1}" destId="{2FA3C669-D7F3-4B03-8D66-BCF4790BBA9E}" srcOrd="0" destOrd="0" presId="urn:microsoft.com/office/officeart/2009/3/layout/CircleRelationship"/>
    <dgm:cxn modelId="{958401E1-2781-4062-890D-AF9D16733338}" type="presParOf" srcId="{B43597F2-79F6-4B85-842B-90518EEC4243}" destId="{89FFAF55-46C2-428A-B58E-2960B09F0DCD}" srcOrd="12" destOrd="0" presId="urn:microsoft.com/office/officeart/2009/3/layout/CircleRelationship"/>
    <dgm:cxn modelId="{ECD4DD07-C6E9-4B48-9DF2-27E821886141}" type="presParOf" srcId="{89FFAF55-46C2-428A-B58E-2960B09F0DCD}" destId="{B094D143-B196-4D21-BFA7-371D4C8553B1}" srcOrd="0" destOrd="0" presId="urn:microsoft.com/office/officeart/2009/3/layout/CircleRelationship"/>
    <dgm:cxn modelId="{43FE779C-5171-4669-B6E8-8E7C105E6735}" type="presParOf" srcId="{B43597F2-79F6-4B85-842B-90518EEC4243}" destId="{71480878-BCAB-47BD-AD56-D6497E020811}" srcOrd="13" destOrd="0" presId="urn:microsoft.com/office/officeart/2009/3/layout/CircleRelationship"/>
    <dgm:cxn modelId="{59833F95-B417-46A7-A6F3-93C3CFE500C1}" type="presParOf" srcId="{71480878-BCAB-47BD-AD56-D6497E020811}" destId="{E773479A-724C-4ED3-AC87-A81A45BA9F79}" srcOrd="0" destOrd="0" presId="urn:microsoft.com/office/officeart/2009/3/layout/CircleRelationship"/>
    <dgm:cxn modelId="{0DA9EABC-0587-4679-98D6-AEDC2838B3C8}" type="presParOf" srcId="{B43597F2-79F6-4B85-842B-90518EEC4243}" destId="{BD0A4642-0248-4323-A734-EA6DC67AEF03}" srcOrd="14" destOrd="0" presId="urn:microsoft.com/office/officeart/2009/3/layout/CircleRelationship"/>
    <dgm:cxn modelId="{BDCB180D-F4AC-46F3-90BF-EDD7A9A15A2A}" type="presParOf" srcId="{B43597F2-79F6-4B85-842B-90518EEC4243}" destId="{5AE0DF84-0796-4D09-AE1A-775043C4E2F9}" srcOrd="15" destOrd="0" presId="urn:microsoft.com/office/officeart/2009/3/layout/CircleRelationship"/>
    <dgm:cxn modelId="{4E5D0EEA-9D18-491A-ABBD-E899D9C4D056}" type="presParOf" srcId="{5AE0DF84-0796-4D09-AE1A-775043C4E2F9}" destId="{DBEB8A39-F390-4720-95F3-A2FCB2625FBD}" srcOrd="0" destOrd="0" presId="urn:microsoft.com/office/officeart/2009/3/layout/CircleRelationshi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445C1E-DD8C-4665-9EBC-094E303FB752}"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es-ES"/>
        </a:p>
      </dgm:t>
    </dgm:pt>
    <dgm:pt modelId="{10A91357-65C2-4C4D-92BF-72551C4737C4}">
      <dgm:prSet phldrT="[Texto]" custT="1"/>
      <dgm:spPr/>
      <dgm:t>
        <a:bodyPr/>
        <a:lstStyle/>
        <a:p>
          <a:r>
            <a:rPr lang="es-AR" sz="2000" dirty="0"/>
            <a:t>Rol del Estado y  Funciones del BCRA</a:t>
          </a:r>
          <a:endParaRPr lang="es-ES" sz="2000" dirty="0"/>
        </a:p>
      </dgm:t>
    </dgm:pt>
    <dgm:pt modelId="{A48A2FF9-00C8-4BB9-82B0-E263AE21D75F}" type="parTrans" cxnId="{E9CC19FE-5133-4453-A0FB-95494AEDD05E}">
      <dgm:prSet/>
      <dgm:spPr/>
      <dgm:t>
        <a:bodyPr/>
        <a:lstStyle/>
        <a:p>
          <a:endParaRPr lang="es-ES"/>
        </a:p>
      </dgm:t>
    </dgm:pt>
    <dgm:pt modelId="{74637D53-5DA3-4F92-9023-FEC76F76F965}" type="sibTrans" cxnId="{E9CC19FE-5133-4453-A0FB-95494AEDD05E}">
      <dgm:prSet/>
      <dgm:spPr/>
      <dgm:t>
        <a:bodyPr/>
        <a:lstStyle/>
        <a:p>
          <a:endParaRPr lang="es-ES"/>
        </a:p>
      </dgm:t>
    </dgm:pt>
    <dgm:pt modelId="{E7C41282-1109-4620-B021-BEBA491E935E}">
      <dgm:prSet custT="1"/>
      <dgm:spPr/>
      <dgm:t>
        <a:bodyPr/>
        <a:lstStyle/>
        <a:p>
          <a:r>
            <a:rPr lang="es-AR" sz="2000" dirty="0"/>
            <a:t>Surgimiento de los nacionalismos</a:t>
          </a:r>
          <a:endParaRPr lang="es-ES" sz="2000" dirty="0"/>
        </a:p>
      </dgm:t>
    </dgm:pt>
    <dgm:pt modelId="{C2F6A3A4-1B2F-4B6A-9488-F4715186FA69}" type="parTrans" cxnId="{FAA34174-024F-4F53-9CCE-FF7239E6F72F}">
      <dgm:prSet/>
      <dgm:spPr/>
      <dgm:t>
        <a:bodyPr/>
        <a:lstStyle/>
        <a:p>
          <a:endParaRPr lang="es-ES"/>
        </a:p>
      </dgm:t>
    </dgm:pt>
    <dgm:pt modelId="{6EEA526F-1D12-4BA8-A75D-8D8ADE025C4F}" type="sibTrans" cxnId="{FAA34174-024F-4F53-9CCE-FF7239E6F72F}">
      <dgm:prSet/>
      <dgm:spPr/>
      <dgm:t>
        <a:bodyPr/>
        <a:lstStyle/>
        <a:p>
          <a:endParaRPr lang="es-ES"/>
        </a:p>
      </dgm:t>
    </dgm:pt>
    <dgm:pt modelId="{08FA3D36-7CBB-4C39-8627-E6CDF067E7F4}">
      <dgm:prSet custT="1"/>
      <dgm:spPr/>
      <dgm:t>
        <a:bodyPr/>
        <a:lstStyle/>
        <a:p>
          <a:r>
            <a:rPr lang="es-AR" sz="2000" dirty="0"/>
            <a:t>INTERVENCIONISMO “ESTABA DE MODA”</a:t>
          </a:r>
          <a:endParaRPr lang="es-ES" sz="2000" dirty="0"/>
        </a:p>
      </dgm:t>
    </dgm:pt>
    <dgm:pt modelId="{9266A9F3-B8C8-449E-B82A-F530EFF3B46B}" type="parTrans" cxnId="{ED68545E-AFA3-4CEC-92C2-60158A6E7980}">
      <dgm:prSet/>
      <dgm:spPr/>
      <dgm:t>
        <a:bodyPr/>
        <a:lstStyle/>
        <a:p>
          <a:endParaRPr lang="es-ES"/>
        </a:p>
      </dgm:t>
    </dgm:pt>
    <dgm:pt modelId="{CA26D7A9-AD0A-47CF-84E9-EC7381D7ACB9}" type="sibTrans" cxnId="{ED68545E-AFA3-4CEC-92C2-60158A6E7980}">
      <dgm:prSet/>
      <dgm:spPr/>
      <dgm:t>
        <a:bodyPr/>
        <a:lstStyle/>
        <a:p>
          <a:endParaRPr lang="es-ES"/>
        </a:p>
      </dgm:t>
    </dgm:pt>
    <dgm:pt modelId="{839EA0FC-B199-4141-9299-2BB6A8C28BD4}">
      <dgm:prSet phldrT="[Texto]" custT="1"/>
      <dgm:spPr>
        <a:solidFill>
          <a:srgbClr val="4472C4">
            <a:lumMod val="50000"/>
          </a:srgbClr>
        </a:solidFill>
        <a:ln w="12700" cap="flat" cmpd="sng" algn="ctr">
          <a:solidFill>
            <a:prstClr val="white">
              <a:hueOff val="0"/>
              <a:satOff val="0"/>
              <a:lumOff val="0"/>
              <a:alphaOff val="0"/>
            </a:prstClr>
          </a:solidFill>
          <a:prstDash val="solid"/>
          <a:miter lim="800000"/>
        </a:ln>
        <a:effectLst/>
      </dgm:spPr>
      <dgm:t>
        <a:bodyPr spcFirstLastPara="0" vert="horz" wrap="square" lIns="91440" tIns="91440" rIns="91440" bIns="91440" numCol="1" spcCol="1270" anchor="ctr" anchorCtr="0"/>
        <a:lstStyle/>
        <a:p>
          <a:pPr marL="0" lvl="0" indent="0" algn="ctr" defTabSz="1066800">
            <a:lnSpc>
              <a:spcPct val="90000"/>
            </a:lnSpc>
            <a:spcBef>
              <a:spcPct val="0"/>
            </a:spcBef>
            <a:spcAft>
              <a:spcPct val="35000"/>
            </a:spcAft>
            <a:buNone/>
          </a:pPr>
          <a:r>
            <a:rPr lang="es-AR" sz="4400" b="1" i="0" kern="1200" dirty="0">
              <a:solidFill>
                <a:prstClr val="white"/>
              </a:solidFill>
              <a:latin typeface="Calibri" panose="020F0502020204030204"/>
              <a:ea typeface="+mn-ea"/>
              <a:cs typeface="+mn-cs"/>
            </a:rPr>
            <a:t>TENER EN CUENTA</a:t>
          </a:r>
          <a:endParaRPr lang="es-ES" sz="4400" b="1" i="0" kern="1200" dirty="0">
            <a:solidFill>
              <a:prstClr val="white"/>
            </a:solidFill>
            <a:latin typeface="Calibri" panose="020F0502020204030204"/>
            <a:ea typeface="+mn-ea"/>
            <a:cs typeface="+mn-cs"/>
          </a:endParaRPr>
        </a:p>
      </dgm:t>
    </dgm:pt>
    <dgm:pt modelId="{5388FC6C-94E2-412F-A62A-678BDC58B28B}" type="sibTrans" cxnId="{C64F8E86-9DFC-4BFF-BCE1-41434A10EAC6}">
      <dgm:prSet/>
      <dgm:spPr/>
      <dgm:t>
        <a:bodyPr/>
        <a:lstStyle/>
        <a:p>
          <a:endParaRPr lang="es-ES"/>
        </a:p>
      </dgm:t>
    </dgm:pt>
    <dgm:pt modelId="{92DAD51C-BAB8-421E-B721-DA6C8C624B20}" type="parTrans" cxnId="{C64F8E86-9DFC-4BFF-BCE1-41434A10EAC6}">
      <dgm:prSet/>
      <dgm:spPr/>
      <dgm:t>
        <a:bodyPr/>
        <a:lstStyle/>
        <a:p>
          <a:endParaRPr lang="es-ES"/>
        </a:p>
      </dgm:t>
    </dgm:pt>
    <dgm:pt modelId="{B43597F2-79F6-4B85-842B-90518EEC4243}" type="pres">
      <dgm:prSet presAssocID="{75445C1E-DD8C-4665-9EBC-094E303FB752}" presName="Name0" presStyleCnt="0">
        <dgm:presLayoutVars>
          <dgm:chMax val="1"/>
          <dgm:chPref val="1"/>
        </dgm:presLayoutVars>
      </dgm:prSet>
      <dgm:spPr/>
    </dgm:pt>
    <dgm:pt modelId="{D801F45A-B837-40D4-BF11-68AC462B84B7}" type="pres">
      <dgm:prSet presAssocID="{839EA0FC-B199-4141-9299-2BB6A8C28BD4}" presName="Parent" presStyleLbl="node0" presStyleIdx="0" presStyleCnt="1" custScaleX="76862" custScaleY="76862" custLinFactNeighborX="18893" custLinFactNeighborY="14313">
        <dgm:presLayoutVars>
          <dgm:chMax val="5"/>
          <dgm:chPref val="5"/>
        </dgm:presLayoutVars>
      </dgm:prSet>
      <dgm:spPr>
        <a:xfrm>
          <a:off x="3117452" y="1710007"/>
          <a:ext cx="3426277" cy="3426662"/>
        </a:xfrm>
        <a:prstGeom prst="ellipse">
          <a:avLst/>
        </a:prstGeom>
      </dgm:spPr>
    </dgm:pt>
    <dgm:pt modelId="{BB1C4C9F-5170-472F-84B9-B76AC54709D3}" type="pres">
      <dgm:prSet presAssocID="{839EA0FC-B199-4141-9299-2BB6A8C28BD4}" presName="Accent1" presStyleLbl="node1" presStyleIdx="0" presStyleCnt="15"/>
      <dgm:spPr/>
    </dgm:pt>
    <dgm:pt modelId="{4EDDBA74-434A-4A20-8301-3728E021AC5E}" type="pres">
      <dgm:prSet presAssocID="{839EA0FC-B199-4141-9299-2BB6A8C28BD4}" presName="Accent2" presStyleLbl="node1" presStyleIdx="1" presStyleCnt="15"/>
      <dgm:spPr/>
    </dgm:pt>
    <dgm:pt modelId="{F4C6524D-5A18-4938-95AB-EE918F3052B8}" type="pres">
      <dgm:prSet presAssocID="{839EA0FC-B199-4141-9299-2BB6A8C28BD4}" presName="Accent3" presStyleLbl="node1" presStyleIdx="2" presStyleCnt="15"/>
      <dgm:spPr/>
    </dgm:pt>
    <dgm:pt modelId="{9D85DF71-CC29-4873-A71C-963F54AF05E3}" type="pres">
      <dgm:prSet presAssocID="{839EA0FC-B199-4141-9299-2BB6A8C28BD4}" presName="Accent4" presStyleLbl="node1" presStyleIdx="3" presStyleCnt="15"/>
      <dgm:spPr/>
    </dgm:pt>
    <dgm:pt modelId="{A1FB37CF-0943-4FD3-8F7F-F52059482F8F}" type="pres">
      <dgm:prSet presAssocID="{839EA0FC-B199-4141-9299-2BB6A8C28BD4}" presName="Accent5" presStyleLbl="node1" presStyleIdx="4" presStyleCnt="15"/>
      <dgm:spPr/>
    </dgm:pt>
    <dgm:pt modelId="{420E464C-247F-4944-B501-35848BC4D785}" type="pres">
      <dgm:prSet presAssocID="{839EA0FC-B199-4141-9299-2BB6A8C28BD4}" presName="Accent6" presStyleLbl="node1" presStyleIdx="5" presStyleCnt="15"/>
      <dgm:spPr/>
    </dgm:pt>
    <dgm:pt modelId="{BED6706E-6397-480C-AD04-8BF1FFF4AD44}" type="pres">
      <dgm:prSet presAssocID="{08FA3D36-7CBB-4C39-8627-E6CDF067E7F4}" presName="Child1" presStyleLbl="node1" presStyleIdx="6" presStyleCnt="15" custScaleX="180285" custScaleY="132698" custLinFactNeighborX="36561" custLinFactNeighborY="-28357">
        <dgm:presLayoutVars>
          <dgm:chMax val="0"/>
          <dgm:chPref val="0"/>
        </dgm:presLayoutVars>
      </dgm:prSet>
      <dgm:spPr/>
    </dgm:pt>
    <dgm:pt modelId="{A7D8CB11-58AB-4E99-8002-97CC51A16BA3}" type="pres">
      <dgm:prSet presAssocID="{08FA3D36-7CBB-4C39-8627-E6CDF067E7F4}" presName="Accent7" presStyleCnt="0"/>
      <dgm:spPr/>
    </dgm:pt>
    <dgm:pt modelId="{FB6A76B1-4925-4E2C-9E07-FB944A485301}" type="pres">
      <dgm:prSet presAssocID="{08FA3D36-7CBB-4C39-8627-E6CDF067E7F4}" presName="AccentHold1" presStyleLbl="node1" presStyleIdx="7" presStyleCnt="15"/>
      <dgm:spPr/>
    </dgm:pt>
    <dgm:pt modelId="{28DFFB20-335C-453F-B8F1-E952721BD25B}" type="pres">
      <dgm:prSet presAssocID="{08FA3D36-7CBB-4C39-8627-E6CDF067E7F4}" presName="Accent8" presStyleCnt="0"/>
      <dgm:spPr/>
    </dgm:pt>
    <dgm:pt modelId="{B8886E2B-9DD2-4F42-9D1C-4B76ACD278F4}" type="pres">
      <dgm:prSet presAssocID="{08FA3D36-7CBB-4C39-8627-E6CDF067E7F4}" presName="AccentHold2" presStyleLbl="node1" presStyleIdx="8" presStyleCnt="15"/>
      <dgm:spPr/>
    </dgm:pt>
    <dgm:pt modelId="{07B53A0F-723C-4BB3-94C4-31C089F87265}" type="pres">
      <dgm:prSet presAssocID="{E7C41282-1109-4620-B021-BEBA491E935E}" presName="Child2" presStyleLbl="node1" presStyleIdx="9" presStyleCnt="15" custScaleX="158195" custScaleY="124953">
        <dgm:presLayoutVars>
          <dgm:chMax val="0"/>
          <dgm:chPref val="0"/>
        </dgm:presLayoutVars>
      </dgm:prSet>
      <dgm:spPr/>
    </dgm:pt>
    <dgm:pt modelId="{5C53B8D1-1A5F-4DE2-A2E8-A01C857B79A1}" type="pres">
      <dgm:prSet presAssocID="{E7C41282-1109-4620-B021-BEBA491E935E}" presName="Accent9" presStyleCnt="0"/>
      <dgm:spPr/>
    </dgm:pt>
    <dgm:pt modelId="{2FA3C669-D7F3-4B03-8D66-BCF4790BBA9E}" type="pres">
      <dgm:prSet presAssocID="{E7C41282-1109-4620-B021-BEBA491E935E}" presName="AccentHold1" presStyleLbl="node1" presStyleIdx="10" presStyleCnt="15"/>
      <dgm:spPr/>
    </dgm:pt>
    <dgm:pt modelId="{89FFAF55-46C2-428A-B58E-2960B09F0DCD}" type="pres">
      <dgm:prSet presAssocID="{E7C41282-1109-4620-B021-BEBA491E935E}" presName="Accent10" presStyleCnt="0"/>
      <dgm:spPr/>
    </dgm:pt>
    <dgm:pt modelId="{B094D143-B196-4D21-BFA7-371D4C8553B1}" type="pres">
      <dgm:prSet presAssocID="{E7C41282-1109-4620-B021-BEBA491E935E}" presName="AccentHold2" presStyleLbl="node1" presStyleIdx="11" presStyleCnt="15"/>
      <dgm:spPr/>
    </dgm:pt>
    <dgm:pt modelId="{71480878-BCAB-47BD-AD56-D6497E020811}" type="pres">
      <dgm:prSet presAssocID="{E7C41282-1109-4620-B021-BEBA491E935E}" presName="Accent11" presStyleCnt="0"/>
      <dgm:spPr/>
    </dgm:pt>
    <dgm:pt modelId="{E773479A-724C-4ED3-AC87-A81A45BA9F79}" type="pres">
      <dgm:prSet presAssocID="{E7C41282-1109-4620-B021-BEBA491E935E}" presName="AccentHold3" presStyleLbl="node1" presStyleIdx="12" presStyleCnt="15"/>
      <dgm:spPr/>
    </dgm:pt>
    <dgm:pt modelId="{BD0A4642-0248-4323-A734-EA6DC67AEF03}" type="pres">
      <dgm:prSet presAssocID="{10A91357-65C2-4C4D-92BF-72551C4737C4}" presName="Child3" presStyleLbl="node1" presStyleIdx="13" presStyleCnt="15" custScaleX="118274" custScaleY="118274" custLinFactNeighborX="-37292" custLinFactNeighborY="10239">
        <dgm:presLayoutVars>
          <dgm:chMax val="0"/>
          <dgm:chPref val="0"/>
        </dgm:presLayoutVars>
      </dgm:prSet>
      <dgm:spPr/>
    </dgm:pt>
    <dgm:pt modelId="{5AE0DF84-0796-4D09-AE1A-775043C4E2F9}" type="pres">
      <dgm:prSet presAssocID="{10A91357-65C2-4C4D-92BF-72551C4737C4}" presName="Accent12" presStyleCnt="0"/>
      <dgm:spPr/>
    </dgm:pt>
    <dgm:pt modelId="{DBEB8A39-F390-4720-95F3-A2FCB2625FBD}" type="pres">
      <dgm:prSet presAssocID="{10A91357-65C2-4C4D-92BF-72551C4737C4}" presName="AccentHold1" presStyleLbl="node1" presStyleIdx="14" presStyleCnt="15"/>
      <dgm:spPr/>
    </dgm:pt>
  </dgm:ptLst>
  <dgm:cxnLst>
    <dgm:cxn modelId="{ED68545E-AFA3-4CEC-92C2-60158A6E7980}" srcId="{839EA0FC-B199-4141-9299-2BB6A8C28BD4}" destId="{08FA3D36-7CBB-4C39-8627-E6CDF067E7F4}" srcOrd="0" destOrd="0" parTransId="{9266A9F3-B8C8-449E-B82A-F530EFF3B46B}" sibTransId="{CA26D7A9-AD0A-47CF-84E9-EC7381D7ACB9}"/>
    <dgm:cxn modelId="{FAA34174-024F-4F53-9CCE-FF7239E6F72F}" srcId="{839EA0FC-B199-4141-9299-2BB6A8C28BD4}" destId="{E7C41282-1109-4620-B021-BEBA491E935E}" srcOrd="1" destOrd="0" parTransId="{C2F6A3A4-1B2F-4B6A-9488-F4715186FA69}" sibTransId="{6EEA526F-1D12-4BA8-A75D-8D8ADE025C4F}"/>
    <dgm:cxn modelId="{2882FC54-CA1E-4866-AA3A-B8E11D8A7740}" type="presOf" srcId="{10A91357-65C2-4C4D-92BF-72551C4737C4}" destId="{BD0A4642-0248-4323-A734-EA6DC67AEF03}" srcOrd="0" destOrd="0" presId="urn:microsoft.com/office/officeart/2009/3/layout/CircleRelationship"/>
    <dgm:cxn modelId="{4A02037C-8F97-42BA-921A-FB4C960D79FD}" type="presOf" srcId="{E7C41282-1109-4620-B021-BEBA491E935E}" destId="{07B53A0F-723C-4BB3-94C4-31C089F87265}" srcOrd="0" destOrd="0" presId="urn:microsoft.com/office/officeart/2009/3/layout/CircleRelationship"/>
    <dgm:cxn modelId="{C64F8E86-9DFC-4BFF-BCE1-41434A10EAC6}" srcId="{75445C1E-DD8C-4665-9EBC-094E303FB752}" destId="{839EA0FC-B199-4141-9299-2BB6A8C28BD4}" srcOrd="0" destOrd="0" parTransId="{92DAD51C-BAB8-421E-B721-DA6C8C624B20}" sibTransId="{5388FC6C-94E2-412F-A62A-678BDC58B28B}"/>
    <dgm:cxn modelId="{F9228898-2A07-4690-A4AA-173AC74925F1}" type="presOf" srcId="{839EA0FC-B199-4141-9299-2BB6A8C28BD4}" destId="{D801F45A-B837-40D4-BF11-68AC462B84B7}" srcOrd="0" destOrd="0" presId="urn:microsoft.com/office/officeart/2009/3/layout/CircleRelationship"/>
    <dgm:cxn modelId="{E8AD8FD9-2547-4EAD-800A-66761C14E00F}" type="presOf" srcId="{08FA3D36-7CBB-4C39-8627-E6CDF067E7F4}" destId="{BED6706E-6397-480C-AD04-8BF1FFF4AD44}" srcOrd="0" destOrd="0" presId="urn:microsoft.com/office/officeart/2009/3/layout/CircleRelationship"/>
    <dgm:cxn modelId="{92189DED-3189-4E73-A752-0E52DDF474B7}" type="presOf" srcId="{75445C1E-DD8C-4665-9EBC-094E303FB752}" destId="{B43597F2-79F6-4B85-842B-90518EEC4243}" srcOrd="0" destOrd="0" presId="urn:microsoft.com/office/officeart/2009/3/layout/CircleRelationship"/>
    <dgm:cxn modelId="{E9CC19FE-5133-4453-A0FB-95494AEDD05E}" srcId="{839EA0FC-B199-4141-9299-2BB6A8C28BD4}" destId="{10A91357-65C2-4C4D-92BF-72551C4737C4}" srcOrd="2" destOrd="0" parTransId="{A48A2FF9-00C8-4BB9-82B0-E263AE21D75F}" sibTransId="{74637D53-5DA3-4F92-9023-FEC76F76F965}"/>
    <dgm:cxn modelId="{4A510913-B681-4219-9E51-84C39142CB23}" type="presParOf" srcId="{B43597F2-79F6-4B85-842B-90518EEC4243}" destId="{D801F45A-B837-40D4-BF11-68AC462B84B7}" srcOrd="0" destOrd="0" presId="urn:microsoft.com/office/officeart/2009/3/layout/CircleRelationship"/>
    <dgm:cxn modelId="{ED8D3BD6-891F-464D-8B4B-2BE68500688A}" type="presParOf" srcId="{B43597F2-79F6-4B85-842B-90518EEC4243}" destId="{BB1C4C9F-5170-472F-84B9-B76AC54709D3}" srcOrd="1" destOrd="0" presId="urn:microsoft.com/office/officeart/2009/3/layout/CircleRelationship"/>
    <dgm:cxn modelId="{08E3FDE2-2E9B-48EE-8ED5-40C76D2DA55F}" type="presParOf" srcId="{B43597F2-79F6-4B85-842B-90518EEC4243}" destId="{4EDDBA74-434A-4A20-8301-3728E021AC5E}" srcOrd="2" destOrd="0" presId="urn:microsoft.com/office/officeart/2009/3/layout/CircleRelationship"/>
    <dgm:cxn modelId="{D84E1D70-876E-4870-B5EA-4EA062FEB3AE}" type="presParOf" srcId="{B43597F2-79F6-4B85-842B-90518EEC4243}" destId="{F4C6524D-5A18-4938-95AB-EE918F3052B8}" srcOrd="3" destOrd="0" presId="urn:microsoft.com/office/officeart/2009/3/layout/CircleRelationship"/>
    <dgm:cxn modelId="{4551AAB5-F7C4-4302-9578-3631D7AC8E57}" type="presParOf" srcId="{B43597F2-79F6-4B85-842B-90518EEC4243}" destId="{9D85DF71-CC29-4873-A71C-963F54AF05E3}" srcOrd="4" destOrd="0" presId="urn:microsoft.com/office/officeart/2009/3/layout/CircleRelationship"/>
    <dgm:cxn modelId="{4D4D5550-2C19-42E8-B76F-30F98A76CDC9}" type="presParOf" srcId="{B43597F2-79F6-4B85-842B-90518EEC4243}" destId="{A1FB37CF-0943-4FD3-8F7F-F52059482F8F}" srcOrd="5" destOrd="0" presId="urn:microsoft.com/office/officeart/2009/3/layout/CircleRelationship"/>
    <dgm:cxn modelId="{F7F60514-DB25-4C34-986D-9346EFF8425C}" type="presParOf" srcId="{B43597F2-79F6-4B85-842B-90518EEC4243}" destId="{420E464C-247F-4944-B501-35848BC4D785}" srcOrd="6" destOrd="0" presId="urn:microsoft.com/office/officeart/2009/3/layout/CircleRelationship"/>
    <dgm:cxn modelId="{3F768C11-7B83-4D1F-9B01-74F9C7CF4457}" type="presParOf" srcId="{B43597F2-79F6-4B85-842B-90518EEC4243}" destId="{BED6706E-6397-480C-AD04-8BF1FFF4AD44}" srcOrd="7" destOrd="0" presId="urn:microsoft.com/office/officeart/2009/3/layout/CircleRelationship"/>
    <dgm:cxn modelId="{CB32F150-F733-466B-BD6D-596F153FC2D3}" type="presParOf" srcId="{B43597F2-79F6-4B85-842B-90518EEC4243}" destId="{A7D8CB11-58AB-4E99-8002-97CC51A16BA3}" srcOrd="8" destOrd="0" presId="urn:microsoft.com/office/officeart/2009/3/layout/CircleRelationship"/>
    <dgm:cxn modelId="{C334DEA5-B9B9-450F-A467-DDA3FAF2CD19}" type="presParOf" srcId="{A7D8CB11-58AB-4E99-8002-97CC51A16BA3}" destId="{FB6A76B1-4925-4E2C-9E07-FB944A485301}" srcOrd="0" destOrd="0" presId="urn:microsoft.com/office/officeart/2009/3/layout/CircleRelationship"/>
    <dgm:cxn modelId="{59179B6D-49D8-44F6-9960-681D1E548F13}" type="presParOf" srcId="{B43597F2-79F6-4B85-842B-90518EEC4243}" destId="{28DFFB20-335C-453F-B8F1-E952721BD25B}" srcOrd="9" destOrd="0" presId="urn:microsoft.com/office/officeart/2009/3/layout/CircleRelationship"/>
    <dgm:cxn modelId="{A10E2A40-D958-4436-B514-F675F515DF50}" type="presParOf" srcId="{28DFFB20-335C-453F-B8F1-E952721BD25B}" destId="{B8886E2B-9DD2-4F42-9D1C-4B76ACD278F4}" srcOrd="0" destOrd="0" presId="urn:microsoft.com/office/officeart/2009/3/layout/CircleRelationship"/>
    <dgm:cxn modelId="{4976194F-0E8D-4700-BCEF-7AF39F1A2257}" type="presParOf" srcId="{B43597F2-79F6-4B85-842B-90518EEC4243}" destId="{07B53A0F-723C-4BB3-94C4-31C089F87265}" srcOrd="10" destOrd="0" presId="urn:microsoft.com/office/officeart/2009/3/layout/CircleRelationship"/>
    <dgm:cxn modelId="{D667A0EA-1D4A-4909-BA20-138201220850}" type="presParOf" srcId="{B43597F2-79F6-4B85-842B-90518EEC4243}" destId="{5C53B8D1-1A5F-4DE2-A2E8-A01C857B79A1}" srcOrd="11" destOrd="0" presId="urn:microsoft.com/office/officeart/2009/3/layout/CircleRelationship"/>
    <dgm:cxn modelId="{0424E78C-D906-4952-988F-A7B4AC491276}" type="presParOf" srcId="{5C53B8D1-1A5F-4DE2-A2E8-A01C857B79A1}" destId="{2FA3C669-D7F3-4B03-8D66-BCF4790BBA9E}" srcOrd="0" destOrd="0" presId="urn:microsoft.com/office/officeart/2009/3/layout/CircleRelationship"/>
    <dgm:cxn modelId="{958401E1-2781-4062-890D-AF9D16733338}" type="presParOf" srcId="{B43597F2-79F6-4B85-842B-90518EEC4243}" destId="{89FFAF55-46C2-428A-B58E-2960B09F0DCD}" srcOrd="12" destOrd="0" presId="urn:microsoft.com/office/officeart/2009/3/layout/CircleRelationship"/>
    <dgm:cxn modelId="{ECD4DD07-C6E9-4B48-9DF2-27E821886141}" type="presParOf" srcId="{89FFAF55-46C2-428A-B58E-2960B09F0DCD}" destId="{B094D143-B196-4D21-BFA7-371D4C8553B1}" srcOrd="0" destOrd="0" presId="urn:microsoft.com/office/officeart/2009/3/layout/CircleRelationship"/>
    <dgm:cxn modelId="{43FE779C-5171-4669-B6E8-8E7C105E6735}" type="presParOf" srcId="{B43597F2-79F6-4B85-842B-90518EEC4243}" destId="{71480878-BCAB-47BD-AD56-D6497E020811}" srcOrd="13" destOrd="0" presId="urn:microsoft.com/office/officeart/2009/3/layout/CircleRelationship"/>
    <dgm:cxn modelId="{59833F95-B417-46A7-A6F3-93C3CFE500C1}" type="presParOf" srcId="{71480878-BCAB-47BD-AD56-D6497E020811}" destId="{E773479A-724C-4ED3-AC87-A81A45BA9F79}" srcOrd="0" destOrd="0" presId="urn:microsoft.com/office/officeart/2009/3/layout/CircleRelationship"/>
    <dgm:cxn modelId="{0DA9EABC-0587-4679-98D6-AEDC2838B3C8}" type="presParOf" srcId="{B43597F2-79F6-4B85-842B-90518EEC4243}" destId="{BD0A4642-0248-4323-A734-EA6DC67AEF03}" srcOrd="14" destOrd="0" presId="urn:microsoft.com/office/officeart/2009/3/layout/CircleRelationship"/>
    <dgm:cxn modelId="{BDCB180D-F4AC-46F3-90BF-EDD7A9A15A2A}" type="presParOf" srcId="{B43597F2-79F6-4B85-842B-90518EEC4243}" destId="{5AE0DF84-0796-4D09-AE1A-775043C4E2F9}" srcOrd="15" destOrd="0" presId="urn:microsoft.com/office/officeart/2009/3/layout/CircleRelationship"/>
    <dgm:cxn modelId="{4E5D0EEA-9D18-491A-ABBD-E899D9C4D056}" type="presParOf" srcId="{5AE0DF84-0796-4D09-AE1A-775043C4E2F9}" destId="{DBEB8A39-F390-4720-95F3-A2FCB2625FBD}" srcOrd="0" destOrd="0" presId="urn:microsoft.com/office/officeart/2009/3/layout/CircleRelationshi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BC19778-4F86-4971-91FE-2EAABA2F7EF2}"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s-ES"/>
        </a:p>
      </dgm:t>
    </dgm:pt>
    <dgm:pt modelId="{18EB4EAE-3CAB-4BAF-8C2B-69B602716E65}">
      <dgm:prSet phldrT="[Texto]"/>
      <dgm:spPr>
        <a:solidFill>
          <a:schemeClr val="accent1">
            <a:lumMod val="50000"/>
          </a:schemeClr>
        </a:solidFill>
      </dgm:spPr>
      <dgm:t>
        <a:bodyPr/>
        <a:lstStyle/>
        <a:p>
          <a:r>
            <a:rPr lang="es-AR" dirty="0"/>
            <a:t>El Plan</a:t>
          </a:r>
          <a:endParaRPr lang="es-ES" dirty="0"/>
        </a:p>
      </dgm:t>
    </dgm:pt>
    <dgm:pt modelId="{4B6435C2-306C-46E2-9D69-ABD49BD7936C}" type="parTrans" cxnId="{DF6D7544-37F6-47D1-8F50-2684AEB0C0BC}">
      <dgm:prSet/>
      <dgm:spPr/>
      <dgm:t>
        <a:bodyPr/>
        <a:lstStyle/>
        <a:p>
          <a:endParaRPr lang="es-ES"/>
        </a:p>
      </dgm:t>
    </dgm:pt>
    <dgm:pt modelId="{A3594B2D-DB5B-42B7-8ECE-783D679085E8}" type="sibTrans" cxnId="{DF6D7544-37F6-47D1-8F50-2684AEB0C0BC}">
      <dgm:prSet/>
      <dgm:spPr/>
      <dgm:t>
        <a:bodyPr/>
        <a:lstStyle/>
        <a:p>
          <a:endParaRPr lang="es-ES"/>
        </a:p>
      </dgm:t>
    </dgm:pt>
    <dgm:pt modelId="{1603B94F-9FC9-4DE4-B4C5-C5CADDC28D04}">
      <dgm:prSet phldrT="[Texto]"/>
      <dgm:spPr/>
      <dgm:t>
        <a:bodyPr/>
        <a:lstStyle/>
        <a:p>
          <a:r>
            <a:rPr lang="es-AR" dirty="0"/>
            <a:t>Industria con economía abierta</a:t>
          </a:r>
          <a:endParaRPr lang="es-ES" dirty="0"/>
        </a:p>
      </dgm:t>
    </dgm:pt>
    <dgm:pt modelId="{246FBE5B-36CF-46A1-A9FA-A6FC08939E27}" type="parTrans" cxnId="{C21FB67E-CD05-44B5-B11A-3EC3B381A8B3}">
      <dgm:prSet/>
      <dgm:spPr/>
      <dgm:t>
        <a:bodyPr/>
        <a:lstStyle/>
        <a:p>
          <a:endParaRPr lang="es-ES"/>
        </a:p>
      </dgm:t>
    </dgm:pt>
    <dgm:pt modelId="{DFAD859E-AAD1-442C-8E1C-496AFF3023ED}" type="sibTrans" cxnId="{C21FB67E-CD05-44B5-B11A-3EC3B381A8B3}">
      <dgm:prSet/>
      <dgm:spPr/>
      <dgm:t>
        <a:bodyPr/>
        <a:lstStyle/>
        <a:p>
          <a:endParaRPr lang="es-ES"/>
        </a:p>
      </dgm:t>
    </dgm:pt>
    <dgm:pt modelId="{1A3FABC3-C19D-447A-9122-C1E332901ABE}">
      <dgm:prSet phldrT="[Texto]"/>
      <dgm:spPr/>
      <dgm:t>
        <a:bodyPr/>
        <a:lstStyle/>
        <a:p>
          <a:r>
            <a:rPr lang="es-AR" dirty="0"/>
            <a:t>Relaciones con EEUU y limítrofes</a:t>
          </a:r>
          <a:endParaRPr lang="es-ES" dirty="0"/>
        </a:p>
      </dgm:t>
    </dgm:pt>
    <dgm:pt modelId="{CA22560B-850E-4BA2-96FF-ACAA488803AE}" type="parTrans" cxnId="{5AC3C4BA-DA65-4705-9FAF-FEBBCEAF413E}">
      <dgm:prSet/>
      <dgm:spPr/>
      <dgm:t>
        <a:bodyPr/>
        <a:lstStyle/>
        <a:p>
          <a:endParaRPr lang="es-ES"/>
        </a:p>
      </dgm:t>
    </dgm:pt>
    <dgm:pt modelId="{4A93BC75-4356-4A33-ACF6-F9D06FD5D696}" type="sibTrans" cxnId="{5AC3C4BA-DA65-4705-9FAF-FEBBCEAF413E}">
      <dgm:prSet/>
      <dgm:spPr/>
      <dgm:t>
        <a:bodyPr/>
        <a:lstStyle/>
        <a:p>
          <a:endParaRPr lang="es-ES"/>
        </a:p>
      </dgm:t>
    </dgm:pt>
    <dgm:pt modelId="{2EED1A52-3368-4215-A7A5-41DF33BB345D}">
      <dgm:prSet phldrT="[Texto]"/>
      <dgm:spPr/>
      <dgm:t>
        <a:bodyPr/>
        <a:lstStyle/>
        <a:p>
          <a:r>
            <a:rPr lang="es-AR" dirty="0"/>
            <a:t>Mercado de Capitales de LP</a:t>
          </a:r>
          <a:endParaRPr lang="es-ES" dirty="0"/>
        </a:p>
      </dgm:t>
    </dgm:pt>
    <dgm:pt modelId="{A1A02B61-C383-4CD4-8719-C966E5CEBCBF}" type="parTrans" cxnId="{78E67A46-2B12-4A97-BF7B-87FEFF6C0FC9}">
      <dgm:prSet/>
      <dgm:spPr/>
      <dgm:t>
        <a:bodyPr/>
        <a:lstStyle/>
        <a:p>
          <a:endParaRPr lang="es-ES"/>
        </a:p>
      </dgm:t>
    </dgm:pt>
    <dgm:pt modelId="{B522725A-67F0-4299-B464-22E76AC350B9}" type="sibTrans" cxnId="{78E67A46-2B12-4A97-BF7B-87FEFF6C0FC9}">
      <dgm:prSet/>
      <dgm:spPr/>
      <dgm:t>
        <a:bodyPr/>
        <a:lstStyle/>
        <a:p>
          <a:endParaRPr lang="es-ES"/>
        </a:p>
      </dgm:t>
    </dgm:pt>
    <dgm:pt modelId="{585D2ADC-DD04-45BF-95F1-B3E141720771}">
      <dgm:prSet phldrT="[Texto]"/>
      <dgm:spPr/>
      <dgm:t>
        <a:bodyPr/>
        <a:lstStyle/>
        <a:p>
          <a:r>
            <a:rPr lang="es-AR" dirty="0"/>
            <a:t>Modificar estrategia de desarrollo</a:t>
          </a:r>
          <a:endParaRPr lang="es-ES" dirty="0"/>
        </a:p>
      </dgm:t>
    </dgm:pt>
    <dgm:pt modelId="{262B68E8-1376-4F7B-85BF-08AA5A5EEFF3}" type="parTrans" cxnId="{D2C9C164-9D82-4EEF-96F3-20461E771AFF}">
      <dgm:prSet/>
      <dgm:spPr/>
      <dgm:t>
        <a:bodyPr/>
        <a:lstStyle/>
        <a:p>
          <a:endParaRPr lang="es-ES"/>
        </a:p>
      </dgm:t>
    </dgm:pt>
    <dgm:pt modelId="{29F04436-7C6F-434A-B86B-5AD2B4CF323E}" type="sibTrans" cxnId="{D2C9C164-9D82-4EEF-96F3-20461E771AFF}">
      <dgm:prSet/>
      <dgm:spPr/>
      <dgm:t>
        <a:bodyPr/>
        <a:lstStyle/>
        <a:p>
          <a:endParaRPr lang="es-ES"/>
        </a:p>
      </dgm:t>
    </dgm:pt>
    <dgm:pt modelId="{05A810DB-EB88-434E-9131-EC45A8278237}" type="pres">
      <dgm:prSet presAssocID="{4BC19778-4F86-4971-91FE-2EAABA2F7EF2}" presName="Name0" presStyleCnt="0">
        <dgm:presLayoutVars>
          <dgm:chMax val="1"/>
          <dgm:dir/>
          <dgm:animLvl val="ctr"/>
          <dgm:resizeHandles val="exact"/>
        </dgm:presLayoutVars>
      </dgm:prSet>
      <dgm:spPr/>
    </dgm:pt>
    <dgm:pt modelId="{8065B082-0383-4B07-AEB8-1D93476DF73E}" type="pres">
      <dgm:prSet presAssocID="{18EB4EAE-3CAB-4BAF-8C2B-69B602716E65}" presName="centerShape" presStyleLbl="node0" presStyleIdx="0" presStyleCnt="1"/>
      <dgm:spPr/>
    </dgm:pt>
    <dgm:pt modelId="{15F771EE-B779-4886-B56E-21F9F1E3E2BD}" type="pres">
      <dgm:prSet presAssocID="{1603B94F-9FC9-4DE4-B4C5-C5CADDC28D04}" presName="node" presStyleLbl="node1" presStyleIdx="0" presStyleCnt="4">
        <dgm:presLayoutVars>
          <dgm:bulletEnabled val="1"/>
        </dgm:presLayoutVars>
      </dgm:prSet>
      <dgm:spPr/>
    </dgm:pt>
    <dgm:pt modelId="{98390E3C-448E-444C-8333-DAB614B5855A}" type="pres">
      <dgm:prSet presAssocID="{1603B94F-9FC9-4DE4-B4C5-C5CADDC28D04}" presName="dummy" presStyleCnt="0"/>
      <dgm:spPr/>
    </dgm:pt>
    <dgm:pt modelId="{21A9862D-92DF-44F0-B81A-311FE498DED7}" type="pres">
      <dgm:prSet presAssocID="{DFAD859E-AAD1-442C-8E1C-496AFF3023ED}" presName="sibTrans" presStyleLbl="sibTrans2D1" presStyleIdx="0" presStyleCnt="4"/>
      <dgm:spPr/>
    </dgm:pt>
    <dgm:pt modelId="{6584B8D6-EB40-4541-B8DB-093BD70BF176}" type="pres">
      <dgm:prSet presAssocID="{1A3FABC3-C19D-447A-9122-C1E332901ABE}" presName="node" presStyleLbl="node1" presStyleIdx="1" presStyleCnt="4">
        <dgm:presLayoutVars>
          <dgm:bulletEnabled val="1"/>
        </dgm:presLayoutVars>
      </dgm:prSet>
      <dgm:spPr/>
    </dgm:pt>
    <dgm:pt modelId="{BE66A3CE-5583-405A-BE00-4A6E231ED2AE}" type="pres">
      <dgm:prSet presAssocID="{1A3FABC3-C19D-447A-9122-C1E332901ABE}" presName="dummy" presStyleCnt="0"/>
      <dgm:spPr/>
    </dgm:pt>
    <dgm:pt modelId="{51CB09B5-CF69-40C4-820E-21ABD6B0AB4C}" type="pres">
      <dgm:prSet presAssocID="{4A93BC75-4356-4A33-ACF6-F9D06FD5D696}" presName="sibTrans" presStyleLbl="sibTrans2D1" presStyleIdx="1" presStyleCnt="4"/>
      <dgm:spPr/>
    </dgm:pt>
    <dgm:pt modelId="{04906F88-5524-40BD-8938-A434C866AB9C}" type="pres">
      <dgm:prSet presAssocID="{2EED1A52-3368-4215-A7A5-41DF33BB345D}" presName="node" presStyleLbl="node1" presStyleIdx="2" presStyleCnt="4">
        <dgm:presLayoutVars>
          <dgm:bulletEnabled val="1"/>
        </dgm:presLayoutVars>
      </dgm:prSet>
      <dgm:spPr/>
    </dgm:pt>
    <dgm:pt modelId="{753C29B6-3A74-4EB2-841E-2262A7543ABF}" type="pres">
      <dgm:prSet presAssocID="{2EED1A52-3368-4215-A7A5-41DF33BB345D}" presName="dummy" presStyleCnt="0"/>
      <dgm:spPr/>
    </dgm:pt>
    <dgm:pt modelId="{0C552FCE-3F8D-41D6-8F2B-68C5AC8B69FA}" type="pres">
      <dgm:prSet presAssocID="{B522725A-67F0-4299-B464-22E76AC350B9}" presName="sibTrans" presStyleLbl="sibTrans2D1" presStyleIdx="2" presStyleCnt="4"/>
      <dgm:spPr/>
    </dgm:pt>
    <dgm:pt modelId="{E695AEC9-BC9D-42B1-8D0B-5D10B7BF88C3}" type="pres">
      <dgm:prSet presAssocID="{585D2ADC-DD04-45BF-95F1-B3E141720771}" presName="node" presStyleLbl="node1" presStyleIdx="3" presStyleCnt="4">
        <dgm:presLayoutVars>
          <dgm:bulletEnabled val="1"/>
        </dgm:presLayoutVars>
      </dgm:prSet>
      <dgm:spPr/>
    </dgm:pt>
    <dgm:pt modelId="{5E1A30C6-B34F-4504-9A5D-FA51933EBB89}" type="pres">
      <dgm:prSet presAssocID="{585D2ADC-DD04-45BF-95F1-B3E141720771}" presName="dummy" presStyleCnt="0"/>
      <dgm:spPr/>
    </dgm:pt>
    <dgm:pt modelId="{BF9FEDF5-CAEF-4502-BAF0-8B6E0BA4CAB5}" type="pres">
      <dgm:prSet presAssocID="{29F04436-7C6F-434A-B86B-5AD2B4CF323E}" presName="sibTrans" presStyleLbl="sibTrans2D1" presStyleIdx="3" presStyleCnt="4"/>
      <dgm:spPr/>
    </dgm:pt>
  </dgm:ptLst>
  <dgm:cxnLst>
    <dgm:cxn modelId="{C922741B-763D-461D-BE32-94301A52BD4D}" type="presOf" srcId="{585D2ADC-DD04-45BF-95F1-B3E141720771}" destId="{E695AEC9-BC9D-42B1-8D0B-5D10B7BF88C3}" srcOrd="0" destOrd="0" presId="urn:microsoft.com/office/officeart/2005/8/layout/radial6"/>
    <dgm:cxn modelId="{61BB0A2F-9754-4991-B1B6-F0C4E20643E3}" type="presOf" srcId="{18EB4EAE-3CAB-4BAF-8C2B-69B602716E65}" destId="{8065B082-0383-4B07-AEB8-1D93476DF73E}" srcOrd="0" destOrd="0" presId="urn:microsoft.com/office/officeart/2005/8/layout/radial6"/>
    <dgm:cxn modelId="{DF6D7544-37F6-47D1-8F50-2684AEB0C0BC}" srcId="{4BC19778-4F86-4971-91FE-2EAABA2F7EF2}" destId="{18EB4EAE-3CAB-4BAF-8C2B-69B602716E65}" srcOrd="0" destOrd="0" parTransId="{4B6435C2-306C-46E2-9D69-ABD49BD7936C}" sibTransId="{A3594B2D-DB5B-42B7-8ECE-783D679085E8}"/>
    <dgm:cxn modelId="{D2C9C164-9D82-4EEF-96F3-20461E771AFF}" srcId="{18EB4EAE-3CAB-4BAF-8C2B-69B602716E65}" destId="{585D2ADC-DD04-45BF-95F1-B3E141720771}" srcOrd="3" destOrd="0" parTransId="{262B68E8-1376-4F7B-85BF-08AA5A5EEFF3}" sibTransId="{29F04436-7C6F-434A-B86B-5AD2B4CF323E}"/>
    <dgm:cxn modelId="{78E67A46-2B12-4A97-BF7B-87FEFF6C0FC9}" srcId="{18EB4EAE-3CAB-4BAF-8C2B-69B602716E65}" destId="{2EED1A52-3368-4215-A7A5-41DF33BB345D}" srcOrd="2" destOrd="0" parTransId="{A1A02B61-C383-4CD4-8719-C966E5CEBCBF}" sibTransId="{B522725A-67F0-4299-B464-22E76AC350B9}"/>
    <dgm:cxn modelId="{70A01447-C563-4E63-985C-855F12EE0D59}" type="presOf" srcId="{2EED1A52-3368-4215-A7A5-41DF33BB345D}" destId="{04906F88-5524-40BD-8938-A434C866AB9C}" srcOrd="0" destOrd="0" presId="urn:microsoft.com/office/officeart/2005/8/layout/radial6"/>
    <dgm:cxn modelId="{D70C246E-1CC8-4869-B175-13378F12F55D}" type="presOf" srcId="{29F04436-7C6F-434A-B86B-5AD2B4CF323E}" destId="{BF9FEDF5-CAEF-4502-BAF0-8B6E0BA4CAB5}" srcOrd="0" destOrd="0" presId="urn:microsoft.com/office/officeart/2005/8/layout/radial6"/>
    <dgm:cxn modelId="{44726153-725D-41B4-A2DE-55426BD605DF}" type="presOf" srcId="{1A3FABC3-C19D-447A-9122-C1E332901ABE}" destId="{6584B8D6-EB40-4541-B8DB-093BD70BF176}" srcOrd="0" destOrd="0" presId="urn:microsoft.com/office/officeart/2005/8/layout/radial6"/>
    <dgm:cxn modelId="{DEF73657-706A-42BA-839D-ABB21351653D}" type="presOf" srcId="{4A93BC75-4356-4A33-ACF6-F9D06FD5D696}" destId="{51CB09B5-CF69-40C4-820E-21ABD6B0AB4C}" srcOrd="0" destOrd="0" presId="urn:microsoft.com/office/officeart/2005/8/layout/radial6"/>
    <dgm:cxn modelId="{D5767E7E-82A9-4AA7-8E4C-9CB4F4DA577C}" type="presOf" srcId="{4BC19778-4F86-4971-91FE-2EAABA2F7EF2}" destId="{05A810DB-EB88-434E-9131-EC45A8278237}" srcOrd="0" destOrd="0" presId="urn:microsoft.com/office/officeart/2005/8/layout/radial6"/>
    <dgm:cxn modelId="{C21FB67E-CD05-44B5-B11A-3EC3B381A8B3}" srcId="{18EB4EAE-3CAB-4BAF-8C2B-69B602716E65}" destId="{1603B94F-9FC9-4DE4-B4C5-C5CADDC28D04}" srcOrd="0" destOrd="0" parTransId="{246FBE5B-36CF-46A1-A9FA-A6FC08939E27}" sibTransId="{DFAD859E-AAD1-442C-8E1C-496AFF3023ED}"/>
    <dgm:cxn modelId="{E04D1184-6576-41A1-8CEA-F0E2A42DC245}" type="presOf" srcId="{1603B94F-9FC9-4DE4-B4C5-C5CADDC28D04}" destId="{15F771EE-B779-4886-B56E-21F9F1E3E2BD}" srcOrd="0" destOrd="0" presId="urn:microsoft.com/office/officeart/2005/8/layout/radial6"/>
    <dgm:cxn modelId="{D4705997-CCF9-4F43-9EA3-0C00B44AD00D}" type="presOf" srcId="{DFAD859E-AAD1-442C-8E1C-496AFF3023ED}" destId="{21A9862D-92DF-44F0-B81A-311FE498DED7}" srcOrd="0" destOrd="0" presId="urn:microsoft.com/office/officeart/2005/8/layout/radial6"/>
    <dgm:cxn modelId="{5AC3C4BA-DA65-4705-9FAF-FEBBCEAF413E}" srcId="{18EB4EAE-3CAB-4BAF-8C2B-69B602716E65}" destId="{1A3FABC3-C19D-447A-9122-C1E332901ABE}" srcOrd="1" destOrd="0" parTransId="{CA22560B-850E-4BA2-96FF-ACAA488803AE}" sibTransId="{4A93BC75-4356-4A33-ACF6-F9D06FD5D696}"/>
    <dgm:cxn modelId="{CF577EBD-C32F-48BB-9B5E-6BB43B505336}" type="presOf" srcId="{B522725A-67F0-4299-B464-22E76AC350B9}" destId="{0C552FCE-3F8D-41D6-8F2B-68C5AC8B69FA}" srcOrd="0" destOrd="0" presId="urn:microsoft.com/office/officeart/2005/8/layout/radial6"/>
    <dgm:cxn modelId="{0472EDEF-4CB9-4DCD-B1D0-5A819A0DB2C8}" type="presParOf" srcId="{05A810DB-EB88-434E-9131-EC45A8278237}" destId="{8065B082-0383-4B07-AEB8-1D93476DF73E}" srcOrd="0" destOrd="0" presId="urn:microsoft.com/office/officeart/2005/8/layout/radial6"/>
    <dgm:cxn modelId="{57813ED1-A6B8-4088-9D7C-1E2A1E04ECDB}" type="presParOf" srcId="{05A810DB-EB88-434E-9131-EC45A8278237}" destId="{15F771EE-B779-4886-B56E-21F9F1E3E2BD}" srcOrd="1" destOrd="0" presId="urn:microsoft.com/office/officeart/2005/8/layout/radial6"/>
    <dgm:cxn modelId="{EBC8E627-AF41-4A43-89F9-1E7361C4B8D3}" type="presParOf" srcId="{05A810DB-EB88-434E-9131-EC45A8278237}" destId="{98390E3C-448E-444C-8333-DAB614B5855A}" srcOrd="2" destOrd="0" presId="urn:microsoft.com/office/officeart/2005/8/layout/radial6"/>
    <dgm:cxn modelId="{6B9808DF-B684-4807-8102-79A091A39897}" type="presParOf" srcId="{05A810DB-EB88-434E-9131-EC45A8278237}" destId="{21A9862D-92DF-44F0-B81A-311FE498DED7}" srcOrd="3" destOrd="0" presId="urn:microsoft.com/office/officeart/2005/8/layout/radial6"/>
    <dgm:cxn modelId="{AC171C72-5D80-45C6-9406-610E7F2BBC74}" type="presParOf" srcId="{05A810DB-EB88-434E-9131-EC45A8278237}" destId="{6584B8D6-EB40-4541-B8DB-093BD70BF176}" srcOrd="4" destOrd="0" presId="urn:microsoft.com/office/officeart/2005/8/layout/radial6"/>
    <dgm:cxn modelId="{12F6714C-5A87-44D2-A78E-86EB45F16379}" type="presParOf" srcId="{05A810DB-EB88-434E-9131-EC45A8278237}" destId="{BE66A3CE-5583-405A-BE00-4A6E231ED2AE}" srcOrd="5" destOrd="0" presId="urn:microsoft.com/office/officeart/2005/8/layout/radial6"/>
    <dgm:cxn modelId="{855E128A-D8D4-425D-85CF-24475E4017ED}" type="presParOf" srcId="{05A810DB-EB88-434E-9131-EC45A8278237}" destId="{51CB09B5-CF69-40C4-820E-21ABD6B0AB4C}" srcOrd="6" destOrd="0" presId="urn:microsoft.com/office/officeart/2005/8/layout/radial6"/>
    <dgm:cxn modelId="{3CBA28B6-DE0C-41F5-8645-64086B6582A3}" type="presParOf" srcId="{05A810DB-EB88-434E-9131-EC45A8278237}" destId="{04906F88-5524-40BD-8938-A434C866AB9C}" srcOrd="7" destOrd="0" presId="urn:microsoft.com/office/officeart/2005/8/layout/radial6"/>
    <dgm:cxn modelId="{8E7483D1-906C-4B4A-A1BA-9FE62C37F504}" type="presParOf" srcId="{05A810DB-EB88-434E-9131-EC45A8278237}" destId="{753C29B6-3A74-4EB2-841E-2262A7543ABF}" srcOrd="8" destOrd="0" presId="urn:microsoft.com/office/officeart/2005/8/layout/radial6"/>
    <dgm:cxn modelId="{7CE398A1-063D-4A73-AC22-AA2C126B2FE7}" type="presParOf" srcId="{05A810DB-EB88-434E-9131-EC45A8278237}" destId="{0C552FCE-3F8D-41D6-8F2B-68C5AC8B69FA}" srcOrd="9" destOrd="0" presId="urn:microsoft.com/office/officeart/2005/8/layout/radial6"/>
    <dgm:cxn modelId="{743A951B-0211-4932-9410-2203A41F6AC8}" type="presParOf" srcId="{05A810DB-EB88-434E-9131-EC45A8278237}" destId="{E695AEC9-BC9D-42B1-8D0B-5D10B7BF88C3}" srcOrd="10" destOrd="0" presId="urn:microsoft.com/office/officeart/2005/8/layout/radial6"/>
    <dgm:cxn modelId="{FAAFF8D0-5A25-4B8B-A2D1-66D7F656A1B4}" type="presParOf" srcId="{05A810DB-EB88-434E-9131-EC45A8278237}" destId="{5E1A30C6-B34F-4504-9A5D-FA51933EBB89}" srcOrd="11" destOrd="0" presId="urn:microsoft.com/office/officeart/2005/8/layout/radial6"/>
    <dgm:cxn modelId="{E5F36650-06B5-451F-A582-61846B9B231C}" type="presParOf" srcId="{05A810DB-EB88-434E-9131-EC45A8278237}" destId="{BF9FEDF5-CAEF-4502-BAF0-8B6E0BA4CAB5}"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E73B763-2E3E-4B16-A8EC-8B3B3A767FAC}"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s-ES"/>
        </a:p>
      </dgm:t>
    </dgm:pt>
    <dgm:pt modelId="{6B9116F5-9391-479C-9D39-ADB84AF582EC}">
      <dgm:prSet phldrT="[Texto]"/>
      <dgm:spPr>
        <a:solidFill>
          <a:schemeClr val="accent5">
            <a:lumMod val="60000"/>
            <a:lumOff val="40000"/>
            <a:alpha val="90000"/>
          </a:schemeClr>
        </a:solidFill>
      </dgm:spPr>
      <dgm:t>
        <a:bodyPr/>
        <a:lstStyle/>
        <a:p>
          <a:r>
            <a:rPr lang="es-AR" dirty="0">
              <a:solidFill>
                <a:schemeClr val="accent5">
                  <a:lumMod val="50000"/>
                </a:schemeClr>
              </a:solidFill>
            </a:rPr>
            <a:t>Coyuntura de 1940</a:t>
          </a:r>
          <a:endParaRPr lang="es-ES" dirty="0">
            <a:solidFill>
              <a:schemeClr val="accent5">
                <a:lumMod val="50000"/>
              </a:schemeClr>
            </a:solidFill>
          </a:endParaRPr>
        </a:p>
      </dgm:t>
    </dgm:pt>
    <dgm:pt modelId="{F7043B65-FCEF-4543-A512-DE4ECF3BE437}" type="parTrans" cxnId="{B18B3B93-DEA5-4C37-A1CC-F0438980C9E1}">
      <dgm:prSet/>
      <dgm:spPr/>
      <dgm:t>
        <a:bodyPr/>
        <a:lstStyle/>
        <a:p>
          <a:endParaRPr lang="es-ES"/>
        </a:p>
      </dgm:t>
    </dgm:pt>
    <dgm:pt modelId="{B2535FFE-A7FC-46B5-BA99-D2CD693F5945}" type="sibTrans" cxnId="{B18B3B93-DEA5-4C37-A1CC-F0438980C9E1}">
      <dgm:prSet/>
      <dgm:spPr/>
      <dgm:t>
        <a:bodyPr/>
        <a:lstStyle/>
        <a:p>
          <a:endParaRPr lang="es-ES"/>
        </a:p>
      </dgm:t>
    </dgm:pt>
    <dgm:pt modelId="{DB47F9C5-1D2E-472A-AE8A-5AAD09754CC2}">
      <dgm:prSet phldrT="[Texto]"/>
      <dgm:spPr>
        <a:solidFill>
          <a:schemeClr val="accent5">
            <a:lumMod val="75000"/>
          </a:schemeClr>
        </a:solidFill>
        <a:ln>
          <a:noFill/>
        </a:ln>
      </dgm:spPr>
      <dgm:t>
        <a:bodyPr/>
        <a:lstStyle/>
        <a:p>
          <a:r>
            <a:rPr lang="es-AR" dirty="0">
              <a:solidFill>
                <a:schemeClr val="accent5">
                  <a:lumMod val="20000"/>
                  <a:lumOff val="80000"/>
                </a:schemeClr>
              </a:solidFill>
            </a:rPr>
            <a:t>Respuestas inmediatas</a:t>
          </a:r>
          <a:endParaRPr lang="es-ES" dirty="0">
            <a:solidFill>
              <a:schemeClr val="accent5">
                <a:lumMod val="20000"/>
                <a:lumOff val="80000"/>
              </a:schemeClr>
            </a:solidFill>
          </a:endParaRPr>
        </a:p>
      </dgm:t>
    </dgm:pt>
    <dgm:pt modelId="{9FC464D0-3B29-40C4-8CBD-B7C6A7FC7614}" type="parTrans" cxnId="{71742C44-F39C-4A62-933E-B379158EA848}">
      <dgm:prSet/>
      <dgm:spPr/>
      <dgm:t>
        <a:bodyPr/>
        <a:lstStyle/>
        <a:p>
          <a:endParaRPr lang="es-ES"/>
        </a:p>
      </dgm:t>
    </dgm:pt>
    <dgm:pt modelId="{8A90B253-0F7E-4A34-9778-B350D27F1A56}" type="sibTrans" cxnId="{71742C44-F39C-4A62-933E-B379158EA848}">
      <dgm:prSet/>
      <dgm:spPr/>
      <dgm:t>
        <a:bodyPr/>
        <a:lstStyle/>
        <a:p>
          <a:endParaRPr lang="es-ES"/>
        </a:p>
      </dgm:t>
    </dgm:pt>
    <dgm:pt modelId="{8D1D2D75-E824-48E1-86A6-35302CA35E0E}">
      <dgm:prSet phldrT="[Texto]"/>
      <dgm:spPr>
        <a:solidFill>
          <a:schemeClr val="accent5">
            <a:lumMod val="75000"/>
          </a:schemeClr>
        </a:solidFill>
        <a:ln>
          <a:noFill/>
        </a:ln>
      </dgm:spPr>
      <dgm:t>
        <a:bodyPr/>
        <a:lstStyle/>
        <a:p>
          <a:r>
            <a:rPr lang="es-AR" dirty="0">
              <a:solidFill>
                <a:schemeClr val="accent5">
                  <a:lumMod val="20000"/>
                  <a:lumOff val="80000"/>
                </a:schemeClr>
              </a:solidFill>
            </a:rPr>
            <a:t>Emergencia de la 2da Guerra</a:t>
          </a:r>
          <a:endParaRPr lang="es-ES" dirty="0">
            <a:solidFill>
              <a:schemeClr val="accent5">
                <a:lumMod val="20000"/>
                <a:lumOff val="80000"/>
              </a:schemeClr>
            </a:solidFill>
          </a:endParaRPr>
        </a:p>
      </dgm:t>
    </dgm:pt>
    <dgm:pt modelId="{9602C981-18B9-4D73-B05C-0C1AF6B3A870}" type="parTrans" cxnId="{504D2228-10F4-41D0-A130-EF76AF6BD017}">
      <dgm:prSet/>
      <dgm:spPr/>
      <dgm:t>
        <a:bodyPr/>
        <a:lstStyle/>
        <a:p>
          <a:endParaRPr lang="es-ES"/>
        </a:p>
      </dgm:t>
    </dgm:pt>
    <dgm:pt modelId="{10EDFAF5-80B6-422D-95CF-9EBA5A67A236}" type="sibTrans" cxnId="{504D2228-10F4-41D0-A130-EF76AF6BD017}">
      <dgm:prSet/>
      <dgm:spPr/>
      <dgm:t>
        <a:bodyPr/>
        <a:lstStyle/>
        <a:p>
          <a:endParaRPr lang="es-ES"/>
        </a:p>
      </dgm:t>
    </dgm:pt>
    <dgm:pt modelId="{9C4D3623-74B4-47CB-BA71-A872CAEB2B38}">
      <dgm:prSet phldrT="[Texto]"/>
      <dgm:spPr>
        <a:solidFill>
          <a:schemeClr val="accent5">
            <a:lumMod val="60000"/>
            <a:lumOff val="40000"/>
            <a:alpha val="90000"/>
          </a:schemeClr>
        </a:solidFill>
      </dgm:spPr>
      <dgm:t>
        <a:bodyPr/>
        <a:lstStyle/>
        <a:p>
          <a:r>
            <a:rPr lang="es-AR" dirty="0">
              <a:solidFill>
                <a:schemeClr val="accent5">
                  <a:lumMod val="50000"/>
                </a:schemeClr>
              </a:solidFill>
            </a:rPr>
            <a:t>Cambios de largo plazo</a:t>
          </a:r>
          <a:endParaRPr lang="es-ES" dirty="0">
            <a:solidFill>
              <a:schemeClr val="accent5">
                <a:lumMod val="50000"/>
              </a:schemeClr>
            </a:solidFill>
          </a:endParaRPr>
        </a:p>
      </dgm:t>
    </dgm:pt>
    <dgm:pt modelId="{B32F5767-CAD5-4D05-9414-02FE654ECCA3}" type="parTrans" cxnId="{67DB96A8-DD85-4ECE-B7EA-9727764FF2F0}">
      <dgm:prSet/>
      <dgm:spPr/>
      <dgm:t>
        <a:bodyPr/>
        <a:lstStyle/>
        <a:p>
          <a:endParaRPr lang="es-ES"/>
        </a:p>
      </dgm:t>
    </dgm:pt>
    <dgm:pt modelId="{67122AED-B3BC-412D-9349-AC7C1970052C}" type="sibTrans" cxnId="{67DB96A8-DD85-4ECE-B7EA-9727764FF2F0}">
      <dgm:prSet/>
      <dgm:spPr/>
      <dgm:t>
        <a:bodyPr/>
        <a:lstStyle/>
        <a:p>
          <a:endParaRPr lang="es-ES"/>
        </a:p>
      </dgm:t>
    </dgm:pt>
    <dgm:pt modelId="{A94979A9-590D-4A96-A3C0-39AFCDAFEA7E}">
      <dgm:prSet phldrT="[Texto]"/>
      <dgm:spPr>
        <a:solidFill>
          <a:schemeClr val="accent5">
            <a:lumMod val="75000"/>
          </a:schemeClr>
        </a:solidFill>
        <a:ln>
          <a:noFill/>
        </a:ln>
      </dgm:spPr>
      <dgm:t>
        <a:bodyPr/>
        <a:lstStyle/>
        <a:p>
          <a:r>
            <a:rPr lang="es-AR" dirty="0">
              <a:solidFill>
                <a:schemeClr val="accent5">
                  <a:lumMod val="20000"/>
                  <a:lumOff val="80000"/>
                </a:schemeClr>
              </a:solidFill>
            </a:rPr>
            <a:t>Problemas económicos argentinos</a:t>
          </a:r>
          <a:endParaRPr lang="es-ES" dirty="0">
            <a:solidFill>
              <a:schemeClr val="accent5">
                <a:lumMod val="20000"/>
                <a:lumOff val="80000"/>
              </a:schemeClr>
            </a:solidFill>
          </a:endParaRPr>
        </a:p>
      </dgm:t>
    </dgm:pt>
    <dgm:pt modelId="{B4B0A803-E127-4AC2-B603-55187CFA8B68}" type="parTrans" cxnId="{D9007382-7CB6-4132-8464-9EB9E7221CC1}">
      <dgm:prSet/>
      <dgm:spPr/>
      <dgm:t>
        <a:bodyPr/>
        <a:lstStyle/>
        <a:p>
          <a:endParaRPr lang="es-ES"/>
        </a:p>
      </dgm:t>
    </dgm:pt>
    <dgm:pt modelId="{D719EB28-BB57-4A51-9C80-3800F57987D5}" type="sibTrans" cxnId="{D9007382-7CB6-4132-8464-9EB9E7221CC1}">
      <dgm:prSet/>
      <dgm:spPr/>
      <dgm:t>
        <a:bodyPr/>
        <a:lstStyle/>
        <a:p>
          <a:endParaRPr lang="es-ES"/>
        </a:p>
      </dgm:t>
    </dgm:pt>
    <dgm:pt modelId="{44FD0209-275F-4E0C-96AE-B82D0D72BFA3}">
      <dgm:prSet phldrT="[Texto]"/>
      <dgm:spPr>
        <a:solidFill>
          <a:schemeClr val="accent5">
            <a:lumMod val="75000"/>
          </a:schemeClr>
        </a:solidFill>
        <a:ln>
          <a:noFill/>
        </a:ln>
      </dgm:spPr>
      <dgm:t>
        <a:bodyPr/>
        <a:lstStyle/>
        <a:p>
          <a:r>
            <a:rPr lang="es-AR" dirty="0">
              <a:solidFill>
                <a:schemeClr val="accent5">
                  <a:lumMod val="20000"/>
                  <a:lumOff val="80000"/>
                </a:schemeClr>
              </a:solidFill>
            </a:rPr>
            <a:t>Medidas más allá de la coyuntura </a:t>
          </a:r>
          <a:endParaRPr lang="es-ES" dirty="0">
            <a:solidFill>
              <a:schemeClr val="accent5">
                <a:lumMod val="20000"/>
                <a:lumOff val="80000"/>
              </a:schemeClr>
            </a:solidFill>
          </a:endParaRPr>
        </a:p>
      </dgm:t>
    </dgm:pt>
    <dgm:pt modelId="{394D68F0-20AD-4F96-8E72-BED7FC9D6A1A}" type="parTrans" cxnId="{25CB109C-B9A4-426B-AE76-30FA900F297F}">
      <dgm:prSet/>
      <dgm:spPr/>
      <dgm:t>
        <a:bodyPr/>
        <a:lstStyle/>
        <a:p>
          <a:endParaRPr lang="es-ES"/>
        </a:p>
      </dgm:t>
    </dgm:pt>
    <dgm:pt modelId="{9698C523-2E5D-498E-9DF6-8D448B09635C}" type="sibTrans" cxnId="{25CB109C-B9A4-426B-AE76-30FA900F297F}">
      <dgm:prSet/>
      <dgm:spPr/>
      <dgm:t>
        <a:bodyPr/>
        <a:lstStyle/>
        <a:p>
          <a:endParaRPr lang="es-ES"/>
        </a:p>
      </dgm:t>
    </dgm:pt>
    <dgm:pt modelId="{CBF92767-41C4-407D-BD12-8DA17FD65D88}">
      <dgm:prSet phldrT="[Texto]"/>
      <dgm:spPr>
        <a:solidFill>
          <a:schemeClr val="accent5">
            <a:lumMod val="75000"/>
          </a:schemeClr>
        </a:solidFill>
        <a:ln>
          <a:noFill/>
        </a:ln>
      </dgm:spPr>
      <dgm:t>
        <a:bodyPr/>
        <a:lstStyle/>
        <a:p>
          <a:r>
            <a:rPr lang="es-AR" dirty="0">
              <a:solidFill>
                <a:schemeClr val="accent5">
                  <a:lumMod val="20000"/>
                  <a:lumOff val="80000"/>
                </a:schemeClr>
              </a:solidFill>
            </a:rPr>
            <a:t>Cambios institucionales</a:t>
          </a:r>
          <a:endParaRPr lang="es-ES" dirty="0">
            <a:solidFill>
              <a:schemeClr val="accent5">
                <a:lumMod val="20000"/>
                <a:lumOff val="80000"/>
              </a:schemeClr>
            </a:solidFill>
          </a:endParaRPr>
        </a:p>
      </dgm:t>
    </dgm:pt>
    <dgm:pt modelId="{8F1AF02D-7A2D-4D79-872A-B0371C008539}" type="parTrans" cxnId="{E11DB328-0DC1-492C-B4EA-F29ABAA68CC3}">
      <dgm:prSet/>
      <dgm:spPr/>
      <dgm:t>
        <a:bodyPr/>
        <a:lstStyle/>
        <a:p>
          <a:endParaRPr lang="es-ES"/>
        </a:p>
      </dgm:t>
    </dgm:pt>
    <dgm:pt modelId="{A7CEB134-C324-46F4-96E3-A780D2AD9724}" type="sibTrans" cxnId="{E11DB328-0DC1-492C-B4EA-F29ABAA68CC3}">
      <dgm:prSet/>
      <dgm:spPr/>
      <dgm:t>
        <a:bodyPr/>
        <a:lstStyle/>
        <a:p>
          <a:endParaRPr lang="es-ES"/>
        </a:p>
      </dgm:t>
    </dgm:pt>
    <dgm:pt modelId="{C4A68649-261E-4AAE-A0C6-8B9850C48329}" type="pres">
      <dgm:prSet presAssocID="{0E73B763-2E3E-4B16-A8EC-8B3B3A767FAC}" presName="outerComposite" presStyleCnt="0">
        <dgm:presLayoutVars>
          <dgm:chMax val="2"/>
          <dgm:animLvl val="lvl"/>
          <dgm:resizeHandles val="exact"/>
        </dgm:presLayoutVars>
      </dgm:prSet>
      <dgm:spPr/>
    </dgm:pt>
    <dgm:pt modelId="{28E01A7D-E08B-43E4-8CCB-E1D1820794B9}" type="pres">
      <dgm:prSet presAssocID="{0E73B763-2E3E-4B16-A8EC-8B3B3A767FAC}" presName="dummyMaxCanvas" presStyleCnt="0"/>
      <dgm:spPr/>
    </dgm:pt>
    <dgm:pt modelId="{7B805500-5E84-4A03-95B5-90A01ADEC3D1}" type="pres">
      <dgm:prSet presAssocID="{0E73B763-2E3E-4B16-A8EC-8B3B3A767FAC}" presName="parentComposite" presStyleCnt="0"/>
      <dgm:spPr/>
    </dgm:pt>
    <dgm:pt modelId="{B034BEBE-1194-4D95-8E3F-18890338995A}" type="pres">
      <dgm:prSet presAssocID="{0E73B763-2E3E-4B16-A8EC-8B3B3A767FAC}" presName="parent1" presStyleLbl="alignAccFollowNode1" presStyleIdx="0" presStyleCnt="4">
        <dgm:presLayoutVars>
          <dgm:chMax val="4"/>
        </dgm:presLayoutVars>
      </dgm:prSet>
      <dgm:spPr/>
    </dgm:pt>
    <dgm:pt modelId="{E837E422-5F1C-4EEB-92B1-3DD03BFF360E}" type="pres">
      <dgm:prSet presAssocID="{0E73B763-2E3E-4B16-A8EC-8B3B3A767FAC}" presName="parent2" presStyleLbl="alignAccFollowNode1" presStyleIdx="1" presStyleCnt="4">
        <dgm:presLayoutVars>
          <dgm:chMax val="4"/>
        </dgm:presLayoutVars>
      </dgm:prSet>
      <dgm:spPr/>
    </dgm:pt>
    <dgm:pt modelId="{EADA2A3E-46C7-45CF-98BC-A905E69D219B}" type="pres">
      <dgm:prSet presAssocID="{0E73B763-2E3E-4B16-A8EC-8B3B3A767FAC}" presName="childrenComposite" presStyleCnt="0"/>
      <dgm:spPr/>
    </dgm:pt>
    <dgm:pt modelId="{33770A69-6D74-4947-B118-A65B427528B4}" type="pres">
      <dgm:prSet presAssocID="{0E73B763-2E3E-4B16-A8EC-8B3B3A767FAC}" presName="dummyMaxCanvas_ChildArea" presStyleCnt="0"/>
      <dgm:spPr/>
    </dgm:pt>
    <dgm:pt modelId="{4E66EE75-3020-4273-99C6-89D423FE38F5}" type="pres">
      <dgm:prSet presAssocID="{0E73B763-2E3E-4B16-A8EC-8B3B3A767FAC}" presName="fulcrum" presStyleLbl="alignAccFollowNode1" presStyleIdx="2" presStyleCnt="4"/>
      <dgm:spPr>
        <a:solidFill>
          <a:schemeClr val="accent5">
            <a:lumMod val="50000"/>
            <a:alpha val="90000"/>
          </a:schemeClr>
        </a:solidFill>
      </dgm:spPr>
    </dgm:pt>
    <dgm:pt modelId="{DEB4D5E2-089B-4121-A9FD-8C3F20827D09}" type="pres">
      <dgm:prSet presAssocID="{0E73B763-2E3E-4B16-A8EC-8B3B3A767FAC}" presName="balance_23" presStyleLbl="alignAccFollowNode1" presStyleIdx="3" presStyleCnt="4">
        <dgm:presLayoutVars>
          <dgm:bulletEnabled val="1"/>
        </dgm:presLayoutVars>
      </dgm:prSet>
      <dgm:spPr>
        <a:solidFill>
          <a:schemeClr val="accent5">
            <a:lumMod val="50000"/>
            <a:alpha val="90000"/>
          </a:schemeClr>
        </a:solidFill>
      </dgm:spPr>
    </dgm:pt>
    <dgm:pt modelId="{A04287F8-ABB8-4E34-8B10-19732D688974}" type="pres">
      <dgm:prSet presAssocID="{0E73B763-2E3E-4B16-A8EC-8B3B3A767FAC}" presName="right_23_1" presStyleLbl="node1" presStyleIdx="0" presStyleCnt="5">
        <dgm:presLayoutVars>
          <dgm:bulletEnabled val="1"/>
        </dgm:presLayoutVars>
      </dgm:prSet>
      <dgm:spPr/>
    </dgm:pt>
    <dgm:pt modelId="{F71809A2-DB66-4994-BE6B-AD5E08EFCC11}" type="pres">
      <dgm:prSet presAssocID="{0E73B763-2E3E-4B16-A8EC-8B3B3A767FAC}" presName="right_23_2" presStyleLbl="node1" presStyleIdx="1" presStyleCnt="5">
        <dgm:presLayoutVars>
          <dgm:bulletEnabled val="1"/>
        </dgm:presLayoutVars>
      </dgm:prSet>
      <dgm:spPr/>
    </dgm:pt>
    <dgm:pt modelId="{2D8DB03C-06B3-4903-B99E-C7A213167811}" type="pres">
      <dgm:prSet presAssocID="{0E73B763-2E3E-4B16-A8EC-8B3B3A767FAC}" presName="right_23_3" presStyleLbl="node1" presStyleIdx="2" presStyleCnt="5">
        <dgm:presLayoutVars>
          <dgm:bulletEnabled val="1"/>
        </dgm:presLayoutVars>
      </dgm:prSet>
      <dgm:spPr/>
    </dgm:pt>
    <dgm:pt modelId="{E8EAFA12-48D3-40E9-ABB1-4782695F9117}" type="pres">
      <dgm:prSet presAssocID="{0E73B763-2E3E-4B16-A8EC-8B3B3A767FAC}" presName="left_23_1" presStyleLbl="node1" presStyleIdx="3" presStyleCnt="5">
        <dgm:presLayoutVars>
          <dgm:bulletEnabled val="1"/>
        </dgm:presLayoutVars>
      </dgm:prSet>
      <dgm:spPr/>
    </dgm:pt>
    <dgm:pt modelId="{5C3797EE-9621-41A5-8535-B3887B5A5C1F}" type="pres">
      <dgm:prSet presAssocID="{0E73B763-2E3E-4B16-A8EC-8B3B3A767FAC}" presName="left_23_2" presStyleLbl="node1" presStyleIdx="4" presStyleCnt="5">
        <dgm:presLayoutVars>
          <dgm:bulletEnabled val="1"/>
        </dgm:presLayoutVars>
      </dgm:prSet>
      <dgm:spPr/>
    </dgm:pt>
  </dgm:ptLst>
  <dgm:cxnLst>
    <dgm:cxn modelId="{FB86E00B-E7C0-40BD-8C9B-36F97495F44F}" type="presOf" srcId="{6B9116F5-9391-479C-9D39-ADB84AF582EC}" destId="{B034BEBE-1194-4D95-8E3F-18890338995A}" srcOrd="0" destOrd="0" presId="urn:microsoft.com/office/officeart/2005/8/layout/balance1"/>
    <dgm:cxn modelId="{62586D1A-7999-46B1-8E05-8E014C55D638}" type="presOf" srcId="{CBF92767-41C4-407D-BD12-8DA17FD65D88}" destId="{2D8DB03C-06B3-4903-B99E-C7A213167811}" srcOrd="0" destOrd="0" presId="urn:microsoft.com/office/officeart/2005/8/layout/balance1"/>
    <dgm:cxn modelId="{504D2228-10F4-41D0-A130-EF76AF6BD017}" srcId="{6B9116F5-9391-479C-9D39-ADB84AF582EC}" destId="{8D1D2D75-E824-48E1-86A6-35302CA35E0E}" srcOrd="1" destOrd="0" parTransId="{9602C981-18B9-4D73-B05C-0C1AF6B3A870}" sibTransId="{10EDFAF5-80B6-422D-95CF-9EBA5A67A236}"/>
    <dgm:cxn modelId="{E11DB328-0DC1-492C-B4EA-F29ABAA68CC3}" srcId="{9C4D3623-74B4-47CB-BA71-A872CAEB2B38}" destId="{CBF92767-41C4-407D-BD12-8DA17FD65D88}" srcOrd="2" destOrd="0" parTransId="{8F1AF02D-7A2D-4D79-872A-B0371C008539}" sibTransId="{A7CEB134-C324-46F4-96E3-A780D2AD9724}"/>
    <dgm:cxn modelId="{71742C44-F39C-4A62-933E-B379158EA848}" srcId="{6B9116F5-9391-479C-9D39-ADB84AF582EC}" destId="{DB47F9C5-1D2E-472A-AE8A-5AAD09754CC2}" srcOrd="0" destOrd="0" parTransId="{9FC464D0-3B29-40C4-8CBD-B7C6A7FC7614}" sibTransId="{8A90B253-0F7E-4A34-9778-B350D27F1A56}"/>
    <dgm:cxn modelId="{D9007382-7CB6-4132-8464-9EB9E7221CC1}" srcId="{9C4D3623-74B4-47CB-BA71-A872CAEB2B38}" destId="{A94979A9-590D-4A96-A3C0-39AFCDAFEA7E}" srcOrd="0" destOrd="0" parTransId="{B4B0A803-E127-4AC2-B603-55187CFA8B68}" sibTransId="{D719EB28-BB57-4A51-9C80-3800F57987D5}"/>
    <dgm:cxn modelId="{11945183-B88B-48DB-AF89-C5F4211B136C}" type="presOf" srcId="{8D1D2D75-E824-48E1-86A6-35302CA35E0E}" destId="{5C3797EE-9621-41A5-8535-B3887B5A5C1F}" srcOrd="0" destOrd="0" presId="urn:microsoft.com/office/officeart/2005/8/layout/balance1"/>
    <dgm:cxn modelId="{768C4E88-3626-401E-8794-9E60D53D1810}" type="presOf" srcId="{A94979A9-590D-4A96-A3C0-39AFCDAFEA7E}" destId="{A04287F8-ABB8-4E34-8B10-19732D688974}" srcOrd="0" destOrd="0" presId="urn:microsoft.com/office/officeart/2005/8/layout/balance1"/>
    <dgm:cxn modelId="{B18B3B93-DEA5-4C37-A1CC-F0438980C9E1}" srcId="{0E73B763-2E3E-4B16-A8EC-8B3B3A767FAC}" destId="{6B9116F5-9391-479C-9D39-ADB84AF582EC}" srcOrd="0" destOrd="0" parTransId="{F7043B65-FCEF-4543-A512-DE4ECF3BE437}" sibTransId="{B2535FFE-A7FC-46B5-BA99-D2CD693F5945}"/>
    <dgm:cxn modelId="{FEC03E95-7715-41AA-9BB1-2ABF1847AA05}" type="presOf" srcId="{9C4D3623-74B4-47CB-BA71-A872CAEB2B38}" destId="{E837E422-5F1C-4EEB-92B1-3DD03BFF360E}" srcOrd="0" destOrd="0" presId="urn:microsoft.com/office/officeart/2005/8/layout/balance1"/>
    <dgm:cxn modelId="{17FF6D99-6063-4090-AE70-A99EBAC39DC0}" type="presOf" srcId="{44FD0209-275F-4E0C-96AE-B82D0D72BFA3}" destId="{F71809A2-DB66-4994-BE6B-AD5E08EFCC11}" srcOrd="0" destOrd="0" presId="urn:microsoft.com/office/officeart/2005/8/layout/balance1"/>
    <dgm:cxn modelId="{25CB109C-B9A4-426B-AE76-30FA900F297F}" srcId="{9C4D3623-74B4-47CB-BA71-A872CAEB2B38}" destId="{44FD0209-275F-4E0C-96AE-B82D0D72BFA3}" srcOrd="1" destOrd="0" parTransId="{394D68F0-20AD-4F96-8E72-BED7FC9D6A1A}" sibTransId="{9698C523-2E5D-498E-9DF6-8D448B09635C}"/>
    <dgm:cxn modelId="{67DB96A8-DD85-4ECE-B7EA-9727764FF2F0}" srcId="{0E73B763-2E3E-4B16-A8EC-8B3B3A767FAC}" destId="{9C4D3623-74B4-47CB-BA71-A872CAEB2B38}" srcOrd="1" destOrd="0" parTransId="{B32F5767-CAD5-4D05-9414-02FE654ECCA3}" sibTransId="{67122AED-B3BC-412D-9349-AC7C1970052C}"/>
    <dgm:cxn modelId="{31C4EAD3-46EB-4729-BC2D-CFC80EC492FE}" type="presOf" srcId="{DB47F9C5-1D2E-472A-AE8A-5AAD09754CC2}" destId="{E8EAFA12-48D3-40E9-ABB1-4782695F9117}" srcOrd="0" destOrd="0" presId="urn:microsoft.com/office/officeart/2005/8/layout/balance1"/>
    <dgm:cxn modelId="{E9D099EA-B001-4BC3-87F9-5C4A99D65A1A}" type="presOf" srcId="{0E73B763-2E3E-4B16-A8EC-8B3B3A767FAC}" destId="{C4A68649-261E-4AAE-A0C6-8B9850C48329}" srcOrd="0" destOrd="0" presId="urn:microsoft.com/office/officeart/2005/8/layout/balance1"/>
    <dgm:cxn modelId="{6B25C0B5-9B0A-44C6-8622-EDE73A022619}" type="presParOf" srcId="{C4A68649-261E-4AAE-A0C6-8B9850C48329}" destId="{28E01A7D-E08B-43E4-8CCB-E1D1820794B9}" srcOrd="0" destOrd="0" presId="urn:microsoft.com/office/officeart/2005/8/layout/balance1"/>
    <dgm:cxn modelId="{9BD16219-7814-4A64-A6FC-603995BC5545}" type="presParOf" srcId="{C4A68649-261E-4AAE-A0C6-8B9850C48329}" destId="{7B805500-5E84-4A03-95B5-90A01ADEC3D1}" srcOrd="1" destOrd="0" presId="urn:microsoft.com/office/officeart/2005/8/layout/balance1"/>
    <dgm:cxn modelId="{5FA62743-FA12-4F69-A7E0-57D3A4751DD8}" type="presParOf" srcId="{7B805500-5E84-4A03-95B5-90A01ADEC3D1}" destId="{B034BEBE-1194-4D95-8E3F-18890338995A}" srcOrd="0" destOrd="0" presId="urn:microsoft.com/office/officeart/2005/8/layout/balance1"/>
    <dgm:cxn modelId="{28A5DA96-461B-4923-99AD-D676B29D0DDD}" type="presParOf" srcId="{7B805500-5E84-4A03-95B5-90A01ADEC3D1}" destId="{E837E422-5F1C-4EEB-92B1-3DD03BFF360E}" srcOrd="1" destOrd="0" presId="urn:microsoft.com/office/officeart/2005/8/layout/balance1"/>
    <dgm:cxn modelId="{4CA365FB-F99D-4F09-ACE4-C5898224A87A}" type="presParOf" srcId="{C4A68649-261E-4AAE-A0C6-8B9850C48329}" destId="{EADA2A3E-46C7-45CF-98BC-A905E69D219B}" srcOrd="2" destOrd="0" presId="urn:microsoft.com/office/officeart/2005/8/layout/balance1"/>
    <dgm:cxn modelId="{5EAE8ADE-1DAB-483E-9642-F86C0DE000E6}" type="presParOf" srcId="{EADA2A3E-46C7-45CF-98BC-A905E69D219B}" destId="{33770A69-6D74-4947-B118-A65B427528B4}" srcOrd="0" destOrd="0" presId="urn:microsoft.com/office/officeart/2005/8/layout/balance1"/>
    <dgm:cxn modelId="{0B121A3B-1DD8-42D1-B6FD-BA7637E40F39}" type="presParOf" srcId="{EADA2A3E-46C7-45CF-98BC-A905E69D219B}" destId="{4E66EE75-3020-4273-99C6-89D423FE38F5}" srcOrd="1" destOrd="0" presId="urn:microsoft.com/office/officeart/2005/8/layout/balance1"/>
    <dgm:cxn modelId="{CB61D245-38EF-4912-8A7A-98AB20804F41}" type="presParOf" srcId="{EADA2A3E-46C7-45CF-98BC-A905E69D219B}" destId="{DEB4D5E2-089B-4121-A9FD-8C3F20827D09}" srcOrd="2" destOrd="0" presId="urn:microsoft.com/office/officeart/2005/8/layout/balance1"/>
    <dgm:cxn modelId="{1E1C773A-9F3F-4793-BB4C-4BB0AE2AF5BA}" type="presParOf" srcId="{EADA2A3E-46C7-45CF-98BC-A905E69D219B}" destId="{A04287F8-ABB8-4E34-8B10-19732D688974}" srcOrd="3" destOrd="0" presId="urn:microsoft.com/office/officeart/2005/8/layout/balance1"/>
    <dgm:cxn modelId="{467E79A1-D3ED-44E4-A81F-C5EBF86409E0}" type="presParOf" srcId="{EADA2A3E-46C7-45CF-98BC-A905E69D219B}" destId="{F71809A2-DB66-4994-BE6B-AD5E08EFCC11}" srcOrd="4" destOrd="0" presId="urn:microsoft.com/office/officeart/2005/8/layout/balance1"/>
    <dgm:cxn modelId="{15739CF5-7441-4A9E-A52A-F4596C1A47BE}" type="presParOf" srcId="{EADA2A3E-46C7-45CF-98BC-A905E69D219B}" destId="{2D8DB03C-06B3-4903-B99E-C7A213167811}" srcOrd="5" destOrd="0" presId="urn:microsoft.com/office/officeart/2005/8/layout/balance1"/>
    <dgm:cxn modelId="{6410A1FB-70E5-44DE-B534-F31832F8499A}" type="presParOf" srcId="{EADA2A3E-46C7-45CF-98BC-A905E69D219B}" destId="{E8EAFA12-48D3-40E9-ABB1-4782695F9117}" srcOrd="6" destOrd="0" presId="urn:microsoft.com/office/officeart/2005/8/layout/balance1"/>
    <dgm:cxn modelId="{9FA1D4B1-765C-44DE-87F9-EAF14343AE2C}" type="presParOf" srcId="{EADA2A3E-46C7-45CF-98BC-A905E69D219B}" destId="{5C3797EE-9621-41A5-8535-B3887B5A5C1F}" srcOrd="7"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C3D9986-BDA7-45BC-9D5D-DCF5C7237A2F}"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es-ES"/>
        </a:p>
      </dgm:t>
    </dgm:pt>
    <dgm:pt modelId="{C18AA2F6-D9C5-4BA6-BC2D-97481B6A326F}">
      <dgm:prSet phldrT="[Texto]" custT="1"/>
      <dgm:spPr>
        <a:solidFill>
          <a:schemeClr val="accent5">
            <a:lumMod val="75000"/>
          </a:schemeClr>
        </a:solidFill>
      </dgm:spPr>
      <dgm:t>
        <a:bodyPr/>
        <a:lstStyle/>
        <a:p>
          <a:r>
            <a:rPr lang="es-AR" sz="3200" dirty="0"/>
            <a:t>Rol Estado</a:t>
          </a:r>
          <a:endParaRPr lang="es-ES" sz="3200" dirty="0"/>
        </a:p>
      </dgm:t>
    </dgm:pt>
    <dgm:pt modelId="{D91FD158-BD2D-4995-9696-6906F84D337D}" type="parTrans" cxnId="{E97798B7-F0A8-4643-97D4-057E1E36EF74}">
      <dgm:prSet/>
      <dgm:spPr/>
      <dgm:t>
        <a:bodyPr/>
        <a:lstStyle/>
        <a:p>
          <a:endParaRPr lang="es-ES"/>
        </a:p>
      </dgm:t>
    </dgm:pt>
    <dgm:pt modelId="{FF50A759-4B0D-4A27-97E3-1DBD375A72C6}" type="sibTrans" cxnId="{E97798B7-F0A8-4643-97D4-057E1E36EF74}">
      <dgm:prSet/>
      <dgm:spPr/>
      <dgm:t>
        <a:bodyPr/>
        <a:lstStyle/>
        <a:p>
          <a:endParaRPr lang="es-ES"/>
        </a:p>
      </dgm:t>
    </dgm:pt>
    <dgm:pt modelId="{001C7175-F3F7-482A-8268-9A223D2243A4}">
      <dgm:prSet phldrT="[Texto]"/>
      <dgm:spPr/>
      <dgm:t>
        <a:bodyPr/>
        <a:lstStyle/>
        <a:p>
          <a:r>
            <a:rPr lang="es-AR" dirty="0"/>
            <a:t>Establecer orientaciones generales</a:t>
          </a:r>
          <a:endParaRPr lang="es-ES" dirty="0"/>
        </a:p>
      </dgm:t>
    </dgm:pt>
    <dgm:pt modelId="{A5AF5204-A1BE-4306-9A12-11CF4A102CAB}" type="parTrans" cxnId="{568ADA1A-1A0B-4807-A410-ADCE203CEFEA}">
      <dgm:prSet/>
      <dgm:spPr/>
      <dgm:t>
        <a:bodyPr/>
        <a:lstStyle/>
        <a:p>
          <a:endParaRPr lang="es-ES"/>
        </a:p>
      </dgm:t>
    </dgm:pt>
    <dgm:pt modelId="{2687E1D4-F852-44DA-9195-C899AAFC1AB8}" type="sibTrans" cxnId="{568ADA1A-1A0B-4807-A410-ADCE203CEFEA}">
      <dgm:prSet/>
      <dgm:spPr/>
      <dgm:t>
        <a:bodyPr/>
        <a:lstStyle/>
        <a:p>
          <a:endParaRPr lang="es-ES"/>
        </a:p>
      </dgm:t>
    </dgm:pt>
    <dgm:pt modelId="{5FA62F2C-26BD-4FC4-A89C-2414A9822D9C}">
      <dgm:prSet phldrT="[Texto]" custT="1"/>
      <dgm:spPr/>
      <dgm:t>
        <a:bodyPr/>
        <a:lstStyle/>
        <a:p>
          <a:r>
            <a:rPr lang="es-AR" sz="1600" dirty="0"/>
            <a:t>Condiciones favorables</a:t>
          </a:r>
          <a:endParaRPr lang="es-ES" sz="1600" dirty="0"/>
        </a:p>
      </dgm:t>
    </dgm:pt>
    <dgm:pt modelId="{5D5FB1B5-FF6D-499A-98E9-7200CBE6BEF4}" type="parTrans" cxnId="{2662652D-6F12-4037-A4C0-C60791EE704F}">
      <dgm:prSet/>
      <dgm:spPr/>
      <dgm:t>
        <a:bodyPr/>
        <a:lstStyle/>
        <a:p>
          <a:endParaRPr lang="es-ES"/>
        </a:p>
      </dgm:t>
    </dgm:pt>
    <dgm:pt modelId="{52C87644-CE1E-4442-8821-E43366ED614A}" type="sibTrans" cxnId="{2662652D-6F12-4037-A4C0-C60791EE704F}">
      <dgm:prSet/>
      <dgm:spPr/>
      <dgm:t>
        <a:bodyPr/>
        <a:lstStyle/>
        <a:p>
          <a:endParaRPr lang="es-ES"/>
        </a:p>
      </dgm:t>
    </dgm:pt>
    <dgm:pt modelId="{BA5E7D4C-8084-4455-A2C5-70A0A9AD2906}">
      <dgm:prSet phldrT="[Texto]" custT="1"/>
      <dgm:spPr/>
      <dgm:t>
        <a:bodyPr/>
        <a:lstStyle/>
        <a:p>
          <a:r>
            <a:rPr lang="es-AR" sz="1600" dirty="0"/>
            <a:t>Limitar la intervención</a:t>
          </a:r>
          <a:endParaRPr lang="es-ES" sz="1600" dirty="0"/>
        </a:p>
      </dgm:t>
    </dgm:pt>
    <dgm:pt modelId="{F295B333-5CEF-4476-BFD9-C11B52C1BDB0}" type="parTrans" cxnId="{5C00CE47-F5FB-46FA-8581-CC0DD401F200}">
      <dgm:prSet/>
      <dgm:spPr/>
      <dgm:t>
        <a:bodyPr/>
        <a:lstStyle/>
        <a:p>
          <a:endParaRPr lang="es-ES"/>
        </a:p>
      </dgm:t>
    </dgm:pt>
    <dgm:pt modelId="{BDDC4C05-DF75-4570-8A1A-D12469924421}" type="sibTrans" cxnId="{5C00CE47-F5FB-46FA-8581-CC0DD401F200}">
      <dgm:prSet/>
      <dgm:spPr/>
      <dgm:t>
        <a:bodyPr/>
        <a:lstStyle/>
        <a:p>
          <a:endParaRPr lang="es-ES"/>
        </a:p>
      </dgm:t>
    </dgm:pt>
    <dgm:pt modelId="{B85E0371-44A5-444B-B304-BECC1C2D02AC}" type="pres">
      <dgm:prSet presAssocID="{3C3D9986-BDA7-45BC-9D5D-DCF5C7237A2F}" presName="Name0" presStyleCnt="0">
        <dgm:presLayoutVars>
          <dgm:chMax val="1"/>
          <dgm:chPref val="1"/>
        </dgm:presLayoutVars>
      </dgm:prSet>
      <dgm:spPr/>
    </dgm:pt>
    <dgm:pt modelId="{1BA4565B-B593-42D2-A422-FD359EA82A9C}" type="pres">
      <dgm:prSet presAssocID="{C18AA2F6-D9C5-4BA6-BC2D-97481B6A326F}" presName="Parent" presStyleLbl="node0" presStyleIdx="0" presStyleCnt="1">
        <dgm:presLayoutVars>
          <dgm:chMax val="5"/>
          <dgm:chPref val="5"/>
        </dgm:presLayoutVars>
      </dgm:prSet>
      <dgm:spPr/>
    </dgm:pt>
    <dgm:pt modelId="{3FA47155-BE76-4EEB-A889-91711929D57D}" type="pres">
      <dgm:prSet presAssocID="{C18AA2F6-D9C5-4BA6-BC2D-97481B6A326F}" presName="Accent1" presStyleLbl="node1" presStyleIdx="0" presStyleCnt="15"/>
      <dgm:spPr/>
    </dgm:pt>
    <dgm:pt modelId="{A3720FD3-0FC9-49E0-BF3A-C0AEC6EB3153}" type="pres">
      <dgm:prSet presAssocID="{C18AA2F6-D9C5-4BA6-BC2D-97481B6A326F}" presName="Accent2" presStyleLbl="node1" presStyleIdx="1" presStyleCnt="15"/>
      <dgm:spPr/>
    </dgm:pt>
    <dgm:pt modelId="{9D76845D-42CC-49F8-8848-FD259E200DD2}" type="pres">
      <dgm:prSet presAssocID="{C18AA2F6-D9C5-4BA6-BC2D-97481B6A326F}" presName="Accent3" presStyleLbl="node1" presStyleIdx="2" presStyleCnt="15"/>
      <dgm:spPr/>
    </dgm:pt>
    <dgm:pt modelId="{80E09BB9-4F0D-44C7-8703-E68059A05988}" type="pres">
      <dgm:prSet presAssocID="{C18AA2F6-D9C5-4BA6-BC2D-97481B6A326F}" presName="Accent4" presStyleLbl="node1" presStyleIdx="3" presStyleCnt="15"/>
      <dgm:spPr/>
    </dgm:pt>
    <dgm:pt modelId="{DCF0073D-DBA7-4E99-A473-829665861799}" type="pres">
      <dgm:prSet presAssocID="{C18AA2F6-D9C5-4BA6-BC2D-97481B6A326F}" presName="Accent5" presStyleLbl="node1" presStyleIdx="4" presStyleCnt="15"/>
      <dgm:spPr/>
    </dgm:pt>
    <dgm:pt modelId="{DD5899D8-DA01-4E09-91CF-3C7E58E600DD}" type="pres">
      <dgm:prSet presAssocID="{C18AA2F6-D9C5-4BA6-BC2D-97481B6A326F}" presName="Accent6" presStyleLbl="node1" presStyleIdx="5" presStyleCnt="15"/>
      <dgm:spPr/>
    </dgm:pt>
    <dgm:pt modelId="{275560CE-CB2F-4181-AAB5-1043AD68BEA2}" type="pres">
      <dgm:prSet presAssocID="{001C7175-F3F7-482A-8268-9A223D2243A4}" presName="Child1" presStyleLbl="node1" presStyleIdx="6" presStyleCnt="15" custScaleX="180973" custScaleY="180972" custLinFactNeighborX="13086" custLinFactNeighborY="-39422">
        <dgm:presLayoutVars>
          <dgm:chMax val="0"/>
          <dgm:chPref val="0"/>
        </dgm:presLayoutVars>
      </dgm:prSet>
      <dgm:spPr/>
    </dgm:pt>
    <dgm:pt modelId="{BBE6097C-7190-4F01-BA32-382BD367391A}" type="pres">
      <dgm:prSet presAssocID="{001C7175-F3F7-482A-8268-9A223D2243A4}" presName="Accent7" presStyleCnt="0"/>
      <dgm:spPr/>
    </dgm:pt>
    <dgm:pt modelId="{FDA26478-5369-4B61-A6C2-BEA1CD99A632}" type="pres">
      <dgm:prSet presAssocID="{001C7175-F3F7-482A-8268-9A223D2243A4}" presName="AccentHold1" presStyleLbl="node1" presStyleIdx="7" presStyleCnt="15"/>
      <dgm:spPr/>
    </dgm:pt>
    <dgm:pt modelId="{FB729199-20AD-4CD3-B0C2-1D8D1C411B7F}" type="pres">
      <dgm:prSet presAssocID="{001C7175-F3F7-482A-8268-9A223D2243A4}" presName="Accent8" presStyleCnt="0"/>
      <dgm:spPr/>
    </dgm:pt>
    <dgm:pt modelId="{7C37E083-7E0B-4658-90BE-C6EF379DE175}" type="pres">
      <dgm:prSet presAssocID="{001C7175-F3F7-482A-8268-9A223D2243A4}" presName="AccentHold2" presStyleLbl="node1" presStyleIdx="8" presStyleCnt="15"/>
      <dgm:spPr/>
    </dgm:pt>
    <dgm:pt modelId="{1E3A1BD0-5DDC-440D-BE27-925104C1F6E4}" type="pres">
      <dgm:prSet presAssocID="{5FA62F2C-26BD-4FC4-A89C-2414A9822D9C}" presName="Child2" presStyleLbl="node1" presStyleIdx="9" presStyleCnt="15" custScaleX="181268" custScaleY="181268" custLinFactNeighborX="-63687" custLinFactNeighborY="-5817">
        <dgm:presLayoutVars>
          <dgm:chMax val="0"/>
          <dgm:chPref val="0"/>
        </dgm:presLayoutVars>
      </dgm:prSet>
      <dgm:spPr/>
    </dgm:pt>
    <dgm:pt modelId="{89338F4A-B31C-40B0-94BB-19D29CA26FF6}" type="pres">
      <dgm:prSet presAssocID="{5FA62F2C-26BD-4FC4-A89C-2414A9822D9C}" presName="Accent9" presStyleCnt="0"/>
      <dgm:spPr/>
    </dgm:pt>
    <dgm:pt modelId="{64E48F29-1E63-4C7A-9675-0266F0919949}" type="pres">
      <dgm:prSet presAssocID="{5FA62F2C-26BD-4FC4-A89C-2414A9822D9C}" presName="AccentHold1" presStyleLbl="node1" presStyleIdx="10" presStyleCnt="15"/>
      <dgm:spPr/>
    </dgm:pt>
    <dgm:pt modelId="{ECD666E9-2A09-4C55-BCFD-DA811870453C}" type="pres">
      <dgm:prSet presAssocID="{5FA62F2C-26BD-4FC4-A89C-2414A9822D9C}" presName="Accent10" presStyleCnt="0"/>
      <dgm:spPr/>
    </dgm:pt>
    <dgm:pt modelId="{03C46962-94AE-4FAC-8AB8-B3FC25FE7AB9}" type="pres">
      <dgm:prSet presAssocID="{5FA62F2C-26BD-4FC4-A89C-2414A9822D9C}" presName="AccentHold2" presStyleLbl="node1" presStyleIdx="11" presStyleCnt="15"/>
      <dgm:spPr/>
    </dgm:pt>
    <dgm:pt modelId="{A0341C1D-30B6-4281-8D6F-66FADF652D37}" type="pres">
      <dgm:prSet presAssocID="{5FA62F2C-26BD-4FC4-A89C-2414A9822D9C}" presName="Accent11" presStyleCnt="0"/>
      <dgm:spPr/>
    </dgm:pt>
    <dgm:pt modelId="{FB685E08-09A5-4E6B-9256-4F6EA309AE4A}" type="pres">
      <dgm:prSet presAssocID="{5FA62F2C-26BD-4FC4-A89C-2414A9822D9C}" presName="AccentHold3" presStyleLbl="node1" presStyleIdx="12" presStyleCnt="15"/>
      <dgm:spPr/>
    </dgm:pt>
    <dgm:pt modelId="{00058111-1A2F-44DA-93DA-F29E87E6D41F}" type="pres">
      <dgm:prSet presAssocID="{BA5E7D4C-8084-4455-A2C5-70A0A9AD2906}" presName="Child3" presStyleLbl="node1" presStyleIdx="13" presStyleCnt="15" custScaleX="181268" custScaleY="181268" custLinFactX="-49634" custLinFactNeighborX="-100000" custLinFactNeighborY="23411">
        <dgm:presLayoutVars>
          <dgm:chMax val="0"/>
          <dgm:chPref val="0"/>
        </dgm:presLayoutVars>
      </dgm:prSet>
      <dgm:spPr/>
    </dgm:pt>
    <dgm:pt modelId="{2E567E21-E650-4185-847A-11C2F83327D4}" type="pres">
      <dgm:prSet presAssocID="{BA5E7D4C-8084-4455-A2C5-70A0A9AD2906}" presName="Accent12" presStyleCnt="0"/>
      <dgm:spPr/>
    </dgm:pt>
    <dgm:pt modelId="{C5523198-5842-4B0E-978E-F9A40D2BEDC1}" type="pres">
      <dgm:prSet presAssocID="{BA5E7D4C-8084-4455-A2C5-70A0A9AD2906}" presName="AccentHold1" presStyleLbl="node1" presStyleIdx="14" presStyleCnt="15"/>
      <dgm:spPr/>
    </dgm:pt>
  </dgm:ptLst>
  <dgm:cxnLst>
    <dgm:cxn modelId="{568ADA1A-1A0B-4807-A410-ADCE203CEFEA}" srcId="{C18AA2F6-D9C5-4BA6-BC2D-97481B6A326F}" destId="{001C7175-F3F7-482A-8268-9A223D2243A4}" srcOrd="0" destOrd="0" parTransId="{A5AF5204-A1BE-4306-9A12-11CF4A102CAB}" sibTransId="{2687E1D4-F852-44DA-9195-C899AAFC1AB8}"/>
    <dgm:cxn modelId="{2662652D-6F12-4037-A4C0-C60791EE704F}" srcId="{C18AA2F6-D9C5-4BA6-BC2D-97481B6A326F}" destId="{5FA62F2C-26BD-4FC4-A89C-2414A9822D9C}" srcOrd="1" destOrd="0" parTransId="{5D5FB1B5-FF6D-499A-98E9-7200CBE6BEF4}" sibTransId="{52C87644-CE1E-4442-8821-E43366ED614A}"/>
    <dgm:cxn modelId="{5C00CE47-F5FB-46FA-8581-CC0DD401F200}" srcId="{C18AA2F6-D9C5-4BA6-BC2D-97481B6A326F}" destId="{BA5E7D4C-8084-4455-A2C5-70A0A9AD2906}" srcOrd="2" destOrd="0" parTransId="{F295B333-5CEF-4476-BFD9-C11B52C1BDB0}" sibTransId="{BDDC4C05-DF75-4570-8A1A-D12469924421}"/>
    <dgm:cxn modelId="{946A3E6C-A0E0-48FD-9473-780DD9C8DDED}" type="presOf" srcId="{3C3D9986-BDA7-45BC-9D5D-DCF5C7237A2F}" destId="{B85E0371-44A5-444B-B304-BECC1C2D02AC}" srcOrd="0" destOrd="0" presId="urn:microsoft.com/office/officeart/2009/3/layout/CircleRelationship"/>
    <dgm:cxn modelId="{8EB80A7C-F2EC-4908-875E-5DE99887E942}" type="presOf" srcId="{5FA62F2C-26BD-4FC4-A89C-2414A9822D9C}" destId="{1E3A1BD0-5DDC-440D-BE27-925104C1F6E4}" srcOrd="0" destOrd="0" presId="urn:microsoft.com/office/officeart/2009/3/layout/CircleRelationship"/>
    <dgm:cxn modelId="{FD6B278D-055D-4A0F-81DD-4BA2255A5B52}" type="presOf" srcId="{001C7175-F3F7-482A-8268-9A223D2243A4}" destId="{275560CE-CB2F-4181-AAB5-1043AD68BEA2}" srcOrd="0" destOrd="0" presId="urn:microsoft.com/office/officeart/2009/3/layout/CircleRelationship"/>
    <dgm:cxn modelId="{183DF799-D2DF-41A5-BD9C-01260227FCD1}" type="presOf" srcId="{C18AA2F6-D9C5-4BA6-BC2D-97481B6A326F}" destId="{1BA4565B-B593-42D2-A422-FD359EA82A9C}" srcOrd="0" destOrd="0" presId="urn:microsoft.com/office/officeart/2009/3/layout/CircleRelationship"/>
    <dgm:cxn modelId="{E97798B7-F0A8-4643-97D4-057E1E36EF74}" srcId="{3C3D9986-BDA7-45BC-9D5D-DCF5C7237A2F}" destId="{C18AA2F6-D9C5-4BA6-BC2D-97481B6A326F}" srcOrd="0" destOrd="0" parTransId="{D91FD158-BD2D-4995-9696-6906F84D337D}" sibTransId="{FF50A759-4B0D-4A27-97E3-1DBD375A72C6}"/>
    <dgm:cxn modelId="{71D06BE1-4CAE-411B-8B42-597200BED037}" type="presOf" srcId="{BA5E7D4C-8084-4455-A2C5-70A0A9AD2906}" destId="{00058111-1A2F-44DA-93DA-F29E87E6D41F}" srcOrd="0" destOrd="0" presId="urn:microsoft.com/office/officeart/2009/3/layout/CircleRelationship"/>
    <dgm:cxn modelId="{D5AC4A62-747F-4EAC-B0D6-02087C74C038}" type="presParOf" srcId="{B85E0371-44A5-444B-B304-BECC1C2D02AC}" destId="{1BA4565B-B593-42D2-A422-FD359EA82A9C}" srcOrd="0" destOrd="0" presId="urn:microsoft.com/office/officeart/2009/3/layout/CircleRelationship"/>
    <dgm:cxn modelId="{6590C2F2-C21E-4977-98BD-F817EA2FBE7E}" type="presParOf" srcId="{B85E0371-44A5-444B-B304-BECC1C2D02AC}" destId="{3FA47155-BE76-4EEB-A889-91711929D57D}" srcOrd="1" destOrd="0" presId="urn:microsoft.com/office/officeart/2009/3/layout/CircleRelationship"/>
    <dgm:cxn modelId="{9BDE91E4-E30D-4FD5-8DB0-FB235A2C360C}" type="presParOf" srcId="{B85E0371-44A5-444B-B304-BECC1C2D02AC}" destId="{A3720FD3-0FC9-49E0-BF3A-C0AEC6EB3153}" srcOrd="2" destOrd="0" presId="urn:microsoft.com/office/officeart/2009/3/layout/CircleRelationship"/>
    <dgm:cxn modelId="{AF330EE1-6E46-45CD-A17A-B1B3EA6B6A62}" type="presParOf" srcId="{B85E0371-44A5-444B-B304-BECC1C2D02AC}" destId="{9D76845D-42CC-49F8-8848-FD259E200DD2}" srcOrd="3" destOrd="0" presId="urn:microsoft.com/office/officeart/2009/3/layout/CircleRelationship"/>
    <dgm:cxn modelId="{90C0FCCE-BF5F-4DFE-9178-3A8D537A5933}" type="presParOf" srcId="{B85E0371-44A5-444B-B304-BECC1C2D02AC}" destId="{80E09BB9-4F0D-44C7-8703-E68059A05988}" srcOrd="4" destOrd="0" presId="urn:microsoft.com/office/officeart/2009/3/layout/CircleRelationship"/>
    <dgm:cxn modelId="{59026384-629C-4D4B-BD8D-26D51406FFE9}" type="presParOf" srcId="{B85E0371-44A5-444B-B304-BECC1C2D02AC}" destId="{DCF0073D-DBA7-4E99-A473-829665861799}" srcOrd="5" destOrd="0" presId="urn:microsoft.com/office/officeart/2009/3/layout/CircleRelationship"/>
    <dgm:cxn modelId="{773493A2-6BE4-4412-9C5F-8A7BD9522F1F}" type="presParOf" srcId="{B85E0371-44A5-444B-B304-BECC1C2D02AC}" destId="{DD5899D8-DA01-4E09-91CF-3C7E58E600DD}" srcOrd="6" destOrd="0" presId="urn:microsoft.com/office/officeart/2009/3/layout/CircleRelationship"/>
    <dgm:cxn modelId="{3583B0D2-7BEF-43CF-835C-970695813848}" type="presParOf" srcId="{B85E0371-44A5-444B-B304-BECC1C2D02AC}" destId="{275560CE-CB2F-4181-AAB5-1043AD68BEA2}" srcOrd="7" destOrd="0" presId="urn:microsoft.com/office/officeart/2009/3/layout/CircleRelationship"/>
    <dgm:cxn modelId="{5C837464-A19F-44BB-B516-B5AF4F6D68B0}" type="presParOf" srcId="{B85E0371-44A5-444B-B304-BECC1C2D02AC}" destId="{BBE6097C-7190-4F01-BA32-382BD367391A}" srcOrd="8" destOrd="0" presId="urn:microsoft.com/office/officeart/2009/3/layout/CircleRelationship"/>
    <dgm:cxn modelId="{4FCE120F-AAE3-406B-93EF-208C6E92F016}" type="presParOf" srcId="{BBE6097C-7190-4F01-BA32-382BD367391A}" destId="{FDA26478-5369-4B61-A6C2-BEA1CD99A632}" srcOrd="0" destOrd="0" presId="urn:microsoft.com/office/officeart/2009/3/layout/CircleRelationship"/>
    <dgm:cxn modelId="{581C75AC-C7A5-4D1F-B9CD-41D5F8DE30EE}" type="presParOf" srcId="{B85E0371-44A5-444B-B304-BECC1C2D02AC}" destId="{FB729199-20AD-4CD3-B0C2-1D8D1C411B7F}" srcOrd="9" destOrd="0" presId="urn:microsoft.com/office/officeart/2009/3/layout/CircleRelationship"/>
    <dgm:cxn modelId="{3577A9E3-5C41-40E3-A5D1-73163CD6AE36}" type="presParOf" srcId="{FB729199-20AD-4CD3-B0C2-1D8D1C411B7F}" destId="{7C37E083-7E0B-4658-90BE-C6EF379DE175}" srcOrd="0" destOrd="0" presId="urn:microsoft.com/office/officeart/2009/3/layout/CircleRelationship"/>
    <dgm:cxn modelId="{8831F746-A146-462D-A98D-DBCE03C0D50C}" type="presParOf" srcId="{B85E0371-44A5-444B-B304-BECC1C2D02AC}" destId="{1E3A1BD0-5DDC-440D-BE27-925104C1F6E4}" srcOrd="10" destOrd="0" presId="urn:microsoft.com/office/officeart/2009/3/layout/CircleRelationship"/>
    <dgm:cxn modelId="{FF76C9F4-DF84-4B96-B89A-8F7DC9231994}" type="presParOf" srcId="{B85E0371-44A5-444B-B304-BECC1C2D02AC}" destId="{89338F4A-B31C-40B0-94BB-19D29CA26FF6}" srcOrd="11" destOrd="0" presId="urn:microsoft.com/office/officeart/2009/3/layout/CircleRelationship"/>
    <dgm:cxn modelId="{1F73C8E7-D420-40C5-BCF3-188849828458}" type="presParOf" srcId="{89338F4A-B31C-40B0-94BB-19D29CA26FF6}" destId="{64E48F29-1E63-4C7A-9675-0266F0919949}" srcOrd="0" destOrd="0" presId="urn:microsoft.com/office/officeart/2009/3/layout/CircleRelationship"/>
    <dgm:cxn modelId="{1E8792BD-0109-4C9D-B8D3-9A796D240E53}" type="presParOf" srcId="{B85E0371-44A5-444B-B304-BECC1C2D02AC}" destId="{ECD666E9-2A09-4C55-BCFD-DA811870453C}" srcOrd="12" destOrd="0" presId="urn:microsoft.com/office/officeart/2009/3/layout/CircleRelationship"/>
    <dgm:cxn modelId="{691E8742-1A48-4EB9-9C8C-B786599AFB40}" type="presParOf" srcId="{ECD666E9-2A09-4C55-BCFD-DA811870453C}" destId="{03C46962-94AE-4FAC-8AB8-B3FC25FE7AB9}" srcOrd="0" destOrd="0" presId="urn:microsoft.com/office/officeart/2009/3/layout/CircleRelationship"/>
    <dgm:cxn modelId="{8445584F-8E03-4B90-9BE7-6427AB4269D8}" type="presParOf" srcId="{B85E0371-44A5-444B-B304-BECC1C2D02AC}" destId="{A0341C1D-30B6-4281-8D6F-66FADF652D37}" srcOrd="13" destOrd="0" presId="urn:microsoft.com/office/officeart/2009/3/layout/CircleRelationship"/>
    <dgm:cxn modelId="{EDD7CD8F-4B43-41A2-B7F2-AD8A489DB554}" type="presParOf" srcId="{A0341C1D-30B6-4281-8D6F-66FADF652D37}" destId="{FB685E08-09A5-4E6B-9256-4F6EA309AE4A}" srcOrd="0" destOrd="0" presId="urn:microsoft.com/office/officeart/2009/3/layout/CircleRelationship"/>
    <dgm:cxn modelId="{4D049C5E-7520-489D-AD10-9392F3BE0116}" type="presParOf" srcId="{B85E0371-44A5-444B-B304-BECC1C2D02AC}" destId="{00058111-1A2F-44DA-93DA-F29E87E6D41F}" srcOrd="14" destOrd="0" presId="urn:microsoft.com/office/officeart/2009/3/layout/CircleRelationship"/>
    <dgm:cxn modelId="{D3AA50B9-BF4B-4281-B293-3007854BBBD5}" type="presParOf" srcId="{B85E0371-44A5-444B-B304-BECC1C2D02AC}" destId="{2E567E21-E650-4185-847A-11C2F83327D4}" srcOrd="15" destOrd="0" presId="urn:microsoft.com/office/officeart/2009/3/layout/CircleRelationship"/>
    <dgm:cxn modelId="{82C95BDD-60EE-49A9-8CBE-A5E8F511FE5C}" type="presParOf" srcId="{2E567E21-E650-4185-847A-11C2F83327D4}" destId="{C5523198-5842-4B0E-978E-F9A40D2BEDC1}" srcOrd="0" destOrd="0" presId="urn:microsoft.com/office/officeart/2009/3/layout/CircleRelationshi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C3D9986-BDA7-45BC-9D5D-DCF5C7237A2F}"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es-ES"/>
        </a:p>
      </dgm:t>
    </dgm:pt>
    <dgm:pt modelId="{C18AA2F6-D9C5-4BA6-BC2D-97481B6A326F}">
      <dgm:prSet phldrT="[Texto]" custT="1"/>
      <dgm:spPr>
        <a:solidFill>
          <a:schemeClr val="accent5">
            <a:lumMod val="75000"/>
          </a:schemeClr>
        </a:solidFill>
      </dgm:spPr>
      <dgm:t>
        <a:bodyPr/>
        <a:lstStyle/>
        <a:p>
          <a:r>
            <a:rPr lang="es-AR" sz="3200" dirty="0"/>
            <a:t>Precios</a:t>
          </a:r>
          <a:endParaRPr lang="es-ES" sz="3200" dirty="0"/>
        </a:p>
      </dgm:t>
    </dgm:pt>
    <dgm:pt modelId="{D91FD158-BD2D-4995-9696-6906F84D337D}" type="parTrans" cxnId="{E97798B7-F0A8-4643-97D4-057E1E36EF74}">
      <dgm:prSet/>
      <dgm:spPr/>
      <dgm:t>
        <a:bodyPr/>
        <a:lstStyle/>
        <a:p>
          <a:endParaRPr lang="es-ES"/>
        </a:p>
      </dgm:t>
    </dgm:pt>
    <dgm:pt modelId="{FF50A759-4B0D-4A27-97E3-1DBD375A72C6}" type="sibTrans" cxnId="{E97798B7-F0A8-4643-97D4-057E1E36EF74}">
      <dgm:prSet/>
      <dgm:spPr/>
      <dgm:t>
        <a:bodyPr/>
        <a:lstStyle/>
        <a:p>
          <a:endParaRPr lang="es-ES"/>
        </a:p>
      </dgm:t>
    </dgm:pt>
    <dgm:pt modelId="{001C7175-F3F7-482A-8268-9A223D2243A4}">
      <dgm:prSet phldrT="[Texto]" custT="1"/>
      <dgm:spPr/>
      <dgm:t>
        <a:bodyPr/>
        <a:lstStyle/>
        <a:p>
          <a:r>
            <a:rPr lang="es-AR" sz="1600" dirty="0"/>
            <a:t>Financiamiento no inflacionario (no emisión)</a:t>
          </a:r>
          <a:endParaRPr lang="es-ES" sz="1600" dirty="0"/>
        </a:p>
      </dgm:t>
    </dgm:pt>
    <dgm:pt modelId="{A5AF5204-A1BE-4306-9A12-11CF4A102CAB}" type="parTrans" cxnId="{568ADA1A-1A0B-4807-A410-ADCE203CEFEA}">
      <dgm:prSet/>
      <dgm:spPr/>
      <dgm:t>
        <a:bodyPr/>
        <a:lstStyle/>
        <a:p>
          <a:endParaRPr lang="es-ES"/>
        </a:p>
      </dgm:t>
    </dgm:pt>
    <dgm:pt modelId="{2687E1D4-F852-44DA-9195-C899AAFC1AB8}" type="sibTrans" cxnId="{568ADA1A-1A0B-4807-A410-ADCE203CEFEA}">
      <dgm:prSet/>
      <dgm:spPr/>
      <dgm:t>
        <a:bodyPr/>
        <a:lstStyle/>
        <a:p>
          <a:endParaRPr lang="es-ES"/>
        </a:p>
      </dgm:t>
    </dgm:pt>
    <dgm:pt modelId="{5FA62F2C-26BD-4FC4-A89C-2414A9822D9C}">
      <dgm:prSet phldrT="[Texto]" custT="1"/>
      <dgm:spPr/>
      <dgm:t>
        <a:bodyPr/>
        <a:lstStyle/>
        <a:p>
          <a:r>
            <a:rPr lang="es-AR" sz="1600" dirty="0" err="1"/>
            <a:t>Ctrol</a:t>
          </a:r>
          <a:r>
            <a:rPr lang="es-AR" sz="1600" dirty="0"/>
            <a:t>. </a:t>
          </a:r>
          <a:r>
            <a:rPr lang="es-AR" sz="1600" dirty="0" err="1"/>
            <a:t>Cbios</a:t>
          </a:r>
          <a:r>
            <a:rPr lang="es-AR" sz="1600" dirty="0"/>
            <a:t>: que la demanda no vaya a </a:t>
          </a:r>
          <a:r>
            <a:rPr lang="es-AR" sz="1600" dirty="0" err="1"/>
            <a:t>Impo</a:t>
          </a:r>
          <a:r>
            <a:rPr lang="es-AR" sz="1600" dirty="0"/>
            <a:t>.</a:t>
          </a:r>
          <a:endParaRPr lang="es-ES" sz="1600" dirty="0"/>
        </a:p>
      </dgm:t>
    </dgm:pt>
    <dgm:pt modelId="{5D5FB1B5-FF6D-499A-98E9-7200CBE6BEF4}" type="parTrans" cxnId="{2662652D-6F12-4037-A4C0-C60791EE704F}">
      <dgm:prSet/>
      <dgm:spPr/>
      <dgm:t>
        <a:bodyPr/>
        <a:lstStyle/>
        <a:p>
          <a:endParaRPr lang="es-ES"/>
        </a:p>
      </dgm:t>
    </dgm:pt>
    <dgm:pt modelId="{52C87644-CE1E-4442-8821-E43366ED614A}" type="sibTrans" cxnId="{2662652D-6F12-4037-A4C0-C60791EE704F}">
      <dgm:prSet/>
      <dgm:spPr/>
      <dgm:t>
        <a:bodyPr/>
        <a:lstStyle/>
        <a:p>
          <a:endParaRPr lang="es-ES"/>
        </a:p>
      </dgm:t>
    </dgm:pt>
    <dgm:pt modelId="{BA5E7D4C-8084-4455-A2C5-70A0A9AD2906}">
      <dgm:prSet phldrT="[Texto]" custT="1"/>
      <dgm:spPr/>
      <dgm:t>
        <a:bodyPr/>
        <a:lstStyle/>
        <a:p>
          <a:r>
            <a:rPr lang="es-AR" sz="1600" dirty="0"/>
            <a:t>El problema era la depresión, no la infla!!!</a:t>
          </a:r>
          <a:endParaRPr lang="es-ES" sz="1600" dirty="0"/>
        </a:p>
      </dgm:t>
    </dgm:pt>
    <dgm:pt modelId="{F295B333-5CEF-4476-BFD9-C11B52C1BDB0}" type="parTrans" cxnId="{5C00CE47-F5FB-46FA-8581-CC0DD401F200}">
      <dgm:prSet/>
      <dgm:spPr/>
      <dgm:t>
        <a:bodyPr/>
        <a:lstStyle/>
        <a:p>
          <a:endParaRPr lang="es-ES"/>
        </a:p>
      </dgm:t>
    </dgm:pt>
    <dgm:pt modelId="{BDDC4C05-DF75-4570-8A1A-D12469924421}" type="sibTrans" cxnId="{5C00CE47-F5FB-46FA-8581-CC0DD401F200}">
      <dgm:prSet/>
      <dgm:spPr/>
      <dgm:t>
        <a:bodyPr/>
        <a:lstStyle/>
        <a:p>
          <a:endParaRPr lang="es-ES"/>
        </a:p>
      </dgm:t>
    </dgm:pt>
    <dgm:pt modelId="{B85E0371-44A5-444B-B304-BECC1C2D02AC}" type="pres">
      <dgm:prSet presAssocID="{3C3D9986-BDA7-45BC-9D5D-DCF5C7237A2F}" presName="Name0" presStyleCnt="0">
        <dgm:presLayoutVars>
          <dgm:chMax val="1"/>
          <dgm:chPref val="1"/>
        </dgm:presLayoutVars>
      </dgm:prSet>
      <dgm:spPr/>
    </dgm:pt>
    <dgm:pt modelId="{1BA4565B-B593-42D2-A422-FD359EA82A9C}" type="pres">
      <dgm:prSet presAssocID="{C18AA2F6-D9C5-4BA6-BC2D-97481B6A326F}" presName="Parent" presStyleLbl="node0" presStyleIdx="0" presStyleCnt="1">
        <dgm:presLayoutVars>
          <dgm:chMax val="5"/>
          <dgm:chPref val="5"/>
        </dgm:presLayoutVars>
      </dgm:prSet>
      <dgm:spPr/>
    </dgm:pt>
    <dgm:pt modelId="{3FA47155-BE76-4EEB-A889-91711929D57D}" type="pres">
      <dgm:prSet presAssocID="{C18AA2F6-D9C5-4BA6-BC2D-97481B6A326F}" presName="Accent1" presStyleLbl="node1" presStyleIdx="0" presStyleCnt="15"/>
      <dgm:spPr/>
    </dgm:pt>
    <dgm:pt modelId="{A3720FD3-0FC9-49E0-BF3A-C0AEC6EB3153}" type="pres">
      <dgm:prSet presAssocID="{C18AA2F6-D9C5-4BA6-BC2D-97481B6A326F}" presName="Accent2" presStyleLbl="node1" presStyleIdx="1" presStyleCnt="15"/>
      <dgm:spPr/>
    </dgm:pt>
    <dgm:pt modelId="{9D76845D-42CC-49F8-8848-FD259E200DD2}" type="pres">
      <dgm:prSet presAssocID="{C18AA2F6-D9C5-4BA6-BC2D-97481B6A326F}" presName="Accent3" presStyleLbl="node1" presStyleIdx="2" presStyleCnt="15"/>
      <dgm:spPr/>
    </dgm:pt>
    <dgm:pt modelId="{80E09BB9-4F0D-44C7-8703-E68059A05988}" type="pres">
      <dgm:prSet presAssocID="{C18AA2F6-D9C5-4BA6-BC2D-97481B6A326F}" presName="Accent4" presStyleLbl="node1" presStyleIdx="3" presStyleCnt="15"/>
      <dgm:spPr/>
    </dgm:pt>
    <dgm:pt modelId="{DCF0073D-DBA7-4E99-A473-829665861799}" type="pres">
      <dgm:prSet presAssocID="{C18AA2F6-D9C5-4BA6-BC2D-97481B6A326F}" presName="Accent5" presStyleLbl="node1" presStyleIdx="4" presStyleCnt="15"/>
      <dgm:spPr/>
    </dgm:pt>
    <dgm:pt modelId="{DD5899D8-DA01-4E09-91CF-3C7E58E600DD}" type="pres">
      <dgm:prSet presAssocID="{C18AA2F6-D9C5-4BA6-BC2D-97481B6A326F}" presName="Accent6" presStyleLbl="node1" presStyleIdx="5" presStyleCnt="15"/>
      <dgm:spPr/>
    </dgm:pt>
    <dgm:pt modelId="{275560CE-CB2F-4181-AAB5-1043AD68BEA2}" type="pres">
      <dgm:prSet presAssocID="{001C7175-F3F7-482A-8268-9A223D2243A4}" presName="Child1" presStyleLbl="node1" presStyleIdx="6" presStyleCnt="15" custScaleX="180973" custScaleY="180972" custLinFactNeighborX="4362" custLinFactNeighborY="-42684">
        <dgm:presLayoutVars>
          <dgm:chMax val="0"/>
          <dgm:chPref val="0"/>
        </dgm:presLayoutVars>
      </dgm:prSet>
      <dgm:spPr/>
    </dgm:pt>
    <dgm:pt modelId="{BBE6097C-7190-4F01-BA32-382BD367391A}" type="pres">
      <dgm:prSet presAssocID="{001C7175-F3F7-482A-8268-9A223D2243A4}" presName="Accent7" presStyleCnt="0"/>
      <dgm:spPr/>
    </dgm:pt>
    <dgm:pt modelId="{FDA26478-5369-4B61-A6C2-BEA1CD99A632}" type="pres">
      <dgm:prSet presAssocID="{001C7175-F3F7-482A-8268-9A223D2243A4}" presName="AccentHold1" presStyleLbl="node1" presStyleIdx="7" presStyleCnt="15"/>
      <dgm:spPr/>
    </dgm:pt>
    <dgm:pt modelId="{FB729199-20AD-4CD3-B0C2-1D8D1C411B7F}" type="pres">
      <dgm:prSet presAssocID="{001C7175-F3F7-482A-8268-9A223D2243A4}" presName="Accent8" presStyleCnt="0"/>
      <dgm:spPr/>
    </dgm:pt>
    <dgm:pt modelId="{7C37E083-7E0B-4658-90BE-C6EF379DE175}" type="pres">
      <dgm:prSet presAssocID="{001C7175-F3F7-482A-8268-9A223D2243A4}" presName="AccentHold2" presStyleLbl="node1" presStyleIdx="8" presStyleCnt="15"/>
      <dgm:spPr/>
    </dgm:pt>
    <dgm:pt modelId="{1E3A1BD0-5DDC-440D-BE27-925104C1F6E4}" type="pres">
      <dgm:prSet presAssocID="{5FA62F2C-26BD-4FC4-A89C-2414A9822D9C}" presName="Child2" presStyleLbl="node1" presStyleIdx="9" presStyleCnt="15" custScaleX="181268" custScaleY="181268">
        <dgm:presLayoutVars>
          <dgm:chMax val="0"/>
          <dgm:chPref val="0"/>
        </dgm:presLayoutVars>
      </dgm:prSet>
      <dgm:spPr/>
    </dgm:pt>
    <dgm:pt modelId="{89338F4A-B31C-40B0-94BB-19D29CA26FF6}" type="pres">
      <dgm:prSet presAssocID="{5FA62F2C-26BD-4FC4-A89C-2414A9822D9C}" presName="Accent9" presStyleCnt="0"/>
      <dgm:spPr/>
    </dgm:pt>
    <dgm:pt modelId="{64E48F29-1E63-4C7A-9675-0266F0919949}" type="pres">
      <dgm:prSet presAssocID="{5FA62F2C-26BD-4FC4-A89C-2414A9822D9C}" presName="AccentHold1" presStyleLbl="node1" presStyleIdx="10" presStyleCnt="15"/>
      <dgm:spPr/>
    </dgm:pt>
    <dgm:pt modelId="{ECD666E9-2A09-4C55-BCFD-DA811870453C}" type="pres">
      <dgm:prSet presAssocID="{5FA62F2C-26BD-4FC4-A89C-2414A9822D9C}" presName="Accent10" presStyleCnt="0"/>
      <dgm:spPr/>
    </dgm:pt>
    <dgm:pt modelId="{03C46962-94AE-4FAC-8AB8-B3FC25FE7AB9}" type="pres">
      <dgm:prSet presAssocID="{5FA62F2C-26BD-4FC4-A89C-2414A9822D9C}" presName="AccentHold2" presStyleLbl="node1" presStyleIdx="11" presStyleCnt="15"/>
      <dgm:spPr/>
    </dgm:pt>
    <dgm:pt modelId="{A0341C1D-30B6-4281-8D6F-66FADF652D37}" type="pres">
      <dgm:prSet presAssocID="{5FA62F2C-26BD-4FC4-A89C-2414A9822D9C}" presName="Accent11" presStyleCnt="0"/>
      <dgm:spPr/>
    </dgm:pt>
    <dgm:pt modelId="{FB685E08-09A5-4E6B-9256-4F6EA309AE4A}" type="pres">
      <dgm:prSet presAssocID="{5FA62F2C-26BD-4FC4-A89C-2414A9822D9C}" presName="AccentHold3" presStyleLbl="node1" presStyleIdx="12" presStyleCnt="15"/>
      <dgm:spPr/>
    </dgm:pt>
    <dgm:pt modelId="{00058111-1A2F-44DA-93DA-F29E87E6D41F}" type="pres">
      <dgm:prSet presAssocID="{BA5E7D4C-8084-4455-A2C5-70A0A9AD2906}" presName="Child3" presStyleLbl="node1" presStyleIdx="13" presStyleCnt="15" custScaleX="181268" custScaleY="181268" custLinFactX="-1652" custLinFactNeighborX="-100000" custLinFactNeighborY="8680">
        <dgm:presLayoutVars>
          <dgm:chMax val="0"/>
          <dgm:chPref val="0"/>
        </dgm:presLayoutVars>
      </dgm:prSet>
      <dgm:spPr/>
    </dgm:pt>
    <dgm:pt modelId="{2E567E21-E650-4185-847A-11C2F83327D4}" type="pres">
      <dgm:prSet presAssocID="{BA5E7D4C-8084-4455-A2C5-70A0A9AD2906}" presName="Accent12" presStyleCnt="0"/>
      <dgm:spPr/>
    </dgm:pt>
    <dgm:pt modelId="{C5523198-5842-4B0E-978E-F9A40D2BEDC1}" type="pres">
      <dgm:prSet presAssocID="{BA5E7D4C-8084-4455-A2C5-70A0A9AD2906}" presName="AccentHold1" presStyleLbl="node1" presStyleIdx="14" presStyleCnt="15"/>
      <dgm:spPr/>
    </dgm:pt>
  </dgm:ptLst>
  <dgm:cxnLst>
    <dgm:cxn modelId="{568ADA1A-1A0B-4807-A410-ADCE203CEFEA}" srcId="{C18AA2F6-D9C5-4BA6-BC2D-97481B6A326F}" destId="{001C7175-F3F7-482A-8268-9A223D2243A4}" srcOrd="0" destOrd="0" parTransId="{A5AF5204-A1BE-4306-9A12-11CF4A102CAB}" sibTransId="{2687E1D4-F852-44DA-9195-C899AAFC1AB8}"/>
    <dgm:cxn modelId="{2662652D-6F12-4037-A4C0-C60791EE704F}" srcId="{C18AA2F6-D9C5-4BA6-BC2D-97481B6A326F}" destId="{5FA62F2C-26BD-4FC4-A89C-2414A9822D9C}" srcOrd="1" destOrd="0" parTransId="{5D5FB1B5-FF6D-499A-98E9-7200CBE6BEF4}" sibTransId="{52C87644-CE1E-4442-8821-E43366ED614A}"/>
    <dgm:cxn modelId="{5C00CE47-F5FB-46FA-8581-CC0DD401F200}" srcId="{C18AA2F6-D9C5-4BA6-BC2D-97481B6A326F}" destId="{BA5E7D4C-8084-4455-A2C5-70A0A9AD2906}" srcOrd="2" destOrd="0" parTransId="{F295B333-5CEF-4476-BFD9-C11B52C1BDB0}" sibTransId="{BDDC4C05-DF75-4570-8A1A-D12469924421}"/>
    <dgm:cxn modelId="{946A3E6C-A0E0-48FD-9473-780DD9C8DDED}" type="presOf" srcId="{3C3D9986-BDA7-45BC-9D5D-DCF5C7237A2F}" destId="{B85E0371-44A5-444B-B304-BECC1C2D02AC}" srcOrd="0" destOrd="0" presId="urn:microsoft.com/office/officeart/2009/3/layout/CircleRelationship"/>
    <dgm:cxn modelId="{8EB80A7C-F2EC-4908-875E-5DE99887E942}" type="presOf" srcId="{5FA62F2C-26BD-4FC4-A89C-2414A9822D9C}" destId="{1E3A1BD0-5DDC-440D-BE27-925104C1F6E4}" srcOrd="0" destOrd="0" presId="urn:microsoft.com/office/officeart/2009/3/layout/CircleRelationship"/>
    <dgm:cxn modelId="{FD6B278D-055D-4A0F-81DD-4BA2255A5B52}" type="presOf" srcId="{001C7175-F3F7-482A-8268-9A223D2243A4}" destId="{275560CE-CB2F-4181-AAB5-1043AD68BEA2}" srcOrd="0" destOrd="0" presId="urn:microsoft.com/office/officeart/2009/3/layout/CircleRelationship"/>
    <dgm:cxn modelId="{183DF799-D2DF-41A5-BD9C-01260227FCD1}" type="presOf" srcId="{C18AA2F6-D9C5-4BA6-BC2D-97481B6A326F}" destId="{1BA4565B-B593-42D2-A422-FD359EA82A9C}" srcOrd="0" destOrd="0" presId="urn:microsoft.com/office/officeart/2009/3/layout/CircleRelationship"/>
    <dgm:cxn modelId="{E97798B7-F0A8-4643-97D4-057E1E36EF74}" srcId="{3C3D9986-BDA7-45BC-9D5D-DCF5C7237A2F}" destId="{C18AA2F6-D9C5-4BA6-BC2D-97481B6A326F}" srcOrd="0" destOrd="0" parTransId="{D91FD158-BD2D-4995-9696-6906F84D337D}" sibTransId="{FF50A759-4B0D-4A27-97E3-1DBD375A72C6}"/>
    <dgm:cxn modelId="{71D06BE1-4CAE-411B-8B42-597200BED037}" type="presOf" srcId="{BA5E7D4C-8084-4455-A2C5-70A0A9AD2906}" destId="{00058111-1A2F-44DA-93DA-F29E87E6D41F}" srcOrd="0" destOrd="0" presId="urn:microsoft.com/office/officeart/2009/3/layout/CircleRelationship"/>
    <dgm:cxn modelId="{D5AC4A62-747F-4EAC-B0D6-02087C74C038}" type="presParOf" srcId="{B85E0371-44A5-444B-B304-BECC1C2D02AC}" destId="{1BA4565B-B593-42D2-A422-FD359EA82A9C}" srcOrd="0" destOrd="0" presId="urn:microsoft.com/office/officeart/2009/3/layout/CircleRelationship"/>
    <dgm:cxn modelId="{6590C2F2-C21E-4977-98BD-F817EA2FBE7E}" type="presParOf" srcId="{B85E0371-44A5-444B-B304-BECC1C2D02AC}" destId="{3FA47155-BE76-4EEB-A889-91711929D57D}" srcOrd="1" destOrd="0" presId="urn:microsoft.com/office/officeart/2009/3/layout/CircleRelationship"/>
    <dgm:cxn modelId="{9BDE91E4-E30D-4FD5-8DB0-FB235A2C360C}" type="presParOf" srcId="{B85E0371-44A5-444B-B304-BECC1C2D02AC}" destId="{A3720FD3-0FC9-49E0-BF3A-C0AEC6EB3153}" srcOrd="2" destOrd="0" presId="urn:microsoft.com/office/officeart/2009/3/layout/CircleRelationship"/>
    <dgm:cxn modelId="{AF330EE1-6E46-45CD-A17A-B1B3EA6B6A62}" type="presParOf" srcId="{B85E0371-44A5-444B-B304-BECC1C2D02AC}" destId="{9D76845D-42CC-49F8-8848-FD259E200DD2}" srcOrd="3" destOrd="0" presId="urn:microsoft.com/office/officeart/2009/3/layout/CircleRelationship"/>
    <dgm:cxn modelId="{90C0FCCE-BF5F-4DFE-9178-3A8D537A5933}" type="presParOf" srcId="{B85E0371-44A5-444B-B304-BECC1C2D02AC}" destId="{80E09BB9-4F0D-44C7-8703-E68059A05988}" srcOrd="4" destOrd="0" presId="urn:microsoft.com/office/officeart/2009/3/layout/CircleRelationship"/>
    <dgm:cxn modelId="{59026384-629C-4D4B-BD8D-26D51406FFE9}" type="presParOf" srcId="{B85E0371-44A5-444B-B304-BECC1C2D02AC}" destId="{DCF0073D-DBA7-4E99-A473-829665861799}" srcOrd="5" destOrd="0" presId="urn:microsoft.com/office/officeart/2009/3/layout/CircleRelationship"/>
    <dgm:cxn modelId="{773493A2-6BE4-4412-9C5F-8A7BD9522F1F}" type="presParOf" srcId="{B85E0371-44A5-444B-B304-BECC1C2D02AC}" destId="{DD5899D8-DA01-4E09-91CF-3C7E58E600DD}" srcOrd="6" destOrd="0" presId="urn:microsoft.com/office/officeart/2009/3/layout/CircleRelationship"/>
    <dgm:cxn modelId="{3583B0D2-7BEF-43CF-835C-970695813848}" type="presParOf" srcId="{B85E0371-44A5-444B-B304-BECC1C2D02AC}" destId="{275560CE-CB2F-4181-AAB5-1043AD68BEA2}" srcOrd="7" destOrd="0" presId="urn:microsoft.com/office/officeart/2009/3/layout/CircleRelationship"/>
    <dgm:cxn modelId="{5C837464-A19F-44BB-B516-B5AF4F6D68B0}" type="presParOf" srcId="{B85E0371-44A5-444B-B304-BECC1C2D02AC}" destId="{BBE6097C-7190-4F01-BA32-382BD367391A}" srcOrd="8" destOrd="0" presId="urn:microsoft.com/office/officeart/2009/3/layout/CircleRelationship"/>
    <dgm:cxn modelId="{4FCE120F-AAE3-406B-93EF-208C6E92F016}" type="presParOf" srcId="{BBE6097C-7190-4F01-BA32-382BD367391A}" destId="{FDA26478-5369-4B61-A6C2-BEA1CD99A632}" srcOrd="0" destOrd="0" presId="urn:microsoft.com/office/officeart/2009/3/layout/CircleRelationship"/>
    <dgm:cxn modelId="{581C75AC-C7A5-4D1F-B9CD-41D5F8DE30EE}" type="presParOf" srcId="{B85E0371-44A5-444B-B304-BECC1C2D02AC}" destId="{FB729199-20AD-4CD3-B0C2-1D8D1C411B7F}" srcOrd="9" destOrd="0" presId="urn:microsoft.com/office/officeart/2009/3/layout/CircleRelationship"/>
    <dgm:cxn modelId="{3577A9E3-5C41-40E3-A5D1-73163CD6AE36}" type="presParOf" srcId="{FB729199-20AD-4CD3-B0C2-1D8D1C411B7F}" destId="{7C37E083-7E0B-4658-90BE-C6EF379DE175}" srcOrd="0" destOrd="0" presId="urn:microsoft.com/office/officeart/2009/3/layout/CircleRelationship"/>
    <dgm:cxn modelId="{8831F746-A146-462D-A98D-DBCE03C0D50C}" type="presParOf" srcId="{B85E0371-44A5-444B-B304-BECC1C2D02AC}" destId="{1E3A1BD0-5DDC-440D-BE27-925104C1F6E4}" srcOrd="10" destOrd="0" presId="urn:microsoft.com/office/officeart/2009/3/layout/CircleRelationship"/>
    <dgm:cxn modelId="{FF76C9F4-DF84-4B96-B89A-8F7DC9231994}" type="presParOf" srcId="{B85E0371-44A5-444B-B304-BECC1C2D02AC}" destId="{89338F4A-B31C-40B0-94BB-19D29CA26FF6}" srcOrd="11" destOrd="0" presId="urn:microsoft.com/office/officeart/2009/3/layout/CircleRelationship"/>
    <dgm:cxn modelId="{1F73C8E7-D420-40C5-BCF3-188849828458}" type="presParOf" srcId="{89338F4A-B31C-40B0-94BB-19D29CA26FF6}" destId="{64E48F29-1E63-4C7A-9675-0266F0919949}" srcOrd="0" destOrd="0" presId="urn:microsoft.com/office/officeart/2009/3/layout/CircleRelationship"/>
    <dgm:cxn modelId="{1E8792BD-0109-4C9D-B8D3-9A796D240E53}" type="presParOf" srcId="{B85E0371-44A5-444B-B304-BECC1C2D02AC}" destId="{ECD666E9-2A09-4C55-BCFD-DA811870453C}" srcOrd="12" destOrd="0" presId="urn:microsoft.com/office/officeart/2009/3/layout/CircleRelationship"/>
    <dgm:cxn modelId="{691E8742-1A48-4EB9-9C8C-B786599AFB40}" type="presParOf" srcId="{ECD666E9-2A09-4C55-BCFD-DA811870453C}" destId="{03C46962-94AE-4FAC-8AB8-B3FC25FE7AB9}" srcOrd="0" destOrd="0" presId="urn:microsoft.com/office/officeart/2009/3/layout/CircleRelationship"/>
    <dgm:cxn modelId="{8445584F-8E03-4B90-9BE7-6427AB4269D8}" type="presParOf" srcId="{B85E0371-44A5-444B-B304-BECC1C2D02AC}" destId="{A0341C1D-30B6-4281-8D6F-66FADF652D37}" srcOrd="13" destOrd="0" presId="urn:microsoft.com/office/officeart/2009/3/layout/CircleRelationship"/>
    <dgm:cxn modelId="{EDD7CD8F-4B43-41A2-B7F2-AD8A489DB554}" type="presParOf" srcId="{A0341C1D-30B6-4281-8D6F-66FADF652D37}" destId="{FB685E08-09A5-4E6B-9256-4F6EA309AE4A}" srcOrd="0" destOrd="0" presId="urn:microsoft.com/office/officeart/2009/3/layout/CircleRelationship"/>
    <dgm:cxn modelId="{4D049C5E-7520-489D-AD10-9392F3BE0116}" type="presParOf" srcId="{B85E0371-44A5-444B-B304-BECC1C2D02AC}" destId="{00058111-1A2F-44DA-93DA-F29E87E6D41F}" srcOrd="14" destOrd="0" presId="urn:microsoft.com/office/officeart/2009/3/layout/CircleRelationship"/>
    <dgm:cxn modelId="{D3AA50B9-BF4B-4281-B293-3007854BBBD5}" type="presParOf" srcId="{B85E0371-44A5-444B-B304-BECC1C2D02AC}" destId="{2E567E21-E650-4185-847A-11C2F83327D4}" srcOrd="15" destOrd="0" presId="urn:microsoft.com/office/officeart/2009/3/layout/CircleRelationship"/>
    <dgm:cxn modelId="{82C95BDD-60EE-49A9-8CBE-A5E8F511FE5C}" type="presParOf" srcId="{2E567E21-E650-4185-847A-11C2F83327D4}" destId="{C5523198-5842-4B0E-978E-F9A40D2BEDC1}" srcOrd="0" destOrd="0" presId="urn:microsoft.com/office/officeart/2009/3/layout/CircleRelationship"/>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CFB95C-AAAB-43DD-B08D-C817260649D6}">
      <dsp:nvSpPr>
        <dsp:cNvPr id="0" name=""/>
        <dsp:cNvSpPr/>
      </dsp:nvSpPr>
      <dsp:spPr>
        <a:xfrm>
          <a:off x="0" y="0"/>
          <a:ext cx="8490632" cy="1533540"/>
        </a:xfrm>
        <a:prstGeom prst="roundRect">
          <a:avLst/>
        </a:prstGeom>
        <a:solidFill>
          <a:schemeClr val="accent5">
            <a:lumMod val="50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91440" tIns="91440" rIns="91440" bIns="91440" numCol="1" spcCol="1270" rtlCol="0" anchor="ctr" anchorCtr="0">
          <a:noAutofit/>
        </a:bodyPr>
        <a:lstStyle/>
        <a:p>
          <a:pPr marL="0" lvl="0" indent="0" algn="ctr" defTabSz="914400" rtl="0" eaLnBrk="1" latinLnBrk="0" hangingPunct="1">
            <a:lnSpc>
              <a:spcPct val="90000"/>
            </a:lnSpc>
            <a:spcBef>
              <a:spcPct val="0"/>
            </a:spcBef>
            <a:spcAft>
              <a:spcPct val="35000"/>
            </a:spcAft>
            <a:buNone/>
          </a:pPr>
          <a:r>
            <a:rPr lang="es-AR" sz="2400" b="1" kern="1200" dirty="0">
              <a:solidFill>
                <a:schemeClr val="accent5">
                  <a:lumMod val="20000"/>
                  <a:lumOff val="80000"/>
                </a:schemeClr>
              </a:solidFill>
              <a:latin typeface="Arial" panose="020B0604020202020204" pitchFamily="34" charset="0"/>
              <a:ea typeface="+mn-ea"/>
              <a:cs typeface="Arial" panose="020B0604020202020204" pitchFamily="34" charset="0"/>
            </a:rPr>
            <a:t>Seguridad de un mercado local en vías de expansión </a:t>
          </a:r>
          <a:r>
            <a:rPr lang="es-AR" sz="2400" b="1" kern="1200" dirty="0">
              <a:solidFill>
                <a:schemeClr val="accent5">
                  <a:lumMod val="20000"/>
                  <a:lumOff val="80000"/>
                </a:schemeClr>
              </a:solidFill>
              <a:latin typeface="Arial" panose="020B0604020202020204" pitchFamily="34" charset="0"/>
              <a:ea typeface="+mn-ea"/>
              <a:cs typeface="Arial" panose="020B0604020202020204" pitchFamily="34" charset="0"/>
              <a:sym typeface="Wingdings" pitchFamily="2" charset="2"/>
            </a:rPr>
            <a:t> </a:t>
          </a:r>
        </a:p>
        <a:p>
          <a:pPr marL="0" lvl="0" indent="0" algn="ctr" defTabSz="914400" rtl="0" eaLnBrk="1" latinLnBrk="0" hangingPunct="1">
            <a:lnSpc>
              <a:spcPct val="90000"/>
            </a:lnSpc>
            <a:spcBef>
              <a:spcPct val="0"/>
            </a:spcBef>
            <a:spcAft>
              <a:spcPct val="35000"/>
            </a:spcAft>
            <a:buNone/>
          </a:pPr>
          <a:r>
            <a:rPr lang="es-AR" sz="3200" b="1" kern="1200" dirty="0">
              <a:solidFill>
                <a:schemeClr val="accent5">
                  <a:lumMod val="20000"/>
                  <a:lumOff val="80000"/>
                </a:schemeClr>
              </a:solidFill>
              <a:latin typeface="Arial" panose="020B0604020202020204" pitchFamily="34" charset="0"/>
              <a:ea typeface="+mn-ea"/>
              <a:cs typeface="Arial" panose="020B0604020202020204" pitchFamily="34" charset="0"/>
              <a:sym typeface="Wingdings" pitchFamily="2" charset="2"/>
            </a:rPr>
            <a:t>P</a:t>
          </a:r>
          <a:r>
            <a:rPr lang="es-AR" sz="3200" b="1" kern="1200" dirty="0">
              <a:solidFill>
                <a:schemeClr val="accent5">
                  <a:lumMod val="20000"/>
                  <a:lumOff val="80000"/>
                </a:schemeClr>
              </a:solidFill>
              <a:latin typeface="Arial" panose="020B0604020202020204" pitchFamily="34" charset="0"/>
              <a:ea typeface="+mn-ea"/>
              <a:cs typeface="Arial" panose="020B0604020202020204" pitchFamily="34" charset="0"/>
            </a:rPr>
            <a:t>rotección tarifaria</a:t>
          </a:r>
        </a:p>
      </dsp:txBody>
      <dsp:txXfrm>
        <a:off x="74861" y="74861"/>
        <a:ext cx="8340910" cy="1383818"/>
      </dsp:txXfrm>
    </dsp:sp>
    <dsp:sp modelId="{24B58764-3AF5-419D-923E-0F71B015399F}">
      <dsp:nvSpPr>
        <dsp:cNvPr id="0" name=""/>
        <dsp:cNvSpPr/>
      </dsp:nvSpPr>
      <dsp:spPr>
        <a:xfrm>
          <a:off x="0" y="1584174"/>
          <a:ext cx="8490632" cy="1058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578" tIns="22860" rIns="128016" bIns="22860" numCol="1" spcCol="1270" anchor="t" anchorCtr="0">
          <a:noAutofit/>
        </a:bodyPr>
        <a:lstStyle/>
        <a:p>
          <a:pPr marL="171450" lvl="1" indent="-171450" algn="ctr" defTabSz="800100">
            <a:lnSpc>
              <a:spcPct val="90000"/>
            </a:lnSpc>
            <a:spcBef>
              <a:spcPct val="0"/>
            </a:spcBef>
            <a:spcAft>
              <a:spcPct val="20000"/>
            </a:spcAft>
            <a:buNone/>
          </a:pPr>
          <a:r>
            <a:rPr lang="es-AR" sz="1800" b="1" i="1" u="none" kern="1200" dirty="0">
              <a:solidFill>
                <a:schemeClr val="accent5">
                  <a:lumMod val="50000"/>
                </a:schemeClr>
              </a:solidFill>
              <a:latin typeface="Arial" panose="020B0604020202020204" pitchFamily="34" charset="0"/>
              <a:cs typeface="Arial" panose="020B0604020202020204" pitchFamily="34" charset="0"/>
            </a:rPr>
            <a:t>1923: ↑ precios de avalúos acercándolos a los precios reales de mercado internacional</a:t>
          </a:r>
        </a:p>
      </dsp:txBody>
      <dsp:txXfrm>
        <a:off x="0" y="1584174"/>
        <a:ext cx="8490632" cy="1058804"/>
      </dsp:txXfrm>
    </dsp:sp>
    <dsp:sp modelId="{D8864217-C342-4BFB-9E89-BC0D87E06712}">
      <dsp:nvSpPr>
        <dsp:cNvPr id="0" name=""/>
        <dsp:cNvSpPr/>
      </dsp:nvSpPr>
      <dsp:spPr>
        <a:xfrm>
          <a:off x="0" y="3182191"/>
          <a:ext cx="8490632" cy="1533540"/>
        </a:xfrm>
        <a:prstGeom prst="roundRect">
          <a:avLst/>
        </a:prstGeom>
        <a:solidFill>
          <a:schemeClr val="accent5">
            <a:lumMod val="50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91440" tIns="91440" rIns="91440" bIns="91440" numCol="1" spcCol="1270" rtlCol="0" anchor="ctr" anchorCtr="0">
          <a:noAutofit/>
        </a:bodyPr>
        <a:lstStyle/>
        <a:p>
          <a:pPr marL="0" lvl="0" indent="0" algn="ctr" defTabSz="1066800">
            <a:lnSpc>
              <a:spcPct val="90000"/>
            </a:lnSpc>
            <a:spcBef>
              <a:spcPct val="0"/>
            </a:spcBef>
            <a:spcAft>
              <a:spcPct val="35000"/>
            </a:spcAft>
            <a:buNone/>
          </a:pPr>
          <a:r>
            <a:rPr lang="es-AR" sz="2400" b="1" kern="1200" dirty="0">
              <a:solidFill>
                <a:srgbClr val="5B9BD5">
                  <a:lumMod val="20000"/>
                  <a:lumOff val="80000"/>
                </a:srgbClr>
              </a:solidFill>
              <a:latin typeface="Arial" panose="020B0604020202020204" pitchFamily="34" charset="0"/>
              <a:ea typeface="+mn-ea"/>
              <a:cs typeface="Arial" panose="020B0604020202020204" pitchFamily="34" charset="0"/>
            </a:rPr>
            <a:t>Preservación de los derechos de exclusividad sobre tecnologías y marcas </a:t>
          </a:r>
          <a:r>
            <a:rPr lang="es-AR" sz="2400" b="1" kern="1200" dirty="0">
              <a:solidFill>
                <a:srgbClr val="5B9BD5">
                  <a:lumMod val="20000"/>
                  <a:lumOff val="80000"/>
                </a:srgbClr>
              </a:solidFill>
              <a:latin typeface="Arial" panose="020B0604020202020204" pitchFamily="34" charset="0"/>
              <a:ea typeface="+mn-ea"/>
              <a:cs typeface="Arial" panose="020B0604020202020204" pitchFamily="34" charset="0"/>
              <a:sym typeface="Wingdings" pitchFamily="2" charset="2"/>
            </a:rPr>
            <a:t> </a:t>
          </a:r>
        </a:p>
        <a:p>
          <a:pPr marL="0" lvl="0" indent="0" algn="ctr" defTabSz="1066800">
            <a:lnSpc>
              <a:spcPct val="90000"/>
            </a:lnSpc>
            <a:spcBef>
              <a:spcPct val="0"/>
            </a:spcBef>
            <a:spcAft>
              <a:spcPct val="35000"/>
            </a:spcAft>
            <a:buNone/>
          </a:pPr>
          <a:r>
            <a:rPr lang="es-AR" sz="3200" b="1" kern="1200" dirty="0">
              <a:solidFill>
                <a:srgbClr val="5B9BD5">
                  <a:lumMod val="20000"/>
                  <a:lumOff val="80000"/>
                </a:srgbClr>
              </a:solidFill>
              <a:latin typeface="Arial" panose="020B0604020202020204" pitchFamily="34" charset="0"/>
              <a:ea typeface="+mn-ea"/>
              <a:cs typeface="Arial" panose="020B0604020202020204" pitchFamily="34" charset="0"/>
              <a:sym typeface="Wingdings" pitchFamily="2" charset="2"/>
            </a:rPr>
            <a:t>P</a:t>
          </a:r>
          <a:r>
            <a:rPr lang="es-AR" sz="3200" b="1" kern="1200" dirty="0">
              <a:solidFill>
                <a:srgbClr val="5B9BD5">
                  <a:lumMod val="20000"/>
                  <a:lumOff val="80000"/>
                </a:srgbClr>
              </a:solidFill>
              <a:latin typeface="Arial" panose="020B0604020202020204" pitchFamily="34" charset="0"/>
              <a:ea typeface="+mn-ea"/>
              <a:cs typeface="Arial" panose="020B0604020202020204" pitchFamily="34" charset="0"/>
            </a:rPr>
            <a:t>atentes</a:t>
          </a:r>
        </a:p>
      </dsp:txBody>
      <dsp:txXfrm>
        <a:off x="74861" y="3257052"/>
        <a:ext cx="8340910" cy="1383818"/>
      </dsp:txXfrm>
    </dsp:sp>
    <dsp:sp modelId="{D5E0585B-FB96-468B-A9CD-67AA8A1E3F42}">
      <dsp:nvSpPr>
        <dsp:cNvPr id="0" name=""/>
        <dsp:cNvSpPr/>
      </dsp:nvSpPr>
      <dsp:spPr>
        <a:xfrm>
          <a:off x="0" y="4711557"/>
          <a:ext cx="8490632" cy="695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578" tIns="22860" rIns="128016" bIns="22860" numCol="1" spcCol="1270" anchor="t" anchorCtr="0">
          <a:noAutofit/>
        </a:bodyPr>
        <a:lstStyle/>
        <a:p>
          <a:pPr marL="171450" lvl="1" indent="-171450" algn="ctr" defTabSz="800100">
            <a:lnSpc>
              <a:spcPct val="90000"/>
            </a:lnSpc>
            <a:spcBef>
              <a:spcPct val="0"/>
            </a:spcBef>
            <a:spcAft>
              <a:spcPct val="20000"/>
            </a:spcAft>
            <a:buNone/>
          </a:pPr>
          <a:r>
            <a:rPr lang="es-AR" sz="1800" b="1" i="1" u="none" kern="1200" dirty="0">
              <a:solidFill>
                <a:srgbClr val="5B9BD5">
                  <a:lumMod val="50000"/>
                </a:srgbClr>
              </a:solidFill>
              <a:latin typeface="Arial" panose="020B0604020202020204" pitchFamily="34" charset="0"/>
              <a:ea typeface="+mn-ea"/>
              <a:cs typeface="Arial" panose="020B0604020202020204" pitchFamily="34" charset="0"/>
            </a:rPr>
            <a:t>1929-1930: ↑ patentes extranjeras fuertemente</a:t>
          </a:r>
        </a:p>
        <a:p>
          <a:pPr marL="171450" lvl="1" indent="-171450" algn="ctr" defTabSz="800100">
            <a:lnSpc>
              <a:spcPct val="90000"/>
            </a:lnSpc>
            <a:spcBef>
              <a:spcPct val="0"/>
            </a:spcBef>
            <a:spcAft>
              <a:spcPct val="20000"/>
            </a:spcAft>
            <a:buNone/>
          </a:pPr>
          <a:r>
            <a:rPr lang="es-AR" sz="1800" b="1" i="1" u="none" kern="1200" dirty="0">
              <a:solidFill>
                <a:srgbClr val="5B9BD5">
                  <a:lumMod val="50000"/>
                </a:srgbClr>
              </a:solidFill>
              <a:latin typeface="Arial" panose="020B0604020202020204" pitchFamily="34" charset="0"/>
              <a:ea typeface="+mn-ea"/>
              <a:cs typeface="Arial" panose="020B0604020202020204" pitchFamily="34" charset="0"/>
            </a:rPr>
            <a:t>´30: Número de </a:t>
          </a:r>
          <a:r>
            <a:rPr lang="es-AR" sz="1800" b="1" i="1" u="none" kern="1200" dirty="0" err="1">
              <a:solidFill>
                <a:srgbClr val="5B9BD5">
                  <a:lumMod val="50000"/>
                </a:srgbClr>
              </a:solidFill>
              <a:latin typeface="Arial" panose="020B0604020202020204" pitchFamily="34" charset="0"/>
              <a:ea typeface="+mn-ea"/>
              <a:cs typeface="Arial" panose="020B0604020202020204" pitchFamily="34" charset="0"/>
            </a:rPr>
            <a:t>patentamientos</a:t>
          </a:r>
          <a:r>
            <a:rPr lang="es-AR" sz="1800" b="1" i="1" u="none" kern="1200" dirty="0">
              <a:solidFill>
                <a:srgbClr val="5B9BD5">
                  <a:lumMod val="50000"/>
                </a:srgbClr>
              </a:solidFill>
              <a:latin typeface="Arial" panose="020B0604020202020204" pitchFamily="34" charset="0"/>
              <a:ea typeface="+mn-ea"/>
              <a:cs typeface="Arial" panose="020B0604020202020204" pitchFamily="34" charset="0"/>
            </a:rPr>
            <a:t> muy elevado y superior al de cualquier otro período. </a:t>
          </a:r>
        </a:p>
      </dsp:txBody>
      <dsp:txXfrm>
        <a:off x="0" y="4711557"/>
        <a:ext cx="8490632" cy="6951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11CBB-93BE-4E6B-A1E8-E914C7E6B42A}">
      <dsp:nvSpPr>
        <dsp:cNvPr id="0" name=""/>
        <dsp:cNvSpPr/>
      </dsp:nvSpPr>
      <dsp:spPr>
        <a:xfrm rot="5400000">
          <a:off x="6764839" y="1742948"/>
          <a:ext cx="1922363" cy="1672455"/>
        </a:xfrm>
        <a:prstGeom prst="hexagon">
          <a:avLst>
            <a:gd name="adj" fmla="val 25000"/>
            <a:gd name="vf" fmla="val 115470"/>
          </a:avLst>
        </a:prstGeom>
        <a:solidFill>
          <a:schemeClr val="accent5">
            <a:lumMod val="75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53340" tIns="53340" rIns="53340" bIns="5334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Relaciones triangulares EEUU – GB</a:t>
          </a:r>
        </a:p>
        <a:p>
          <a:pPr marL="0" lvl="0" indent="0" algn="ctr" defTabSz="457200" rtl="0" eaLnBrk="1" latinLnBrk="0" hangingPunct="1">
            <a:lnSpc>
              <a:spcPct val="90000"/>
            </a:lnSpc>
            <a:spcBef>
              <a:spcPct val="0"/>
            </a:spcBef>
            <a:spcAft>
              <a:spcPct val="35000"/>
            </a:spcAft>
            <a:buNone/>
          </a:pP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¿A quién acercarse?</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sp:txBody>
      <dsp:txXfrm rot="-5400000">
        <a:off x="7150417" y="1917562"/>
        <a:ext cx="1151207" cy="1323227"/>
      </dsp:txXfrm>
    </dsp:sp>
    <dsp:sp modelId="{B47FA129-B40A-4AEF-8055-6AE359163E01}">
      <dsp:nvSpPr>
        <dsp:cNvPr id="0" name=""/>
        <dsp:cNvSpPr/>
      </dsp:nvSpPr>
      <dsp:spPr>
        <a:xfrm>
          <a:off x="5886895" y="385702"/>
          <a:ext cx="2145357" cy="1153417"/>
        </a:xfrm>
        <a:prstGeom prst="rect">
          <a:avLst/>
        </a:prstGeom>
        <a:noFill/>
        <a:ln>
          <a:noFill/>
        </a:ln>
        <a:effectLst/>
      </dsp:spPr>
      <dsp:style>
        <a:lnRef idx="0">
          <a:scrgbClr r="0" g="0" b="0"/>
        </a:lnRef>
        <a:fillRef idx="0">
          <a:scrgbClr r="0" g="0" b="0"/>
        </a:fillRef>
        <a:effectRef idx="0">
          <a:scrgbClr r="0" g="0" b="0"/>
        </a:effectRef>
        <a:fontRef idx="minor"/>
      </dsp:style>
    </dsp:sp>
    <dsp:sp modelId="{D6800D86-C5A0-4EBB-B027-AA597067B489}">
      <dsp:nvSpPr>
        <dsp:cNvPr id="0" name=""/>
        <dsp:cNvSpPr/>
      </dsp:nvSpPr>
      <dsp:spPr>
        <a:xfrm rot="5400000">
          <a:off x="922700" y="-813364"/>
          <a:ext cx="805027" cy="2650424"/>
        </a:xfrm>
        <a:prstGeom prst="hexagon">
          <a:avLst>
            <a:gd name="adj" fmla="val 25000"/>
            <a:gd name="vf" fmla="val 115470"/>
          </a:avLst>
        </a:prstGeom>
        <a:solidFill>
          <a:schemeClr val="accent5">
            <a:lumMod val="50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ES" sz="2400" b="1" kern="1200" dirty="0">
              <a:solidFill>
                <a:schemeClr val="accent5">
                  <a:lumMod val="20000"/>
                  <a:lumOff val="80000"/>
                </a:schemeClr>
              </a:solidFill>
              <a:latin typeface="Arial" panose="020B0604020202020204" pitchFamily="34" charset="0"/>
              <a:ea typeface="+mn-ea"/>
              <a:cs typeface="Arial" panose="020B0604020202020204" pitchFamily="34" charset="0"/>
            </a:rPr>
            <a:t>Polémicas</a:t>
          </a:r>
        </a:p>
      </dsp:txBody>
      <dsp:txXfrm rot="-5400000">
        <a:off x="441739" y="243505"/>
        <a:ext cx="1766950" cy="536685"/>
      </dsp:txXfrm>
    </dsp:sp>
    <dsp:sp modelId="{86517DD3-02AC-4E69-BD70-55B13DCB44A2}">
      <dsp:nvSpPr>
        <dsp:cNvPr id="0" name=""/>
        <dsp:cNvSpPr/>
      </dsp:nvSpPr>
      <dsp:spPr>
        <a:xfrm rot="5400000">
          <a:off x="3132149" y="1757885"/>
          <a:ext cx="1922363" cy="1672455"/>
        </a:xfrm>
        <a:prstGeom prst="hexagon">
          <a:avLst>
            <a:gd name="adj" fmla="val 25000"/>
            <a:gd name="vf" fmla="val 115470"/>
          </a:avLst>
        </a:prstGeom>
        <a:solidFill>
          <a:schemeClr val="accent5">
            <a:lumMod val="75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53340" tIns="53340" rIns="53340" bIns="5334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Grado de apertura y desarrollo de </a:t>
          </a:r>
          <a:r>
            <a:rPr lang="es-AR" sz="1400" b="1" kern="1200" dirty="0" err="1">
              <a:solidFill>
                <a:schemeClr val="accent5">
                  <a:lumMod val="20000"/>
                  <a:lumOff val="80000"/>
                </a:schemeClr>
              </a:solidFill>
              <a:latin typeface="Arial" panose="020B0604020202020204" pitchFamily="34" charset="0"/>
              <a:ea typeface="+mn-ea"/>
              <a:cs typeface="Arial" panose="020B0604020202020204" pitchFamily="34" charset="0"/>
            </a:rPr>
            <a:t>mdo</a:t>
          </a: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 interno</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sp:txBody>
      <dsp:txXfrm rot="-5400000">
        <a:off x="3517727" y="1932499"/>
        <a:ext cx="1151207" cy="1323227"/>
      </dsp:txXfrm>
    </dsp:sp>
    <dsp:sp modelId="{F55FDAD8-998F-4957-9422-0BAB850FB7ED}">
      <dsp:nvSpPr>
        <dsp:cNvPr id="0" name=""/>
        <dsp:cNvSpPr/>
      </dsp:nvSpPr>
      <dsp:spPr>
        <a:xfrm>
          <a:off x="1111745" y="2017404"/>
          <a:ext cx="2076152" cy="1153417"/>
        </a:xfrm>
        <a:prstGeom prst="rect">
          <a:avLst/>
        </a:prstGeom>
        <a:noFill/>
        <a:ln>
          <a:noFill/>
        </a:ln>
        <a:effectLst/>
      </dsp:spPr>
      <dsp:style>
        <a:lnRef idx="0">
          <a:scrgbClr r="0" g="0" b="0"/>
        </a:lnRef>
        <a:fillRef idx="0">
          <a:scrgbClr r="0" g="0" b="0"/>
        </a:fillRef>
        <a:effectRef idx="0">
          <a:scrgbClr r="0" g="0" b="0"/>
        </a:effectRef>
        <a:fontRef idx="minor"/>
      </dsp:style>
    </dsp:sp>
    <dsp:sp modelId="{BA6658E0-E809-4AC5-B6B2-17996C6D4E48}">
      <dsp:nvSpPr>
        <dsp:cNvPr id="0" name=""/>
        <dsp:cNvSpPr/>
      </dsp:nvSpPr>
      <dsp:spPr>
        <a:xfrm rot="5400000">
          <a:off x="4938401" y="1757885"/>
          <a:ext cx="1922363" cy="1672455"/>
        </a:xfrm>
        <a:prstGeom prst="hexagon">
          <a:avLst>
            <a:gd name="adj" fmla="val 25000"/>
            <a:gd name="vf" fmla="val 115470"/>
          </a:avLst>
        </a:prstGeom>
        <a:solidFill>
          <a:schemeClr val="accent5">
            <a:lumMod val="75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Papel de la industria y su forma de desarrollo</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sp:txBody>
      <dsp:txXfrm rot="-5400000">
        <a:off x="5323979" y="1932499"/>
        <a:ext cx="1151207" cy="1323227"/>
      </dsp:txXfrm>
    </dsp:sp>
    <dsp:sp modelId="{EB1CDE5B-1237-4EE2-8CC8-7FE6B933F871}">
      <dsp:nvSpPr>
        <dsp:cNvPr id="0" name=""/>
        <dsp:cNvSpPr/>
      </dsp:nvSpPr>
      <dsp:spPr>
        <a:xfrm rot="5400000">
          <a:off x="4038735" y="3389586"/>
          <a:ext cx="1922363" cy="1672455"/>
        </a:xfrm>
        <a:prstGeom prst="hexagon">
          <a:avLst>
            <a:gd name="adj" fmla="val 25000"/>
            <a:gd name="vf" fmla="val 115470"/>
          </a:avLst>
        </a:prstGeom>
        <a:solidFill>
          <a:schemeClr val="accent5">
            <a:lumMod val="75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53340" tIns="53340" rIns="53340" bIns="5334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El desarrollo de las economías del interior</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sp:txBody>
      <dsp:txXfrm rot="-5400000">
        <a:off x="4424313" y="3564200"/>
        <a:ext cx="1151207" cy="1323227"/>
      </dsp:txXfrm>
    </dsp:sp>
    <dsp:sp modelId="{348BCA32-5EE1-4244-8D29-85346EF9D3E9}">
      <dsp:nvSpPr>
        <dsp:cNvPr id="0" name=""/>
        <dsp:cNvSpPr/>
      </dsp:nvSpPr>
      <dsp:spPr>
        <a:xfrm>
          <a:off x="5886895" y="3649105"/>
          <a:ext cx="2145357" cy="1153417"/>
        </a:xfrm>
        <a:prstGeom prst="rect">
          <a:avLst/>
        </a:prstGeom>
        <a:noFill/>
        <a:ln>
          <a:noFill/>
        </a:ln>
        <a:effectLst/>
      </dsp:spPr>
      <dsp:style>
        <a:lnRef idx="0">
          <a:scrgbClr r="0" g="0" b="0"/>
        </a:lnRef>
        <a:fillRef idx="0">
          <a:scrgbClr r="0" g="0" b="0"/>
        </a:fillRef>
        <a:effectRef idx="0">
          <a:scrgbClr r="0" g="0" b="0"/>
        </a:effectRef>
        <a:fontRef idx="minor"/>
      </dsp:style>
    </dsp:sp>
    <dsp:sp modelId="{E65FA76B-5518-4430-8DFF-DE484FAF936B}">
      <dsp:nvSpPr>
        <dsp:cNvPr id="0" name=""/>
        <dsp:cNvSpPr/>
      </dsp:nvSpPr>
      <dsp:spPr>
        <a:xfrm rot="5400000">
          <a:off x="5810585" y="3390816"/>
          <a:ext cx="1922363" cy="1672455"/>
        </a:xfrm>
        <a:prstGeom prst="hexagon">
          <a:avLst>
            <a:gd name="adj" fmla="val 25000"/>
            <a:gd name="vf" fmla="val 115470"/>
          </a:avLst>
        </a:prstGeom>
        <a:solidFill>
          <a:schemeClr val="accent5">
            <a:lumMod val="75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AR" sz="1400" b="1" kern="1200" dirty="0">
              <a:solidFill>
                <a:schemeClr val="accent5">
                  <a:lumMod val="20000"/>
                  <a:lumOff val="80000"/>
                </a:schemeClr>
              </a:solidFill>
              <a:latin typeface="Arial" panose="020B0604020202020204" pitchFamily="34" charset="0"/>
              <a:ea typeface="+mn-ea"/>
              <a:cs typeface="Arial" panose="020B0604020202020204" pitchFamily="34" charset="0"/>
            </a:rPr>
            <a:t>Intervención del Estado</a:t>
          </a:r>
          <a:endParaRPr lang="es-ES" sz="1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dsp:txBody>
      <dsp:txXfrm rot="-5400000">
        <a:off x="6196163" y="3565430"/>
        <a:ext cx="1151207" cy="13232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1F45A-B837-40D4-BF11-68AC462B84B7}">
      <dsp:nvSpPr>
        <dsp:cNvPr id="0" name=""/>
        <dsp:cNvSpPr/>
      </dsp:nvSpPr>
      <dsp:spPr>
        <a:xfrm>
          <a:off x="1346187" y="1776039"/>
          <a:ext cx="2412064" cy="2412479"/>
        </a:xfrm>
        <a:prstGeom prst="ellipse">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AR" sz="2400" b="1" i="1" kern="1200" dirty="0"/>
            <a:t>Intereses EEUU en Argentina</a:t>
          </a:r>
          <a:endParaRPr lang="es-ES" sz="2400" b="1" i="1" kern="1200" dirty="0"/>
        </a:p>
      </dsp:txBody>
      <dsp:txXfrm>
        <a:off x="1699426" y="2129338"/>
        <a:ext cx="1705586" cy="1705881"/>
      </dsp:txXfrm>
    </dsp:sp>
    <dsp:sp modelId="{4EDDBA74-434A-4A20-8301-3728E021AC5E}">
      <dsp:nvSpPr>
        <dsp:cNvPr id="0" name=""/>
        <dsp:cNvSpPr/>
      </dsp:nvSpPr>
      <dsp:spPr>
        <a:xfrm>
          <a:off x="1961454" y="4288733"/>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C6524D-5A18-4938-95AB-EE918F3052B8}">
      <dsp:nvSpPr>
        <dsp:cNvPr id="0" name=""/>
        <dsp:cNvSpPr/>
      </dsp:nvSpPr>
      <dsp:spPr>
        <a:xfrm>
          <a:off x="4284229" y="2693236"/>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5DF71-CC29-4873-A71C-963F54AF05E3}">
      <dsp:nvSpPr>
        <dsp:cNvPr id="0" name=""/>
        <dsp:cNvSpPr/>
      </dsp:nvSpPr>
      <dsp:spPr>
        <a:xfrm>
          <a:off x="3102069" y="4551998"/>
          <a:ext cx="341177" cy="3416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FB37CF-0943-4FD3-8F7F-F52059482F8F}">
      <dsp:nvSpPr>
        <dsp:cNvPr id="0" name=""/>
        <dsp:cNvSpPr/>
      </dsp:nvSpPr>
      <dsp:spPr>
        <a:xfrm>
          <a:off x="2030696" y="1792649"/>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E464C-247F-4944-B501-35848BC4D785}">
      <dsp:nvSpPr>
        <dsp:cNvPr id="0" name=""/>
        <dsp:cNvSpPr/>
      </dsp:nvSpPr>
      <dsp:spPr>
        <a:xfrm>
          <a:off x="1252032" y="3208248"/>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6706E-6397-480C-AD04-8BF1FFF4AD44}">
      <dsp:nvSpPr>
        <dsp:cNvPr id="0" name=""/>
        <dsp:cNvSpPr/>
      </dsp:nvSpPr>
      <dsp:spPr>
        <a:xfrm>
          <a:off x="-90250" y="1852807"/>
          <a:ext cx="1545209" cy="154538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Industrias</a:t>
          </a:r>
          <a:endParaRPr lang="es-ES" sz="1600" kern="1200" dirty="0"/>
        </a:p>
      </dsp:txBody>
      <dsp:txXfrm>
        <a:off x="136041" y="2079123"/>
        <a:ext cx="1092627" cy="1092753"/>
      </dsp:txXfrm>
    </dsp:sp>
    <dsp:sp modelId="{FB6A76B1-4925-4E2C-9E07-FB944A485301}">
      <dsp:nvSpPr>
        <dsp:cNvPr id="0" name=""/>
        <dsp:cNvSpPr/>
      </dsp:nvSpPr>
      <dsp:spPr>
        <a:xfrm>
          <a:off x="2424120" y="1803618"/>
          <a:ext cx="341177" cy="3416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886E2B-9DD2-4F42-9D1C-4B76ACD278F4}">
      <dsp:nvSpPr>
        <dsp:cNvPr id="0" name=""/>
        <dsp:cNvSpPr/>
      </dsp:nvSpPr>
      <dsp:spPr>
        <a:xfrm>
          <a:off x="176253" y="3614664"/>
          <a:ext cx="616888" cy="61702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B53A0F-723C-4BB3-94C4-31C089F87265}">
      <dsp:nvSpPr>
        <dsp:cNvPr id="0" name=""/>
        <dsp:cNvSpPr/>
      </dsp:nvSpPr>
      <dsp:spPr>
        <a:xfrm>
          <a:off x="4253149" y="1265945"/>
          <a:ext cx="1545209" cy="154538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Petróleo</a:t>
          </a:r>
          <a:endParaRPr lang="es-ES" sz="1600" kern="1200" dirty="0"/>
        </a:p>
      </dsp:txBody>
      <dsp:txXfrm>
        <a:off x="4479440" y="1492261"/>
        <a:ext cx="1092627" cy="1092753"/>
      </dsp:txXfrm>
    </dsp:sp>
    <dsp:sp modelId="{2FA3C669-D7F3-4B03-8D66-BCF4790BBA9E}">
      <dsp:nvSpPr>
        <dsp:cNvPr id="0" name=""/>
        <dsp:cNvSpPr/>
      </dsp:nvSpPr>
      <dsp:spPr>
        <a:xfrm>
          <a:off x="3844853" y="2275850"/>
          <a:ext cx="341177" cy="3416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94D143-B196-4D21-BFA7-371D4C8553B1}">
      <dsp:nvSpPr>
        <dsp:cNvPr id="0" name=""/>
        <dsp:cNvSpPr/>
      </dsp:nvSpPr>
      <dsp:spPr>
        <a:xfrm>
          <a:off x="-58541" y="4349065"/>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73479A-724C-4ED3-AC87-A81A45BA9F79}">
      <dsp:nvSpPr>
        <dsp:cNvPr id="0" name=""/>
        <dsp:cNvSpPr/>
      </dsp:nvSpPr>
      <dsp:spPr>
        <a:xfrm>
          <a:off x="2406495" y="3996947"/>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9A7AB8-C6D6-421C-8D4A-4384AE400436}">
      <dsp:nvSpPr>
        <dsp:cNvPr id="0" name=""/>
        <dsp:cNvSpPr/>
      </dsp:nvSpPr>
      <dsp:spPr>
        <a:xfrm>
          <a:off x="3740852" y="3738300"/>
          <a:ext cx="1545209" cy="154538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Frigoríficos</a:t>
          </a:r>
          <a:endParaRPr lang="es-ES" sz="1600" kern="1200" dirty="0"/>
        </a:p>
      </dsp:txBody>
      <dsp:txXfrm>
        <a:off x="3967143" y="3964616"/>
        <a:ext cx="1092627" cy="1092753"/>
      </dsp:txXfrm>
    </dsp:sp>
    <dsp:sp modelId="{5E5A3EA8-36E9-42D0-A036-A86C25092954}">
      <dsp:nvSpPr>
        <dsp:cNvPr id="0" name=""/>
        <dsp:cNvSpPr/>
      </dsp:nvSpPr>
      <dsp:spPr>
        <a:xfrm>
          <a:off x="4636737" y="3527458"/>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5A6830-6121-401A-8F38-0FDA5990B296}">
      <dsp:nvSpPr>
        <dsp:cNvPr id="0" name=""/>
        <dsp:cNvSpPr/>
      </dsp:nvSpPr>
      <dsp:spPr>
        <a:xfrm>
          <a:off x="1258721" y="4489848"/>
          <a:ext cx="1545209" cy="154538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Transporte</a:t>
          </a:r>
          <a:endParaRPr lang="es-ES" sz="1600" kern="1200" dirty="0"/>
        </a:p>
      </dsp:txBody>
      <dsp:txXfrm>
        <a:off x="1485012" y="4716164"/>
        <a:ext cx="1092627" cy="1092753"/>
      </dsp:txXfrm>
    </dsp:sp>
    <dsp:sp modelId="{DBEB8A39-F390-4720-95F3-A2FCB2625FBD}">
      <dsp:nvSpPr>
        <dsp:cNvPr id="0" name=""/>
        <dsp:cNvSpPr/>
      </dsp:nvSpPr>
      <dsp:spPr>
        <a:xfrm>
          <a:off x="2521690" y="4596424"/>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A93108-8D34-42DB-AB50-CFAFE8CF2BDA}">
      <dsp:nvSpPr>
        <dsp:cNvPr id="0" name=""/>
        <dsp:cNvSpPr/>
      </dsp:nvSpPr>
      <dsp:spPr>
        <a:xfrm>
          <a:off x="2448435" y="252922"/>
          <a:ext cx="1545209" cy="154538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Préstamos al gobierno</a:t>
          </a:r>
          <a:endParaRPr lang="es-ES" sz="1600" kern="1200" dirty="0"/>
        </a:p>
      </dsp:txBody>
      <dsp:txXfrm>
        <a:off x="2674726" y="479238"/>
        <a:ext cx="1092627" cy="1092753"/>
      </dsp:txXfrm>
    </dsp:sp>
    <dsp:sp modelId="{34F88B72-52F7-4099-AB5F-33550AA2EE43}">
      <dsp:nvSpPr>
        <dsp:cNvPr id="0" name=""/>
        <dsp:cNvSpPr/>
      </dsp:nvSpPr>
      <dsp:spPr>
        <a:xfrm>
          <a:off x="1058782" y="1754256"/>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957F11-DDF1-4C88-ACD5-0F9F7971866F}">
      <dsp:nvSpPr>
        <dsp:cNvPr id="0" name=""/>
        <dsp:cNvSpPr/>
      </dsp:nvSpPr>
      <dsp:spPr>
        <a:xfrm>
          <a:off x="3939275" y="708873"/>
          <a:ext cx="247384" cy="24735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A51FA4-532A-4924-9FBD-A4E7E4873D9B}">
      <dsp:nvSpPr>
        <dsp:cNvPr id="0" name=""/>
        <dsp:cNvSpPr/>
      </dsp:nvSpPr>
      <dsp:spPr>
        <a:xfrm>
          <a:off x="3367578" y="252030"/>
          <a:ext cx="4137726" cy="1436977"/>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6BBC00-BE8C-4C37-87C8-C1AAF2946DEC}">
      <dsp:nvSpPr>
        <dsp:cNvPr id="0" name=""/>
        <dsp:cNvSpPr/>
      </dsp:nvSpPr>
      <dsp:spPr>
        <a:xfrm>
          <a:off x="5027399" y="3729355"/>
          <a:ext cx="801885" cy="305619"/>
        </a:xfrm>
        <a:prstGeom prst="down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7FBC81B-28B9-462B-8DA9-ED1550C0CB37}">
      <dsp:nvSpPr>
        <dsp:cNvPr id="0" name=""/>
        <dsp:cNvSpPr/>
      </dsp:nvSpPr>
      <dsp:spPr>
        <a:xfrm>
          <a:off x="2277572" y="4069502"/>
          <a:ext cx="6330567" cy="962262"/>
        </a:xfrm>
        <a:prstGeom prst="rect">
          <a:avLst/>
        </a:prstGeom>
        <a:solidFill>
          <a:schemeClr val="accent5">
            <a:lumMod val="75000"/>
          </a:schemeClr>
        </a:solidFill>
        <a:ln w="12700" cap="flat" cmpd="sng" algn="ctr">
          <a:no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142240" tIns="142240" rIns="142240" bIns="142240" numCol="1" spcCol="1270" rtlCol="0" anchor="ctr" anchorCtr="0">
          <a:noAutofit/>
        </a:bodyPr>
        <a:lstStyle/>
        <a:p>
          <a:pPr marL="0" lvl="0" indent="0" algn="ctr" defTabSz="889000">
            <a:lnSpc>
              <a:spcPct val="90000"/>
            </a:lnSpc>
            <a:spcBef>
              <a:spcPct val="0"/>
            </a:spcBef>
            <a:spcAft>
              <a:spcPct val="35000"/>
            </a:spcAft>
            <a:buNone/>
          </a:pPr>
          <a:r>
            <a:rPr lang="es-AR" sz="2000" kern="1200" dirty="0">
              <a:solidFill>
                <a:schemeClr val="accent5">
                  <a:lumMod val="20000"/>
                  <a:lumOff val="80000"/>
                </a:schemeClr>
              </a:solidFill>
            </a:rPr>
            <a:t>Cierres de la economía</a:t>
          </a:r>
        </a:p>
        <a:p>
          <a:pPr marL="0" lvl="0" indent="0" algn="ctr" defTabSz="889000">
            <a:lnSpc>
              <a:spcPct val="90000"/>
            </a:lnSpc>
            <a:spcBef>
              <a:spcPct val="0"/>
            </a:spcBef>
            <a:spcAft>
              <a:spcPct val="35000"/>
            </a:spcAft>
            <a:buNone/>
          </a:pPr>
          <a:r>
            <a:rPr lang="es-AR" sz="3600" b="1" kern="1200" dirty="0">
              <a:solidFill>
                <a:schemeClr val="accent5">
                  <a:lumMod val="20000"/>
                  <a:lumOff val="80000"/>
                </a:schemeClr>
              </a:solidFill>
            </a:rPr>
            <a:t>DESARROLLO INTERNO</a:t>
          </a:r>
          <a:endParaRPr lang="es-ES" sz="3600" b="1" kern="1200" dirty="0">
            <a:solidFill>
              <a:schemeClr val="accent5">
                <a:lumMod val="20000"/>
                <a:lumOff val="80000"/>
              </a:schemeClr>
            </a:solidFill>
          </a:endParaRPr>
        </a:p>
      </dsp:txBody>
      <dsp:txXfrm>
        <a:off x="2277572" y="4069502"/>
        <a:ext cx="6330567" cy="962262"/>
      </dsp:txXfrm>
    </dsp:sp>
    <dsp:sp modelId="{F61303C3-A393-4E61-A76F-5EDBF5EE9B75}">
      <dsp:nvSpPr>
        <dsp:cNvPr id="0" name=""/>
        <dsp:cNvSpPr/>
      </dsp:nvSpPr>
      <dsp:spPr>
        <a:xfrm>
          <a:off x="4543838" y="1564723"/>
          <a:ext cx="1827032" cy="182684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s-AR" sz="3200" kern="1200" dirty="0"/>
            <a:t>2da Guerra</a:t>
          </a:r>
          <a:endParaRPr lang="es-ES" sz="3200" kern="1200" dirty="0"/>
        </a:p>
      </dsp:txBody>
      <dsp:txXfrm>
        <a:off x="4811401" y="1832258"/>
        <a:ext cx="1291906" cy="1291774"/>
      </dsp:txXfrm>
    </dsp:sp>
    <dsp:sp modelId="{F9DC78BD-9653-40AF-B3EF-26038E9913B3}">
      <dsp:nvSpPr>
        <dsp:cNvPr id="0" name=""/>
        <dsp:cNvSpPr/>
      </dsp:nvSpPr>
      <dsp:spPr>
        <a:xfrm>
          <a:off x="3835607" y="490344"/>
          <a:ext cx="1657390" cy="1651068"/>
        </a:xfrm>
        <a:prstGeom prst="ellipse">
          <a:avLst/>
        </a:prstGeom>
        <a:solidFill>
          <a:schemeClr val="accent1">
            <a:hueOff val="0"/>
            <a:satOff val="0"/>
            <a:lumOff val="0"/>
            <a:alphaOff val="0"/>
          </a:schemeClr>
        </a:solidFill>
        <a:ln w="12700" cap="flat" cmpd="sng" algn="ctr">
          <a:solidFill>
            <a:schemeClr val="accent5">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s-AR" sz="1900" kern="1200" dirty="0"/>
            <a:t>Gran Depresión</a:t>
          </a:r>
          <a:endParaRPr lang="es-ES" sz="1900" kern="1200" dirty="0"/>
        </a:p>
      </dsp:txBody>
      <dsp:txXfrm>
        <a:off x="4078326" y="732137"/>
        <a:ext cx="1171952" cy="1167482"/>
      </dsp:txXfrm>
    </dsp:sp>
    <dsp:sp modelId="{BCDDAF52-9ADC-4CA5-B062-306046E4F827}">
      <dsp:nvSpPr>
        <dsp:cNvPr id="0" name=""/>
        <dsp:cNvSpPr/>
      </dsp:nvSpPr>
      <dsp:spPr>
        <a:xfrm>
          <a:off x="5442858" y="530228"/>
          <a:ext cx="1443393" cy="1443393"/>
        </a:xfrm>
        <a:prstGeom prst="ellipse">
          <a:avLst/>
        </a:prstGeom>
        <a:solidFill>
          <a:schemeClr val="accent1">
            <a:hueOff val="0"/>
            <a:satOff val="0"/>
            <a:lumOff val="0"/>
            <a:alphaOff val="0"/>
          </a:schemeClr>
        </a:solidFill>
        <a:ln w="12700" cap="flat" cmpd="sng" algn="ctr">
          <a:solidFill>
            <a:schemeClr val="accent5">
              <a:lumMod val="5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s-AR" sz="1600" kern="1200" dirty="0"/>
            <a:t>1era Guerra</a:t>
          </a:r>
          <a:endParaRPr lang="es-ES" sz="1600" kern="1200" dirty="0"/>
        </a:p>
      </dsp:txBody>
      <dsp:txXfrm>
        <a:off x="5654238" y="741608"/>
        <a:ext cx="1020633" cy="1020633"/>
      </dsp:txXfrm>
    </dsp:sp>
    <dsp:sp modelId="{B586F452-B62F-4B3E-A7D0-2CB1A61DB5E2}">
      <dsp:nvSpPr>
        <dsp:cNvPr id="0" name=""/>
        <dsp:cNvSpPr/>
      </dsp:nvSpPr>
      <dsp:spPr>
        <a:xfrm>
          <a:off x="3197578" y="71125"/>
          <a:ext cx="4490556" cy="3592444"/>
        </a:xfrm>
        <a:prstGeom prst="funnel">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1F45A-B837-40D4-BF11-68AC462B84B7}">
      <dsp:nvSpPr>
        <dsp:cNvPr id="0" name=""/>
        <dsp:cNvSpPr/>
      </dsp:nvSpPr>
      <dsp:spPr>
        <a:xfrm>
          <a:off x="3090344" y="1156559"/>
          <a:ext cx="3039579" cy="3039744"/>
        </a:xfrm>
        <a:prstGeom prst="ellipse">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AR" sz="2400" b="1" i="0" kern="1200" dirty="0"/>
            <a:t>Curso “natural”</a:t>
          </a:r>
        </a:p>
        <a:p>
          <a:pPr marL="0" lvl="0" indent="0" algn="ctr" defTabSz="1066800">
            <a:lnSpc>
              <a:spcPct val="90000"/>
            </a:lnSpc>
            <a:spcBef>
              <a:spcPct val="0"/>
            </a:spcBef>
            <a:spcAft>
              <a:spcPct val="35000"/>
            </a:spcAft>
            <a:buNone/>
          </a:pPr>
          <a:r>
            <a:rPr lang="es-AR" sz="2400" b="1" i="0" kern="1200" dirty="0"/>
            <a:t>+</a:t>
          </a:r>
        </a:p>
        <a:p>
          <a:pPr marL="0" lvl="0" indent="0" algn="ctr" defTabSz="1066800">
            <a:lnSpc>
              <a:spcPct val="90000"/>
            </a:lnSpc>
            <a:spcBef>
              <a:spcPct val="0"/>
            </a:spcBef>
            <a:spcAft>
              <a:spcPct val="35000"/>
            </a:spcAft>
            <a:buNone/>
          </a:pPr>
          <a:r>
            <a:rPr lang="es-AR" sz="2400" b="1" i="0" kern="1200" dirty="0"/>
            <a:t>Conmoción exterior</a:t>
          </a:r>
          <a:endParaRPr lang="es-ES" sz="2400" b="1" i="0" kern="1200" dirty="0"/>
        </a:p>
      </dsp:txBody>
      <dsp:txXfrm>
        <a:off x="3535480" y="1601719"/>
        <a:ext cx="2149307" cy="2149424"/>
      </dsp:txXfrm>
    </dsp:sp>
    <dsp:sp modelId="{BB1C4C9F-5170-472F-84B9-B76AC54709D3}">
      <dsp:nvSpPr>
        <dsp:cNvPr id="0" name=""/>
        <dsp:cNvSpPr/>
      </dsp:nvSpPr>
      <dsp:spPr>
        <a:xfrm>
          <a:off x="4142450" y="-47565"/>
          <a:ext cx="439669" cy="44014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DDBA74-434A-4A20-8301-3728E021AC5E}">
      <dsp:nvSpPr>
        <dsp:cNvPr id="0" name=""/>
        <dsp:cNvSpPr/>
      </dsp:nvSpPr>
      <dsp:spPr>
        <a:xfrm>
          <a:off x="3101682" y="3793961"/>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C6524D-5A18-4938-95AB-EE918F3052B8}">
      <dsp:nvSpPr>
        <dsp:cNvPr id="0" name=""/>
        <dsp:cNvSpPr/>
      </dsp:nvSpPr>
      <dsp:spPr>
        <a:xfrm>
          <a:off x="6095005" y="1737791"/>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5DF71-CC29-4873-A71C-963F54AF05E3}">
      <dsp:nvSpPr>
        <dsp:cNvPr id="0" name=""/>
        <dsp:cNvSpPr/>
      </dsp:nvSpPr>
      <dsp:spPr>
        <a:xfrm>
          <a:off x="4571574" y="4132624"/>
          <a:ext cx="439669" cy="44014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FB37CF-0943-4FD3-8F7F-F52059482F8F}">
      <dsp:nvSpPr>
        <dsp:cNvPr id="0" name=""/>
        <dsp:cNvSpPr/>
      </dsp:nvSpPr>
      <dsp:spPr>
        <a:xfrm>
          <a:off x="3190914" y="577250"/>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E464C-247F-4944-B501-35848BC4D785}">
      <dsp:nvSpPr>
        <dsp:cNvPr id="0" name=""/>
        <dsp:cNvSpPr/>
      </dsp:nvSpPr>
      <dsp:spPr>
        <a:xfrm>
          <a:off x="2187461" y="2401547"/>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6706E-6397-480C-AD04-8BF1FFF4AD44}">
      <dsp:nvSpPr>
        <dsp:cNvPr id="0" name=""/>
        <dsp:cNvSpPr/>
      </dsp:nvSpPr>
      <dsp:spPr>
        <a:xfrm>
          <a:off x="386562" y="527328"/>
          <a:ext cx="2133528" cy="213347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err="1"/>
            <a:t>Industriali-zación</a:t>
          </a:r>
          <a:endParaRPr lang="es-ES" sz="2000" kern="1200" dirty="0"/>
        </a:p>
      </dsp:txBody>
      <dsp:txXfrm>
        <a:off x="699010" y="839768"/>
        <a:ext cx="1508632" cy="1508592"/>
      </dsp:txXfrm>
    </dsp:sp>
    <dsp:sp modelId="{FB6A76B1-4925-4E2C-9E07-FB944A485301}">
      <dsp:nvSpPr>
        <dsp:cNvPr id="0" name=""/>
        <dsp:cNvSpPr/>
      </dsp:nvSpPr>
      <dsp:spPr>
        <a:xfrm>
          <a:off x="3697913" y="591410"/>
          <a:ext cx="439669" cy="44014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886E2B-9DD2-4F42-9D1C-4B76ACD278F4}">
      <dsp:nvSpPr>
        <dsp:cNvPr id="0" name=""/>
        <dsp:cNvSpPr/>
      </dsp:nvSpPr>
      <dsp:spPr>
        <a:xfrm>
          <a:off x="801123" y="2924882"/>
          <a:ext cx="794974" cy="79532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B53A0F-723C-4BB3-94C4-31C089F87265}">
      <dsp:nvSpPr>
        <dsp:cNvPr id="0" name=""/>
        <dsp:cNvSpPr/>
      </dsp:nvSpPr>
      <dsp:spPr>
        <a:xfrm>
          <a:off x="6046095" y="-110686"/>
          <a:ext cx="2009005" cy="20089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Actividades urbanas</a:t>
          </a:r>
          <a:endParaRPr lang="es-ES" sz="2000" kern="1200" dirty="0"/>
        </a:p>
      </dsp:txBody>
      <dsp:txXfrm>
        <a:off x="6340307" y="183518"/>
        <a:ext cx="1420581" cy="1420542"/>
      </dsp:txXfrm>
    </dsp:sp>
    <dsp:sp modelId="{2FA3C669-D7F3-4B03-8D66-BCF4790BBA9E}">
      <dsp:nvSpPr>
        <dsp:cNvPr id="0" name=""/>
        <dsp:cNvSpPr/>
      </dsp:nvSpPr>
      <dsp:spPr>
        <a:xfrm>
          <a:off x="5528789" y="1200296"/>
          <a:ext cx="439669" cy="44014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94D143-B196-4D21-BFA7-371D4C8553B1}">
      <dsp:nvSpPr>
        <dsp:cNvPr id="0" name=""/>
        <dsp:cNvSpPr/>
      </dsp:nvSpPr>
      <dsp:spPr>
        <a:xfrm>
          <a:off x="498546" y="3871251"/>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73479A-724C-4ED3-AC87-A81A45BA9F79}">
      <dsp:nvSpPr>
        <dsp:cNvPr id="0" name=""/>
        <dsp:cNvSpPr/>
      </dsp:nvSpPr>
      <dsp:spPr>
        <a:xfrm>
          <a:off x="3675200" y="3417537"/>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0A4642-0248-4323-A734-EA6DC67AEF03}">
      <dsp:nvSpPr>
        <dsp:cNvPr id="0" name=""/>
        <dsp:cNvSpPr/>
      </dsp:nvSpPr>
      <dsp:spPr>
        <a:xfrm>
          <a:off x="6855833" y="2721930"/>
          <a:ext cx="1901604" cy="190156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Economías del interior</a:t>
          </a:r>
          <a:endParaRPr lang="es-ES" sz="2000" kern="1200" dirty="0"/>
        </a:p>
      </dsp:txBody>
      <dsp:txXfrm>
        <a:off x="7134316" y="3000408"/>
        <a:ext cx="1344638" cy="1344612"/>
      </dsp:txXfrm>
    </dsp:sp>
    <dsp:sp modelId="{DBEB8A39-F390-4720-95F3-A2FCB2625FBD}">
      <dsp:nvSpPr>
        <dsp:cNvPr id="0" name=""/>
        <dsp:cNvSpPr/>
      </dsp:nvSpPr>
      <dsp:spPr>
        <a:xfrm>
          <a:off x="6549277" y="2812781"/>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BA6DE-9F50-4033-8385-3963C705071E}">
      <dsp:nvSpPr>
        <dsp:cNvPr id="0" name=""/>
        <dsp:cNvSpPr/>
      </dsp:nvSpPr>
      <dsp:spPr>
        <a:xfrm>
          <a:off x="2229572" y="4086473"/>
          <a:ext cx="1924306" cy="192426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Desarrollo de mercado interno</a:t>
          </a:r>
          <a:endParaRPr lang="es-ES" sz="2000" kern="1200" dirty="0"/>
        </a:p>
      </dsp:txBody>
      <dsp:txXfrm>
        <a:off x="2511380" y="4368276"/>
        <a:ext cx="1360690" cy="1360663"/>
      </dsp:txXfrm>
    </dsp:sp>
    <dsp:sp modelId="{8A909845-5C16-4B16-9ADB-74BE15A2FB90}">
      <dsp:nvSpPr>
        <dsp:cNvPr id="0" name=""/>
        <dsp:cNvSpPr/>
      </dsp:nvSpPr>
      <dsp:spPr>
        <a:xfrm>
          <a:off x="3823649" y="4190444"/>
          <a:ext cx="318801" cy="3186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1F45A-B837-40D4-BF11-68AC462B84B7}">
      <dsp:nvSpPr>
        <dsp:cNvPr id="0" name=""/>
        <dsp:cNvSpPr/>
      </dsp:nvSpPr>
      <dsp:spPr>
        <a:xfrm>
          <a:off x="2901846" y="1710007"/>
          <a:ext cx="3426277" cy="3426662"/>
        </a:xfrm>
        <a:prstGeom prst="ellipse">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AR" sz="2400" b="1" i="0" kern="1200" dirty="0">
              <a:solidFill>
                <a:prstClr val="white"/>
              </a:solidFill>
              <a:latin typeface="Calibri" panose="020F0502020204030204"/>
              <a:ea typeface="+mn-ea"/>
              <a:cs typeface="+mn-cs"/>
            </a:rPr>
            <a:t>Debate durante la guerra y la posguerra</a:t>
          </a:r>
          <a:endParaRPr lang="es-ES" sz="2400" b="1" i="0" kern="1200" dirty="0">
            <a:solidFill>
              <a:prstClr val="white"/>
            </a:solidFill>
            <a:latin typeface="Calibri" panose="020F0502020204030204"/>
            <a:ea typeface="+mn-ea"/>
            <a:cs typeface="+mn-cs"/>
          </a:endParaRPr>
        </a:p>
      </dsp:txBody>
      <dsp:txXfrm>
        <a:off x="3403613" y="2211830"/>
        <a:ext cx="2422743" cy="2423016"/>
      </dsp:txXfrm>
    </dsp:sp>
    <dsp:sp modelId="{BB1C4C9F-5170-472F-84B9-B76AC54709D3}">
      <dsp:nvSpPr>
        <dsp:cNvPr id="0" name=""/>
        <dsp:cNvSpPr/>
      </dsp:nvSpPr>
      <dsp:spPr>
        <a:xfrm>
          <a:off x="4087803" y="353016"/>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DDBA74-434A-4A20-8301-3728E021AC5E}">
      <dsp:nvSpPr>
        <dsp:cNvPr id="0" name=""/>
        <dsp:cNvSpPr/>
      </dsp:nvSpPr>
      <dsp:spPr>
        <a:xfrm>
          <a:off x="2914627" y="4683096"/>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C6524D-5A18-4938-95AB-EE918F3052B8}">
      <dsp:nvSpPr>
        <dsp:cNvPr id="0" name=""/>
        <dsp:cNvSpPr/>
      </dsp:nvSpPr>
      <dsp:spPr>
        <a:xfrm>
          <a:off x="6288763" y="2365457"/>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5DF71-CC29-4873-A71C-963F54AF05E3}">
      <dsp:nvSpPr>
        <dsp:cNvPr id="0" name=""/>
        <dsp:cNvSpPr/>
      </dsp:nvSpPr>
      <dsp:spPr>
        <a:xfrm>
          <a:off x="4571520" y="5065377"/>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FB37CF-0943-4FD3-8F7F-F52059482F8F}">
      <dsp:nvSpPr>
        <dsp:cNvPr id="0" name=""/>
        <dsp:cNvSpPr/>
      </dsp:nvSpPr>
      <dsp:spPr>
        <a:xfrm>
          <a:off x="3015211" y="1057683"/>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E464C-247F-4944-B501-35848BC4D785}">
      <dsp:nvSpPr>
        <dsp:cNvPr id="0" name=""/>
        <dsp:cNvSpPr/>
      </dsp:nvSpPr>
      <dsp:spPr>
        <a:xfrm>
          <a:off x="1884099" y="3113351"/>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6706E-6397-480C-AD04-8BF1FFF4AD44}">
      <dsp:nvSpPr>
        <dsp:cNvPr id="0" name=""/>
        <dsp:cNvSpPr/>
      </dsp:nvSpPr>
      <dsp:spPr>
        <a:xfrm>
          <a:off x="516698" y="550759"/>
          <a:ext cx="2404958" cy="24043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EL PLAN PINEDO</a:t>
          </a:r>
          <a:endParaRPr lang="es-ES" sz="2000" kern="1200" dirty="0"/>
        </a:p>
      </dsp:txBody>
      <dsp:txXfrm>
        <a:off x="868896" y="902873"/>
        <a:ext cx="1700562" cy="1700160"/>
      </dsp:txXfrm>
    </dsp:sp>
    <dsp:sp modelId="{FB6A76B1-4925-4E2C-9E07-FB944A485301}">
      <dsp:nvSpPr>
        <dsp:cNvPr id="0" name=""/>
        <dsp:cNvSpPr/>
      </dsp:nvSpPr>
      <dsp:spPr>
        <a:xfrm>
          <a:off x="3586711" y="1073307"/>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886E2B-9DD2-4F42-9D1C-4B76ACD278F4}">
      <dsp:nvSpPr>
        <dsp:cNvPr id="0" name=""/>
        <dsp:cNvSpPr/>
      </dsp:nvSpPr>
      <dsp:spPr>
        <a:xfrm>
          <a:off x="321389" y="3703959"/>
          <a:ext cx="896112" cy="89632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B53A0F-723C-4BB3-94C4-31C089F87265}">
      <dsp:nvSpPr>
        <dsp:cNvPr id="0" name=""/>
        <dsp:cNvSpPr/>
      </dsp:nvSpPr>
      <dsp:spPr>
        <a:xfrm>
          <a:off x="6233630" y="282155"/>
          <a:ext cx="2264592" cy="22640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La discusión sobre las estrategias industriales</a:t>
          </a:r>
          <a:endParaRPr lang="es-ES" sz="2000" kern="1200" dirty="0"/>
        </a:p>
      </dsp:txBody>
      <dsp:txXfrm>
        <a:off x="6565272" y="613718"/>
        <a:ext cx="1601308" cy="1600929"/>
      </dsp:txXfrm>
    </dsp:sp>
    <dsp:sp modelId="{2FA3C669-D7F3-4B03-8D66-BCF4790BBA9E}">
      <dsp:nvSpPr>
        <dsp:cNvPr id="0" name=""/>
        <dsp:cNvSpPr/>
      </dsp:nvSpPr>
      <dsp:spPr>
        <a:xfrm>
          <a:off x="5650512" y="1759225"/>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94D143-B196-4D21-BFA7-371D4C8553B1}">
      <dsp:nvSpPr>
        <dsp:cNvPr id="0" name=""/>
        <dsp:cNvSpPr/>
      </dsp:nvSpPr>
      <dsp:spPr>
        <a:xfrm>
          <a:off x="-19681" y="4770594"/>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73479A-724C-4ED3-AC87-A81A45BA9F79}">
      <dsp:nvSpPr>
        <dsp:cNvPr id="0" name=""/>
        <dsp:cNvSpPr/>
      </dsp:nvSpPr>
      <dsp:spPr>
        <a:xfrm>
          <a:off x="3561108" y="4259150"/>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0A4642-0248-4323-A734-EA6DC67AEF03}">
      <dsp:nvSpPr>
        <dsp:cNvPr id="0" name=""/>
        <dsp:cNvSpPr/>
      </dsp:nvSpPr>
      <dsp:spPr>
        <a:xfrm>
          <a:off x="6470525" y="3660386"/>
          <a:ext cx="2143527" cy="214303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El “mercado-internismo”</a:t>
          </a:r>
          <a:endParaRPr lang="es-ES" sz="2000" kern="1200" dirty="0"/>
        </a:p>
      </dsp:txBody>
      <dsp:txXfrm>
        <a:off x="6784437" y="3974226"/>
        <a:ext cx="1515703" cy="1515356"/>
      </dsp:txXfrm>
    </dsp:sp>
    <dsp:sp modelId="{DBEB8A39-F390-4720-95F3-A2FCB2625FBD}">
      <dsp:nvSpPr>
        <dsp:cNvPr id="0" name=""/>
        <dsp:cNvSpPr/>
      </dsp:nvSpPr>
      <dsp:spPr>
        <a:xfrm>
          <a:off x="6800827" y="3576879"/>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1F45A-B837-40D4-BF11-68AC462B84B7}">
      <dsp:nvSpPr>
        <dsp:cNvPr id="0" name=""/>
        <dsp:cNvSpPr/>
      </dsp:nvSpPr>
      <dsp:spPr>
        <a:xfrm>
          <a:off x="3117452" y="1710007"/>
          <a:ext cx="3426277" cy="3426662"/>
        </a:xfrm>
        <a:prstGeom prst="ellipse">
          <a:avLst/>
        </a:prstGeom>
        <a:solidFill>
          <a:srgbClr val="4472C4">
            <a:lumMod val="5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AR" sz="4400" b="1" i="0" kern="1200" dirty="0">
              <a:solidFill>
                <a:prstClr val="white"/>
              </a:solidFill>
              <a:latin typeface="Calibri" panose="020F0502020204030204"/>
              <a:ea typeface="+mn-ea"/>
              <a:cs typeface="+mn-cs"/>
            </a:rPr>
            <a:t>TENER EN CUENTA</a:t>
          </a:r>
          <a:endParaRPr lang="es-ES" sz="4400" b="1" i="0" kern="1200" dirty="0">
            <a:solidFill>
              <a:prstClr val="white"/>
            </a:solidFill>
            <a:latin typeface="Calibri" panose="020F0502020204030204"/>
            <a:ea typeface="+mn-ea"/>
            <a:cs typeface="+mn-cs"/>
          </a:endParaRPr>
        </a:p>
      </dsp:txBody>
      <dsp:txXfrm>
        <a:off x="3619219" y="2211830"/>
        <a:ext cx="2422743" cy="2423016"/>
      </dsp:txXfrm>
    </dsp:sp>
    <dsp:sp modelId="{BB1C4C9F-5170-472F-84B9-B76AC54709D3}">
      <dsp:nvSpPr>
        <dsp:cNvPr id="0" name=""/>
        <dsp:cNvSpPr/>
      </dsp:nvSpPr>
      <dsp:spPr>
        <a:xfrm>
          <a:off x="4303408" y="353016"/>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DDBA74-434A-4A20-8301-3728E021AC5E}">
      <dsp:nvSpPr>
        <dsp:cNvPr id="0" name=""/>
        <dsp:cNvSpPr/>
      </dsp:nvSpPr>
      <dsp:spPr>
        <a:xfrm>
          <a:off x="3130233" y="4683096"/>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C6524D-5A18-4938-95AB-EE918F3052B8}">
      <dsp:nvSpPr>
        <dsp:cNvPr id="0" name=""/>
        <dsp:cNvSpPr/>
      </dsp:nvSpPr>
      <dsp:spPr>
        <a:xfrm>
          <a:off x="6504369" y="2365457"/>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5DF71-CC29-4873-A71C-963F54AF05E3}">
      <dsp:nvSpPr>
        <dsp:cNvPr id="0" name=""/>
        <dsp:cNvSpPr/>
      </dsp:nvSpPr>
      <dsp:spPr>
        <a:xfrm>
          <a:off x="4787125" y="5065377"/>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FB37CF-0943-4FD3-8F7F-F52059482F8F}">
      <dsp:nvSpPr>
        <dsp:cNvPr id="0" name=""/>
        <dsp:cNvSpPr/>
      </dsp:nvSpPr>
      <dsp:spPr>
        <a:xfrm>
          <a:off x="3230817" y="1057683"/>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0E464C-247F-4944-B501-35848BC4D785}">
      <dsp:nvSpPr>
        <dsp:cNvPr id="0" name=""/>
        <dsp:cNvSpPr/>
      </dsp:nvSpPr>
      <dsp:spPr>
        <a:xfrm>
          <a:off x="2099704" y="3113351"/>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6706E-6397-480C-AD04-8BF1FFF4AD44}">
      <dsp:nvSpPr>
        <dsp:cNvPr id="0" name=""/>
        <dsp:cNvSpPr/>
      </dsp:nvSpPr>
      <dsp:spPr>
        <a:xfrm>
          <a:off x="301092" y="550759"/>
          <a:ext cx="3267378" cy="24043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INTERVENCIONISMO “ESTABA DE MODA”</a:t>
          </a:r>
          <a:endParaRPr lang="es-ES" sz="2000" kern="1200" dirty="0"/>
        </a:p>
      </dsp:txBody>
      <dsp:txXfrm>
        <a:off x="779588" y="902873"/>
        <a:ext cx="2310386" cy="1700160"/>
      </dsp:txXfrm>
    </dsp:sp>
    <dsp:sp modelId="{FB6A76B1-4925-4E2C-9E07-FB944A485301}">
      <dsp:nvSpPr>
        <dsp:cNvPr id="0" name=""/>
        <dsp:cNvSpPr/>
      </dsp:nvSpPr>
      <dsp:spPr>
        <a:xfrm>
          <a:off x="3802317" y="1073307"/>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886E2B-9DD2-4F42-9D1C-4B76ACD278F4}">
      <dsp:nvSpPr>
        <dsp:cNvPr id="0" name=""/>
        <dsp:cNvSpPr/>
      </dsp:nvSpPr>
      <dsp:spPr>
        <a:xfrm>
          <a:off x="536994" y="3703959"/>
          <a:ext cx="896112" cy="89632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B53A0F-723C-4BB3-94C4-31C089F87265}">
      <dsp:nvSpPr>
        <dsp:cNvPr id="0" name=""/>
        <dsp:cNvSpPr/>
      </dsp:nvSpPr>
      <dsp:spPr>
        <a:xfrm>
          <a:off x="6148015" y="282155"/>
          <a:ext cx="2867032" cy="226405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Surgimiento de los nacionalismos</a:t>
          </a:r>
          <a:endParaRPr lang="es-ES" sz="2000" kern="1200" dirty="0"/>
        </a:p>
      </dsp:txBody>
      <dsp:txXfrm>
        <a:off x="6567882" y="613718"/>
        <a:ext cx="2027298" cy="1600929"/>
      </dsp:txXfrm>
    </dsp:sp>
    <dsp:sp modelId="{2FA3C669-D7F3-4B03-8D66-BCF4790BBA9E}">
      <dsp:nvSpPr>
        <dsp:cNvPr id="0" name=""/>
        <dsp:cNvSpPr/>
      </dsp:nvSpPr>
      <dsp:spPr>
        <a:xfrm>
          <a:off x="5866117" y="1759225"/>
          <a:ext cx="495604" cy="49581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94D143-B196-4D21-BFA7-371D4C8553B1}">
      <dsp:nvSpPr>
        <dsp:cNvPr id="0" name=""/>
        <dsp:cNvSpPr/>
      </dsp:nvSpPr>
      <dsp:spPr>
        <a:xfrm>
          <a:off x="195923" y="4770594"/>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73479A-724C-4ED3-AC87-A81A45BA9F79}">
      <dsp:nvSpPr>
        <dsp:cNvPr id="0" name=""/>
        <dsp:cNvSpPr/>
      </dsp:nvSpPr>
      <dsp:spPr>
        <a:xfrm>
          <a:off x="3776713" y="4259150"/>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0A4642-0248-4323-A734-EA6DC67AEF03}">
      <dsp:nvSpPr>
        <dsp:cNvPr id="0" name=""/>
        <dsp:cNvSpPr/>
      </dsp:nvSpPr>
      <dsp:spPr>
        <a:xfrm>
          <a:off x="6686130" y="3660386"/>
          <a:ext cx="2143527" cy="214303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AR" sz="2000" kern="1200" dirty="0"/>
            <a:t>Rol del Estado y  Funciones del BCRA</a:t>
          </a:r>
          <a:endParaRPr lang="es-ES" sz="2000" kern="1200" dirty="0"/>
        </a:p>
      </dsp:txBody>
      <dsp:txXfrm>
        <a:off x="7000042" y="3974226"/>
        <a:ext cx="1515703" cy="1515356"/>
      </dsp:txXfrm>
    </dsp:sp>
    <dsp:sp modelId="{DBEB8A39-F390-4720-95F3-A2FCB2625FBD}">
      <dsp:nvSpPr>
        <dsp:cNvPr id="0" name=""/>
        <dsp:cNvSpPr/>
      </dsp:nvSpPr>
      <dsp:spPr>
        <a:xfrm>
          <a:off x="7016433" y="3576879"/>
          <a:ext cx="359359" cy="35936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FEDF5-CAEF-4502-BAF0-8B6E0BA4CAB5}">
      <dsp:nvSpPr>
        <dsp:cNvPr id="0" name=""/>
        <dsp:cNvSpPr/>
      </dsp:nvSpPr>
      <dsp:spPr>
        <a:xfrm>
          <a:off x="2154413" y="726491"/>
          <a:ext cx="4835172" cy="4835172"/>
        </a:xfrm>
        <a:prstGeom prst="blockArc">
          <a:avLst>
            <a:gd name="adj1" fmla="val 10800000"/>
            <a:gd name="adj2" fmla="val 1620000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C552FCE-3F8D-41D6-8F2B-68C5AC8B69FA}">
      <dsp:nvSpPr>
        <dsp:cNvPr id="0" name=""/>
        <dsp:cNvSpPr/>
      </dsp:nvSpPr>
      <dsp:spPr>
        <a:xfrm>
          <a:off x="2154413" y="726491"/>
          <a:ext cx="4835172" cy="4835172"/>
        </a:xfrm>
        <a:prstGeom prst="blockArc">
          <a:avLst>
            <a:gd name="adj1" fmla="val 5400000"/>
            <a:gd name="adj2" fmla="val 1080000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1CB09B5-CF69-40C4-820E-21ABD6B0AB4C}">
      <dsp:nvSpPr>
        <dsp:cNvPr id="0" name=""/>
        <dsp:cNvSpPr/>
      </dsp:nvSpPr>
      <dsp:spPr>
        <a:xfrm>
          <a:off x="2154413" y="726491"/>
          <a:ext cx="4835172" cy="4835172"/>
        </a:xfrm>
        <a:prstGeom prst="blockArc">
          <a:avLst>
            <a:gd name="adj1" fmla="val 0"/>
            <a:gd name="adj2" fmla="val 540000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1A9862D-92DF-44F0-B81A-311FE498DED7}">
      <dsp:nvSpPr>
        <dsp:cNvPr id="0" name=""/>
        <dsp:cNvSpPr/>
      </dsp:nvSpPr>
      <dsp:spPr>
        <a:xfrm>
          <a:off x="2154413" y="726491"/>
          <a:ext cx="4835172" cy="4835172"/>
        </a:xfrm>
        <a:prstGeom prst="blockArc">
          <a:avLst>
            <a:gd name="adj1" fmla="val 16200000"/>
            <a:gd name="adj2" fmla="val 0"/>
            <a:gd name="adj3" fmla="val 464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065B082-0383-4B07-AEB8-1D93476DF73E}">
      <dsp:nvSpPr>
        <dsp:cNvPr id="0" name=""/>
        <dsp:cNvSpPr/>
      </dsp:nvSpPr>
      <dsp:spPr>
        <a:xfrm>
          <a:off x="3459137" y="2031215"/>
          <a:ext cx="2225724" cy="2225724"/>
        </a:xfrm>
        <a:prstGeom prst="ellipse">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r>
            <a:rPr lang="es-AR" sz="5100" kern="1200" dirty="0"/>
            <a:t>El Plan</a:t>
          </a:r>
          <a:endParaRPr lang="es-ES" sz="5100" kern="1200" dirty="0"/>
        </a:p>
      </dsp:txBody>
      <dsp:txXfrm>
        <a:off x="3785087" y="2357165"/>
        <a:ext cx="1573824" cy="1573824"/>
      </dsp:txXfrm>
    </dsp:sp>
    <dsp:sp modelId="{15F771EE-B779-4886-B56E-21F9F1E3E2BD}">
      <dsp:nvSpPr>
        <dsp:cNvPr id="0" name=""/>
        <dsp:cNvSpPr/>
      </dsp:nvSpPr>
      <dsp:spPr>
        <a:xfrm>
          <a:off x="3792996" y="3576"/>
          <a:ext cx="1558007" cy="15580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AR" sz="1800" kern="1200" dirty="0"/>
            <a:t>Industria con economía abierta</a:t>
          </a:r>
          <a:endParaRPr lang="es-ES" sz="1800" kern="1200" dirty="0"/>
        </a:p>
      </dsp:txBody>
      <dsp:txXfrm>
        <a:off x="4021161" y="231741"/>
        <a:ext cx="1101677" cy="1101677"/>
      </dsp:txXfrm>
    </dsp:sp>
    <dsp:sp modelId="{6584B8D6-EB40-4541-B8DB-093BD70BF176}">
      <dsp:nvSpPr>
        <dsp:cNvPr id="0" name=""/>
        <dsp:cNvSpPr/>
      </dsp:nvSpPr>
      <dsp:spPr>
        <a:xfrm>
          <a:off x="6154494" y="2365074"/>
          <a:ext cx="1558007" cy="15580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AR" sz="1800" kern="1200" dirty="0"/>
            <a:t>Relaciones con EEUU y limítrofes</a:t>
          </a:r>
          <a:endParaRPr lang="es-ES" sz="1800" kern="1200" dirty="0"/>
        </a:p>
      </dsp:txBody>
      <dsp:txXfrm>
        <a:off x="6382659" y="2593239"/>
        <a:ext cx="1101677" cy="1101677"/>
      </dsp:txXfrm>
    </dsp:sp>
    <dsp:sp modelId="{04906F88-5524-40BD-8938-A434C866AB9C}">
      <dsp:nvSpPr>
        <dsp:cNvPr id="0" name=""/>
        <dsp:cNvSpPr/>
      </dsp:nvSpPr>
      <dsp:spPr>
        <a:xfrm>
          <a:off x="3792996" y="4726572"/>
          <a:ext cx="1558007" cy="15580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AR" sz="1800" kern="1200" dirty="0"/>
            <a:t>Mercado de Capitales de LP</a:t>
          </a:r>
          <a:endParaRPr lang="es-ES" sz="1800" kern="1200" dirty="0"/>
        </a:p>
      </dsp:txBody>
      <dsp:txXfrm>
        <a:off x="4021161" y="4954737"/>
        <a:ext cx="1101677" cy="1101677"/>
      </dsp:txXfrm>
    </dsp:sp>
    <dsp:sp modelId="{E695AEC9-BC9D-42B1-8D0B-5D10B7BF88C3}">
      <dsp:nvSpPr>
        <dsp:cNvPr id="0" name=""/>
        <dsp:cNvSpPr/>
      </dsp:nvSpPr>
      <dsp:spPr>
        <a:xfrm>
          <a:off x="1431498" y="2365074"/>
          <a:ext cx="1558007" cy="15580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AR" sz="1800" kern="1200" dirty="0"/>
            <a:t>Modificar estrategia de desarrollo</a:t>
          </a:r>
          <a:endParaRPr lang="es-ES" sz="1800" kern="1200" dirty="0"/>
        </a:p>
      </dsp:txBody>
      <dsp:txXfrm>
        <a:off x="1659663" y="2593239"/>
        <a:ext cx="1101677" cy="110167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34BEBE-1194-4D95-8E3F-18890338995A}">
      <dsp:nvSpPr>
        <dsp:cNvPr id="0" name=""/>
        <dsp:cNvSpPr/>
      </dsp:nvSpPr>
      <dsp:spPr>
        <a:xfrm>
          <a:off x="1997632" y="0"/>
          <a:ext cx="2106300" cy="1170167"/>
        </a:xfrm>
        <a:prstGeom prst="roundRect">
          <a:avLst>
            <a:gd name="adj" fmla="val 10000"/>
          </a:avLst>
        </a:prstGeom>
        <a:solidFill>
          <a:schemeClr val="accent5">
            <a:lumMod val="60000"/>
            <a:lumOff val="4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AR" sz="3000" kern="1200" dirty="0">
              <a:solidFill>
                <a:schemeClr val="accent5">
                  <a:lumMod val="50000"/>
                </a:schemeClr>
              </a:solidFill>
            </a:rPr>
            <a:t>Coyuntura de 1940</a:t>
          </a:r>
          <a:endParaRPr lang="es-ES" sz="3000" kern="1200" dirty="0">
            <a:solidFill>
              <a:schemeClr val="accent5">
                <a:lumMod val="50000"/>
              </a:schemeClr>
            </a:solidFill>
          </a:endParaRPr>
        </a:p>
      </dsp:txBody>
      <dsp:txXfrm>
        <a:off x="2031905" y="34273"/>
        <a:ext cx="2037754" cy="1101621"/>
      </dsp:txXfrm>
    </dsp:sp>
    <dsp:sp modelId="{E837E422-5F1C-4EEB-92B1-3DD03BFF360E}">
      <dsp:nvSpPr>
        <dsp:cNvPr id="0" name=""/>
        <dsp:cNvSpPr/>
      </dsp:nvSpPr>
      <dsp:spPr>
        <a:xfrm>
          <a:off x="5040066" y="0"/>
          <a:ext cx="2106300" cy="1170167"/>
        </a:xfrm>
        <a:prstGeom prst="roundRect">
          <a:avLst>
            <a:gd name="adj" fmla="val 10000"/>
          </a:avLst>
        </a:prstGeom>
        <a:solidFill>
          <a:schemeClr val="accent5">
            <a:lumMod val="60000"/>
            <a:lumOff val="4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AR" sz="3000" kern="1200" dirty="0">
              <a:solidFill>
                <a:schemeClr val="accent5">
                  <a:lumMod val="50000"/>
                </a:schemeClr>
              </a:solidFill>
            </a:rPr>
            <a:t>Cambios de largo plazo</a:t>
          </a:r>
          <a:endParaRPr lang="es-ES" sz="3000" kern="1200" dirty="0">
            <a:solidFill>
              <a:schemeClr val="accent5">
                <a:lumMod val="50000"/>
              </a:schemeClr>
            </a:solidFill>
          </a:endParaRPr>
        </a:p>
      </dsp:txBody>
      <dsp:txXfrm>
        <a:off x="5074339" y="34273"/>
        <a:ext cx="2037754" cy="1101621"/>
      </dsp:txXfrm>
    </dsp:sp>
    <dsp:sp modelId="{4E66EE75-3020-4273-99C6-89D423FE38F5}">
      <dsp:nvSpPr>
        <dsp:cNvPr id="0" name=""/>
        <dsp:cNvSpPr/>
      </dsp:nvSpPr>
      <dsp:spPr>
        <a:xfrm>
          <a:off x="4133187" y="4973209"/>
          <a:ext cx="877625" cy="877625"/>
        </a:xfrm>
        <a:prstGeom prst="triangle">
          <a:avLst/>
        </a:prstGeom>
        <a:solidFill>
          <a:schemeClr val="accent5">
            <a:lumMod val="5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B4D5E2-089B-4121-A9FD-8C3F20827D09}">
      <dsp:nvSpPr>
        <dsp:cNvPr id="0" name=""/>
        <dsp:cNvSpPr/>
      </dsp:nvSpPr>
      <dsp:spPr>
        <a:xfrm rot="240000">
          <a:off x="1938320" y="4597137"/>
          <a:ext cx="5267359" cy="368329"/>
        </a:xfrm>
        <a:prstGeom prst="rect">
          <a:avLst/>
        </a:prstGeom>
        <a:solidFill>
          <a:schemeClr val="accent5">
            <a:lumMod val="5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4287F8-ABB8-4E34-8B10-19732D688974}">
      <dsp:nvSpPr>
        <dsp:cNvPr id="0" name=""/>
        <dsp:cNvSpPr/>
      </dsp:nvSpPr>
      <dsp:spPr>
        <a:xfrm rot="240000">
          <a:off x="5100912" y="3676222"/>
          <a:ext cx="2101626" cy="979143"/>
        </a:xfrm>
        <a:prstGeom prst="roundRect">
          <a:avLst/>
        </a:prstGeom>
        <a:solidFill>
          <a:schemeClr val="accent5">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solidFill>
                <a:schemeClr val="accent5">
                  <a:lumMod val="20000"/>
                  <a:lumOff val="80000"/>
                </a:schemeClr>
              </a:solidFill>
            </a:rPr>
            <a:t>Problemas económicos argentinos</a:t>
          </a:r>
          <a:endParaRPr lang="es-ES" sz="1700" kern="1200" dirty="0">
            <a:solidFill>
              <a:schemeClr val="accent5">
                <a:lumMod val="20000"/>
                <a:lumOff val="80000"/>
              </a:schemeClr>
            </a:solidFill>
          </a:endParaRPr>
        </a:p>
      </dsp:txBody>
      <dsp:txXfrm>
        <a:off x="5148710" y="3724020"/>
        <a:ext cx="2006030" cy="883547"/>
      </dsp:txXfrm>
    </dsp:sp>
    <dsp:sp modelId="{F71809A2-DB66-4994-BE6B-AD5E08EFCC11}">
      <dsp:nvSpPr>
        <dsp:cNvPr id="0" name=""/>
        <dsp:cNvSpPr/>
      </dsp:nvSpPr>
      <dsp:spPr>
        <a:xfrm rot="240000">
          <a:off x="5176972" y="2623072"/>
          <a:ext cx="2101626" cy="979143"/>
        </a:xfrm>
        <a:prstGeom prst="roundRect">
          <a:avLst/>
        </a:prstGeom>
        <a:solidFill>
          <a:schemeClr val="accent5">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solidFill>
                <a:schemeClr val="accent5">
                  <a:lumMod val="20000"/>
                  <a:lumOff val="80000"/>
                </a:schemeClr>
              </a:solidFill>
            </a:rPr>
            <a:t>Medidas más allá de la coyuntura </a:t>
          </a:r>
          <a:endParaRPr lang="es-ES" sz="1700" kern="1200" dirty="0">
            <a:solidFill>
              <a:schemeClr val="accent5">
                <a:lumMod val="20000"/>
                <a:lumOff val="80000"/>
              </a:schemeClr>
            </a:solidFill>
          </a:endParaRPr>
        </a:p>
      </dsp:txBody>
      <dsp:txXfrm>
        <a:off x="5224770" y="2670870"/>
        <a:ext cx="2006030" cy="883547"/>
      </dsp:txXfrm>
    </dsp:sp>
    <dsp:sp modelId="{2D8DB03C-06B3-4903-B99E-C7A213167811}">
      <dsp:nvSpPr>
        <dsp:cNvPr id="0" name=""/>
        <dsp:cNvSpPr/>
      </dsp:nvSpPr>
      <dsp:spPr>
        <a:xfrm rot="240000">
          <a:off x="5253033" y="1593325"/>
          <a:ext cx="2101626" cy="979143"/>
        </a:xfrm>
        <a:prstGeom prst="roundRect">
          <a:avLst/>
        </a:prstGeom>
        <a:solidFill>
          <a:schemeClr val="accent5">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solidFill>
                <a:schemeClr val="accent5">
                  <a:lumMod val="20000"/>
                  <a:lumOff val="80000"/>
                </a:schemeClr>
              </a:solidFill>
            </a:rPr>
            <a:t>Cambios institucionales</a:t>
          </a:r>
          <a:endParaRPr lang="es-ES" sz="1700" kern="1200" dirty="0">
            <a:solidFill>
              <a:schemeClr val="accent5">
                <a:lumMod val="20000"/>
                <a:lumOff val="80000"/>
              </a:schemeClr>
            </a:solidFill>
          </a:endParaRPr>
        </a:p>
      </dsp:txBody>
      <dsp:txXfrm>
        <a:off x="5300831" y="1641123"/>
        <a:ext cx="2006030" cy="883547"/>
      </dsp:txXfrm>
    </dsp:sp>
    <dsp:sp modelId="{E8EAFA12-48D3-40E9-ABB1-4782695F9117}">
      <dsp:nvSpPr>
        <dsp:cNvPr id="0" name=""/>
        <dsp:cNvSpPr/>
      </dsp:nvSpPr>
      <dsp:spPr>
        <a:xfrm rot="240000">
          <a:off x="2087732" y="3465592"/>
          <a:ext cx="2101626" cy="979143"/>
        </a:xfrm>
        <a:prstGeom prst="roundRect">
          <a:avLst/>
        </a:prstGeom>
        <a:solidFill>
          <a:schemeClr val="accent5">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solidFill>
                <a:schemeClr val="accent5">
                  <a:lumMod val="20000"/>
                  <a:lumOff val="80000"/>
                </a:schemeClr>
              </a:solidFill>
            </a:rPr>
            <a:t>Respuestas inmediatas</a:t>
          </a:r>
          <a:endParaRPr lang="es-ES" sz="1700" kern="1200" dirty="0">
            <a:solidFill>
              <a:schemeClr val="accent5">
                <a:lumMod val="20000"/>
                <a:lumOff val="80000"/>
              </a:schemeClr>
            </a:solidFill>
          </a:endParaRPr>
        </a:p>
      </dsp:txBody>
      <dsp:txXfrm>
        <a:off x="2135530" y="3513390"/>
        <a:ext cx="2006030" cy="883547"/>
      </dsp:txXfrm>
    </dsp:sp>
    <dsp:sp modelId="{5C3797EE-9621-41A5-8535-B3887B5A5C1F}">
      <dsp:nvSpPr>
        <dsp:cNvPr id="0" name=""/>
        <dsp:cNvSpPr/>
      </dsp:nvSpPr>
      <dsp:spPr>
        <a:xfrm rot="240000">
          <a:off x="2163792" y="2412442"/>
          <a:ext cx="2101626" cy="979143"/>
        </a:xfrm>
        <a:prstGeom prst="roundRect">
          <a:avLst/>
        </a:prstGeom>
        <a:solidFill>
          <a:schemeClr val="accent5">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AR" sz="1700" kern="1200" dirty="0">
              <a:solidFill>
                <a:schemeClr val="accent5">
                  <a:lumMod val="20000"/>
                  <a:lumOff val="80000"/>
                </a:schemeClr>
              </a:solidFill>
            </a:rPr>
            <a:t>Emergencia de la 2da Guerra</a:t>
          </a:r>
          <a:endParaRPr lang="es-ES" sz="1700" kern="1200" dirty="0">
            <a:solidFill>
              <a:schemeClr val="accent5">
                <a:lumMod val="20000"/>
                <a:lumOff val="80000"/>
              </a:schemeClr>
            </a:solidFill>
          </a:endParaRPr>
        </a:p>
      </dsp:txBody>
      <dsp:txXfrm>
        <a:off x="2211590" y="2460240"/>
        <a:ext cx="2006030" cy="88354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A4565B-B593-42D2-A422-FD359EA82A9C}">
      <dsp:nvSpPr>
        <dsp:cNvPr id="0" name=""/>
        <dsp:cNvSpPr/>
      </dsp:nvSpPr>
      <dsp:spPr>
        <a:xfrm>
          <a:off x="742905" y="838852"/>
          <a:ext cx="2241770" cy="2242022"/>
        </a:xfrm>
        <a:prstGeom prst="ellipse">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s-AR" sz="3200" kern="1200" dirty="0"/>
            <a:t>Rol Estado</a:t>
          </a:r>
          <a:endParaRPr lang="es-ES" sz="3200" kern="1200" dirty="0"/>
        </a:p>
      </dsp:txBody>
      <dsp:txXfrm>
        <a:off x="1071205" y="1167189"/>
        <a:ext cx="1585170" cy="1585348"/>
      </dsp:txXfrm>
    </dsp:sp>
    <dsp:sp modelId="{3FA47155-BE76-4EEB-A889-91711929D57D}">
      <dsp:nvSpPr>
        <dsp:cNvPr id="0" name=""/>
        <dsp:cNvSpPr/>
      </dsp:nvSpPr>
      <dsp:spPr>
        <a:xfrm>
          <a:off x="2022209" y="736704"/>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720FD3-0FC9-49E0-BF3A-C0AEC6EB3153}">
      <dsp:nvSpPr>
        <dsp:cNvPr id="0" name=""/>
        <dsp:cNvSpPr/>
      </dsp:nvSpPr>
      <dsp:spPr>
        <a:xfrm>
          <a:off x="1432221" y="2914295"/>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76845D-42CC-49F8-8848-FD259E200DD2}">
      <dsp:nvSpPr>
        <dsp:cNvPr id="0" name=""/>
        <dsp:cNvSpPr/>
      </dsp:nvSpPr>
      <dsp:spPr>
        <a:xfrm>
          <a:off x="3129069" y="1748757"/>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E09BB9-4F0D-44C7-8703-E68059A05988}">
      <dsp:nvSpPr>
        <dsp:cNvPr id="0" name=""/>
        <dsp:cNvSpPr/>
      </dsp:nvSpPr>
      <dsp:spPr>
        <a:xfrm>
          <a:off x="2265470" y="3106543"/>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F0073D-DBA7-4E99-A473-829665861799}">
      <dsp:nvSpPr>
        <dsp:cNvPr id="0" name=""/>
        <dsp:cNvSpPr/>
      </dsp:nvSpPr>
      <dsp:spPr>
        <a:xfrm>
          <a:off x="1482805" y="1091080"/>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5899D8-DA01-4E09-91CF-3C7E58E600DD}">
      <dsp:nvSpPr>
        <dsp:cNvPr id="0" name=""/>
        <dsp:cNvSpPr/>
      </dsp:nvSpPr>
      <dsp:spPr>
        <a:xfrm>
          <a:off x="913970" y="2124872"/>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5560CE-CB2F-4181-AAB5-1043AD68BEA2}">
      <dsp:nvSpPr>
        <dsp:cNvPr id="0" name=""/>
        <dsp:cNvSpPr/>
      </dsp:nvSpPr>
      <dsp:spPr>
        <a:xfrm>
          <a:off x="-207640" y="515383"/>
          <a:ext cx="1649430" cy="16490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AR" sz="1500" kern="1200" dirty="0"/>
            <a:t>Establecer orientaciones generales</a:t>
          </a:r>
          <a:endParaRPr lang="es-ES" sz="1500" kern="1200" dirty="0"/>
        </a:p>
      </dsp:txBody>
      <dsp:txXfrm>
        <a:off x="33913" y="756880"/>
        <a:ext cx="1166324" cy="1166049"/>
      </dsp:txXfrm>
    </dsp:sp>
    <dsp:sp modelId="{FDA26478-5369-4B61-A6C2-BEA1CD99A632}">
      <dsp:nvSpPr>
        <dsp:cNvPr id="0" name=""/>
        <dsp:cNvSpPr/>
      </dsp:nvSpPr>
      <dsp:spPr>
        <a:xfrm>
          <a:off x="1770211" y="1098937"/>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7E083-7E0B-4658-90BE-C6EF379DE175}">
      <dsp:nvSpPr>
        <dsp:cNvPr id="0" name=""/>
        <dsp:cNvSpPr/>
      </dsp:nvSpPr>
      <dsp:spPr>
        <a:xfrm>
          <a:off x="128085" y="2421888"/>
          <a:ext cx="450653" cy="4507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3A1BD0-5DDC-440D-BE27-925104C1F6E4}">
      <dsp:nvSpPr>
        <dsp:cNvPr id="0" name=""/>
        <dsp:cNvSpPr/>
      </dsp:nvSpPr>
      <dsp:spPr>
        <a:xfrm>
          <a:off x="2264255" y="391487"/>
          <a:ext cx="1652119" cy="165174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Condiciones favorables</a:t>
          </a:r>
          <a:endParaRPr lang="es-ES" sz="1600" kern="1200" dirty="0"/>
        </a:p>
      </dsp:txBody>
      <dsp:txXfrm>
        <a:off x="2506202" y="633379"/>
        <a:ext cx="1168225" cy="1167956"/>
      </dsp:txXfrm>
    </dsp:sp>
    <dsp:sp modelId="{64E48F29-1E63-4C7A-9675-0266F0919949}">
      <dsp:nvSpPr>
        <dsp:cNvPr id="0" name=""/>
        <dsp:cNvSpPr/>
      </dsp:nvSpPr>
      <dsp:spPr>
        <a:xfrm>
          <a:off x="2808094" y="1443884"/>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46962-94AE-4FAC-8AB8-B3FC25FE7AB9}">
      <dsp:nvSpPr>
        <dsp:cNvPr id="0" name=""/>
        <dsp:cNvSpPr/>
      </dsp:nvSpPr>
      <dsp:spPr>
        <a:xfrm>
          <a:off x="-43438" y="2958297"/>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685E08-09A5-4E6B-9256-4F6EA309AE4A}">
      <dsp:nvSpPr>
        <dsp:cNvPr id="0" name=""/>
        <dsp:cNvSpPr/>
      </dsp:nvSpPr>
      <dsp:spPr>
        <a:xfrm>
          <a:off x="1757335" y="2701093"/>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058111-1A2F-44DA-93DA-F29E87E6D41F}">
      <dsp:nvSpPr>
        <dsp:cNvPr id="0" name=""/>
        <dsp:cNvSpPr/>
      </dsp:nvSpPr>
      <dsp:spPr>
        <a:xfrm>
          <a:off x="1909494" y="2232995"/>
          <a:ext cx="1652119" cy="165174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Limitar la intervención</a:t>
          </a:r>
          <a:endParaRPr lang="es-ES" sz="1600" kern="1200" dirty="0"/>
        </a:p>
      </dsp:txBody>
      <dsp:txXfrm>
        <a:off x="2151441" y="2474887"/>
        <a:ext cx="1168225" cy="1167956"/>
      </dsp:txXfrm>
    </dsp:sp>
    <dsp:sp modelId="{C5523198-5842-4B0E-978E-F9A40D2BEDC1}">
      <dsp:nvSpPr>
        <dsp:cNvPr id="0" name=""/>
        <dsp:cNvSpPr/>
      </dsp:nvSpPr>
      <dsp:spPr>
        <a:xfrm>
          <a:off x="3386585" y="2357980"/>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A4565B-B593-42D2-A422-FD359EA82A9C}">
      <dsp:nvSpPr>
        <dsp:cNvPr id="0" name=""/>
        <dsp:cNvSpPr/>
      </dsp:nvSpPr>
      <dsp:spPr>
        <a:xfrm>
          <a:off x="742905" y="838852"/>
          <a:ext cx="2241770" cy="2242022"/>
        </a:xfrm>
        <a:prstGeom prst="ellipse">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s-AR" sz="3200" kern="1200" dirty="0"/>
            <a:t>Precios</a:t>
          </a:r>
          <a:endParaRPr lang="es-ES" sz="3200" kern="1200" dirty="0"/>
        </a:p>
      </dsp:txBody>
      <dsp:txXfrm>
        <a:off x="1071205" y="1167189"/>
        <a:ext cx="1585170" cy="1585348"/>
      </dsp:txXfrm>
    </dsp:sp>
    <dsp:sp modelId="{3FA47155-BE76-4EEB-A889-91711929D57D}">
      <dsp:nvSpPr>
        <dsp:cNvPr id="0" name=""/>
        <dsp:cNvSpPr/>
      </dsp:nvSpPr>
      <dsp:spPr>
        <a:xfrm>
          <a:off x="2022209" y="736704"/>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720FD3-0FC9-49E0-BF3A-C0AEC6EB3153}">
      <dsp:nvSpPr>
        <dsp:cNvPr id="0" name=""/>
        <dsp:cNvSpPr/>
      </dsp:nvSpPr>
      <dsp:spPr>
        <a:xfrm>
          <a:off x="1432221" y="2914295"/>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76845D-42CC-49F8-8848-FD259E200DD2}">
      <dsp:nvSpPr>
        <dsp:cNvPr id="0" name=""/>
        <dsp:cNvSpPr/>
      </dsp:nvSpPr>
      <dsp:spPr>
        <a:xfrm>
          <a:off x="3129069" y="1748757"/>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E09BB9-4F0D-44C7-8703-E68059A05988}">
      <dsp:nvSpPr>
        <dsp:cNvPr id="0" name=""/>
        <dsp:cNvSpPr/>
      </dsp:nvSpPr>
      <dsp:spPr>
        <a:xfrm>
          <a:off x="2265470" y="3106543"/>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F0073D-DBA7-4E99-A473-829665861799}">
      <dsp:nvSpPr>
        <dsp:cNvPr id="0" name=""/>
        <dsp:cNvSpPr/>
      </dsp:nvSpPr>
      <dsp:spPr>
        <a:xfrm>
          <a:off x="1482805" y="1091080"/>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5899D8-DA01-4E09-91CF-3C7E58E600DD}">
      <dsp:nvSpPr>
        <dsp:cNvPr id="0" name=""/>
        <dsp:cNvSpPr/>
      </dsp:nvSpPr>
      <dsp:spPr>
        <a:xfrm>
          <a:off x="913970" y="2124872"/>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5560CE-CB2F-4181-AAB5-1043AD68BEA2}">
      <dsp:nvSpPr>
        <dsp:cNvPr id="0" name=""/>
        <dsp:cNvSpPr/>
      </dsp:nvSpPr>
      <dsp:spPr>
        <a:xfrm>
          <a:off x="-287153" y="485659"/>
          <a:ext cx="1649430" cy="16490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Financiamiento no inflacionario (no emisión)</a:t>
          </a:r>
          <a:endParaRPr lang="es-ES" sz="1600" kern="1200" dirty="0"/>
        </a:p>
      </dsp:txBody>
      <dsp:txXfrm>
        <a:off x="-45600" y="727156"/>
        <a:ext cx="1166324" cy="1166049"/>
      </dsp:txXfrm>
    </dsp:sp>
    <dsp:sp modelId="{FDA26478-5369-4B61-A6C2-BEA1CD99A632}">
      <dsp:nvSpPr>
        <dsp:cNvPr id="0" name=""/>
        <dsp:cNvSpPr/>
      </dsp:nvSpPr>
      <dsp:spPr>
        <a:xfrm>
          <a:off x="1770211" y="1098937"/>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7E083-7E0B-4658-90BE-C6EF379DE175}">
      <dsp:nvSpPr>
        <dsp:cNvPr id="0" name=""/>
        <dsp:cNvSpPr/>
      </dsp:nvSpPr>
      <dsp:spPr>
        <a:xfrm>
          <a:off x="128085" y="2421888"/>
          <a:ext cx="450653" cy="4507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3A1BD0-5DDC-440D-BE27-925104C1F6E4}">
      <dsp:nvSpPr>
        <dsp:cNvPr id="0" name=""/>
        <dsp:cNvSpPr/>
      </dsp:nvSpPr>
      <dsp:spPr>
        <a:xfrm>
          <a:off x="2844713" y="444493"/>
          <a:ext cx="1652119" cy="165174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err="1"/>
            <a:t>Ctrol</a:t>
          </a:r>
          <a:r>
            <a:rPr lang="es-AR" sz="1600" kern="1200" dirty="0"/>
            <a:t>. </a:t>
          </a:r>
          <a:r>
            <a:rPr lang="es-AR" sz="1600" kern="1200" dirty="0" err="1"/>
            <a:t>Cbios</a:t>
          </a:r>
          <a:r>
            <a:rPr lang="es-AR" sz="1600" kern="1200" dirty="0"/>
            <a:t>: que la demanda no vaya a </a:t>
          </a:r>
          <a:r>
            <a:rPr lang="es-AR" sz="1600" kern="1200" dirty="0" err="1"/>
            <a:t>Impo</a:t>
          </a:r>
          <a:r>
            <a:rPr lang="es-AR" sz="1600" kern="1200" dirty="0"/>
            <a:t>.</a:t>
          </a:r>
          <a:endParaRPr lang="es-ES" sz="1600" kern="1200" dirty="0"/>
        </a:p>
      </dsp:txBody>
      <dsp:txXfrm>
        <a:off x="3086660" y="686385"/>
        <a:ext cx="1168225" cy="1167956"/>
      </dsp:txXfrm>
    </dsp:sp>
    <dsp:sp modelId="{64E48F29-1E63-4C7A-9675-0266F0919949}">
      <dsp:nvSpPr>
        <dsp:cNvPr id="0" name=""/>
        <dsp:cNvSpPr/>
      </dsp:nvSpPr>
      <dsp:spPr>
        <a:xfrm>
          <a:off x="2808094" y="1443884"/>
          <a:ext cx="249238" cy="2493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46962-94AE-4FAC-8AB8-B3FC25FE7AB9}">
      <dsp:nvSpPr>
        <dsp:cNvPr id="0" name=""/>
        <dsp:cNvSpPr/>
      </dsp:nvSpPr>
      <dsp:spPr>
        <a:xfrm>
          <a:off x="-43438" y="2958297"/>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685E08-09A5-4E6B-9256-4F6EA309AE4A}">
      <dsp:nvSpPr>
        <dsp:cNvPr id="0" name=""/>
        <dsp:cNvSpPr/>
      </dsp:nvSpPr>
      <dsp:spPr>
        <a:xfrm>
          <a:off x="1757335" y="2701093"/>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058111-1A2F-44DA-93DA-F29E87E6D41F}">
      <dsp:nvSpPr>
        <dsp:cNvPr id="0" name=""/>
        <dsp:cNvSpPr/>
      </dsp:nvSpPr>
      <dsp:spPr>
        <a:xfrm>
          <a:off x="2346814" y="2098764"/>
          <a:ext cx="1652119" cy="165174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AR" sz="1600" kern="1200" dirty="0"/>
            <a:t>El problema era la depresión, no la infla!!!</a:t>
          </a:r>
          <a:endParaRPr lang="es-ES" sz="1600" kern="1200" dirty="0"/>
        </a:p>
      </dsp:txBody>
      <dsp:txXfrm>
        <a:off x="2588761" y="2340656"/>
        <a:ext cx="1168225" cy="1167956"/>
      </dsp:txXfrm>
    </dsp:sp>
    <dsp:sp modelId="{C5523198-5842-4B0E-978E-F9A40D2BEDC1}">
      <dsp:nvSpPr>
        <dsp:cNvPr id="0" name=""/>
        <dsp:cNvSpPr/>
      </dsp:nvSpPr>
      <dsp:spPr>
        <a:xfrm>
          <a:off x="3386585" y="2357980"/>
          <a:ext cx="180721" cy="18072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5.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6.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7.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0.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1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443C0-ABB3-4A6E-8067-8EF7183DFC57}" type="datetimeFigureOut">
              <a:rPr lang="es-AR" smtClean="0"/>
              <a:t>29/5/2020</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3380FA-1A7F-4CF5-9B27-37121449EE87}" type="slidenum">
              <a:rPr lang="es-AR" smtClean="0"/>
              <a:t>‹Nº›</a:t>
            </a:fld>
            <a:endParaRPr lang="es-AR"/>
          </a:p>
        </p:txBody>
      </p:sp>
    </p:spTree>
    <p:extLst>
      <p:ext uri="{BB962C8B-B14F-4D97-AF65-F5344CB8AC3E}">
        <p14:creationId xmlns:p14="http://schemas.microsoft.com/office/powerpoint/2010/main" val="2010668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3</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1657832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4</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3336490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5</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660516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6</a:t>
            </a:fld>
            <a:endParaRPr lang="es-ES"/>
          </a:p>
        </p:txBody>
      </p:sp>
      <p:sp>
        <p:nvSpPr>
          <p:cNvPr id="5" name="4 Marcador de pie de página"/>
          <p:cNvSpPr>
            <a:spLocks noGrp="1"/>
          </p:cNvSpPr>
          <p:nvPr>
            <p:ph type="ftr" sz="quarter" idx="11"/>
          </p:nvPr>
        </p:nvSpPr>
        <p:spPr/>
        <p:txBody>
          <a:bodyPr/>
          <a:lstStyle/>
          <a:p>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7</a:t>
            </a:fld>
            <a:endParaRPr lang="es-ES"/>
          </a:p>
        </p:txBody>
      </p:sp>
      <p:sp>
        <p:nvSpPr>
          <p:cNvPr id="5" name="4 Marcador de pie de página"/>
          <p:cNvSpPr>
            <a:spLocks noGrp="1"/>
          </p:cNvSpPr>
          <p:nvPr>
            <p:ph type="ftr" sz="quarter" idx="11"/>
          </p:nvPr>
        </p:nvSpPr>
        <p:spPr/>
        <p:txBody>
          <a:bodyPr/>
          <a:lstStyle/>
          <a:p>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8</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4094018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9</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1789676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10</a:t>
            </a:fld>
            <a:endParaRPr lang="es-ES"/>
          </a:p>
        </p:txBody>
      </p:sp>
      <p:sp>
        <p:nvSpPr>
          <p:cNvPr id="5" name="4 Marcador de pie de página"/>
          <p:cNvSpPr>
            <a:spLocks noGrp="1"/>
          </p:cNvSpPr>
          <p:nvPr>
            <p:ph type="ftr" sz="quarter" idx="11"/>
          </p:nvPr>
        </p:nvSpPr>
        <p:spPr/>
        <p:txBody>
          <a:bodyPr/>
          <a:lstStyle/>
          <a:p>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11</a:t>
            </a:fld>
            <a:endParaRPr lang="es-ES"/>
          </a:p>
        </p:txBody>
      </p:sp>
      <p:sp>
        <p:nvSpPr>
          <p:cNvPr id="5" name="4 Marcador de pie de página"/>
          <p:cNvSpPr>
            <a:spLocks noGrp="1"/>
          </p:cNvSpPr>
          <p:nvPr>
            <p:ph type="ftr" sz="quarter" idx="11"/>
          </p:nvPr>
        </p:nvSpPr>
        <p:spPr/>
        <p:txBody>
          <a:bodyPr/>
          <a:lstStyle/>
          <a:p>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12</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222769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13</a:t>
            </a:fld>
            <a:endParaRPr lang="es-ES"/>
          </a:p>
        </p:txBody>
      </p:sp>
      <p:sp>
        <p:nvSpPr>
          <p:cNvPr id="5" name="4 Marcador de pie de página"/>
          <p:cNvSpPr>
            <a:spLocks noGrp="1"/>
          </p:cNvSpPr>
          <p:nvPr>
            <p:ph type="ftr" sz="quarter" idx="11"/>
          </p:nvPr>
        </p:nvSpPr>
        <p:spPr/>
        <p:txBody>
          <a:bodyPr/>
          <a:lstStyle/>
          <a:p>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14</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2808266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15</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1989098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16</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1878610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17</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863420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18</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4185401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19</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1972789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20</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513412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21</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534420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22</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2421997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23</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35771440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24</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3596592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25</a:t>
            </a:fld>
            <a:endParaRPr lang="es-ES" dirty="0"/>
          </a:p>
        </p:txBody>
      </p:sp>
      <p:sp>
        <p:nvSpPr>
          <p:cNvPr id="5" name="4 Marcador de pie de página"/>
          <p:cNvSpPr>
            <a:spLocks noGrp="1"/>
          </p:cNvSpPr>
          <p:nvPr>
            <p:ph type="ftr" sz="quarter" idx="11"/>
          </p:nvPr>
        </p:nvSpPr>
        <p:spPr/>
        <p:txBody>
          <a:bodyPr/>
          <a:lstStyle/>
          <a:p>
            <a:endParaRPr lang="es-E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26</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23043728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27</a:t>
            </a:fld>
            <a:endParaRPr lang="es-ES"/>
          </a:p>
        </p:txBody>
      </p:sp>
      <p:sp>
        <p:nvSpPr>
          <p:cNvPr id="5" name="4 Marcador de pie de página"/>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39498794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Poner en el cuadrante izquierdo Balanza de Pagos y en el cuadrante derecho cantidades, precios.</a:t>
            </a:r>
            <a:endParaRPr lang="es-AR" dirty="0"/>
          </a:p>
        </p:txBody>
      </p:sp>
      <p:sp>
        <p:nvSpPr>
          <p:cNvPr id="4" name="Marcador de número de diapositiva 3"/>
          <p:cNvSpPr>
            <a:spLocks noGrp="1"/>
          </p:cNvSpPr>
          <p:nvPr>
            <p:ph type="sldNum" sz="quarter" idx="10"/>
          </p:nvPr>
        </p:nvSpPr>
        <p:spPr/>
        <p:txBody>
          <a:bodyPr/>
          <a:lstStyle/>
          <a:p>
            <a:fld id="{35C8D7E0-60A5-48DE-8B21-0007089EEFA5}" type="slidenum">
              <a:rPr lang="es-AR" smtClean="0"/>
              <a:t>28</a:t>
            </a:fld>
            <a:endParaRPr lang="es-AR"/>
          </a:p>
        </p:txBody>
      </p:sp>
    </p:spTree>
    <p:extLst>
      <p:ext uri="{BB962C8B-B14F-4D97-AF65-F5344CB8AC3E}">
        <p14:creationId xmlns:p14="http://schemas.microsoft.com/office/powerpoint/2010/main" val="36605692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Poner en el cuadrante izquierdo Balanza de Pagos y en el cuadrante derecho cantidades, precios.</a:t>
            </a:r>
            <a:endParaRPr lang="es-AR" dirty="0"/>
          </a:p>
        </p:txBody>
      </p:sp>
      <p:sp>
        <p:nvSpPr>
          <p:cNvPr id="4" name="Marcador de número de diapositiva 3"/>
          <p:cNvSpPr>
            <a:spLocks noGrp="1"/>
          </p:cNvSpPr>
          <p:nvPr>
            <p:ph type="sldNum" sz="quarter" idx="10"/>
          </p:nvPr>
        </p:nvSpPr>
        <p:spPr/>
        <p:txBody>
          <a:bodyPr/>
          <a:lstStyle/>
          <a:p>
            <a:fld id="{35C8D7E0-60A5-48DE-8B21-0007089EEFA5}" type="slidenum">
              <a:rPr lang="es-AR" smtClean="0"/>
              <a:t>29</a:t>
            </a:fld>
            <a:endParaRPr lang="es-AR"/>
          </a:p>
        </p:txBody>
      </p:sp>
    </p:spTree>
    <p:extLst>
      <p:ext uri="{BB962C8B-B14F-4D97-AF65-F5344CB8AC3E}">
        <p14:creationId xmlns:p14="http://schemas.microsoft.com/office/powerpoint/2010/main" val="16040079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kern="1200" dirty="0">
                <a:solidFill>
                  <a:schemeClr val="tx1"/>
                </a:solidFill>
                <a:effectLst/>
                <a:latin typeface="+mn-lt"/>
                <a:ea typeface="+mn-ea"/>
                <a:cs typeface="+mn-cs"/>
              </a:rPr>
              <a:t>Poner en el cuadrante izquierdo Balanza de Pagos y en el cuadrante derecho cantidades, precios.</a:t>
            </a:r>
            <a:endParaRPr lang="es-AR" dirty="0"/>
          </a:p>
        </p:txBody>
      </p:sp>
      <p:sp>
        <p:nvSpPr>
          <p:cNvPr id="4" name="Marcador de número de diapositiva 3"/>
          <p:cNvSpPr>
            <a:spLocks noGrp="1"/>
          </p:cNvSpPr>
          <p:nvPr>
            <p:ph type="sldNum" sz="quarter" idx="10"/>
          </p:nvPr>
        </p:nvSpPr>
        <p:spPr/>
        <p:txBody>
          <a:bodyPr/>
          <a:lstStyle/>
          <a:p>
            <a:fld id="{35C8D7E0-60A5-48DE-8B21-0007089EEFA5}" type="slidenum">
              <a:rPr lang="es-AR" smtClean="0"/>
              <a:t>30</a:t>
            </a:fld>
            <a:endParaRPr lang="es-AR"/>
          </a:p>
        </p:txBody>
      </p:sp>
    </p:spTree>
    <p:extLst>
      <p:ext uri="{BB962C8B-B14F-4D97-AF65-F5344CB8AC3E}">
        <p14:creationId xmlns:p14="http://schemas.microsoft.com/office/powerpoint/2010/main" val="887401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es-ES" dirty="0"/>
          </a:p>
        </p:txBody>
      </p:sp>
      <p:sp>
        <p:nvSpPr>
          <p:cNvPr id="4" name="Rectangle 3"/>
          <p:cNvSpPr>
            <a:spLocks noGrp="1"/>
          </p:cNvSpPr>
          <p:nvPr>
            <p:ph type="sldNum" sz="quarter" idx="10"/>
          </p:nvPr>
        </p:nvSpPr>
        <p:spPr/>
        <p:txBody>
          <a:bodyPr/>
          <a:lstStyle/>
          <a:p>
            <a:fld id="{CA5D3BF3-D352-46FC-8343-31F56E6730EA}" type="slidenum">
              <a:rPr lang="es-ES" smtClean="0"/>
              <a:pPr/>
              <a:t>31</a:t>
            </a:fld>
            <a:endParaRPr lang="es-ES"/>
          </a:p>
        </p:txBody>
      </p:sp>
      <p:sp>
        <p:nvSpPr>
          <p:cNvPr id="5" name="4 Marcador de pie de página"/>
          <p:cNvSpPr>
            <a:spLocks noGrp="1"/>
          </p:cNvSpPr>
          <p:nvPr>
            <p:ph type="ftr" sz="quarter" idx="11"/>
          </p:nvPr>
        </p:nvSpPr>
        <p:spPr/>
        <p:txBody>
          <a:bodyPr/>
          <a:lstStyle/>
          <a:p>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0EB988DE-9BC8-4980-BE92-B19694AD6D4A}" type="datetimeFigureOut">
              <a:rPr lang="es-ES" smtClean="0"/>
              <a:t>29/05/2020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3419381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EB988DE-9BC8-4980-BE92-B19694AD6D4A}" type="datetimeFigureOut">
              <a:rPr lang="es-ES" smtClean="0"/>
              <a:t>29/05/2020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3248264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0EB988DE-9BC8-4980-BE92-B19694AD6D4A}" type="datetimeFigureOut">
              <a:rPr lang="es-ES" smtClean="0"/>
              <a:t>29/05/2020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684829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EB988DE-9BC8-4980-BE92-B19694AD6D4A}" type="datetimeFigureOut">
              <a:rPr lang="es-ES" smtClean="0"/>
              <a:t>29/05/2020</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4209640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EB988DE-9BC8-4980-BE92-B19694AD6D4A}" type="datetimeFigureOut">
              <a:rPr lang="es-ES" smtClean="0"/>
              <a:t>29/05/2020</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3775889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EB988DE-9BC8-4980-BE92-B19694AD6D4A}" type="datetimeFigureOut">
              <a:rPr lang="es-ES" smtClean="0"/>
              <a:t>29/05/2020</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2859610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B988DE-9BC8-4980-BE92-B19694AD6D4A}" type="datetimeFigureOut">
              <a:rPr lang="es-ES" smtClean="0"/>
              <a:t>29/05/2020</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3346342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0EB988DE-9BC8-4980-BE92-B19694AD6D4A}" type="datetimeFigureOut">
              <a:rPr lang="es-ES" smtClean="0"/>
              <a:t>29/05/2020</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1002777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0EB988DE-9BC8-4980-BE92-B19694AD6D4A}" type="datetimeFigureOut">
              <a:rPr lang="es-ES" smtClean="0"/>
              <a:t>29/05/2020</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3478657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EB988DE-9BC8-4980-BE92-B19694AD6D4A}" type="datetimeFigureOut">
              <a:rPr lang="es-ES" smtClean="0"/>
              <a:t>29/05/2020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3286212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EB988DE-9BC8-4980-BE92-B19694AD6D4A}" type="datetimeFigureOut">
              <a:rPr lang="es-ES" smtClean="0"/>
              <a:t>29/05/2020</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7B61E3C6-BCE6-4968-9834-78CD41AF9165}" type="slidenum">
              <a:rPr lang="es-ES" smtClean="0"/>
              <a:t>‹Nº›</a:t>
            </a:fld>
            <a:endParaRPr lang="es-ES"/>
          </a:p>
        </p:txBody>
      </p:sp>
    </p:spTree>
    <p:extLst>
      <p:ext uri="{BB962C8B-B14F-4D97-AF65-F5344CB8AC3E}">
        <p14:creationId xmlns:p14="http://schemas.microsoft.com/office/powerpoint/2010/main" val="2154082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1_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es-ES"/>
              <a:t>Haga clic para modificar el estilo de título del patrón</a:t>
            </a:r>
            <a:endParaRPr/>
          </a:p>
        </p:txBody>
      </p:sp>
      <p:sp>
        <p:nvSpPr>
          <p:cNvPr id="9" name="Content Placeholder 8"/>
          <p:cNvSpPr>
            <a:spLocks noGrp="1"/>
          </p:cNvSpPr>
          <p:nvPr>
            <p:ph sz="quarter" idx="13"/>
          </p:nvPr>
        </p:nvSpPr>
        <p:spPr>
          <a:xfrm>
            <a:off x="609600" y="1803402"/>
            <a:ext cx="3886200" cy="4358165"/>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a:p>
        </p:txBody>
      </p:sp>
      <p:sp>
        <p:nvSpPr>
          <p:cNvPr id="11" name="Content Placeholder 10"/>
          <p:cNvSpPr>
            <a:spLocks noGrp="1"/>
          </p:cNvSpPr>
          <p:nvPr>
            <p:ph sz="quarter" idx="14"/>
          </p:nvPr>
        </p:nvSpPr>
        <p:spPr>
          <a:xfrm>
            <a:off x="4844901" y="1803399"/>
            <a:ext cx="3886200" cy="4358167"/>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a:p>
        </p:txBody>
      </p:sp>
      <p:sp>
        <p:nvSpPr>
          <p:cNvPr id="8" name="Date Placeholder 7"/>
          <p:cNvSpPr>
            <a:spLocks noGrp="1"/>
          </p:cNvSpPr>
          <p:nvPr>
            <p:ph type="dt" sz="half" idx="15"/>
          </p:nvPr>
        </p:nvSpPr>
        <p:spPr/>
        <p:txBody>
          <a:bodyPr rtlCol="0"/>
          <a:lstStyle/>
          <a:p>
            <a:r>
              <a:rPr lang="es-ES"/>
              <a:t>30/6/2006</a:t>
            </a:r>
            <a:endParaRPr kumimoji="0" lang="es-ES"/>
          </a:p>
        </p:txBody>
      </p:sp>
      <p:sp>
        <p:nvSpPr>
          <p:cNvPr id="10" name="Slide Number Placeholder 9"/>
          <p:cNvSpPr>
            <a:spLocks noGrp="1"/>
          </p:cNvSpPr>
          <p:nvPr>
            <p:ph type="sldNum" sz="quarter" idx="16"/>
          </p:nvPr>
        </p:nvSpPr>
        <p:spPr/>
        <p:txBody>
          <a:bodyPr rtlCol="0"/>
          <a:lstStyle/>
          <a:p>
            <a:pPr algn="ctr"/>
            <a:fld id="{8F82E0A0-C266-4798-8C8F-B9F91E9DA37E}" type="slidenum">
              <a:rPr kumimoji="0" lang="es-ES" sz="1400" b="1">
                <a:solidFill>
                  <a:srgbClr val="FFFFFF"/>
                </a:solidFill>
              </a:rPr>
              <a:pPr algn="ctr"/>
              <a:t>‹Nº›</a:t>
            </a:fld>
            <a:endParaRPr kumimoji="0" lang="es-ES"/>
          </a:p>
        </p:txBody>
      </p:sp>
      <p:sp>
        <p:nvSpPr>
          <p:cNvPr id="12" name="Footer Placeholder 11"/>
          <p:cNvSpPr>
            <a:spLocks noGrp="1"/>
          </p:cNvSpPr>
          <p:nvPr>
            <p:ph type="ftr" sz="quarter" idx="17"/>
          </p:nvPr>
        </p:nvSpPr>
        <p:spPr/>
        <p:txBody>
          <a:bodyPr rtlCol="0"/>
          <a:lstStyle/>
          <a:p>
            <a:r>
              <a:rPr kumimoji="0" lang="es-ES"/>
              <a:t>La Crisis de Baring - Cátedra HEA - FCE - UNC                                                                      </a:t>
            </a:r>
          </a:p>
        </p:txBody>
      </p:sp>
    </p:spTree>
    <p:extLst>
      <p:ext uri="{BB962C8B-B14F-4D97-AF65-F5344CB8AC3E}">
        <p14:creationId xmlns:p14="http://schemas.microsoft.com/office/powerpoint/2010/main" val="1302068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B988DE-9BC8-4980-BE92-B19694AD6D4A}" type="datetimeFigureOut">
              <a:rPr lang="es-ES" smtClean="0"/>
              <a:t>29/05/2020</a:t>
            </a:fld>
            <a:endParaRPr lang="es-E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61E3C6-BCE6-4968-9834-78CD41AF9165}" type="slidenum">
              <a:rPr lang="es-ES" smtClean="0"/>
              <a:t>‹Nº›</a:t>
            </a:fld>
            <a:endParaRPr lang="es-ES"/>
          </a:p>
        </p:txBody>
      </p:sp>
    </p:spTree>
    <p:extLst>
      <p:ext uri="{BB962C8B-B14F-4D97-AF65-F5344CB8AC3E}">
        <p14:creationId xmlns:p14="http://schemas.microsoft.com/office/powerpoint/2010/main" val="766843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microsoft.com/office/2007/relationships/hdphoto" Target="../media/hdphoto1.wdp"/><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chart" Target="../charts/chart6.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chart" Target="../charts/chart7.xml"/><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3.sv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2.svg"/><Relationship Id="rId18" Type="http://schemas.openxmlformats.org/officeDocument/2006/relationships/image" Target="../media/image16.png"/><Relationship Id="rId3" Type="http://schemas.openxmlformats.org/officeDocument/2006/relationships/image" Target="../media/image24.png"/><Relationship Id="rId7" Type="http://schemas.openxmlformats.org/officeDocument/2006/relationships/image" Target="../media/image28.svg"/><Relationship Id="rId12" Type="http://schemas.openxmlformats.org/officeDocument/2006/relationships/image" Target="../media/image31.png"/><Relationship Id="rId17" Type="http://schemas.openxmlformats.org/officeDocument/2006/relationships/image" Target="../media/image36.svg"/><Relationship Id="rId2" Type="http://schemas.openxmlformats.org/officeDocument/2006/relationships/notesSlide" Target="../notesSlides/notesSlide11.xml"/><Relationship Id="rId16"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27.png"/><Relationship Id="rId11" Type="http://schemas.openxmlformats.org/officeDocument/2006/relationships/image" Target="../media/image30.svg"/><Relationship Id="rId5" Type="http://schemas.openxmlformats.org/officeDocument/2006/relationships/image" Target="../media/image26.svg"/><Relationship Id="rId15" Type="http://schemas.openxmlformats.org/officeDocument/2006/relationships/image" Target="../media/image34.svg"/><Relationship Id="rId10" Type="http://schemas.openxmlformats.org/officeDocument/2006/relationships/image" Target="../media/image29.png"/><Relationship Id="rId19" Type="http://schemas.openxmlformats.org/officeDocument/2006/relationships/image" Target="../media/image17.svg"/><Relationship Id="rId4" Type="http://schemas.openxmlformats.org/officeDocument/2006/relationships/image" Target="../media/image25.png"/><Relationship Id="rId9" Type="http://schemas.openxmlformats.org/officeDocument/2006/relationships/image" Target="../media/image23.svg"/><Relationship Id="rId1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6.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9.sv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18" Type="http://schemas.openxmlformats.org/officeDocument/2006/relationships/image" Target="../media/image60.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svg"/><Relationship Id="rId2" Type="http://schemas.openxmlformats.org/officeDocument/2006/relationships/notesSlide" Target="../notesSlides/notesSlide26.xml"/><Relationship Id="rId16" Type="http://schemas.openxmlformats.org/officeDocument/2006/relationships/image" Target="../media/image58.png"/><Relationship Id="rId1" Type="http://schemas.openxmlformats.org/officeDocument/2006/relationships/slideLayout" Target="../slideLayouts/slideLayout5.xml"/><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svg"/><Relationship Id="rId10" Type="http://schemas.openxmlformats.org/officeDocument/2006/relationships/image" Target="../media/image52.svg"/><Relationship Id="rId19" Type="http://schemas.openxmlformats.org/officeDocument/2006/relationships/image" Target="../media/image61.svg"/><Relationship Id="rId4" Type="http://schemas.openxmlformats.org/officeDocument/2006/relationships/image" Target="../media/image46.svg"/><Relationship Id="rId9" Type="http://schemas.openxmlformats.org/officeDocument/2006/relationships/image" Target="../media/image51.png"/><Relationship Id="rId1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52.svg"/></Relationships>
</file>

<file path=ppt/slides/_rels/slide3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chart" Target="../charts/chart11.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1.xml.rels><?xml version="1.0" encoding="UTF-8" standalone="yes"?>
<Relationships xmlns="http://schemas.openxmlformats.org/package/2006/relationships"><Relationship Id="rId3" Type="http://schemas.openxmlformats.org/officeDocument/2006/relationships/chart" Target="../charts/chart13.xml"/><Relationship Id="rId7" Type="http://schemas.openxmlformats.org/officeDocument/2006/relationships/image" Target="../media/image67.svg"/><Relationship Id="rId2" Type="http://schemas.openxmlformats.org/officeDocument/2006/relationships/chart" Target="../charts/chart12.xml"/><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svg"/><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70.png"/></Relationships>
</file>

<file path=ppt/slides/_rels/slide48.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hyperlink" Target="http://digicoll.library.wisc.edu/cgi-bin/FRUS/FRUS-idx?type=turn&amp;entity=FRUS.FRUS1945.p0643&amp;id=FRUS.FRUS1945&amp;isize=M" TargetMode="Externa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9" name="Rectangle 2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a:p>
        </p:txBody>
      </p:sp>
      <p:sp>
        <p:nvSpPr>
          <p:cNvPr id="9" name="Rectángulo 8">
            <a:extLst>
              <a:ext uri="{FF2B5EF4-FFF2-40B4-BE49-F238E27FC236}">
                <a16:creationId xmlns:a16="http://schemas.microsoft.com/office/drawing/2014/main" id="{3BE3AF40-C336-4EFD-B5CC-5C0EE4BA8973}"/>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latin typeface="Arial" panose="020B0604020202020204" pitchFamily="34" charset="0"/>
                <a:cs typeface="Arial" panose="020B0604020202020204" pitchFamily="34" charset="0"/>
              </a:rPr>
              <a:t>Digresión. Respecto a las clases pasadas. Autorregulación Caja</a:t>
            </a:r>
          </a:p>
        </p:txBody>
      </p:sp>
      <p:sp>
        <p:nvSpPr>
          <p:cNvPr id="2" name="CuadroTexto 1">
            <a:extLst>
              <a:ext uri="{FF2B5EF4-FFF2-40B4-BE49-F238E27FC236}">
                <a16:creationId xmlns:a16="http://schemas.microsoft.com/office/drawing/2014/main" id="{F485DE6D-5C73-42B4-A3C7-2DDEC75B5A9C}"/>
              </a:ext>
            </a:extLst>
          </p:cNvPr>
          <p:cNvSpPr txBox="1"/>
          <p:nvPr/>
        </p:nvSpPr>
        <p:spPr>
          <a:xfrm>
            <a:off x="1282798" y="980728"/>
            <a:ext cx="6578404" cy="400110"/>
          </a:xfrm>
          <a:prstGeom prst="rect">
            <a:avLst/>
          </a:prstGeom>
          <a:noFill/>
        </p:spPr>
        <p:txBody>
          <a:bodyPr wrap="none" rtlCol="0">
            <a:spAutoFit/>
          </a:bodyPr>
          <a:lstStyle/>
          <a:p>
            <a:r>
              <a:rPr lang="es-AR" sz="2000" b="1" dirty="0"/>
              <a:t>30 – JUN </a:t>
            </a:r>
            <a:r>
              <a:rPr lang="es-AR" sz="2000" dirty="0">
                <a:sym typeface="Wingdings" panose="05000000000000000000" pitchFamily="2" charset="2"/>
              </a:rPr>
              <a:t> </a:t>
            </a:r>
            <a:r>
              <a:rPr lang="es-AR" sz="2000" dirty="0"/>
              <a:t>R: 200 $ ORO </a:t>
            </a:r>
            <a:r>
              <a:rPr lang="es-AR" sz="2000" dirty="0">
                <a:sym typeface="Wingdings" panose="05000000000000000000" pitchFamily="2" charset="2"/>
              </a:rPr>
              <a:t> TC: 1 $/ORO  BM: 200 $ papel</a:t>
            </a:r>
            <a:endParaRPr lang="es-AR" sz="2000" dirty="0"/>
          </a:p>
        </p:txBody>
      </p:sp>
      <p:sp>
        <p:nvSpPr>
          <p:cNvPr id="10" name="CuadroTexto 9">
            <a:extLst>
              <a:ext uri="{FF2B5EF4-FFF2-40B4-BE49-F238E27FC236}">
                <a16:creationId xmlns:a16="http://schemas.microsoft.com/office/drawing/2014/main" id="{271AE824-4549-4476-8D24-D90EFD6BC241}"/>
              </a:ext>
            </a:extLst>
          </p:cNvPr>
          <p:cNvSpPr txBox="1"/>
          <p:nvPr/>
        </p:nvSpPr>
        <p:spPr>
          <a:xfrm>
            <a:off x="1287560" y="2420888"/>
            <a:ext cx="6772367" cy="400110"/>
          </a:xfrm>
          <a:prstGeom prst="rect">
            <a:avLst/>
          </a:prstGeom>
          <a:noFill/>
        </p:spPr>
        <p:txBody>
          <a:bodyPr wrap="none" rtlCol="0">
            <a:spAutoFit/>
          </a:bodyPr>
          <a:lstStyle/>
          <a:p>
            <a:r>
              <a:rPr lang="es-AR" sz="2000" b="1" dirty="0"/>
              <a:t>31 – JUL </a:t>
            </a:r>
            <a:r>
              <a:rPr lang="es-AR" sz="2000" dirty="0">
                <a:sym typeface="Wingdings" panose="05000000000000000000" pitchFamily="2" charset="2"/>
              </a:rPr>
              <a:t> </a:t>
            </a:r>
            <a:r>
              <a:rPr lang="es-AR" sz="2000" dirty="0"/>
              <a:t>R: 150 $ ORO </a:t>
            </a:r>
            <a:r>
              <a:rPr lang="es-AR" sz="2000" dirty="0">
                <a:sym typeface="Wingdings" panose="05000000000000000000" pitchFamily="2" charset="2"/>
              </a:rPr>
              <a:t> TC: 1,3 $/ORO  BM: 200 $ papel</a:t>
            </a:r>
            <a:endParaRPr lang="es-AR" sz="2000" dirty="0"/>
          </a:p>
        </p:txBody>
      </p:sp>
      <p:sp>
        <p:nvSpPr>
          <p:cNvPr id="11" name="CuadroTexto 10">
            <a:extLst>
              <a:ext uri="{FF2B5EF4-FFF2-40B4-BE49-F238E27FC236}">
                <a16:creationId xmlns:a16="http://schemas.microsoft.com/office/drawing/2014/main" id="{524CB5B5-0C38-464C-B4FC-C77DD967758C}"/>
              </a:ext>
            </a:extLst>
          </p:cNvPr>
          <p:cNvSpPr txBox="1"/>
          <p:nvPr/>
        </p:nvSpPr>
        <p:spPr>
          <a:xfrm>
            <a:off x="2843808" y="2802716"/>
            <a:ext cx="4868128" cy="646331"/>
          </a:xfrm>
          <a:prstGeom prst="rect">
            <a:avLst/>
          </a:prstGeom>
          <a:noFill/>
        </p:spPr>
        <p:txBody>
          <a:bodyPr wrap="none" rtlCol="0">
            <a:spAutoFit/>
          </a:bodyPr>
          <a:lstStyle/>
          <a:p>
            <a:r>
              <a:rPr lang="es-AR" sz="3600" b="1" dirty="0"/>
              <a:t>-∆R            ∆</a:t>
            </a:r>
            <a:r>
              <a:rPr lang="es-AR" sz="3600" b="1" dirty="0">
                <a:sym typeface="Wingdings" panose="05000000000000000000" pitchFamily="2" charset="2"/>
              </a:rPr>
              <a:t>TC          =BM</a:t>
            </a:r>
            <a:endParaRPr lang="es-AR" sz="3600" b="1" dirty="0"/>
          </a:p>
        </p:txBody>
      </p:sp>
      <p:sp>
        <p:nvSpPr>
          <p:cNvPr id="4" name="Rectángulo 3">
            <a:extLst>
              <a:ext uri="{FF2B5EF4-FFF2-40B4-BE49-F238E27FC236}">
                <a16:creationId xmlns:a16="http://schemas.microsoft.com/office/drawing/2014/main" id="{D32887C7-C8B0-4BD4-982E-118D388A81E0}"/>
              </a:ext>
            </a:extLst>
          </p:cNvPr>
          <p:cNvSpPr/>
          <p:nvPr/>
        </p:nvSpPr>
        <p:spPr>
          <a:xfrm>
            <a:off x="3831642" y="1616547"/>
            <a:ext cx="1446230" cy="584775"/>
          </a:xfrm>
          <a:prstGeom prst="rect">
            <a:avLst/>
          </a:prstGeom>
        </p:spPr>
        <p:txBody>
          <a:bodyPr wrap="none">
            <a:spAutoFit/>
          </a:bodyPr>
          <a:lstStyle/>
          <a:p>
            <a:r>
              <a:rPr lang="es-AR" sz="3200" b="1" dirty="0"/>
              <a:t>Julio…?</a:t>
            </a:r>
            <a:endParaRPr lang="es-AR" sz="3200" dirty="0"/>
          </a:p>
        </p:txBody>
      </p:sp>
      <p:sp>
        <p:nvSpPr>
          <p:cNvPr id="12" name="CuadroTexto 11">
            <a:extLst>
              <a:ext uri="{FF2B5EF4-FFF2-40B4-BE49-F238E27FC236}">
                <a16:creationId xmlns:a16="http://schemas.microsoft.com/office/drawing/2014/main" id="{6E0DC9F1-9EA7-40BA-9399-1E51B6BC03A6}"/>
              </a:ext>
            </a:extLst>
          </p:cNvPr>
          <p:cNvSpPr txBox="1"/>
          <p:nvPr/>
        </p:nvSpPr>
        <p:spPr>
          <a:xfrm>
            <a:off x="556065" y="3815636"/>
            <a:ext cx="5911875" cy="646331"/>
          </a:xfrm>
          <a:prstGeom prst="rect">
            <a:avLst/>
          </a:prstGeom>
          <a:noFill/>
        </p:spPr>
        <p:txBody>
          <a:bodyPr wrap="none" rtlCol="0">
            <a:spAutoFit/>
          </a:bodyPr>
          <a:lstStyle/>
          <a:p>
            <a:r>
              <a:rPr lang="es-AR" dirty="0"/>
              <a:t>Principio de mes:</a:t>
            </a:r>
          </a:p>
          <a:p>
            <a:r>
              <a:rPr lang="es-AR" dirty="0"/>
              <a:t>Venta R: 100 $ ORO </a:t>
            </a:r>
            <a:r>
              <a:rPr lang="es-AR" dirty="0">
                <a:sym typeface="Wingdings" panose="05000000000000000000" pitchFamily="2" charset="2"/>
              </a:rPr>
              <a:t> TC: 1 $/ORO  caída BM: 100 $ papel</a:t>
            </a:r>
            <a:endParaRPr lang="es-AR" dirty="0"/>
          </a:p>
        </p:txBody>
      </p:sp>
      <p:sp>
        <p:nvSpPr>
          <p:cNvPr id="13" name="CuadroTexto 12">
            <a:extLst>
              <a:ext uri="{FF2B5EF4-FFF2-40B4-BE49-F238E27FC236}">
                <a16:creationId xmlns:a16="http://schemas.microsoft.com/office/drawing/2014/main" id="{67311F8C-F8D1-4A83-AACD-1CB57FDC768B}"/>
              </a:ext>
            </a:extLst>
          </p:cNvPr>
          <p:cNvSpPr txBox="1"/>
          <p:nvPr/>
        </p:nvSpPr>
        <p:spPr>
          <a:xfrm>
            <a:off x="556066" y="4530324"/>
            <a:ext cx="7155870" cy="646331"/>
          </a:xfrm>
          <a:prstGeom prst="rect">
            <a:avLst/>
          </a:prstGeom>
          <a:noFill/>
        </p:spPr>
        <p:txBody>
          <a:bodyPr wrap="none" rtlCol="0">
            <a:spAutoFit/>
          </a:bodyPr>
          <a:lstStyle/>
          <a:p>
            <a:r>
              <a:rPr lang="es-AR" dirty="0"/>
              <a:t>Otro momento del mes:</a:t>
            </a:r>
          </a:p>
          <a:p>
            <a:r>
              <a:rPr lang="es-AR" dirty="0"/>
              <a:t>Compra R: 10 $ ORO </a:t>
            </a:r>
            <a:r>
              <a:rPr lang="es-AR" dirty="0">
                <a:sym typeface="Wingdings" panose="05000000000000000000" pitchFamily="2" charset="2"/>
              </a:rPr>
              <a:t> aumento TC: 3 $/ORO  Aumento BM: 30 $ papel</a:t>
            </a:r>
            <a:endParaRPr lang="es-AR" dirty="0"/>
          </a:p>
        </p:txBody>
      </p:sp>
      <p:sp>
        <p:nvSpPr>
          <p:cNvPr id="14" name="CuadroTexto 13">
            <a:extLst>
              <a:ext uri="{FF2B5EF4-FFF2-40B4-BE49-F238E27FC236}">
                <a16:creationId xmlns:a16="http://schemas.microsoft.com/office/drawing/2014/main" id="{EFF8698B-A600-4398-9AD9-CDAF87E24BE9}"/>
              </a:ext>
            </a:extLst>
          </p:cNvPr>
          <p:cNvSpPr txBox="1"/>
          <p:nvPr/>
        </p:nvSpPr>
        <p:spPr>
          <a:xfrm>
            <a:off x="556066" y="5188536"/>
            <a:ext cx="6879704" cy="646331"/>
          </a:xfrm>
          <a:prstGeom prst="rect">
            <a:avLst/>
          </a:prstGeom>
          <a:noFill/>
        </p:spPr>
        <p:txBody>
          <a:bodyPr wrap="none" rtlCol="0">
            <a:spAutoFit/>
          </a:bodyPr>
          <a:lstStyle/>
          <a:p>
            <a:r>
              <a:rPr lang="es-AR" dirty="0"/>
              <a:t>Otro momento del mes:</a:t>
            </a:r>
          </a:p>
          <a:p>
            <a:r>
              <a:rPr lang="es-AR" dirty="0"/>
              <a:t>Compra R: 20 $ ORO </a:t>
            </a:r>
            <a:r>
              <a:rPr lang="es-AR" dirty="0">
                <a:sym typeface="Wingdings" panose="05000000000000000000" pitchFamily="2" charset="2"/>
              </a:rPr>
              <a:t> baja TC: 2.2 $/ORO  Aumento BM: 44 $ papel</a:t>
            </a:r>
            <a:endParaRPr lang="es-AR" dirty="0"/>
          </a:p>
        </p:txBody>
      </p:sp>
      <p:sp>
        <p:nvSpPr>
          <p:cNvPr id="15" name="CuadroTexto 14">
            <a:extLst>
              <a:ext uri="{FF2B5EF4-FFF2-40B4-BE49-F238E27FC236}">
                <a16:creationId xmlns:a16="http://schemas.microsoft.com/office/drawing/2014/main" id="{D9AACCE6-CAE3-44F6-9CD0-D02502A06CC3}"/>
              </a:ext>
            </a:extLst>
          </p:cNvPr>
          <p:cNvSpPr txBox="1"/>
          <p:nvPr/>
        </p:nvSpPr>
        <p:spPr>
          <a:xfrm>
            <a:off x="556065" y="5825182"/>
            <a:ext cx="6879704" cy="646331"/>
          </a:xfrm>
          <a:prstGeom prst="rect">
            <a:avLst/>
          </a:prstGeom>
          <a:noFill/>
        </p:spPr>
        <p:txBody>
          <a:bodyPr wrap="none" rtlCol="0">
            <a:spAutoFit/>
          </a:bodyPr>
          <a:lstStyle/>
          <a:p>
            <a:r>
              <a:rPr lang="es-AR" dirty="0"/>
              <a:t>Fin de mes:</a:t>
            </a:r>
          </a:p>
          <a:p>
            <a:r>
              <a:rPr lang="es-AR" dirty="0"/>
              <a:t>Compra R: 20 $ ORO </a:t>
            </a:r>
            <a:r>
              <a:rPr lang="es-AR" dirty="0">
                <a:sym typeface="Wingdings" panose="05000000000000000000" pitchFamily="2" charset="2"/>
              </a:rPr>
              <a:t> baja TC: 1.3 $/ORO  Aumento BM: 26 $ papel</a:t>
            </a:r>
            <a:endParaRPr lang="es-AR" dirty="0"/>
          </a:p>
        </p:txBody>
      </p:sp>
      <p:cxnSp>
        <p:nvCxnSpPr>
          <p:cNvPr id="6" name="Conector: angular 5">
            <a:extLst>
              <a:ext uri="{FF2B5EF4-FFF2-40B4-BE49-F238E27FC236}">
                <a16:creationId xmlns:a16="http://schemas.microsoft.com/office/drawing/2014/main" id="{1E7836E1-651E-4E2D-9271-1D83A7627C91}"/>
              </a:ext>
            </a:extLst>
          </p:cNvPr>
          <p:cNvCxnSpPr>
            <a:stCxn id="4" idx="1"/>
            <a:endCxn id="12" idx="1"/>
          </p:cNvCxnSpPr>
          <p:nvPr/>
        </p:nvCxnSpPr>
        <p:spPr>
          <a:xfrm rot="10800000" flipV="1">
            <a:off x="556066" y="1908934"/>
            <a:ext cx="3275577" cy="2229867"/>
          </a:xfrm>
          <a:prstGeom prst="bentConnector3">
            <a:avLst>
              <a:gd name="adj1" fmla="val 10697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ángulo 16">
            <a:extLst>
              <a:ext uri="{FF2B5EF4-FFF2-40B4-BE49-F238E27FC236}">
                <a16:creationId xmlns:a16="http://schemas.microsoft.com/office/drawing/2014/main" id="{CF152F25-38A8-473F-9C0E-4471AA310088}"/>
              </a:ext>
            </a:extLst>
          </p:cNvPr>
          <p:cNvSpPr/>
          <p:nvPr/>
        </p:nvSpPr>
        <p:spPr>
          <a:xfrm rot="17189545">
            <a:off x="7344935" y="5017026"/>
            <a:ext cx="1732397" cy="769441"/>
          </a:xfrm>
          <a:prstGeom prst="rect">
            <a:avLst/>
          </a:prstGeom>
        </p:spPr>
        <p:txBody>
          <a:bodyPr wrap="none">
            <a:spAutoFit/>
          </a:bodyPr>
          <a:lstStyle/>
          <a:p>
            <a:r>
              <a:rPr lang="es-AR" sz="4400" b="1" dirty="0"/>
              <a:t>Quizás</a:t>
            </a:r>
            <a:endParaRPr lang="es-AR" sz="4400" dirty="0"/>
          </a:p>
        </p:txBody>
      </p:sp>
    </p:spTree>
    <p:extLst>
      <p:ext uri="{BB962C8B-B14F-4D97-AF65-F5344CB8AC3E}">
        <p14:creationId xmlns:p14="http://schemas.microsoft.com/office/powerpoint/2010/main" val="1525226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9" name="Rectangle 2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a:p>
        </p:txBody>
      </p:sp>
      <p:cxnSp>
        <p:nvCxnSpPr>
          <p:cNvPr id="3" name="Conector recto 2">
            <a:extLst>
              <a:ext uri="{FF2B5EF4-FFF2-40B4-BE49-F238E27FC236}">
                <a16:creationId xmlns:a16="http://schemas.microsoft.com/office/drawing/2014/main" id="{B56A156E-AF6C-4901-9E1F-75424B3486A1}"/>
              </a:ext>
            </a:extLst>
          </p:cNvPr>
          <p:cNvCxnSpPr>
            <a:cxnSpLocks/>
          </p:cNvCxnSpPr>
          <p:nvPr/>
        </p:nvCxnSpPr>
        <p:spPr>
          <a:xfrm>
            <a:off x="395536" y="5756216"/>
            <a:ext cx="792088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284CBEA0-AA06-4606-96FA-FB613A7096B1}"/>
              </a:ext>
            </a:extLst>
          </p:cNvPr>
          <p:cNvCxnSpPr/>
          <p:nvPr/>
        </p:nvCxnSpPr>
        <p:spPr>
          <a:xfrm>
            <a:off x="672341" y="5540192"/>
            <a:ext cx="0" cy="43204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A3976CD0-D1D9-4A81-83F0-D2D8BBA6A85B}"/>
              </a:ext>
            </a:extLst>
          </p:cNvPr>
          <p:cNvSpPr txBox="1"/>
          <p:nvPr/>
        </p:nvSpPr>
        <p:spPr>
          <a:xfrm>
            <a:off x="323528" y="6007142"/>
            <a:ext cx="697627" cy="369332"/>
          </a:xfrm>
          <a:prstGeom prst="rect">
            <a:avLst/>
          </a:prstGeom>
          <a:noFill/>
        </p:spPr>
        <p:txBody>
          <a:bodyPr wrap="none" rtlCol="0">
            <a:spAutoFit/>
          </a:bodyPr>
          <a:lstStyle/>
          <a:p>
            <a:r>
              <a:rPr lang="es-AR" b="1" dirty="0">
                <a:solidFill>
                  <a:schemeClr val="accent1">
                    <a:lumMod val="50000"/>
                  </a:schemeClr>
                </a:solidFill>
                <a:latin typeface="Arial" panose="020B0604020202020204" pitchFamily="34" charset="0"/>
                <a:cs typeface="Arial" panose="020B0604020202020204" pitchFamily="34" charset="0"/>
              </a:rPr>
              <a:t>1900</a:t>
            </a:r>
          </a:p>
        </p:txBody>
      </p:sp>
      <p:cxnSp>
        <p:nvCxnSpPr>
          <p:cNvPr id="15" name="Conector recto 14">
            <a:extLst>
              <a:ext uri="{FF2B5EF4-FFF2-40B4-BE49-F238E27FC236}">
                <a16:creationId xmlns:a16="http://schemas.microsoft.com/office/drawing/2014/main" id="{90793594-9852-4696-9EF1-EA377E6BF3BB}"/>
              </a:ext>
            </a:extLst>
          </p:cNvPr>
          <p:cNvCxnSpPr/>
          <p:nvPr/>
        </p:nvCxnSpPr>
        <p:spPr>
          <a:xfrm>
            <a:off x="3215074" y="5540192"/>
            <a:ext cx="0" cy="43204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36C3126E-7D09-49F8-AC2B-BC8571BD8B9D}"/>
              </a:ext>
            </a:extLst>
          </p:cNvPr>
          <p:cNvSpPr txBox="1"/>
          <p:nvPr/>
        </p:nvSpPr>
        <p:spPr>
          <a:xfrm>
            <a:off x="2866261" y="6007142"/>
            <a:ext cx="697627" cy="369332"/>
          </a:xfrm>
          <a:prstGeom prst="rect">
            <a:avLst/>
          </a:prstGeom>
          <a:noFill/>
        </p:spPr>
        <p:txBody>
          <a:bodyPr wrap="none" rtlCol="0">
            <a:spAutoFit/>
          </a:bodyPr>
          <a:lstStyle/>
          <a:p>
            <a:r>
              <a:rPr lang="es-AR" b="1" dirty="0">
                <a:solidFill>
                  <a:schemeClr val="accent1">
                    <a:lumMod val="50000"/>
                  </a:schemeClr>
                </a:solidFill>
                <a:latin typeface="Arial" panose="020B0604020202020204" pitchFamily="34" charset="0"/>
                <a:cs typeface="Arial" panose="020B0604020202020204" pitchFamily="34" charset="0"/>
              </a:rPr>
              <a:t>1914</a:t>
            </a:r>
          </a:p>
        </p:txBody>
      </p:sp>
      <p:cxnSp>
        <p:nvCxnSpPr>
          <p:cNvPr id="20" name="Conector recto 19">
            <a:extLst>
              <a:ext uri="{FF2B5EF4-FFF2-40B4-BE49-F238E27FC236}">
                <a16:creationId xmlns:a16="http://schemas.microsoft.com/office/drawing/2014/main" id="{86B3416C-D2CF-4628-9E6C-C8A23CCE977D}"/>
              </a:ext>
            </a:extLst>
          </p:cNvPr>
          <p:cNvCxnSpPr/>
          <p:nvPr/>
        </p:nvCxnSpPr>
        <p:spPr>
          <a:xfrm>
            <a:off x="7863342" y="5540192"/>
            <a:ext cx="0" cy="43204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433028A5-4CCF-4EAA-88BA-8D8C6E19994F}"/>
              </a:ext>
            </a:extLst>
          </p:cNvPr>
          <p:cNvSpPr txBox="1"/>
          <p:nvPr/>
        </p:nvSpPr>
        <p:spPr>
          <a:xfrm>
            <a:off x="7514529" y="6007142"/>
            <a:ext cx="697627" cy="369332"/>
          </a:xfrm>
          <a:prstGeom prst="rect">
            <a:avLst/>
          </a:prstGeom>
          <a:noFill/>
        </p:spPr>
        <p:txBody>
          <a:bodyPr wrap="square" rtlCol="0">
            <a:spAutoFit/>
          </a:bodyPr>
          <a:lstStyle/>
          <a:p>
            <a:r>
              <a:rPr lang="es-AR" b="1" dirty="0">
                <a:solidFill>
                  <a:schemeClr val="accent1">
                    <a:lumMod val="50000"/>
                  </a:schemeClr>
                </a:solidFill>
                <a:latin typeface="Arial" panose="020B0604020202020204" pitchFamily="34" charset="0"/>
                <a:cs typeface="Arial" panose="020B0604020202020204" pitchFamily="34" charset="0"/>
              </a:rPr>
              <a:t>1930</a:t>
            </a:r>
          </a:p>
        </p:txBody>
      </p:sp>
      <p:cxnSp>
        <p:nvCxnSpPr>
          <p:cNvPr id="28" name="Conector recto 27">
            <a:extLst>
              <a:ext uri="{FF2B5EF4-FFF2-40B4-BE49-F238E27FC236}">
                <a16:creationId xmlns:a16="http://schemas.microsoft.com/office/drawing/2014/main" id="{882BFC21-8832-46A2-9011-AFBBB0B3F802}"/>
              </a:ext>
            </a:extLst>
          </p:cNvPr>
          <p:cNvCxnSpPr>
            <a:cxnSpLocks/>
          </p:cNvCxnSpPr>
          <p:nvPr/>
        </p:nvCxnSpPr>
        <p:spPr>
          <a:xfrm>
            <a:off x="7983358" y="5758915"/>
            <a:ext cx="927501" cy="0"/>
          </a:xfrm>
          <a:prstGeom prst="line">
            <a:avLst/>
          </a:prstGeom>
          <a:ln w="76200">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6" name="Text Box 9">
            <a:extLst>
              <a:ext uri="{FF2B5EF4-FFF2-40B4-BE49-F238E27FC236}">
                <a16:creationId xmlns:a16="http://schemas.microsoft.com/office/drawing/2014/main" id="{98E7352E-277E-4674-93D9-1844B5E7F8AD}"/>
              </a:ext>
            </a:extLst>
          </p:cNvPr>
          <p:cNvSpPr txBox="1">
            <a:spLocks noChangeArrowheads="1"/>
          </p:cNvSpPr>
          <p:nvPr/>
        </p:nvSpPr>
        <p:spPr bwMode="auto">
          <a:xfrm>
            <a:off x="353097" y="2245527"/>
            <a:ext cx="2825835" cy="2485375"/>
          </a:xfrm>
          <a:prstGeom prst="rect">
            <a:avLst/>
          </a:prstGeom>
          <a:solidFill>
            <a:schemeClr val="accent1">
              <a:lumMod val="40000"/>
              <a:lumOff val="60000"/>
            </a:schemeClr>
          </a:solidFill>
          <a:ln w="57150">
            <a:noFill/>
            <a:miter lim="800000"/>
            <a:headEnd/>
            <a:tailEnd/>
          </a:ln>
        </p:spPr>
        <p:txBody>
          <a:bodyPr vert="horz" wrap="square" lIns="91440" tIns="18000" rIns="91440" bIns="18000" numCol="1" anchor="b" anchorCtr="0" compatLnSpc="1">
            <a:prstTxWarp prst="textNoShape">
              <a:avLst/>
            </a:prstTxWarp>
          </a:bodyPr>
          <a:lstStyle>
            <a:defPPr>
              <a:defRPr lang="es-AR"/>
            </a:defPPr>
            <a:lvl1pPr marR="0" lvl="0" indent="0" algn="ctr" fontAlgn="base">
              <a:lnSpc>
                <a:spcPct val="100000"/>
              </a:lnSpc>
              <a:spcBef>
                <a:spcPct val="0"/>
              </a:spcBef>
              <a:spcAft>
                <a:spcPct val="0"/>
              </a:spcAft>
              <a:buClrTx/>
              <a:buSzTx/>
              <a:buFontTx/>
              <a:buNone/>
              <a:tabLst/>
              <a:defRPr sz="1400" b="1">
                <a:solidFill>
                  <a:schemeClr val="accent1">
                    <a:lumMod val="20000"/>
                    <a:lumOff val="80000"/>
                  </a:schemeClr>
                </a:solidFill>
                <a:latin typeface="Arial" panose="020B0604020202020204" pitchFamily="34" charset="0"/>
                <a:cs typeface="Arial" panose="020B0604020202020204" pitchFamily="34" charset="0"/>
              </a:defRPr>
            </a:lvl1pPr>
          </a:lstStyle>
          <a:p>
            <a:r>
              <a:rPr lang="es-AR" dirty="0">
                <a:solidFill>
                  <a:schemeClr val="accent1">
                    <a:lumMod val="50000"/>
                  </a:schemeClr>
                </a:solidFill>
              </a:rPr>
              <a:t>ESLABONAMIENTOS</a:t>
            </a:r>
          </a:p>
        </p:txBody>
      </p:sp>
      <p:pic>
        <p:nvPicPr>
          <p:cNvPr id="23" name="Gráfico 22" descr="Molino de viento">
            <a:extLst>
              <a:ext uri="{FF2B5EF4-FFF2-40B4-BE49-F238E27FC236}">
                <a16:creationId xmlns:a16="http://schemas.microsoft.com/office/drawing/2014/main" id="{E5C49668-07BE-484E-B7B7-A80B3F42D5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5109" y="3438062"/>
            <a:ext cx="671031" cy="671031"/>
          </a:xfrm>
          <a:prstGeom prst="rect">
            <a:avLst/>
          </a:prstGeom>
        </p:spPr>
      </p:pic>
      <p:pic>
        <p:nvPicPr>
          <p:cNvPr id="38" name="Gráfico 37" descr="Tractor">
            <a:extLst>
              <a:ext uri="{FF2B5EF4-FFF2-40B4-BE49-F238E27FC236}">
                <a16:creationId xmlns:a16="http://schemas.microsoft.com/office/drawing/2014/main" id="{9EA7AD26-3D18-4DFB-80DB-552A767143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8505" y="2668049"/>
            <a:ext cx="748363" cy="748363"/>
          </a:xfrm>
          <a:prstGeom prst="rect">
            <a:avLst/>
          </a:prstGeom>
        </p:spPr>
      </p:pic>
      <p:pic>
        <p:nvPicPr>
          <p:cNvPr id="41" name="Gráfico 40" descr="Fábrica">
            <a:extLst>
              <a:ext uri="{FF2B5EF4-FFF2-40B4-BE49-F238E27FC236}">
                <a16:creationId xmlns:a16="http://schemas.microsoft.com/office/drawing/2014/main" id="{370C21FC-113D-4A24-BE36-211C0A2D3E9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51330" y="3505284"/>
            <a:ext cx="739478" cy="739478"/>
          </a:xfrm>
          <a:prstGeom prst="rect">
            <a:avLst/>
          </a:prstGeom>
        </p:spPr>
      </p:pic>
      <p:pic>
        <p:nvPicPr>
          <p:cNvPr id="42" name="Gráfico 41" descr="Tienda">
            <a:extLst>
              <a:ext uri="{FF2B5EF4-FFF2-40B4-BE49-F238E27FC236}">
                <a16:creationId xmlns:a16="http://schemas.microsoft.com/office/drawing/2014/main" id="{6B5A4E69-6427-4733-A0F6-A13FA11B423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07067" y="3093484"/>
            <a:ext cx="671031" cy="671031"/>
          </a:xfrm>
          <a:prstGeom prst="rect">
            <a:avLst/>
          </a:prstGeom>
        </p:spPr>
      </p:pic>
      <p:sp>
        <p:nvSpPr>
          <p:cNvPr id="43" name="Text Box 9">
            <a:extLst>
              <a:ext uri="{FF2B5EF4-FFF2-40B4-BE49-F238E27FC236}">
                <a16:creationId xmlns:a16="http://schemas.microsoft.com/office/drawing/2014/main" id="{66618854-D4AD-4D47-9F49-6E45D4BF4D07}"/>
              </a:ext>
            </a:extLst>
          </p:cNvPr>
          <p:cNvSpPr txBox="1">
            <a:spLocks noChangeArrowheads="1"/>
          </p:cNvSpPr>
          <p:nvPr/>
        </p:nvSpPr>
        <p:spPr bwMode="auto">
          <a:xfrm>
            <a:off x="364422" y="777403"/>
            <a:ext cx="2863352" cy="376689"/>
          </a:xfrm>
          <a:prstGeom prst="rect">
            <a:avLst/>
          </a:prstGeom>
          <a:solidFill>
            <a:schemeClr val="accent5">
              <a:lumMod val="75000"/>
            </a:schemeClr>
          </a:solidFill>
          <a:ln w="57150">
            <a:noFill/>
            <a:miter lim="800000"/>
            <a:headEnd/>
            <a:tailEnd/>
          </a:ln>
        </p:spPr>
        <p:txBody>
          <a:bodyPr vert="horz" wrap="square" lIns="91440" tIns="18000" rIns="91440" bIns="1800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AR" sz="2800" b="1" i="0" u="none" strike="noStrike" cap="none" normalizeH="0" baseline="0" dirty="0">
                <a:ln>
                  <a:noFill/>
                </a:ln>
                <a:solidFill>
                  <a:schemeClr val="accent1">
                    <a:lumMod val="20000"/>
                    <a:lumOff val="80000"/>
                  </a:schemeClr>
                </a:solidFill>
                <a:effectLst/>
                <a:latin typeface="Arial" panose="020B0604020202020204" pitchFamily="34" charset="0"/>
                <a:ea typeface="Calibri" pitchFamily="34" charset="0"/>
                <a:cs typeface="Arial" panose="020B0604020202020204" pitchFamily="34" charset="0"/>
              </a:rPr>
              <a:t>B.P.E.</a:t>
            </a:r>
            <a:endParaRPr kumimoji="0" lang="es-AR" sz="2800" b="1" i="0" u="none" strike="noStrike" cap="none" normalizeH="0" baseline="0" dirty="0">
              <a:ln>
                <a:noFill/>
              </a:ln>
              <a:solidFill>
                <a:schemeClr val="accent1">
                  <a:lumMod val="20000"/>
                  <a:lumOff val="80000"/>
                </a:schemeClr>
              </a:solidFill>
              <a:effectLst/>
              <a:latin typeface="Arial" panose="020B0604020202020204" pitchFamily="34" charset="0"/>
              <a:cs typeface="Arial" panose="020B0604020202020204" pitchFamily="34" charset="0"/>
            </a:endParaRPr>
          </a:p>
        </p:txBody>
      </p:sp>
      <p:sp>
        <p:nvSpPr>
          <p:cNvPr id="47" name="Text Box 9">
            <a:extLst>
              <a:ext uri="{FF2B5EF4-FFF2-40B4-BE49-F238E27FC236}">
                <a16:creationId xmlns:a16="http://schemas.microsoft.com/office/drawing/2014/main" id="{6DD29978-AC3B-4972-B532-A32662BF20DB}"/>
              </a:ext>
            </a:extLst>
          </p:cNvPr>
          <p:cNvSpPr txBox="1">
            <a:spLocks noChangeArrowheads="1"/>
          </p:cNvSpPr>
          <p:nvPr/>
        </p:nvSpPr>
        <p:spPr bwMode="auto">
          <a:xfrm>
            <a:off x="3261708" y="2265585"/>
            <a:ext cx="1288119" cy="2448296"/>
          </a:xfrm>
          <a:prstGeom prst="rect">
            <a:avLst/>
          </a:prstGeom>
          <a:solidFill>
            <a:schemeClr val="accent1">
              <a:lumMod val="40000"/>
              <a:lumOff val="60000"/>
            </a:schemeClr>
          </a:solidFill>
          <a:ln w="57150">
            <a:noFill/>
            <a:miter lim="800000"/>
            <a:headEnd/>
            <a:tailEnd/>
          </a:ln>
        </p:spPr>
        <p:txBody>
          <a:bodyPr vert="horz" wrap="square" lIns="91440" tIns="18000" rIns="91440" bIns="1800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AR" sz="2000" b="1" i="0" u="none" strike="noStrike" cap="none" normalizeH="0" baseline="0" dirty="0">
                <a:ln>
                  <a:noFill/>
                </a:ln>
                <a:solidFill>
                  <a:schemeClr val="accent1">
                    <a:lumMod val="50000"/>
                  </a:schemeClr>
                </a:solidFill>
                <a:effectLst/>
                <a:latin typeface="Arial" panose="020B0604020202020204" pitchFamily="34" charset="0"/>
                <a:cs typeface="Arial" panose="020B0604020202020204" pitchFamily="34" charset="0"/>
              </a:rPr>
              <a:t>GRA</a:t>
            </a:r>
            <a:r>
              <a:rPr lang="es-AR" sz="2000" b="1" dirty="0">
                <a:solidFill>
                  <a:schemeClr val="accent1">
                    <a:lumMod val="50000"/>
                  </a:schemeClr>
                </a:solidFill>
                <a:latin typeface="Arial" panose="020B0604020202020204" pitchFamily="34" charset="0"/>
                <a:cs typeface="Arial" panose="020B0604020202020204" pitchFamily="34" charset="0"/>
              </a:rPr>
              <a:t>N GUERRA</a:t>
            </a:r>
            <a:endParaRPr kumimoji="0" lang="es-AR" sz="2000" b="1" i="0" u="none" strike="noStrike" cap="none" normalizeH="0" baseline="0" dirty="0">
              <a:ln>
                <a:noFill/>
              </a:ln>
              <a:solidFill>
                <a:schemeClr val="accent1">
                  <a:lumMod val="50000"/>
                </a:schemeClr>
              </a:solidFill>
              <a:effectLst/>
              <a:latin typeface="Arial" panose="020B0604020202020204" pitchFamily="34" charset="0"/>
              <a:cs typeface="Arial" panose="020B0604020202020204" pitchFamily="34" charset="0"/>
            </a:endParaRPr>
          </a:p>
        </p:txBody>
      </p:sp>
      <p:sp>
        <p:nvSpPr>
          <p:cNvPr id="53" name="Text Box 9">
            <a:extLst>
              <a:ext uri="{FF2B5EF4-FFF2-40B4-BE49-F238E27FC236}">
                <a16:creationId xmlns:a16="http://schemas.microsoft.com/office/drawing/2014/main" id="{B37F4E1F-6C68-4477-8CE5-72F3DEE4FC8F}"/>
              </a:ext>
            </a:extLst>
          </p:cNvPr>
          <p:cNvSpPr txBox="1">
            <a:spLocks noChangeArrowheads="1"/>
          </p:cNvSpPr>
          <p:nvPr/>
        </p:nvSpPr>
        <p:spPr bwMode="auto">
          <a:xfrm>
            <a:off x="3249560" y="769707"/>
            <a:ext cx="6365829" cy="384384"/>
          </a:xfrm>
          <a:prstGeom prst="rect">
            <a:avLst/>
          </a:prstGeom>
          <a:solidFill>
            <a:schemeClr val="accent5">
              <a:lumMod val="75000"/>
            </a:schemeClr>
          </a:solidFill>
          <a:ln w="57150">
            <a:noFill/>
            <a:miter lim="800000"/>
            <a:headEnd/>
            <a:tailEnd/>
          </a:ln>
        </p:spPr>
        <p:txBody>
          <a:bodyPr vert="horz" wrap="square" lIns="91440" tIns="18000" rIns="91440" bIns="1800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s-AR" b="1" i="1" u="none" strike="noStrike" cap="none" normalizeH="0" baseline="0" dirty="0">
                <a:ln>
                  <a:noFill/>
                </a:ln>
                <a:solidFill>
                  <a:schemeClr val="accent1">
                    <a:lumMod val="20000"/>
                    <a:lumOff val="80000"/>
                  </a:schemeClr>
                </a:solidFill>
                <a:effectLst/>
                <a:latin typeface="Arial" panose="020B0604020202020204" pitchFamily="34" charset="0"/>
                <a:ea typeface="Calibri" pitchFamily="34" charset="0"/>
                <a:cs typeface="Arial" panose="020B0604020202020204" pitchFamily="34" charset="0"/>
              </a:rPr>
              <a:t>OTRO MODELO…</a:t>
            </a:r>
            <a:endParaRPr kumimoji="0" lang="es-AR" b="1" i="1" u="none" strike="noStrike" cap="none" normalizeH="0" baseline="0" dirty="0">
              <a:ln>
                <a:noFill/>
              </a:ln>
              <a:solidFill>
                <a:schemeClr val="accent1">
                  <a:lumMod val="20000"/>
                  <a:lumOff val="80000"/>
                </a:schemeClr>
              </a:solidFill>
              <a:effectLst/>
              <a:latin typeface="Arial" panose="020B0604020202020204" pitchFamily="34" charset="0"/>
              <a:cs typeface="Arial" panose="020B0604020202020204" pitchFamily="34" charset="0"/>
            </a:endParaRPr>
          </a:p>
        </p:txBody>
      </p:sp>
      <p:cxnSp>
        <p:nvCxnSpPr>
          <p:cNvPr id="55" name="Conector recto 54">
            <a:extLst>
              <a:ext uri="{FF2B5EF4-FFF2-40B4-BE49-F238E27FC236}">
                <a16:creationId xmlns:a16="http://schemas.microsoft.com/office/drawing/2014/main" id="{F3B0156A-809E-471E-B6F6-DA394B1ED495}"/>
              </a:ext>
            </a:extLst>
          </p:cNvPr>
          <p:cNvCxnSpPr>
            <a:cxnSpLocks/>
          </p:cNvCxnSpPr>
          <p:nvPr/>
        </p:nvCxnSpPr>
        <p:spPr>
          <a:xfrm>
            <a:off x="3205989" y="620688"/>
            <a:ext cx="21786" cy="5386454"/>
          </a:xfrm>
          <a:prstGeom prst="line">
            <a:avLst/>
          </a:prstGeom>
          <a:ln w="28575">
            <a:solidFill>
              <a:schemeClr val="accent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5" name="Gráfico 64" descr="Silo">
            <a:extLst>
              <a:ext uri="{FF2B5EF4-FFF2-40B4-BE49-F238E27FC236}">
                <a16:creationId xmlns:a16="http://schemas.microsoft.com/office/drawing/2014/main" id="{7654A61A-56A9-4E9D-BE7D-47022A96EA1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8288" y="2413393"/>
            <a:ext cx="671030" cy="671030"/>
          </a:xfrm>
          <a:prstGeom prst="rect">
            <a:avLst/>
          </a:prstGeom>
        </p:spPr>
      </p:pic>
      <p:pic>
        <p:nvPicPr>
          <p:cNvPr id="66" name="Imagen 65">
            <a:extLst>
              <a:ext uri="{FF2B5EF4-FFF2-40B4-BE49-F238E27FC236}">
                <a16:creationId xmlns:a16="http://schemas.microsoft.com/office/drawing/2014/main" id="{98AC360D-4E28-4BC4-95D0-420CEF9BFDDB}"/>
              </a:ext>
            </a:extLst>
          </p:cNvPr>
          <p:cNvPicPr>
            <a:picLocks noChangeAspect="1"/>
          </p:cNvPicPr>
          <p:nvPr/>
        </p:nvPicPr>
        <p:blipFill>
          <a:blip r:embed="rId12">
            <a:clrChange>
              <a:clrFrom>
                <a:srgbClr val="FFFFFF"/>
              </a:clrFrom>
              <a:clrTo>
                <a:srgbClr val="FFFFFF">
                  <a:alpha val="0"/>
                </a:srgbClr>
              </a:clrTo>
            </a:clrChange>
            <a:duotone>
              <a:schemeClr val="accent1">
                <a:shade val="45000"/>
                <a:satMod val="135000"/>
              </a:schemeClr>
              <a:prstClr val="white"/>
            </a:duotone>
            <a:extLst>
              <a:ext uri="{BEBA8EAE-BF5A-486C-A8C5-ECC9F3942E4B}">
                <a14:imgProps xmlns:a14="http://schemas.microsoft.com/office/drawing/2010/main">
                  <a14:imgLayer r:embed="rId13">
                    <a14:imgEffect>
                      <a14:sharpenSoften amount="-50000"/>
                    </a14:imgEffect>
                  </a14:imgLayer>
                </a14:imgProps>
              </a:ext>
            </a:extLst>
          </a:blip>
          <a:stretch>
            <a:fillRect/>
          </a:stretch>
        </p:blipFill>
        <p:spPr>
          <a:xfrm>
            <a:off x="1914575" y="2293721"/>
            <a:ext cx="671031" cy="671031"/>
          </a:xfrm>
          <a:prstGeom prst="rect">
            <a:avLst/>
          </a:prstGeom>
          <a:ln>
            <a:noFill/>
          </a:ln>
        </p:spPr>
      </p:pic>
      <p:sp>
        <p:nvSpPr>
          <p:cNvPr id="54" name="Rectángulo 53">
            <a:extLst>
              <a:ext uri="{FF2B5EF4-FFF2-40B4-BE49-F238E27FC236}">
                <a16:creationId xmlns:a16="http://schemas.microsoft.com/office/drawing/2014/main" id="{7D610D56-4821-4B66-BF2D-8D55F7F68089}"/>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INDUSTRIA DE LOS ‘20 Y ‘30</a:t>
            </a:r>
          </a:p>
        </p:txBody>
      </p:sp>
      <p:cxnSp>
        <p:nvCxnSpPr>
          <p:cNvPr id="63" name="Conector recto 62">
            <a:extLst>
              <a:ext uri="{FF2B5EF4-FFF2-40B4-BE49-F238E27FC236}">
                <a16:creationId xmlns:a16="http://schemas.microsoft.com/office/drawing/2014/main" id="{5EF5CA85-C2FD-487A-BA9F-CEA89ECC3EDD}"/>
              </a:ext>
            </a:extLst>
          </p:cNvPr>
          <p:cNvCxnSpPr/>
          <p:nvPr/>
        </p:nvCxnSpPr>
        <p:spPr>
          <a:xfrm>
            <a:off x="4571613" y="5540192"/>
            <a:ext cx="0" cy="43204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CuadroTexto 63">
            <a:extLst>
              <a:ext uri="{FF2B5EF4-FFF2-40B4-BE49-F238E27FC236}">
                <a16:creationId xmlns:a16="http://schemas.microsoft.com/office/drawing/2014/main" id="{C8674583-1181-4DF9-8618-B6937F4D7DF0}"/>
              </a:ext>
            </a:extLst>
          </p:cNvPr>
          <p:cNvSpPr txBox="1"/>
          <p:nvPr/>
        </p:nvSpPr>
        <p:spPr>
          <a:xfrm>
            <a:off x="4222800" y="6007142"/>
            <a:ext cx="697627" cy="369332"/>
          </a:xfrm>
          <a:prstGeom prst="rect">
            <a:avLst/>
          </a:prstGeom>
          <a:noFill/>
        </p:spPr>
        <p:txBody>
          <a:bodyPr wrap="none" rtlCol="0">
            <a:spAutoFit/>
          </a:bodyPr>
          <a:lstStyle/>
          <a:p>
            <a:r>
              <a:rPr lang="es-AR" b="1" dirty="0">
                <a:solidFill>
                  <a:schemeClr val="accent1">
                    <a:lumMod val="50000"/>
                  </a:schemeClr>
                </a:solidFill>
                <a:latin typeface="Arial" panose="020B0604020202020204" pitchFamily="34" charset="0"/>
                <a:cs typeface="Arial" panose="020B0604020202020204" pitchFamily="34" charset="0"/>
              </a:rPr>
              <a:t>1918</a:t>
            </a:r>
          </a:p>
        </p:txBody>
      </p:sp>
      <p:cxnSp>
        <p:nvCxnSpPr>
          <p:cNvPr id="67" name="Conector recto 66">
            <a:extLst>
              <a:ext uri="{FF2B5EF4-FFF2-40B4-BE49-F238E27FC236}">
                <a16:creationId xmlns:a16="http://schemas.microsoft.com/office/drawing/2014/main" id="{EE8AEAAA-2283-4B7E-87F9-FB2DD53E96B9}"/>
              </a:ext>
            </a:extLst>
          </p:cNvPr>
          <p:cNvCxnSpPr/>
          <p:nvPr/>
        </p:nvCxnSpPr>
        <p:spPr>
          <a:xfrm>
            <a:off x="6023386" y="5540192"/>
            <a:ext cx="0" cy="43204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8" name="CuadroTexto 67">
            <a:extLst>
              <a:ext uri="{FF2B5EF4-FFF2-40B4-BE49-F238E27FC236}">
                <a16:creationId xmlns:a16="http://schemas.microsoft.com/office/drawing/2014/main" id="{DC53BE2E-861F-4F32-B529-50BDA99E7BE1}"/>
              </a:ext>
            </a:extLst>
          </p:cNvPr>
          <p:cNvSpPr txBox="1"/>
          <p:nvPr/>
        </p:nvSpPr>
        <p:spPr>
          <a:xfrm>
            <a:off x="5674573" y="6007142"/>
            <a:ext cx="697627" cy="369332"/>
          </a:xfrm>
          <a:prstGeom prst="rect">
            <a:avLst/>
          </a:prstGeom>
          <a:noFill/>
        </p:spPr>
        <p:txBody>
          <a:bodyPr wrap="none" rtlCol="0">
            <a:spAutoFit/>
          </a:bodyPr>
          <a:lstStyle/>
          <a:p>
            <a:r>
              <a:rPr lang="es-AR" b="1" dirty="0">
                <a:solidFill>
                  <a:schemeClr val="accent1">
                    <a:lumMod val="50000"/>
                  </a:schemeClr>
                </a:solidFill>
                <a:latin typeface="Arial" panose="020B0604020202020204" pitchFamily="34" charset="0"/>
                <a:cs typeface="Arial" panose="020B0604020202020204" pitchFamily="34" charset="0"/>
              </a:rPr>
              <a:t>1924</a:t>
            </a:r>
          </a:p>
        </p:txBody>
      </p:sp>
      <p:sp>
        <p:nvSpPr>
          <p:cNvPr id="69" name="Text Box 9">
            <a:extLst>
              <a:ext uri="{FF2B5EF4-FFF2-40B4-BE49-F238E27FC236}">
                <a16:creationId xmlns:a16="http://schemas.microsoft.com/office/drawing/2014/main" id="{3B716C55-A85A-4FB6-B2A9-6D3BCB0FB7C4}"/>
              </a:ext>
            </a:extLst>
          </p:cNvPr>
          <p:cNvSpPr txBox="1">
            <a:spLocks noChangeArrowheads="1"/>
          </p:cNvSpPr>
          <p:nvPr/>
        </p:nvSpPr>
        <p:spPr bwMode="auto">
          <a:xfrm>
            <a:off x="4569264" y="2265585"/>
            <a:ext cx="1451236" cy="2448296"/>
          </a:xfrm>
          <a:prstGeom prst="rect">
            <a:avLst/>
          </a:prstGeom>
          <a:solidFill>
            <a:schemeClr val="accent1">
              <a:lumMod val="40000"/>
              <a:lumOff val="60000"/>
            </a:schemeClr>
          </a:solidFill>
          <a:ln w="57150">
            <a:noFill/>
            <a:miter lim="800000"/>
            <a:headEnd/>
            <a:tailEnd/>
          </a:ln>
        </p:spPr>
        <p:txBody>
          <a:bodyPr vert="horz" wrap="square" lIns="91440" tIns="18000" rIns="91440" bIns="1800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AR" sz="2000" b="1" i="0" u="none" strike="noStrike" cap="none" normalizeH="0" baseline="0" dirty="0">
                <a:ln>
                  <a:noFill/>
                </a:ln>
                <a:solidFill>
                  <a:schemeClr val="accent1">
                    <a:lumMod val="50000"/>
                  </a:schemeClr>
                </a:solidFill>
                <a:effectLst/>
                <a:latin typeface="Arial" panose="020B0604020202020204" pitchFamily="34" charset="0"/>
                <a:cs typeface="Arial" panose="020B0604020202020204" pitchFamily="34" charset="0"/>
              </a:rPr>
              <a:t>POS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s-AR" sz="2000" b="1" i="0" u="none" strike="noStrike" cap="none" normalizeH="0" baseline="0" dirty="0">
                <a:ln>
                  <a:noFill/>
                </a:ln>
                <a:solidFill>
                  <a:schemeClr val="accent1">
                    <a:lumMod val="50000"/>
                  </a:schemeClr>
                </a:solidFill>
                <a:effectLst/>
                <a:latin typeface="Arial" panose="020B0604020202020204" pitchFamily="34" charset="0"/>
                <a:cs typeface="Arial" panose="020B0604020202020204" pitchFamily="34" charset="0"/>
              </a:rPr>
              <a:t>GUERRA</a:t>
            </a:r>
          </a:p>
        </p:txBody>
      </p:sp>
      <p:sp>
        <p:nvSpPr>
          <p:cNvPr id="70" name="Text Box 9">
            <a:extLst>
              <a:ext uri="{FF2B5EF4-FFF2-40B4-BE49-F238E27FC236}">
                <a16:creationId xmlns:a16="http://schemas.microsoft.com/office/drawing/2014/main" id="{31B7A5AA-7D43-4393-8718-E741E7A0F51B}"/>
              </a:ext>
            </a:extLst>
          </p:cNvPr>
          <p:cNvSpPr txBox="1">
            <a:spLocks noChangeArrowheads="1"/>
          </p:cNvSpPr>
          <p:nvPr/>
        </p:nvSpPr>
        <p:spPr bwMode="auto">
          <a:xfrm>
            <a:off x="6039937" y="2267068"/>
            <a:ext cx="1823933" cy="2448296"/>
          </a:xfrm>
          <a:prstGeom prst="rect">
            <a:avLst/>
          </a:prstGeom>
          <a:solidFill>
            <a:schemeClr val="accent1">
              <a:lumMod val="40000"/>
              <a:lumOff val="60000"/>
            </a:schemeClr>
          </a:solidFill>
          <a:ln w="57150">
            <a:noFill/>
            <a:miter lim="800000"/>
            <a:headEnd/>
            <a:tailEnd/>
          </a:ln>
        </p:spPr>
        <p:txBody>
          <a:bodyPr vert="horz" wrap="square" lIns="91440" tIns="18000" rIns="91440" bIns="1800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AR" sz="2000" b="1" i="0" u="none" strike="noStrike" cap="none" normalizeH="0" baseline="0" dirty="0">
                <a:ln>
                  <a:noFill/>
                </a:ln>
                <a:solidFill>
                  <a:schemeClr val="accent1">
                    <a:lumMod val="50000"/>
                  </a:schemeClr>
                </a:solidFill>
                <a:effectLst/>
                <a:latin typeface="Arial" panose="020B0604020202020204" pitchFamily="34" charset="0"/>
                <a:cs typeface="Arial" panose="020B0604020202020204" pitchFamily="34" charset="0"/>
              </a:rPr>
              <a:t>MERCADOS</a:t>
            </a:r>
          </a:p>
        </p:txBody>
      </p:sp>
      <p:sp>
        <p:nvSpPr>
          <p:cNvPr id="29" name="Text Box 9">
            <a:extLst>
              <a:ext uri="{FF2B5EF4-FFF2-40B4-BE49-F238E27FC236}">
                <a16:creationId xmlns:a16="http://schemas.microsoft.com/office/drawing/2014/main" id="{BC96C5C9-EC0E-470D-9C74-1852EA9E9935}"/>
              </a:ext>
            </a:extLst>
          </p:cNvPr>
          <p:cNvSpPr txBox="1">
            <a:spLocks noChangeArrowheads="1"/>
          </p:cNvSpPr>
          <p:nvPr/>
        </p:nvSpPr>
        <p:spPr bwMode="auto">
          <a:xfrm>
            <a:off x="7944148" y="2264066"/>
            <a:ext cx="1823933" cy="2448296"/>
          </a:xfrm>
          <a:prstGeom prst="rect">
            <a:avLst/>
          </a:prstGeom>
          <a:solidFill>
            <a:schemeClr val="accent1">
              <a:lumMod val="40000"/>
              <a:lumOff val="60000"/>
            </a:schemeClr>
          </a:solidFill>
          <a:ln w="57150">
            <a:noFill/>
            <a:miter lim="800000"/>
            <a:headEnd/>
            <a:tailEnd/>
          </a:ln>
        </p:spPr>
        <p:txBody>
          <a:bodyPr vert="horz" wrap="square" lIns="91440" tIns="18000" rIns="91440" bIns="18000" numCol="1" anchor="b"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s-AR" sz="2000" b="1" i="0" u="none" strike="noStrike" cap="none" normalizeH="0" baseline="0" dirty="0">
                <a:ln>
                  <a:noFill/>
                </a:ln>
                <a:solidFill>
                  <a:schemeClr val="accent1">
                    <a:lumMod val="50000"/>
                  </a:schemeClr>
                </a:solidFill>
                <a:effectLst/>
                <a:latin typeface="Arial" panose="020B0604020202020204" pitchFamily="34" charset="0"/>
                <a:cs typeface="Arial" panose="020B0604020202020204" pitchFamily="34" charset="0"/>
              </a:rPr>
              <a:t>PROTEC.</a:t>
            </a:r>
          </a:p>
        </p:txBody>
      </p:sp>
    </p:spTree>
    <p:extLst>
      <p:ext uri="{BB962C8B-B14F-4D97-AF65-F5344CB8AC3E}">
        <p14:creationId xmlns:p14="http://schemas.microsoft.com/office/powerpoint/2010/main" val="2857683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blip>
          <a:srcRect l="1456" t="2378" r="1456" b="842"/>
          <a:stretch/>
        </p:blipFill>
        <p:spPr>
          <a:xfrm>
            <a:off x="971600" y="1268760"/>
            <a:ext cx="7200800" cy="5328592"/>
          </a:xfrm>
          <a:prstGeom prst="rect">
            <a:avLst/>
          </a:prstGeom>
        </p:spPr>
      </p:pic>
      <p:sp>
        <p:nvSpPr>
          <p:cNvPr id="5" name="Rectángulo 4">
            <a:extLst>
              <a:ext uri="{FF2B5EF4-FFF2-40B4-BE49-F238E27FC236}">
                <a16:creationId xmlns:a16="http://schemas.microsoft.com/office/drawing/2014/main" id="{043D6BA6-7231-41BF-85E3-9E2FB3090629}"/>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EL COMERCIO EXTERIOR</a:t>
            </a:r>
          </a:p>
        </p:txBody>
      </p:sp>
      <p:sp>
        <p:nvSpPr>
          <p:cNvPr id="6" name="Rectángulo 5">
            <a:extLst>
              <a:ext uri="{FF2B5EF4-FFF2-40B4-BE49-F238E27FC236}">
                <a16:creationId xmlns:a16="http://schemas.microsoft.com/office/drawing/2014/main" id="{660F6184-8C86-48A7-8174-9EA071737DDA}"/>
              </a:ext>
            </a:extLst>
          </p:cNvPr>
          <p:cNvSpPr/>
          <p:nvPr/>
        </p:nvSpPr>
        <p:spPr>
          <a:xfrm>
            <a:off x="6012160" y="3890760"/>
            <a:ext cx="825867" cy="369332"/>
          </a:xfrm>
          <a:prstGeom prst="rect">
            <a:avLst/>
          </a:prstGeom>
        </p:spPr>
        <p:txBody>
          <a:bodyPr wrap="none">
            <a:spAutoFit/>
          </a:bodyPr>
          <a:lstStyle/>
          <a:p>
            <a:r>
              <a:rPr lang="es-ES" b="1" dirty="0">
                <a:solidFill>
                  <a:schemeClr val="accent5">
                    <a:lumMod val="50000"/>
                  </a:schemeClr>
                </a:solidFill>
                <a:latin typeface="Arial" panose="020B0604020202020204" pitchFamily="34" charset="0"/>
                <a:cs typeface="Arial" panose="020B0604020202020204" pitchFamily="34" charset="0"/>
              </a:rPr>
              <a:t>EXPO</a:t>
            </a:r>
            <a:endParaRPr lang="es-AR" dirty="0"/>
          </a:p>
        </p:txBody>
      </p:sp>
      <p:sp>
        <p:nvSpPr>
          <p:cNvPr id="9" name="Rectángulo 8">
            <a:extLst>
              <a:ext uri="{FF2B5EF4-FFF2-40B4-BE49-F238E27FC236}">
                <a16:creationId xmlns:a16="http://schemas.microsoft.com/office/drawing/2014/main" id="{7B65AA0D-18C7-49D3-8D2D-086BF5B737AC}"/>
              </a:ext>
            </a:extLst>
          </p:cNvPr>
          <p:cNvSpPr/>
          <p:nvPr/>
        </p:nvSpPr>
        <p:spPr>
          <a:xfrm>
            <a:off x="6425093" y="4897903"/>
            <a:ext cx="774571" cy="369332"/>
          </a:xfrm>
          <a:prstGeom prst="rect">
            <a:avLst/>
          </a:prstGeom>
        </p:spPr>
        <p:txBody>
          <a:bodyPr wrap="none">
            <a:spAutoFit/>
          </a:bodyPr>
          <a:lstStyle/>
          <a:p>
            <a:r>
              <a:rPr lang="es-ES" b="1" dirty="0">
                <a:solidFill>
                  <a:schemeClr val="accent5">
                    <a:lumMod val="50000"/>
                  </a:schemeClr>
                </a:solidFill>
                <a:latin typeface="Arial" panose="020B0604020202020204" pitchFamily="34" charset="0"/>
                <a:cs typeface="Arial" panose="020B0604020202020204" pitchFamily="34" charset="0"/>
              </a:rPr>
              <a:t>IMPO</a:t>
            </a:r>
            <a:endParaRPr lang="es-AR" dirty="0"/>
          </a:p>
        </p:txBody>
      </p:sp>
      <p:sp>
        <p:nvSpPr>
          <p:cNvPr id="10" name="Rectángulo 9">
            <a:extLst>
              <a:ext uri="{FF2B5EF4-FFF2-40B4-BE49-F238E27FC236}">
                <a16:creationId xmlns:a16="http://schemas.microsoft.com/office/drawing/2014/main" id="{84D003B5-0A1E-458A-AC67-048C5A8BAC89}"/>
              </a:ext>
            </a:extLst>
          </p:cNvPr>
          <p:cNvSpPr/>
          <p:nvPr/>
        </p:nvSpPr>
        <p:spPr>
          <a:xfrm>
            <a:off x="5391648" y="1824042"/>
            <a:ext cx="2592288" cy="81347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AR" dirty="0"/>
          </a:p>
        </p:txBody>
      </p:sp>
      <p:sp>
        <p:nvSpPr>
          <p:cNvPr id="8" name="Elipse 7"/>
          <p:cNvSpPr/>
          <p:nvPr/>
        </p:nvSpPr>
        <p:spPr>
          <a:xfrm>
            <a:off x="3974245" y="2015802"/>
            <a:ext cx="1982795" cy="3704387"/>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23 CuadroTexto">
            <a:extLst>
              <a:ext uri="{FF2B5EF4-FFF2-40B4-BE49-F238E27FC236}">
                <a16:creationId xmlns:a16="http://schemas.microsoft.com/office/drawing/2014/main" id="{8BB16766-0207-4CD7-B365-0146DD0441E6}"/>
              </a:ext>
            </a:extLst>
          </p:cNvPr>
          <p:cNvSpPr txBox="1"/>
          <p:nvPr/>
        </p:nvSpPr>
        <p:spPr>
          <a:xfrm>
            <a:off x="0" y="1084673"/>
            <a:ext cx="9144000" cy="4001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AR"/>
            </a:defPPr>
            <a:lvl1pPr algn="ctr">
              <a:defRPr sz="3200" b="1">
                <a:solidFill>
                  <a:schemeClr val="accent1">
                    <a:lumMod val="20000"/>
                    <a:lumOff val="80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AR" sz="2000" dirty="0"/>
              <a:t>Exportaciones e Importaciones (mil de US$)</a:t>
            </a:r>
          </a:p>
        </p:txBody>
      </p:sp>
      <p:sp>
        <p:nvSpPr>
          <p:cNvPr id="2" name="Estrella: 5 puntas 1">
            <a:extLst>
              <a:ext uri="{FF2B5EF4-FFF2-40B4-BE49-F238E27FC236}">
                <a16:creationId xmlns:a16="http://schemas.microsoft.com/office/drawing/2014/main" id="{DF5BE5D6-DA54-4999-B65F-30FFFA1FE1DC}"/>
              </a:ext>
            </a:extLst>
          </p:cNvPr>
          <p:cNvSpPr/>
          <p:nvPr/>
        </p:nvSpPr>
        <p:spPr>
          <a:xfrm>
            <a:off x="7524328" y="1824042"/>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Rectángulo 2">
            <a:extLst>
              <a:ext uri="{FF2B5EF4-FFF2-40B4-BE49-F238E27FC236}">
                <a16:creationId xmlns:a16="http://schemas.microsoft.com/office/drawing/2014/main" id="{E9182E4D-5C22-46AD-BF81-CD32D1A29EF1}"/>
              </a:ext>
            </a:extLst>
          </p:cNvPr>
          <p:cNvSpPr/>
          <p:nvPr/>
        </p:nvSpPr>
        <p:spPr>
          <a:xfrm>
            <a:off x="971600" y="668014"/>
            <a:ext cx="2685351" cy="369332"/>
          </a:xfrm>
          <a:prstGeom prst="rect">
            <a:avLst/>
          </a:prstGeom>
        </p:spPr>
        <p:txBody>
          <a:bodyPr wrap="none">
            <a:spAutoFit/>
          </a:bodyPr>
          <a:lstStyle/>
          <a:p>
            <a:r>
              <a:rPr lang="es-AR" b="1" dirty="0">
                <a:solidFill>
                  <a:schemeClr val="accent1">
                    <a:lumMod val="50000"/>
                  </a:schemeClr>
                </a:solidFill>
                <a:latin typeface="Arial" panose="020B0604020202020204" pitchFamily="34" charset="0"/>
                <a:cs typeface="Arial" panose="020B0604020202020204" pitchFamily="34" charset="0"/>
              </a:rPr>
              <a:t>¿Despegue en los ‘30?</a:t>
            </a:r>
            <a:endParaRPr lang="es-AR" dirty="0"/>
          </a:p>
        </p:txBody>
      </p:sp>
    </p:spTree>
    <p:extLst>
      <p:ext uri="{BB962C8B-B14F-4D97-AF65-F5344CB8AC3E}">
        <p14:creationId xmlns:p14="http://schemas.microsoft.com/office/powerpoint/2010/main" val="94194124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blip>
          <a:srcRect l="676" t="1493" r="1542" b="2985"/>
          <a:stretch/>
        </p:blipFill>
        <p:spPr>
          <a:xfrm>
            <a:off x="467544" y="1484784"/>
            <a:ext cx="8136904" cy="4608512"/>
          </a:xfrm>
          <a:prstGeom prst="rect">
            <a:avLst/>
          </a:prstGeom>
        </p:spPr>
      </p:pic>
      <p:sp>
        <p:nvSpPr>
          <p:cNvPr id="6" name="Rectángulo 5">
            <a:extLst>
              <a:ext uri="{FF2B5EF4-FFF2-40B4-BE49-F238E27FC236}">
                <a16:creationId xmlns:a16="http://schemas.microsoft.com/office/drawing/2014/main" id="{98B3BA40-3502-4847-A973-E9BF3FE43516}"/>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VARIACIÓN DE PRECIOS RELATIVOS</a:t>
            </a:r>
          </a:p>
        </p:txBody>
      </p:sp>
      <p:sp>
        <p:nvSpPr>
          <p:cNvPr id="11" name="23 CuadroTexto">
            <a:extLst>
              <a:ext uri="{FF2B5EF4-FFF2-40B4-BE49-F238E27FC236}">
                <a16:creationId xmlns:a16="http://schemas.microsoft.com/office/drawing/2014/main" id="{50030A67-9630-4F2D-AC57-FA628E030567}"/>
              </a:ext>
            </a:extLst>
          </p:cNvPr>
          <p:cNvSpPr txBox="1"/>
          <p:nvPr/>
        </p:nvSpPr>
        <p:spPr>
          <a:xfrm>
            <a:off x="0" y="1448780"/>
            <a:ext cx="9144000" cy="6840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AR"/>
            </a:defPPr>
            <a:lvl1pPr algn="ctr">
              <a:defRPr sz="3200" b="1">
                <a:solidFill>
                  <a:schemeClr val="accent1">
                    <a:lumMod val="20000"/>
                    <a:lumOff val="80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AR" sz="2000" dirty="0"/>
              <a:t>Relación de precios mayoristas</a:t>
            </a:r>
          </a:p>
          <a:p>
            <a:r>
              <a:rPr lang="es-AR" sz="2000" dirty="0"/>
              <a:t>No agropecuarios/Agropecuarios</a:t>
            </a:r>
          </a:p>
        </p:txBody>
      </p:sp>
      <p:sp>
        <p:nvSpPr>
          <p:cNvPr id="5" name="Estrella: 5 puntas 4">
            <a:extLst>
              <a:ext uri="{FF2B5EF4-FFF2-40B4-BE49-F238E27FC236}">
                <a16:creationId xmlns:a16="http://schemas.microsoft.com/office/drawing/2014/main" id="{21A58C4E-5655-4C83-9FD5-22D63C1AE257}"/>
              </a:ext>
            </a:extLst>
          </p:cNvPr>
          <p:cNvSpPr/>
          <p:nvPr/>
        </p:nvSpPr>
        <p:spPr>
          <a:xfrm>
            <a:off x="7524328" y="1824042"/>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34167D00-8AA5-464E-81D7-ECEC6F30098C}"/>
              </a:ext>
            </a:extLst>
          </p:cNvPr>
          <p:cNvSpPr/>
          <p:nvPr/>
        </p:nvSpPr>
        <p:spPr>
          <a:xfrm>
            <a:off x="971600" y="668014"/>
            <a:ext cx="2685351" cy="369332"/>
          </a:xfrm>
          <a:prstGeom prst="rect">
            <a:avLst/>
          </a:prstGeom>
        </p:spPr>
        <p:txBody>
          <a:bodyPr wrap="none">
            <a:spAutoFit/>
          </a:bodyPr>
          <a:lstStyle/>
          <a:p>
            <a:r>
              <a:rPr lang="es-AR" b="1" dirty="0">
                <a:solidFill>
                  <a:schemeClr val="accent1">
                    <a:lumMod val="50000"/>
                  </a:schemeClr>
                </a:solidFill>
                <a:latin typeface="Arial" panose="020B0604020202020204" pitchFamily="34" charset="0"/>
                <a:cs typeface="Arial" panose="020B0604020202020204" pitchFamily="34" charset="0"/>
              </a:rPr>
              <a:t>¿Despegue en los ‘30?</a:t>
            </a:r>
            <a:endParaRPr lang="es-AR" dirty="0"/>
          </a:p>
        </p:txBody>
      </p:sp>
    </p:spTree>
    <p:extLst>
      <p:ext uri="{BB962C8B-B14F-4D97-AF65-F5344CB8AC3E}">
        <p14:creationId xmlns:p14="http://schemas.microsoft.com/office/powerpoint/2010/main" val="7750940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256026" y="2472867"/>
            <a:ext cx="1578853" cy="1540315"/>
          </a:xfrm>
          <a:prstGeom prst="roundRect">
            <a:avLst>
              <a:gd name="adj" fmla="val 6868"/>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2000" b="1">
                <a:solidFill>
                  <a:schemeClr val="accent1">
                    <a:lumMod val="20000"/>
                    <a:lumOff val="80000"/>
                  </a:schemeClr>
                </a:solidFill>
                <a:latin typeface="Arial" panose="020B0604020202020204" pitchFamily="34" charset="0"/>
                <a:cs typeface="Arial" panose="020B0604020202020204" pitchFamily="34" charset="0"/>
              </a:rPr>
              <a:t>Hasta </a:t>
            </a:r>
            <a:r>
              <a:rPr lang="es-US" sz="2000" b="1">
                <a:solidFill>
                  <a:schemeClr val="accent1">
                    <a:lumMod val="20000"/>
                    <a:lumOff val="80000"/>
                  </a:schemeClr>
                </a:solidFill>
                <a:latin typeface="Arial" panose="020B0604020202020204" pitchFamily="34" charset="0"/>
                <a:cs typeface="Arial" panose="020B0604020202020204" pitchFamily="34" charset="0"/>
              </a:rPr>
              <a:t>Gran Guerra </a:t>
            </a:r>
            <a:endParaRPr lang="es-ES" sz="2000" b="1" dirty="0">
              <a:solidFill>
                <a:schemeClr val="accent1">
                  <a:lumMod val="20000"/>
                  <a:lumOff val="80000"/>
                </a:schemeClr>
              </a:solidFill>
              <a:latin typeface="Arial" panose="020B0604020202020204" pitchFamily="34" charset="0"/>
              <a:cs typeface="Arial" panose="020B0604020202020204" pitchFamily="34" charset="0"/>
            </a:endParaRPr>
          </a:p>
        </p:txBody>
      </p:sp>
      <p:sp>
        <p:nvSpPr>
          <p:cNvPr id="8" name="Rectángulo: esquinas redondeadas 7"/>
          <p:cNvSpPr/>
          <p:nvPr/>
        </p:nvSpPr>
        <p:spPr>
          <a:xfrm>
            <a:off x="251521" y="4095420"/>
            <a:ext cx="1578854" cy="2069884"/>
          </a:xfrm>
          <a:prstGeom prst="roundRect">
            <a:avLst>
              <a:gd name="adj" fmla="val 6781"/>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50000"/>
                  </a:schemeClr>
                </a:solidFill>
              </a:rPr>
              <a:t>Industria incipiente de la mano del BPE</a:t>
            </a:r>
            <a:endParaRPr lang="es-ES" sz="2000" b="1" dirty="0">
              <a:solidFill>
                <a:schemeClr val="accent5">
                  <a:lumMod val="50000"/>
                </a:schemeClr>
              </a:solidFill>
            </a:endParaRPr>
          </a:p>
        </p:txBody>
      </p:sp>
      <p:sp>
        <p:nvSpPr>
          <p:cNvPr id="11" name="Rectángulo 10">
            <a:extLst>
              <a:ext uri="{FF2B5EF4-FFF2-40B4-BE49-F238E27FC236}">
                <a16:creationId xmlns:a16="http://schemas.microsoft.com/office/drawing/2014/main" id="{F353901A-7709-4D10-A379-2B3E3F4C0BC6}"/>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NO…</a:t>
            </a:r>
          </a:p>
        </p:txBody>
      </p:sp>
      <p:cxnSp>
        <p:nvCxnSpPr>
          <p:cNvPr id="14" name="Conector recto 13">
            <a:extLst>
              <a:ext uri="{FF2B5EF4-FFF2-40B4-BE49-F238E27FC236}">
                <a16:creationId xmlns:a16="http://schemas.microsoft.com/office/drawing/2014/main" id="{17EA0720-AEA6-486B-B42E-C574CF211DB6}"/>
              </a:ext>
            </a:extLst>
          </p:cNvPr>
          <p:cNvCxnSpPr>
            <a:cxnSpLocks/>
          </p:cNvCxnSpPr>
          <p:nvPr/>
        </p:nvCxnSpPr>
        <p:spPr>
          <a:xfrm>
            <a:off x="251520" y="1498530"/>
            <a:ext cx="7920880"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A7AAF114-7FD0-4712-8BB8-94AF42A20D4A}"/>
              </a:ext>
            </a:extLst>
          </p:cNvPr>
          <p:cNvCxnSpPr/>
          <p:nvPr/>
        </p:nvCxnSpPr>
        <p:spPr>
          <a:xfrm>
            <a:off x="251520" y="1282506"/>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D777F824-7252-4FD6-AB9E-5804412AB1A1}"/>
              </a:ext>
            </a:extLst>
          </p:cNvPr>
          <p:cNvCxnSpPr/>
          <p:nvPr/>
        </p:nvCxnSpPr>
        <p:spPr>
          <a:xfrm>
            <a:off x="1834880" y="1282506"/>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4AE77D92-86E3-44BE-AEBE-04B14BB64C54}"/>
              </a:ext>
            </a:extLst>
          </p:cNvPr>
          <p:cNvSpPr txBox="1"/>
          <p:nvPr/>
        </p:nvSpPr>
        <p:spPr>
          <a:xfrm>
            <a:off x="1484041" y="1754310"/>
            <a:ext cx="697627" cy="369332"/>
          </a:xfrm>
          <a:prstGeom prst="rect">
            <a:avLst/>
          </a:prstGeom>
          <a:noFill/>
        </p:spPr>
        <p:txBody>
          <a:bodyPr wrap="non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1914</a:t>
            </a:r>
          </a:p>
        </p:txBody>
      </p:sp>
      <p:cxnSp>
        <p:nvCxnSpPr>
          <p:cNvPr id="19" name="Conector recto 18">
            <a:extLst>
              <a:ext uri="{FF2B5EF4-FFF2-40B4-BE49-F238E27FC236}">
                <a16:creationId xmlns:a16="http://schemas.microsoft.com/office/drawing/2014/main" id="{EEF5DD67-DE1F-453B-A371-84DA38C1CCF1}"/>
              </a:ext>
            </a:extLst>
          </p:cNvPr>
          <p:cNvCxnSpPr/>
          <p:nvPr/>
        </p:nvCxnSpPr>
        <p:spPr>
          <a:xfrm>
            <a:off x="3401973" y="1282506"/>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65B040A8-6CCF-416E-B223-A9DFD85F684B}"/>
              </a:ext>
            </a:extLst>
          </p:cNvPr>
          <p:cNvSpPr txBox="1"/>
          <p:nvPr/>
        </p:nvSpPr>
        <p:spPr>
          <a:xfrm>
            <a:off x="3053160" y="1763524"/>
            <a:ext cx="697627" cy="369332"/>
          </a:xfrm>
          <a:prstGeom prst="rect">
            <a:avLst/>
          </a:prstGeom>
          <a:noFill/>
        </p:spPr>
        <p:txBody>
          <a:bodyPr wrap="non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1918</a:t>
            </a:r>
          </a:p>
        </p:txBody>
      </p:sp>
      <p:cxnSp>
        <p:nvCxnSpPr>
          <p:cNvPr id="21" name="Conector recto 20">
            <a:extLst>
              <a:ext uri="{FF2B5EF4-FFF2-40B4-BE49-F238E27FC236}">
                <a16:creationId xmlns:a16="http://schemas.microsoft.com/office/drawing/2014/main" id="{015C9841-EC0E-406F-9951-83FA6AE1D480}"/>
              </a:ext>
            </a:extLst>
          </p:cNvPr>
          <p:cNvCxnSpPr/>
          <p:nvPr/>
        </p:nvCxnSpPr>
        <p:spPr>
          <a:xfrm>
            <a:off x="4137110" y="1282506"/>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18103456-318C-4980-8AFA-E2E683358CFD}"/>
              </a:ext>
            </a:extLst>
          </p:cNvPr>
          <p:cNvSpPr txBox="1"/>
          <p:nvPr/>
        </p:nvSpPr>
        <p:spPr>
          <a:xfrm>
            <a:off x="3788297" y="1763524"/>
            <a:ext cx="697627" cy="369332"/>
          </a:xfrm>
          <a:prstGeom prst="rect">
            <a:avLst/>
          </a:prstGeom>
          <a:noFill/>
        </p:spPr>
        <p:txBody>
          <a:bodyPr wrap="non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1920</a:t>
            </a:r>
          </a:p>
        </p:txBody>
      </p:sp>
      <p:cxnSp>
        <p:nvCxnSpPr>
          <p:cNvPr id="23" name="Conector recto 22">
            <a:extLst>
              <a:ext uri="{FF2B5EF4-FFF2-40B4-BE49-F238E27FC236}">
                <a16:creationId xmlns:a16="http://schemas.microsoft.com/office/drawing/2014/main" id="{E59D45FB-D4CD-4C32-AC6F-5A52F1983A54}"/>
              </a:ext>
            </a:extLst>
          </p:cNvPr>
          <p:cNvCxnSpPr/>
          <p:nvPr/>
        </p:nvCxnSpPr>
        <p:spPr>
          <a:xfrm>
            <a:off x="6783757" y="1282506"/>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8F95BA25-0484-4809-B2A9-94CECA778A05}"/>
              </a:ext>
            </a:extLst>
          </p:cNvPr>
          <p:cNvSpPr txBox="1"/>
          <p:nvPr/>
        </p:nvSpPr>
        <p:spPr>
          <a:xfrm>
            <a:off x="6434944" y="1763524"/>
            <a:ext cx="697627" cy="369332"/>
          </a:xfrm>
          <a:prstGeom prst="rect">
            <a:avLst/>
          </a:prstGeom>
          <a:noFill/>
        </p:spPr>
        <p:txBody>
          <a:bodyPr wrap="squar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1930</a:t>
            </a:r>
          </a:p>
        </p:txBody>
      </p:sp>
      <p:cxnSp>
        <p:nvCxnSpPr>
          <p:cNvPr id="25" name="Conector recto 24">
            <a:extLst>
              <a:ext uri="{FF2B5EF4-FFF2-40B4-BE49-F238E27FC236}">
                <a16:creationId xmlns:a16="http://schemas.microsoft.com/office/drawing/2014/main" id="{4BE34620-F0EA-45CE-AFE3-C917324BC99D}"/>
              </a:ext>
            </a:extLst>
          </p:cNvPr>
          <p:cNvCxnSpPr>
            <a:cxnSpLocks/>
          </p:cNvCxnSpPr>
          <p:nvPr/>
        </p:nvCxnSpPr>
        <p:spPr>
          <a:xfrm>
            <a:off x="7839342" y="1501229"/>
            <a:ext cx="927501" cy="0"/>
          </a:xfrm>
          <a:prstGeom prst="line">
            <a:avLst/>
          </a:prstGeom>
          <a:ln w="76200">
            <a:solidFill>
              <a:schemeClr val="accent5">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6" name="Rectángulo: esquinas redondeadas 25">
            <a:extLst>
              <a:ext uri="{FF2B5EF4-FFF2-40B4-BE49-F238E27FC236}">
                <a16:creationId xmlns:a16="http://schemas.microsoft.com/office/drawing/2014/main" id="{56260023-C4E9-4B21-A1D4-B0D752922646}"/>
              </a:ext>
            </a:extLst>
          </p:cNvPr>
          <p:cNvSpPr/>
          <p:nvPr/>
        </p:nvSpPr>
        <p:spPr>
          <a:xfrm>
            <a:off x="1887259" y="2472866"/>
            <a:ext cx="1929085" cy="1540314"/>
          </a:xfrm>
          <a:prstGeom prst="roundRect">
            <a:avLst>
              <a:gd name="adj" fmla="val 6868"/>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2000" b="1" dirty="0">
                <a:solidFill>
                  <a:schemeClr val="accent1">
                    <a:lumMod val="20000"/>
                    <a:lumOff val="80000"/>
                  </a:schemeClr>
                </a:solidFill>
                <a:latin typeface="Arial" panose="020B0604020202020204" pitchFamily="34" charset="0"/>
                <a:cs typeface="Arial" panose="020B0604020202020204" pitchFamily="34" charset="0"/>
              </a:rPr>
              <a:t>Gran </a:t>
            </a:r>
          </a:p>
          <a:p>
            <a:pPr algn="ctr"/>
            <a:r>
              <a:rPr lang="es-AR" sz="2000" b="1" dirty="0">
                <a:solidFill>
                  <a:schemeClr val="accent1">
                    <a:lumMod val="20000"/>
                    <a:lumOff val="80000"/>
                  </a:schemeClr>
                </a:solidFill>
                <a:latin typeface="Arial" panose="020B0604020202020204" pitchFamily="34" charset="0"/>
                <a:cs typeface="Arial" panose="020B0604020202020204" pitchFamily="34" charset="0"/>
              </a:rPr>
              <a:t>Guerra</a:t>
            </a:r>
          </a:p>
        </p:txBody>
      </p:sp>
      <p:sp>
        <p:nvSpPr>
          <p:cNvPr id="27" name="Rectángulo: esquinas redondeadas 26">
            <a:extLst>
              <a:ext uri="{FF2B5EF4-FFF2-40B4-BE49-F238E27FC236}">
                <a16:creationId xmlns:a16="http://schemas.microsoft.com/office/drawing/2014/main" id="{0E425008-E578-4DD9-ABD6-DA413D0E4EDB}"/>
              </a:ext>
            </a:extLst>
          </p:cNvPr>
          <p:cNvSpPr/>
          <p:nvPr/>
        </p:nvSpPr>
        <p:spPr>
          <a:xfrm>
            <a:off x="3890787" y="2472866"/>
            <a:ext cx="2834597" cy="1540314"/>
          </a:xfrm>
          <a:prstGeom prst="roundRect">
            <a:avLst>
              <a:gd name="adj" fmla="val 6868"/>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2000" b="1" dirty="0">
                <a:solidFill>
                  <a:schemeClr val="accent1">
                    <a:lumMod val="20000"/>
                    <a:lumOff val="80000"/>
                  </a:schemeClr>
                </a:solidFill>
                <a:latin typeface="Arial" panose="020B0604020202020204" pitchFamily="34" charset="0"/>
                <a:cs typeface="Arial" panose="020B0604020202020204" pitchFamily="34" charset="0"/>
              </a:rPr>
              <a:t>Años ‘20</a:t>
            </a:r>
          </a:p>
        </p:txBody>
      </p:sp>
      <p:sp>
        <p:nvSpPr>
          <p:cNvPr id="28" name="Rectángulo: esquinas redondeadas 27">
            <a:extLst>
              <a:ext uri="{FF2B5EF4-FFF2-40B4-BE49-F238E27FC236}">
                <a16:creationId xmlns:a16="http://schemas.microsoft.com/office/drawing/2014/main" id="{0D0EF42B-2389-4B3A-A562-0C03EE69378B}"/>
              </a:ext>
            </a:extLst>
          </p:cNvPr>
          <p:cNvSpPr/>
          <p:nvPr/>
        </p:nvSpPr>
        <p:spPr>
          <a:xfrm>
            <a:off x="6797798" y="2472866"/>
            <a:ext cx="2090176" cy="1540314"/>
          </a:xfrm>
          <a:prstGeom prst="roundRect">
            <a:avLst>
              <a:gd name="adj" fmla="val 6868"/>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2000" b="1" dirty="0">
                <a:solidFill>
                  <a:schemeClr val="accent1">
                    <a:lumMod val="20000"/>
                    <a:lumOff val="80000"/>
                  </a:schemeClr>
                </a:solidFill>
                <a:latin typeface="Arial" panose="020B0604020202020204" pitchFamily="34" charset="0"/>
                <a:cs typeface="Arial" panose="020B0604020202020204" pitchFamily="34" charset="0"/>
              </a:rPr>
              <a:t>Años ‘30</a:t>
            </a:r>
          </a:p>
        </p:txBody>
      </p:sp>
      <p:sp>
        <p:nvSpPr>
          <p:cNvPr id="29" name="Rectángulo: esquinas redondeadas 28">
            <a:extLst>
              <a:ext uri="{FF2B5EF4-FFF2-40B4-BE49-F238E27FC236}">
                <a16:creationId xmlns:a16="http://schemas.microsoft.com/office/drawing/2014/main" id="{4B677C62-3DCF-4C93-AC9D-501C9B57194B}"/>
              </a:ext>
            </a:extLst>
          </p:cNvPr>
          <p:cNvSpPr/>
          <p:nvPr/>
        </p:nvSpPr>
        <p:spPr>
          <a:xfrm>
            <a:off x="1887259" y="4095420"/>
            <a:ext cx="1929084" cy="2069884"/>
          </a:xfrm>
          <a:prstGeom prst="roundRect">
            <a:avLst>
              <a:gd name="adj" fmla="val 4999"/>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50000"/>
                  </a:schemeClr>
                </a:solidFill>
              </a:rPr>
              <a:t>La limitación externa incentiva industria</a:t>
            </a:r>
          </a:p>
        </p:txBody>
      </p:sp>
      <p:sp>
        <p:nvSpPr>
          <p:cNvPr id="30" name="Rectángulo: esquinas redondeadas 29">
            <a:extLst>
              <a:ext uri="{FF2B5EF4-FFF2-40B4-BE49-F238E27FC236}">
                <a16:creationId xmlns:a16="http://schemas.microsoft.com/office/drawing/2014/main" id="{37ED1389-8BBF-44CB-9218-82E926D7444B}"/>
              </a:ext>
            </a:extLst>
          </p:cNvPr>
          <p:cNvSpPr/>
          <p:nvPr/>
        </p:nvSpPr>
        <p:spPr>
          <a:xfrm>
            <a:off x="3892440" y="4095420"/>
            <a:ext cx="2832943" cy="2069884"/>
          </a:xfrm>
          <a:prstGeom prst="roundRect">
            <a:avLst>
              <a:gd name="adj" fmla="val 4999"/>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accent5">
                    <a:lumMod val="50000"/>
                  </a:schemeClr>
                </a:solidFill>
              </a:rPr>
              <a:t>Despegue de la industria de la mano del “mercado”.</a:t>
            </a:r>
          </a:p>
          <a:p>
            <a:pPr algn="ctr"/>
            <a:r>
              <a:rPr lang="es-ES" sz="2000" b="1" dirty="0">
                <a:solidFill>
                  <a:schemeClr val="accent5">
                    <a:lumMod val="50000"/>
                  </a:schemeClr>
                </a:solidFill>
              </a:rPr>
              <a:t>Primero oferta, luego demanda</a:t>
            </a:r>
          </a:p>
        </p:txBody>
      </p:sp>
      <p:sp>
        <p:nvSpPr>
          <p:cNvPr id="31" name="Rectángulo: esquinas redondeadas 30">
            <a:extLst>
              <a:ext uri="{FF2B5EF4-FFF2-40B4-BE49-F238E27FC236}">
                <a16:creationId xmlns:a16="http://schemas.microsoft.com/office/drawing/2014/main" id="{93D567D9-7C8E-4122-A2BB-5570CDC65873}"/>
              </a:ext>
            </a:extLst>
          </p:cNvPr>
          <p:cNvSpPr/>
          <p:nvPr/>
        </p:nvSpPr>
        <p:spPr>
          <a:xfrm>
            <a:off x="6808062" y="4095420"/>
            <a:ext cx="2090176" cy="2069884"/>
          </a:xfrm>
          <a:prstGeom prst="roundRect">
            <a:avLst>
              <a:gd name="adj" fmla="val 4999"/>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accent5">
                    <a:lumMod val="50000"/>
                  </a:schemeClr>
                </a:solidFill>
              </a:rPr>
              <a:t>Continuidad de la industria por las medidas paliativas de la Gran Depresión</a:t>
            </a:r>
          </a:p>
        </p:txBody>
      </p:sp>
      <p:sp>
        <p:nvSpPr>
          <p:cNvPr id="32" name="Estrella: 5 puntas 31">
            <a:extLst>
              <a:ext uri="{FF2B5EF4-FFF2-40B4-BE49-F238E27FC236}">
                <a16:creationId xmlns:a16="http://schemas.microsoft.com/office/drawing/2014/main" id="{28F04CB3-C9D0-4575-A26D-76EDE85F078F}"/>
              </a:ext>
            </a:extLst>
          </p:cNvPr>
          <p:cNvSpPr/>
          <p:nvPr/>
        </p:nvSpPr>
        <p:spPr>
          <a:xfrm>
            <a:off x="7715200" y="37197"/>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8868517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Picture 3"/>
          <p:cNvPicPr>
            <a:picLocks noChangeAspect="1" noChangeArrowheads="1"/>
          </p:cNvPicPr>
          <p:nvPr/>
        </p:nvPicPr>
        <p:blipFill>
          <a:blip r:embed="rId3" cstate="print">
            <a:clrChange>
              <a:clrFrom>
                <a:srgbClr val="FFFFFF"/>
              </a:clrFrom>
              <a:clrTo>
                <a:srgbClr val="FFFFFF">
                  <a:alpha val="0"/>
                </a:srgbClr>
              </a:clrTo>
            </a:clrChange>
            <a:duotone>
              <a:prstClr val="black"/>
              <a:schemeClr val="accent1">
                <a:tint val="45000"/>
                <a:satMod val="400000"/>
              </a:schemeClr>
            </a:duotone>
          </a:blip>
          <a:srcRect l="1604" r="3784"/>
          <a:stretch>
            <a:fillRect/>
          </a:stretch>
        </p:blipFill>
        <p:spPr bwMode="auto">
          <a:xfrm>
            <a:off x="2617315" y="715600"/>
            <a:ext cx="6194781" cy="5449704"/>
          </a:xfrm>
          <a:prstGeom prst="rect">
            <a:avLst/>
          </a:prstGeom>
          <a:noFill/>
          <a:ln w="9525">
            <a:noFill/>
            <a:miter lim="800000"/>
            <a:headEnd/>
            <a:tailEnd/>
          </a:ln>
          <a:effectLst/>
        </p:spPr>
      </p:pic>
      <p:sp>
        <p:nvSpPr>
          <p:cNvPr id="11" name="Rectángulo 10">
            <a:extLst>
              <a:ext uri="{FF2B5EF4-FFF2-40B4-BE49-F238E27FC236}">
                <a16:creationId xmlns:a16="http://schemas.microsoft.com/office/drawing/2014/main" id="{84F15904-F83E-4333-BAE1-2F6D2E8D3112}"/>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sp>
        <p:nvSpPr>
          <p:cNvPr id="14" name="Rectángulo 13">
            <a:extLst>
              <a:ext uri="{FF2B5EF4-FFF2-40B4-BE49-F238E27FC236}">
                <a16:creationId xmlns:a16="http://schemas.microsoft.com/office/drawing/2014/main" id="{6F907427-26CD-4F55-85ED-85107F25E369}"/>
              </a:ext>
            </a:extLst>
          </p:cNvPr>
          <p:cNvSpPr/>
          <p:nvPr/>
        </p:nvSpPr>
        <p:spPr>
          <a:xfrm>
            <a:off x="-199353" y="748621"/>
            <a:ext cx="2937023" cy="1815882"/>
          </a:xfrm>
          <a:prstGeom prst="rect">
            <a:avLst/>
          </a:prstGeom>
        </p:spPr>
        <p:txBody>
          <a:bodyPr wrap="square">
            <a:spAutoFit/>
          </a:bodyPr>
          <a:lstStyle/>
          <a:p>
            <a:pPr lvl="0" algn="ctr" fontAlgn="base">
              <a:spcBef>
                <a:spcPct val="0"/>
              </a:spcBef>
              <a:spcAft>
                <a:spcPct val="0"/>
              </a:spcAft>
            </a:pPr>
            <a:r>
              <a:rPr lang="es-AR" sz="2000" b="1" dirty="0">
                <a:solidFill>
                  <a:schemeClr val="accent5">
                    <a:lumMod val="50000"/>
                  </a:schemeClr>
                </a:solidFill>
                <a:latin typeface="Arial" panose="020B0604020202020204" pitchFamily="34" charset="0"/>
                <a:ea typeface="Calibri" pitchFamily="34" charset="0"/>
                <a:cs typeface="Arial" panose="020B0604020202020204" pitchFamily="34" charset="0"/>
              </a:rPr>
              <a:t>Tasa de crecimiento </a:t>
            </a:r>
          </a:p>
          <a:p>
            <a:pPr lvl="0" algn="ctr" fontAlgn="base">
              <a:spcBef>
                <a:spcPct val="0"/>
              </a:spcBef>
              <a:spcAft>
                <a:spcPct val="0"/>
              </a:spcAft>
            </a:pPr>
            <a:r>
              <a:rPr lang="es-AR" sz="2000" b="1" dirty="0">
                <a:solidFill>
                  <a:schemeClr val="accent5">
                    <a:lumMod val="50000"/>
                  </a:schemeClr>
                </a:solidFill>
                <a:latin typeface="Arial" panose="020B0604020202020204" pitchFamily="34" charset="0"/>
                <a:ea typeface="Calibri" pitchFamily="34" charset="0"/>
                <a:cs typeface="Arial" panose="020B0604020202020204" pitchFamily="34" charset="0"/>
              </a:rPr>
              <a:t>Promedio Anual</a:t>
            </a:r>
          </a:p>
          <a:p>
            <a:pPr lvl="0" algn="ctr" fontAlgn="base">
              <a:spcBef>
                <a:spcPct val="0"/>
              </a:spcBef>
              <a:spcAft>
                <a:spcPct val="0"/>
              </a:spcAft>
            </a:pPr>
            <a:r>
              <a:rPr lang="pt-BR" sz="2000" b="1" dirty="0">
                <a:solidFill>
                  <a:schemeClr val="accent5">
                    <a:lumMod val="50000"/>
                  </a:schemeClr>
                </a:solidFill>
                <a:latin typeface="Arial" panose="020B0604020202020204" pitchFamily="34" charset="0"/>
                <a:ea typeface="Calibri" pitchFamily="34" charset="0"/>
                <a:cs typeface="Arial" panose="020B0604020202020204" pitchFamily="34" charset="0"/>
              </a:rPr>
              <a:t>1909-19: 3%</a:t>
            </a:r>
          </a:p>
          <a:p>
            <a:pPr lvl="0" algn="ctr" fontAlgn="base">
              <a:spcBef>
                <a:spcPct val="0"/>
              </a:spcBef>
              <a:spcAft>
                <a:spcPct val="0"/>
              </a:spcAft>
            </a:pPr>
            <a:r>
              <a:rPr lang="pt-BR" sz="3200" b="1" dirty="0">
                <a:solidFill>
                  <a:srgbClr val="FF0000"/>
                </a:solidFill>
                <a:latin typeface="Arial" panose="020B0604020202020204" pitchFamily="34" charset="0"/>
                <a:ea typeface="Calibri" pitchFamily="34" charset="0"/>
                <a:cs typeface="Arial" panose="020B0604020202020204" pitchFamily="34" charset="0"/>
              </a:rPr>
              <a:t>1919-29: 7%</a:t>
            </a:r>
          </a:p>
          <a:p>
            <a:pPr lvl="0" algn="ctr" fontAlgn="base">
              <a:spcBef>
                <a:spcPct val="0"/>
              </a:spcBef>
              <a:spcAft>
                <a:spcPct val="0"/>
              </a:spcAft>
            </a:pPr>
            <a:r>
              <a:rPr lang="pt-BR" sz="2000" b="1" dirty="0">
                <a:solidFill>
                  <a:schemeClr val="accent5">
                    <a:lumMod val="50000"/>
                  </a:schemeClr>
                </a:solidFill>
                <a:latin typeface="Arial" panose="020B0604020202020204" pitchFamily="34" charset="0"/>
                <a:ea typeface="Calibri" pitchFamily="34" charset="0"/>
                <a:cs typeface="Arial" panose="020B0604020202020204" pitchFamily="34" charset="0"/>
              </a:rPr>
              <a:t>1929-39: 3%</a:t>
            </a:r>
            <a:endPar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endParaRPr>
          </a:p>
        </p:txBody>
      </p:sp>
      <p:cxnSp>
        <p:nvCxnSpPr>
          <p:cNvPr id="8" name="Conector recto 7">
            <a:extLst>
              <a:ext uri="{FF2B5EF4-FFF2-40B4-BE49-F238E27FC236}">
                <a16:creationId xmlns:a16="http://schemas.microsoft.com/office/drawing/2014/main" id="{681FC129-6921-4EFC-B997-417977785D0D}"/>
              </a:ext>
            </a:extLst>
          </p:cNvPr>
          <p:cNvCxnSpPr/>
          <p:nvPr/>
        </p:nvCxnSpPr>
        <p:spPr>
          <a:xfrm>
            <a:off x="2223872" y="3207871"/>
            <a:ext cx="3024336" cy="0"/>
          </a:xfrm>
          <a:prstGeom prst="line">
            <a:avLst/>
          </a:prstGeom>
          <a:ln w="38100">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89B5D74F-7162-4691-AB2E-F6DC1FA7ACE8}"/>
              </a:ext>
            </a:extLst>
          </p:cNvPr>
          <p:cNvCxnSpPr/>
          <p:nvPr/>
        </p:nvCxnSpPr>
        <p:spPr>
          <a:xfrm>
            <a:off x="2228879" y="5085184"/>
            <a:ext cx="3024336" cy="0"/>
          </a:xfrm>
          <a:prstGeom prst="line">
            <a:avLst/>
          </a:prstGeom>
          <a:ln w="38100">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B85C0928-C295-4D7F-8D5A-BCA60B861D06}"/>
              </a:ext>
            </a:extLst>
          </p:cNvPr>
          <p:cNvCxnSpPr/>
          <p:nvPr/>
        </p:nvCxnSpPr>
        <p:spPr>
          <a:xfrm>
            <a:off x="2727928" y="4898964"/>
            <a:ext cx="3024336" cy="0"/>
          </a:xfrm>
          <a:prstGeom prst="line">
            <a:avLst/>
          </a:prstGeom>
          <a:ln w="38100">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450FA0DD-1494-45FB-8D07-88933AB2F1B6}"/>
              </a:ext>
            </a:extLst>
          </p:cNvPr>
          <p:cNvCxnSpPr/>
          <p:nvPr/>
        </p:nvCxnSpPr>
        <p:spPr>
          <a:xfrm>
            <a:off x="6012160" y="2708920"/>
            <a:ext cx="3024336" cy="0"/>
          </a:xfrm>
          <a:prstGeom prst="line">
            <a:avLst/>
          </a:prstGeom>
          <a:ln w="38100">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1263B6E5-6D1E-4A7E-AC30-C0E6D1A0291E}"/>
              </a:ext>
            </a:extLst>
          </p:cNvPr>
          <p:cNvCxnSpPr/>
          <p:nvPr/>
        </p:nvCxnSpPr>
        <p:spPr>
          <a:xfrm>
            <a:off x="5536240" y="2535100"/>
            <a:ext cx="3024336" cy="0"/>
          </a:xfrm>
          <a:prstGeom prst="line">
            <a:avLst/>
          </a:prstGeom>
          <a:ln w="38100">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FFB90702-7FD3-4816-822F-2833B92C775F}"/>
              </a:ext>
            </a:extLst>
          </p:cNvPr>
          <p:cNvCxnSpPr/>
          <p:nvPr/>
        </p:nvCxnSpPr>
        <p:spPr>
          <a:xfrm>
            <a:off x="5536240" y="4408976"/>
            <a:ext cx="3024336" cy="0"/>
          </a:xfrm>
          <a:prstGeom prst="line">
            <a:avLst/>
          </a:prstGeom>
          <a:ln w="38100">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0B475455-269A-40F1-85EA-EFDC4FEE6246}"/>
              </a:ext>
            </a:extLst>
          </p:cNvPr>
          <p:cNvCxnSpPr/>
          <p:nvPr/>
        </p:nvCxnSpPr>
        <p:spPr>
          <a:xfrm>
            <a:off x="2223872" y="3172455"/>
            <a:ext cx="0" cy="1912729"/>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E4B7B632-C7AD-4EE2-BB08-1D3158795369}"/>
              </a:ext>
            </a:extLst>
          </p:cNvPr>
          <p:cNvCxnSpPr>
            <a:cxnSpLocks/>
          </p:cNvCxnSpPr>
          <p:nvPr/>
        </p:nvCxnSpPr>
        <p:spPr>
          <a:xfrm>
            <a:off x="5536240" y="2535100"/>
            <a:ext cx="0" cy="187387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F9A1D7A9-9059-4397-B7BE-C8258C33C6E8}"/>
              </a:ext>
            </a:extLst>
          </p:cNvPr>
          <p:cNvCxnSpPr>
            <a:cxnSpLocks/>
          </p:cNvCxnSpPr>
          <p:nvPr/>
        </p:nvCxnSpPr>
        <p:spPr>
          <a:xfrm>
            <a:off x="5724128" y="4884896"/>
            <a:ext cx="0" cy="978308"/>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162851BE-30EB-4D6F-82BB-FDBBC55BACDE}"/>
              </a:ext>
            </a:extLst>
          </p:cNvPr>
          <p:cNvCxnSpPr>
            <a:cxnSpLocks/>
          </p:cNvCxnSpPr>
          <p:nvPr/>
        </p:nvCxnSpPr>
        <p:spPr>
          <a:xfrm>
            <a:off x="8994292" y="1758748"/>
            <a:ext cx="0" cy="978308"/>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Estrella: 5 puntas 14">
            <a:extLst>
              <a:ext uri="{FF2B5EF4-FFF2-40B4-BE49-F238E27FC236}">
                <a16:creationId xmlns:a16="http://schemas.microsoft.com/office/drawing/2014/main" id="{5F4CA7A5-4ABB-4EE3-860F-45BA89E8EA57}"/>
              </a:ext>
            </a:extLst>
          </p:cNvPr>
          <p:cNvSpPr/>
          <p:nvPr/>
        </p:nvSpPr>
        <p:spPr>
          <a:xfrm>
            <a:off x="614313" y="2730624"/>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3" cstate="print">
            <a:clrChange>
              <a:clrFrom>
                <a:srgbClr val="FFFFFF"/>
              </a:clrFrom>
              <a:clrTo>
                <a:srgbClr val="FFFFFF">
                  <a:alpha val="0"/>
                </a:srgbClr>
              </a:clrTo>
            </a:clrChange>
            <a:duotone>
              <a:prstClr val="black"/>
              <a:schemeClr val="accent1">
                <a:tint val="45000"/>
                <a:satMod val="400000"/>
              </a:schemeClr>
            </a:duotone>
          </a:blip>
          <a:srcRect/>
          <a:stretch>
            <a:fillRect/>
          </a:stretch>
        </p:blipFill>
        <p:spPr bwMode="auto">
          <a:xfrm>
            <a:off x="35496" y="725201"/>
            <a:ext cx="6480720" cy="5884211"/>
          </a:xfrm>
          <a:prstGeom prst="rect">
            <a:avLst/>
          </a:prstGeom>
          <a:noFill/>
          <a:ln w="9525">
            <a:noFill/>
            <a:miter lim="800000"/>
            <a:headEnd/>
            <a:tailEnd/>
          </a:ln>
          <a:effectLst>
            <a:outerShdw blurRad="50800" dist="38100" dir="5400000" algn="t" rotWithShape="0">
              <a:prstClr val="black">
                <a:alpha val="40000"/>
              </a:prstClr>
            </a:outerShdw>
          </a:effectLst>
        </p:spPr>
      </p:pic>
      <p:sp>
        <p:nvSpPr>
          <p:cNvPr id="8" name="7 Rectángulo"/>
          <p:cNvSpPr/>
          <p:nvPr/>
        </p:nvSpPr>
        <p:spPr>
          <a:xfrm>
            <a:off x="6516218" y="1878574"/>
            <a:ext cx="2448272" cy="174541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50000"/>
                  </a:schemeClr>
                </a:solidFill>
                <a:latin typeface="Arial" panose="020B0604020202020204" pitchFamily="34" charset="0"/>
                <a:cs typeface="Arial" panose="020B0604020202020204" pitchFamily="34" charset="0"/>
              </a:rPr>
              <a:t>Las tasas de crecimiento del sector </a:t>
            </a:r>
            <a:r>
              <a:rPr lang="es-AR" sz="1600" b="1" dirty="0">
                <a:solidFill>
                  <a:schemeClr val="accent5">
                    <a:lumMod val="50000"/>
                  </a:schemeClr>
                </a:solidFill>
                <a:latin typeface="Arial" panose="020B0604020202020204" pitchFamily="34" charset="0"/>
                <a:cs typeface="Arial" panose="020B0604020202020204" pitchFamily="34" charset="0"/>
                <a:sym typeface="Wingdings" panose="05000000000000000000" pitchFamily="2" charset="2"/>
              </a:rPr>
              <a:t> no muestran que en los ’30 </a:t>
            </a:r>
            <a:r>
              <a:rPr lang="es-AR" sz="1600" b="1" dirty="0">
                <a:solidFill>
                  <a:schemeClr val="accent5">
                    <a:lumMod val="50000"/>
                  </a:schemeClr>
                </a:solidFill>
                <a:latin typeface="Arial" panose="020B0604020202020204" pitchFamily="34" charset="0"/>
                <a:cs typeface="Arial" panose="020B0604020202020204" pitchFamily="34" charset="0"/>
              </a:rPr>
              <a:t>se produjera una discontinuidad en el pasado.</a:t>
            </a:r>
            <a:endParaRPr lang="es-ES" sz="1600" b="1" dirty="0">
              <a:solidFill>
                <a:schemeClr val="accent5">
                  <a:lumMod val="50000"/>
                </a:schemeClr>
              </a:solidFill>
              <a:latin typeface="Arial" panose="020B0604020202020204" pitchFamily="34" charset="0"/>
              <a:cs typeface="Arial" panose="020B0604020202020204" pitchFamily="34" charset="0"/>
            </a:endParaRPr>
          </a:p>
        </p:txBody>
      </p:sp>
      <p:sp>
        <p:nvSpPr>
          <p:cNvPr id="6" name="5 Rectángulo redondeado"/>
          <p:cNvSpPr/>
          <p:nvPr/>
        </p:nvSpPr>
        <p:spPr>
          <a:xfrm>
            <a:off x="6516221" y="4881873"/>
            <a:ext cx="2448267" cy="1161143"/>
          </a:xfrm>
          <a:prstGeom prst="roundRect">
            <a:avLst>
              <a:gd name="adj" fmla="val 11748"/>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sz="2000" b="1" dirty="0">
                <a:solidFill>
                  <a:schemeClr val="accent1">
                    <a:lumMod val="20000"/>
                    <a:lumOff val="80000"/>
                  </a:schemeClr>
                </a:solidFill>
                <a:latin typeface="Arial" panose="020B0604020202020204" pitchFamily="34" charset="0"/>
                <a:cs typeface="Arial" panose="020B0604020202020204" pitchFamily="34" charset="0"/>
              </a:rPr>
              <a:t>Los '30 son una continuidad de los '20</a:t>
            </a:r>
            <a:endParaRPr lang="es-ES" sz="2000" b="1" dirty="0">
              <a:solidFill>
                <a:schemeClr val="accent1">
                  <a:lumMod val="20000"/>
                  <a:lumOff val="80000"/>
                </a:schemeClr>
              </a:solidFill>
              <a:latin typeface="Arial" panose="020B0604020202020204" pitchFamily="34" charset="0"/>
              <a:cs typeface="Arial" panose="020B0604020202020204" pitchFamily="34" charset="0"/>
            </a:endParaRPr>
          </a:p>
        </p:txBody>
      </p:sp>
      <p:sp>
        <p:nvSpPr>
          <p:cNvPr id="3" name="Forma libre: forma 2"/>
          <p:cNvSpPr/>
          <p:nvPr/>
        </p:nvSpPr>
        <p:spPr>
          <a:xfrm>
            <a:off x="2267744" y="3454139"/>
            <a:ext cx="3425371" cy="1161143"/>
          </a:xfrm>
          <a:custGeom>
            <a:avLst/>
            <a:gdLst>
              <a:gd name="connsiteX0" fmla="*/ 0 w 3425371"/>
              <a:gd name="connsiteY0" fmla="*/ 1161143 h 1161143"/>
              <a:gd name="connsiteX1" fmla="*/ 899885 w 3425371"/>
              <a:gd name="connsiteY1" fmla="*/ 841828 h 1161143"/>
              <a:gd name="connsiteX2" fmla="*/ 1799771 w 3425371"/>
              <a:gd name="connsiteY2" fmla="*/ 537028 h 1161143"/>
              <a:gd name="connsiteX3" fmla="*/ 2815771 w 3425371"/>
              <a:gd name="connsiteY3" fmla="*/ 232228 h 1161143"/>
              <a:gd name="connsiteX4" fmla="*/ 3425371 w 3425371"/>
              <a:gd name="connsiteY4" fmla="*/ 0 h 1161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5371" h="1161143">
                <a:moveTo>
                  <a:pt x="0" y="1161143"/>
                </a:moveTo>
                <a:lnTo>
                  <a:pt x="899885" y="841828"/>
                </a:lnTo>
                <a:cubicBezTo>
                  <a:pt x="1199847" y="737809"/>
                  <a:pt x="1480457" y="638628"/>
                  <a:pt x="1799771" y="537028"/>
                </a:cubicBezTo>
                <a:cubicBezTo>
                  <a:pt x="2119085" y="435428"/>
                  <a:pt x="2544838" y="321733"/>
                  <a:pt x="2815771" y="232228"/>
                </a:cubicBezTo>
                <a:cubicBezTo>
                  <a:pt x="3086704" y="142723"/>
                  <a:pt x="3256037" y="71361"/>
                  <a:pt x="3425371" y="0"/>
                </a:cubicBezTo>
              </a:path>
            </a:pathLst>
          </a:custGeom>
          <a:noFill/>
          <a:ln w="3810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6A1512CB-1049-4AA1-A7F8-CD367A1D5A8A}"/>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cxnSp>
        <p:nvCxnSpPr>
          <p:cNvPr id="7" name="Conector recto 6">
            <a:extLst>
              <a:ext uri="{FF2B5EF4-FFF2-40B4-BE49-F238E27FC236}">
                <a16:creationId xmlns:a16="http://schemas.microsoft.com/office/drawing/2014/main" id="{C01677D4-CEF2-4C63-9A3B-427F50549973}"/>
              </a:ext>
            </a:extLst>
          </p:cNvPr>
          <p:cNvCxnSpPr/>
          <p:nvPr/>
        </p:nvCxnSpPr>
        <p:spPr>
          <a:xfrm flipV="1">
            <a:off x="4357644" y="1700808"/>
            <a:ext cx="0" cy="4608512"/>
          </a:xfrm>
          <a:prstGeom prst="line">
            <a:avLst/>
          </a:prstGeom>
          <a:ln w="57150">
            <a:solidFill>
              <a:schemeClr val="accent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BBBBA36B-6EFC-4020-9E8B-C8B311B6F13E}"/>
              </a:ext>
            </a:extLst>
          </p:cNvPr>
          <p:cNvCxnSpPr/>
          <p:nvPr/>
        </p:nvCxnSpPr>
        <p:spPr>
          <a:xfrm flipV="1">
            <a:off x="3017628" y="1730455"/>
            <a:ext cx="0" cy="4608512"/>
          </a:xfrm>
          <a:prstGeom prst="line">
            <a:avLst/>
          </a:prstGeom>
          <a:ln w="57150">
            <a:solidFill>
              <a:schemeClr val="accent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1C36280F-5736-4565-91CB-9E26EEB04C50}"/>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graphicFrame>
        <p:nvGraphicFramePr>
          <p:cNvPr id="14" name="Gráfico 13">
            <a:extLst>
              <a:ext uri="{FF2B5EF4-FFF2-40B4-BE49-F238E27FC236}">
                <a16:creationId xmlns:a16="http://schemas.microsoft.com/office/drawing/2014/main" id="{5828A02D-BE4A-4BF8-869D-51892D63A536}"/>
              </a:ext>
            </a:extLst>
          </p:cNvPr>
          <p:cNvGraphicFramePr>
            <a:graphicFrameLocks/>
          </p:cNvGraphicFramePr>
          <p:nvPr/>
        </p:nvGraphicFramePr>
        <p:xfrm>
          <a:off x="2286000" y="3854152"/>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Gráfico 14">
            <a:extLst>
              <a:ext uri="{FF2B5EF4-FFF2-40B4-BE49-F238E27FC236}">
                <a16:creationId xmlns:a16="http://schemas.microsoft.com/office/drawing/2014/main" id="{6032F781-5525-4D64-B1FA-4605BD023444}"/>
              </a:ext>
            </a:extLst>
          </p:cNvPr>
          <p:cNvGraphicFramePr>
            <a:graphicFrameLocks/>
          </p:cNvGraphicFramePr>
          <p:nvPr/>
        </p:nvGraphicFramePr>
        <p:xfrm>
          <a:off x="4572000" y="836178"/>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Gráfico 16">
            <a:extLst>
              <a:ext uri="{FF2B5EF4-FFF2-40B4-BE49-F238E27FC236}">
                <a16:creationId xmlns:a16="http://schemas.microsoft.com/office/drawing/2014/main" id="{7B214DE1-772B-4DCA-A5FC-B4D45E4824ED}"/>
              </a:ext>
            </a:extLst>
          </p:cNvPr>
          <p:cNvGraphicFramePr>
            <a:graphicFrameLocks/>
          </p:cNvGraphicFramePr>
          <p:nvPr/>
        </p:nvGraphicFramePr>
        <p:xfrm>
          <a:off x="0" y="856746"/>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6168548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1C36280F-5736-4565-91CB-9E26EEB04C50}"/>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graphicFrame>
        <p:nvGraphicFramePr>
          <p:cNvPr id="7" name="Gráfico 6">
            <a:extLst>
              <a:ext uri="{FF2B5EF4-FFF2-40B4-BE49-F238E27FC236}">
                <a16:creationId xmlns:a16="http://schemas.microsoft.com/office/drawing/2014/main" id="{60406275-5E7A-46F3-9F5E-1AF866A91356}"/>
              </a:ext>
            </a:extLst>
          </p:cNvPr>
          <p:cNvGraphicFramePr>
            <a:graphicFrameLocks/>
          </p:cNvGraphicFramePr>
          <p:nvPr/>
        </p:nvGraphicFramePr>
        <p:xfrm>
          <a:off x="3586" y="98225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áfico 7">
            <a:extLst>
              <a:ext uri="{FF2B5EF4-FFF2-40B4-BE49-F238E27FC236}">
                <a16:creationId xmlns:a16="http://schemas.microsoft.com/office/drawing/2014/main" id="{EF271C35-603F-4386-B333-A7F4AD6B6A2A}"/>
              </a:ext>
            </a:extLst>
          </p:cNvPr>
          <p:cNvGraphicFramePr>
            <a:graphicFrameLocks/>
          </p:cNvGraphicFramePr>
          <p:nvPr/>
        </p:nvGraphicFramePr>
        <p:xfrm>
          <a:off x="4427984" y="1001148"/>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EBD07DF4-19E5-42EE-977D-1470FA2443BE}"/>
              </a:ext>
            </a:extLst>
          </p:cNvPr>
          <p:cNvGraphicFramePr>
            <a:graphicFrameLocks/>
          </p:cNvGraphicFramePr>
          <p:nvPr/>
        </p:nvGraphicFramePr>
        <p:xfrm>
          <a:off x="2286000" y="378214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720403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ángulo: esquinas redondeadas 24">
            <a:extLst>
              <a:ext uri="{FF2B5EF4-FFF2-40B4-BE49-F238E27FC236}">
                <a16:creationId xmlns:a16="http://schemas.microsoft.com/office/drawing/2014/main" id="{C642B565-9EA6-4864-8304-89AD51DFF76F}"/>
              </a:ext>
            </a:extLst>
          </p:cNvPr>
          <p:cNvSpPr/>
          <p:nvPr/>
        </p:nvSpPr>
        <p:spPr>
          <a:xfrm>
            <a:off x="724996" y="2507850"/>
            <a:ext cx="7677496" cy="1027569"/>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Rectángulo: esquinas redondeadas 23">
            <a:extLst>
              <a:ext uri="{FF2B5EF4-FFF2-40B4-BE49-F238E27FC236}">
                <a16:creationId xmlns:a16="http://schemas.microsoft.com/office/drawing/2014/main" id="{AEDC4EF1-B0E5-4794-9CAD-2ED8DC08ACEA}"/>
              </a:ext>
            </a:extLst>
          </p:cNvPr>
          <p:cNvSpPr/>
          <p:nvPr/>
        </p:nvSpPr>
        <p:spPr>
          <a:xfrm>
            <a:off x="733252" y="1425159"/>
            <a:ext cx="7677496" cy="1027569"/>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Rectángulo"/>
          <p:cNvSpPr/>
          <p:nvPr/>
        </p:nvSpPr>
        <p:spPr>
          <a:xfrm>
            <a:off x="733252" y="836712"/>
            <a:ext cx="4000528" cy="474909"/>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AR" sz="2400" b="1" dirty="0">
                <a:solidFill>
                  <a:schemeClr val="accent1">
                    <a:lumMod val="20000"/>
                    <a:lumOff val="80000"/>
                  </a:schemeClr>
                </a:solidFill>
                <a:latin typeface="Arial" panose="020B0604020202020204" pitchFamily="34" charset="0"/>
                <a:cs typeface="Arial" panose="020B0604020202020204" pitchFamily="34" charset="0"/>
              </a:rPr>
              <a:t>Censo Industrial de 1935</a:t>
            </a:r>
            <a:endParaRPr lang="es-ES" sz="2400" b="1" dirty="0">
              <a:solidFill>
                <a:schemeClr val="accent1">
                  <a:lumMod val="20000"/>
                  <a:lumOff val="80000"/>
                </a:schemeClr>
              </a:solidFill>
              <a:latin typeface="Arial" panose="020B0604020202020204" pitchFamily="34" charset="0"/>
              <a:cs typeface="Arial" panose="020B0604020202020204" pitchFamily="34" charset="0"/>
            </a:endParaRPr>
          </a:p>
        </p:txBody>
      </p:sp>
      <p:sp>
        <p:nvSpPr>
          <p:cNvPr id="9" name="Rectángulo 8">
            <a:extLst>
              <a:ext uri="{FF2B5EF4-FFF2-40B4-BE49-F238E27FC236}">
                <a16:creationId xmlns:a16="http://schemas.microsoft.com/office/drawing/2014/main" id="{FA0A3366-ED5F-47C0-BDD5-3A34FD5AD0A6}"/>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sp>
        <p:nvSpPr>
          <p:cNvPr id="4" name="Elipse 3">
            <a:extLst>
              <a:ext uri="{FF2B5EF4-FFF2-40B4-BE49-F238E27FC236}">
                <a16:creationId xmlns:a16="http://schemas.microsoft.com/office/drawing/2014/main" id="{E46D678A-0503-42BE-A64B-95953E2FFFDD}"/>
              </a:ext>
            </a:extLst>
          </p:cNvPr>
          <p:cNvSpPr/>
          <p:nvPr/>
        </p:nvSpPr>
        <p:spPr>
          <a:xfrm>
            <a:off x="733252" y="1481431"/>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latin typeface="Arial" panose="020B0604020202020204" pitchFamily="34" charset="0"/>
                <a:cs typeface="Arial" panose="020B0604020202020204" pitchFamily="34" charset="0"/>
              </a:rPr>
              <a:t>78%</a:t>
            </a:r>
          </a:p>
        </p:txBody>
      </p:sp>
      <p:sp>
        <p:nvSpPr>
          <p:cNvPr id="5" name="Rectángulo 4">
            <a:extLst>
              <a:ext uri="{FF2B5EF4-FFF2-40B4-BE49-F238E27FC236}">
                <a16:creationId xmlns:a16="http://schemas.microsoft.com/office/drawing/2014/main" id="{852F9746-C949-4A36-9758-C29CC63CC171}"/>
              </a:ext>
            </a:extLst>
          </p:cNvPr>
          <p:cNvSpPr/>
          <p:nvPr/>
        </p:nvSpPr>
        <p:spPr>
          <a:xfrm>
            <a:off x="2592270" y="1800882"/>
            <a:ext cx="1641796" cy="584775"/>
          </a:xfrm>
          <a:prstGeom prst="rect">
            <a:avLst/>
          </a:prstGeom>
        </p:spPr>
        <p:txBody>
          <a:bodyPr wrap="none">
            <a:spAutoFit/>
          </a:bodyPr>
          <a:lstStyle/>
          <a:p>
            <a:r>
              <a:rPr lang="es-AR" sz="1600" b="1" dirty="0">
                <a:solidFill>
                  <a:schemeClr val="accent5">
                    <a:lumMod val="50000"/>
                  </a:schemeClr>
                </a:solidFill>
                <a:latin typeface="Arial" panose="020B0604020202020204" pitchFamily="34" charset="0"/>
                <a:cs typeface="Arial" panose="020B0604020202020204" pitchFamily="34" charset="0"/>
              </a:rPr>
              <a:t>PRODUCCIÓN </a:t>
            </a:r>
          </a:p>
          <a:p>
            <a:r>
              <a:rPr lang="es-AR" sz="1600" b="1" dirty="0">
                <a:solidFill>
                  <a:schemeClr val="accent5">
                    <a:lumMod val="50000"/>
                  </a:schemeClr>
                </a:solidFill>
                <a:latin typeface="Arial" panose="020B0604020202020204" pitchFamily="34" charset="0"/>
                <a:cs typeface="Arial" panose="020B0604020202020204" pitchFamily="34" charset="0"/>
              </a:rPr>
              <a:t>INDUSTRIAL</a:t>
            </a:r>
            <a:endParaRPr lang="es-AR" sz="1600" b="1" dirty="0"/>
          </a:p>
        </p:txBody>
      </p:sp>
      <p:pic>
        <p:nvPicPr>
          <p:cNvPr id="15" name="Gráfico 14" descr="Fábrica">
            <a:extLst>
              <a:ext uri="{FF2B5EF4-FFF2-40B4-BE49-F238E27FC236}">
                <a16:creationId xmlns:a16="http://schemas.microsoft.com/office/drawing/2014/main" id="{CB6782C9-31DE-43CF-9DF5-1B93D31573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28814" y="1499027"/>
            <a:ext cx="914400" cy="914400"/>
          </a:xfrm>
          <a:prstGeom prst="rect">
            <a:avLst/>
          </a:prstGeom>
        </p:spPr>
      </p:pic>
      <p:sp>
        <p:nvSpPr>
          <p:cNvPr id="16" name="Rectángulo 15">
            <a:extLst>
              <a:ext uri="{FF2B5EF4-FFF2-40B4-BE49-F238E27FC236}">
                <a16:creationId xmlns:a16="http://schemas.microsoft.com/office/drawing/2014/main" id="{D6B5F9EC-D4D1-4FDE-A096-26950ED3E84D}"/>
              </a:ext>
            </a:extLst>
          </p:cNvPr>
          <p:cNvSpPr/>
          <p:nvPr/>
        </p:nvSpPr>
        <p:spPr>
          <a:xfrm>
            <a:off x="5573866" y="1786284"/>
            <a:ext cx="2454518" cy="646331"/>
          </a:xfrm>
          <a:prstGeom prst="rect">
            <a:avLst/>
          </a:prstGeom>
        </p:spPr>
        <p:txBody>
          <a:bodyPr wrap="none">
            <a:spAutoFit/>
          </a:bodyPr>
          <a:lstStyle/>
          <a:p>
            <a:r>
              <a:rPr lang="es-AR" b="1" dirty="0">
                <a:solidFill>
                  <a:schemeClr val="accent5">
                    <a:lumMod val="50000"/>
                  </a:schemeClr>
                </a:solidFill>
                <a:latin typeface="Arial" panose="020B0604020202020204" pitchFamily="34" charset="0"/>
                <a:cs typeface="Arial" panose="020B0604020202020204" pitchFamily="34" charset="0"/>
              </a:rPr>
              <a:t>Firmas establecidas </a:t>
            </a:r>
          </a:p>
          <a:p>
            <a:r>
              <a:rPr lang="es-AR" b="1" i="1" dirty="0">
                <a:solidFill>
                  <a:schemeClr val="accent5">
                    <a:lumMod val="50000"/>
                  </a:schemeClr>
                </a:solidFill>
                <a:latin typeface="Arial" panose="020B0604020202020204" pitchFamily="34" charset="0"/>
                <a:cs typeface="Arial" panose="020B0604020202020204" pitchFamily="34" charset="0"/>
              </a:rPr>
              <a:t>antes</a:t>
            </a:r>
            <a:r>
              <a:rPr lang="es-AR" b="1" dirty="0">
                <a:solidFill>
                  <a:schemeClr val="accent5">
                    <a:lumMod val="50000"/>
                  </a:schemeClr>
                </a:solidFill>
                <a:latin typeface="Arial" panose="020B0604020202020204" pitchFamily="34" charset="0"/>
                <a:cs typeface="Arial" panose="020B0604020202020204" pitchFamily="34" charset="0"/>
              </a:rPr>
              <a:t> de 1930</a:t>
            </a:r>
            <a:endParaRPr lang="es-AR" dirty="0"/>
          </a:p>
        </p:txBody>
      </p:sp>
      <p:pic>
        <p:nvPicPr>
          <p:cNvPr id="18" name="Gráfico 17" descr="Contrato">
            <a:extLst>
              <a:ext uri="{FF2B5EF4-FFF2-40B4-BE49-F238E27FC236}">
                <a16:creationId xmlns:a16="http://schemas.microsoft.com/office/drawing/2014/main" id="{9E6D4CF9-5AF8-4FC3-9DD8-A91015080C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460" y="1499027"/>
            <a:ext cx="914400" cy="914400"/>
          </a:xfrm>
          <a:prstGeom prst="rect">
            <a:avLst/>
          </a:prstGeom>
        </p:spPr>
      </p:pic>
      <p:sp>
        <p:nvSpPr>
          <p:cNvPr id="19" name="Elipse 18">
            <a:extLst>
              <a:ext uri="{FF2B5EF4-FFF2-40B4-BE49-F238E27FC236}">
                <a16:creationId xmlns:a16="http://schemas.microsoft.com/office/drawing/2014/main" id="{E7CEE727-FC2C-4667-811B-7C17356165FE}"/>
              </a:ext>
            </a:extLst>
          </p:cNvPr>
          <p:cNvSpPr/>
          <p:nvPr/>
        </p:nvSpPr>
        <p:spPr>
          <a:xfrm>
            <a:off x="733252" y="2549344"/>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latin typeface="Arial" panose="020B0604020202020204" pitchFamily="34" charset="0"/>
                <a:cs typeface="Arial" panose="020B0604020202020204" pitchFamily="34" charset="0"/>
              </a:rPr>
              <a:t>66%</a:t>
            </a:r>
          </a:p>
        </p:txBody>
      </p:sp>
      <p:sp>
        <p:nvSpPr>
          <p:cNvPr id="20" name="Rectángulo 19">
            <a:extLst>
              <a:ext uri="{FF2B5EF4-FFF2-40B4-BE49-F238E27FC236}">
                <a16:creationId xmlns:a16="http://schemas.microsoft.com/office/drawing/2014/main" id="{130D114B-17F7-40E4-83D8-D26679B84416}"/>
              </a:ext>
            </a:extLst>
          </p:cNvPr>
          <p:cNvSpPr/>
          <p:nvPr/>
        </p:nvSpPr>
        <p:spPr>
          <a:xfrm>
            <a:off x="2592270" y="2868795"/>
            <a:ext cx="2316916" cy="584775"/>
          </a:xfrm>
          <a:prstGeom prst="rect">
            <a:avLst/>
          </a:prstGeom>
        </p:spPr>
        <p:txBody>
          <a:bodyPr wrap="none">
            <a:spAutoFit/>
          </a:bodyPr>
          <a:lstStyle/>
          <a:p>
            <a:r>
              <a:rPr lang="es-AR" sz="1600" b="1" dirty="0">
                <a:solidFill>
                  <a:schemeClr val="accent5">
                    <a:lumMod val="50000"/>
                  </a:schemeClr>
                </a:solidFill>
                <a:latin typeface="Arial" panose="020B0604020202020204" pitchFamily="34" charset="0"/>
                <a:cs typeface="Arial" panose="020B0604020202020204" pitchFamily="34" charset="0"/>
              </a:rPr>
              <a:t>ESTABLECIMIENTOS </a:t>
            </a:r>
          </a:p>
          <a:p>
            <a:r>
              <a:rPr lang="es-AR" sz="1600" b="1" dirty="0">
                <a:solidFill>
                  <a:schemeClr val="accent5">
                    <a:lumMod val="50000"/>
                  </a:schemeClr>
                </a:solidFill>
                <a:latin typeface="Arial" panose="020B0604020202020204" pitchFamily="34" charset="0"/>
                <a:cs typeface="Arial" panose="020B0604020202020204" pitchFamily="34" charset="0"/>
              </a:rPr>
              <a:t>INDUSTRIALES</a:t>
            </a:r>
            <a:endParaRPr lang="es-AR" sz="1600" b="1" dirty="0"/>
          </a:p>
        </p:txBody>
      </p:sp>
      <p:pic>
        <p:nvPicPr>
          <p:cNvPr id="21" name="Gráfico 20" descr="Fábrica">
            <a:extLst>
              <a:ext uri="{FF2B5EF4-FFF2-40B4-BE49-F238E27FC236}">
                <a16:creationId xmlns:a16="http://schemas.microsoft.com/office/drawing/2014/main" id="{CC73D6BD-DB40-4837-A730-9E6E9B6EAAC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28814" y="2566940"/>
            <a:ext cx="914400" cy="914400"/>
          </a:xfrm>
          <a:prstGeom prst="rect">
            <a:avLst/>
          </a:prstGeom>
        </p:spPr>
      </p:pic>
      <p:sp>
        <p:nvSpPr>
          <p:cNvPr id="22" name="Rectángulo 21">
            <a:extLst>
              <a:ext uri="{FF2B5EF4-FFF2-40B4-BE49-F238E27FC236}">
                <a16:creationId xmlns:a16="http://schemas.microsoft.com/office/drawing/2014/main" id="{E154C6CD-FEE6-4B26-AE18-17FD8E4477ED}"/>
              </a:ext>
            </a:extLst>
          </p:cNvPr>
          <p:cNvSpPr/>
          <p:nvPr/>
        </p:nvSpPr>
        <p:spPr>
          <a:xfrm>
            <a:off x="5573866" y="2854197"/>
            <a:ext cx="1697901" cy="646331"/>
          </a:xfrm>
          <a:prstGeom prst="rect">
            <a:avLst/>
          </a:prstGeom>
        </p:spPr>
        <p:txBody>
          <a:bodyPr wrap="none">
            <a:spAutoFit/>
          </a:bodyPr>
          <a:lstStyle/>
          <a:p>
            <a:r>
              <a:rPr lang="es-AR" b="1" dirty="0">
                <a:solidFill>
                  <a:schemeClr val="accent5">
                    <a:lumMod val="50000"/>
                  </a:schemeClr>
                </a:solidFill>
                <a:latin typeface="Arial" panose="020B0604020202020204" pitchFamily="34" charset="0"/>
                <a:cs typeface="Arial" panose="020B0604020202020204" pitchFamily="34" charset="0"/>
              </a:rPr>
              <a:t>Fundados</a:t>
            </a:r>
          </a:p>
          <a:p>
            <a:r>
              <a:rPr lang="es-AR" b="1" i="1" dirty="0">
                <a:solidFill>
                  <a:schemeClr val="accent5">
                    <a:lumMod val="50000"/>
                  </a:schemeClr>
                </a:solidFill>
                <a:latin typeface="Arial" panose="020B0604020202020204" pitchFamily="34" charset="0"/>
                <a:cs typeface="Arial" panose="020B0604020202020204" pitchFamily="34" charset="0"/>
              </a:rPr>
              <a:t>antes</a:t>
            </a:r>
            <a:r>
              <a:rPr lang="es-AR" b="1" dirty="0">
                <a:solidFill>
                  <a:schemeClr val="accent5">
                    <a:lumMod val="50000"/>
                  </a:schemeClr>
                </a:solidFill>
                <a:latin typeface="Arial" panose="020B0604020202020204" pitchFamily="34" charset="0"/>
                <a:cs typeface="Arial" panose="020B0604020202020204" pitchFamily="34" charset="0"/>
              </a:rPr>
              <a:t> de 1930</a:t>
            </a:r>
            <a:endParaRPr lang="es-AR" dirty="0"/>
          </a:p>
        </p:txBody>
      </p:sp>
      <p:pic>
        <p:nvPicPr>
          <p:cNvPr id="23" name="Gráfico 22" descr="Contrato">
            <a:extLst>
              <a:ext uri="{FF2B5EF4-FFF2-40B4-BE49-F238E27FC236}">
                <a16:creationId xmlns:a16="http://schemas.microsoft.com/office/drawing/2014/main" id="{6F680272-0ED1-42AA-9206-D9CC002247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460" y="2566940"/>
            <a:ext cx="914400" cy="914400"/>
          </a:xfrm>
          <a:prstGeom prst="rect">
            <a:avLst/>
          </a:prstGeom>
        </p:spPr>
      </p:pic>
      <p:sp>
        <p:nvSpPr>
          <p:cNvPr id="26" name="7 Rectángulo">
            <a:extLst>
              <a:ext uri="{FF2B5EF4-FFF2-40B4-BE49-F238E27FC236}">
                <a16:creationId xmlns:a16="http://schemas.microsoft.com/office/drawing/2014/main" id="{AEF850B0-88B7-482D-9E43-10BE92D04CD0}"/>
              </a:ext>
            </a:extLst>
          </p:cNvPr>
          <p:cNvSpPr/>
          <p:nvPr/>
        </p:nvSpPr>
        <p:spPr>
          <a:xfrm>
            <a:off x="733252" y="3937461"/>
            <a:ext cx="4000528" cy="474909"/>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AR" sz="2400" b="1" dirty="0">
                <a:solidFill>
                  <a:schemeClr val="accent1">
                    <a:lumMod val="20000"/>
                    <a:lumOff val="80000"/>
                  </a:schemeClr>
                </a:solidFill>
                <a:latin typeface="Arial" panose="020B0604020202020204" pitchFamily="34" charset="0"/>
                <a:cs typeface="Arial" panose="020B0604020202020204" pitchFamily="34" charset="0"/>
              </a:rPr>
              <a:t>Censo de 1946</a:t>
            </a:r>
            <a:endParaRPr lang="es-ES" sz="2400" b="1" dirty="0">
              <a:solidFill>
                <a:schemeClr val="accent1">
                  <a:lumMod val="20000"/>
                  <a:lumOff val="80000"/>
                </a:schemeClr>
              </a:solidFill>
              <a:latin typeface="Arial" panose="020B0604020202020204" pitchFamily="34" charset="0"/>
              <a:cs typeface="Arial" panose="020B0604020202020204" pitchFamily="34" charset="0"/>
            </a:endParaRPr>
          </a:p>
        </p:txBody>
      </p:sp>
      <p:sp>
        <p:nvSpPr>
          <p:cNvPr id="27" name="Rectángulo: esquinas redondeadas 26">
            <a:extLst>
              <a:ext uri="{FF2B5EF4-FFF2-40B4-BE49-F238E27FC236}">
                <a16:creationId xmlns:a16="http://schemas.microsoft.com/office/drawing/2014/main" id="{9F573022-7A2C-42CD-B61B-0A09B340AD71}"/>
              </a:ext>
            </a:extLst>
          </p:cNvPr>
          <p:cNvSpPr/>
          <p:nvPr/>
        </p:nvSpPr>
        <p:spPr>
          <a:xfrm>
            <a:off x="733252" y="4477292"/>
            <a:ext cx="7677496" cy="1027569"/>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8" name="Elipse 27">
            <a:extLst>
              <a:ext uri="{FF2B5EF4-FFF2-40B4-BE49-F238E27FC236}">
                <a16:creationId xmlns:a16="http://schemas.microsoft.com/office/drawing/2014/main" id="{22BAFB29-2C8D-4F0A-AF57-FCD42E422817}"/>
              </a:ext>
            </a:extLst>
          </p:cNvPr>
          <p:cNvSpPr/>
          <p:nvPr/>
        </p:nvSpPr>
        <p:spPr>
          <a:xfrm>
            <a:off x="733252" y="4533564"/>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latin typeface="Arial" panose="020B0604020202020204" pitchFamily="34" charset="0"/>
                <a:cs typeface="Arial" panose="020B0604020202020204" pitchFamily="34" charset="0"/>
              </a:rPr>
              <a:t>60%</a:t>
            </a:r>
          </a:p>
        </p:txBody>
      </p:sp>
      <p:sp>
        <p:nvSpPr>
          <p:cNvPr id="29" name="Rectángulo 28">
            <a:extLst>
              <a:ext uri="{FF2B5EF4-FFF2-40B4-BE49-F238E27FC236}">
                <a16:creationId xmlns:a16="http://schemas.microsoft.com/office/drawing/2014/main" id="{44D03A0A-9F54-44F9-BD3D-3B1BA4029A79}"/>
              </a:ext>
            </a:extLst>
          </p:cNvPr>
          <p:cNvSpPr/>
          <p:nvPr/>
        </p:nvSpPr>
        <p:spPr>
          <a:xfrm>
            <a:off x="2592270" y="4853015"/>
            <a:ext cx="1641796" cy="584775"/>
          </a:xfrm>
          <a:prstGeom prst="rect">
            <a:avLst/>
          </a:prstGeom>
        </p:spPr>
        <p:txBody>
          <a:bodyPr wrap="none">
            <a:spAutoFit/>
          </a:bodyPr>
          <a:lstStyle/>
          <a:p>
            <a:r>
              <a:rPr lang="es-AR" sz="1600" b="1" dirty="0">
                <a:solidFill>
                  <a:schemeClr val="accent5">
                    <a:lumMod val="50000"/>
                  </a:schemeClr>
                </a:solidFill>
                <a:latin typeface="Arial" panose="020B0604020202020204" pitchFamily="34" charset="0"/>
                <a:cs typeface="Arial" panose="020B0604020202020204" pitchFamily="34" charset="0"/>
              </a:rPr>
              <a:t>PRODUCCIÓN </a:t>
            </a:r>
          </a:p>
          <a:p>
            <a:r>
              <a:rPr lang="es-AR" sz="1600" b="1" dirty="0">
                <a:solidFill>
                  <a:schemeClr val="accent5">
                    <a:lumMod val="50000"/>
                  </a:schemeClr>
                </a:solidFill>
                <a:latin typeface="Arial" panose="020B0604020202020204" pitchFamily="34" charset="0"/>
                <a:cs typeface="Arial" panose="020B0604020202020204" pitchFamily="34" charset="0"/>
              </a:rPr>
              <a:t>INDUSTRIAL</a:t>
            </a:r>
            <a:endParaRPr lang="es-AR" sz="1600" b="1" dirty="0"/>
          </a:p>
        </p:txBody>
      </p:sp>
      <p:pic>
        <p:nvPicPr>
          <p:cNvPr id="30" name="Gráfico 29" descr="Fábrica">
            <a:extLst>
              <a:ext uri="{FF2B5EF4-FFF2-40B4-BE49-F238E27FC236}">
                <a16:creationId xmlns:a16="http://schemas.microsoft.com/office/drawing/2014/main" id="{71F14352-7F3D-42F3-BA81-5B31AD702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28814" y="4551160"/>
            <a:ext cx="914400" cy="914400"/>
          </a:xfrm>
          <a:prstGeom prst="rect">
            <a:avLst/>
          </a:prstGeom>
        </p:spPr>
      </p:pic>
      <p:sp>
        <p:nvSpPr>
          <p:cNvPr id="31" name="Rectángulo 30">
            <a:extLst>
              <a:ext uri="{FF2B5EF4-FFF2-40B4-BE49-F238E27FC236}">
                <a16:creationId xmlns:a16="http://schemas.microsoft.com/office/drawing/2014/main" id="{EBCD741E-6C81-4EAB-BE59-CDD00FA57B33}"/>
              </a:ext>
            </a:extLst>
          </p:cNvPr>
          <p:cNvSpPr/>
          <p:nvPr/>
        </p:nvSpPr>
        <p:spPr>
          <a:xfrm>
            <a:off x="5573866" y="4838417"/>
            <a:ext cx="2454518" cy="646331"/>
          </a:xfrm>
          <a:prstGeom prst="rect">
            <a:avLst/>
          </a:prstGeom>
        </p:spPr>
        <p:txBody>
          <a:bodyPr wrap="none">
            <a:spAutoFit/>
          </a:bodyPr>
          <a:lstStyle/>
          <a:p>
            <a:r>
              <a:rPr lang="es-AR" b="1" dirty="0">
                <a:solidFill>
                  <a:schemeClr val="accent5">
                    <a:lumMod val="50000"/>
                  </a:schemeClr>
                </a:solidFill>
                <a:latin typeface="Arial" panose="020B0604020202020204" pitchFamily="34" charset="0"/>
                <a:cs typeface="Arial" panose="020B0604020202020204" pitchFamily="34" charset="0"/>
              </a:rPr>
              <a:t>Firmas establecidas </a:t>
            </a:r>
          </a:p>
          <a:p>
            <a:r>
              <a:rPr lang="es-AR" b="1" i="1" dirty="0">
                <a:solidFill>
                  <a:schemeClr val="accent5">
                    <a:lumMod val="50000"/>
                  </a:schemeClr>
                </a:solidFill>
                <a:latin typeface="Arial" panose="020B0604020202020204" pitchFamily="34" charset="0"/>
                <a:cs typeface="Arial" panose="020B0604020202020204" pitchFamily="34" charset="0"/>
              </a:rPr>
              <a:t>antes</a:t>
            </a:r>
            <a:r>
              <a:rPr lang="es-AR" b="1" dirty="0">
                <a:solidFill>
                  <a:schemeClr val="accent5">
                    <a:lumMod val="50000"/>
                  </a:schemeClr>
                </a:solidFill>
                <a:latin typeface="Arial" panose="020B0604020202020204" pitchFamily="34" charset="0"/>
                <a:cs typeface="Arial" panose="020B0604020202020204" pitchFamily="34" charset="0"/>
              </a:rPr>
              <a:t> de 1930</a:t>
            </a:r>
            <a:endParaRPr lang="es-AR" dirty="0"/>
          </a:p>
        </p:txBody>
      </p:sp>
      <p:pic>
        <p:nvPicPr>
          <p:cNvPr id="32" name="Gráfico 31" descr="Contrato">
            <a:extLst>
              <a:ext uri="{FF2B5EF4-FFF2-40B4-BE49-F238E27FC236}">
                <a16:creationId xmlns:a16="http://schemas.microsoft.com/office/drawing/2014/main" id="{112F87E9-1651-42C3-86C9-CA198610F3C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460" y="4551160"/>
            <a:ext cx="914400" cy="914400"/>
          </a:xfrm>
          <a:prstGeom prst="rect">
            <a:avLst/>
          </a:prstGeom>
        </p:spPr>
      </p:pic>
      <p:sp>
        <p:nvSpPr>
          <p:cNvPr id="33" name="Rectángulo: esquinas redondeadas 32">
            <a:extLst>
              <a:ext uri="{FF2B5EF4-FFF2-40B4-BE49-F238E27FC236}">
                <a16:creationId xmlns:a16="http://schemas.microsoft.com/office/drawing/2014/main" id="{595107CA-6119-4F44-AA5C-9EDF3DB82E11}"/>
              </a:ext>
            </a:extLst>
          </p:cNvPr>
          <p:cNvSpPr/>
          <p:nvPr/>
        </p:nvSpPr>
        <p:spPr>
          <a:xfrm>
            <a:off x="733252" y="5569783"/>
            <a:ext cx="7677496" cy="1027569"/>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4" name="Elipse 33">
            <a:extLst>
              <a:ext uri="{FF2B5EF4-FFF2-40B4-BE49-F238E27FC236}">
                <a16:creationId xmlns:a16="http://schemas.microsoft.com/office/drawing/2014/main" id="{13C67CFD-707E-4742-8017-9EC0EAA1BFD4}"/>
              </a:ext>
            </a:extLst>
          </p:cNvPr>
          <p:cNvSpPr/>
          <p:nvPr/>
        </p:nvSpPr>
        <p:spPr>
          <a:xfrm>
            <a:off x="733252" y="5626055"/>
            <a:ext cx="1095562"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20000"/>
                    <a:lumOff val="80000"/>
                  </a:schemeClr>
                </a:solidFill>
                <a:latin typeface="Arial" panose="020B0604020202020204" pitchFamily="34" charset="0"/>
                <a:cs typeface="Arial" panose="020B0604020202020204" pitchFamily="34" charset="0"/>
              </a:rPr>
              <a:t>9.943</a:t>
            </a:r>
          </a:p>
        </p:txBody>
      </p:sp>
      <p:sp>
        <p:nvSpPr>
          <p:cNvPr id="35" name="Rectángulo 34">
            <a:extLst>
              <a:ext uri="{FF2B5EF4-FFF2-40B4-BE49-F238E27FC236}">
                <a16:creationId xmlns:a16="http://schemas.microsoft.com/office/drawing/2014/main" id="{24320ECC-8C10-42FA-8901-C17D4D7C6484}"/>
              </a:ext>
            </a:extLst>
          </p:cNvPr>
          <p:cNvSpPr/>
          <p:nvPr/>
        </p:nvSpPr>
        <p:spPr>
          <a:xfrm>
            <a:off x="2527144" y="5945506"/>
            <a:ext cx="2054152" cy="584775"/>
          </a:xfrm>
          <a:prstGeom prst="rect">
            <a:avLst/>
          </a:prstGeom>
        </p:spPr>
        <p:txBody>
          <a:bodyPr wrap="none">
            <a:spAutoFit/>
          </a:bodyPr>
          <a:lstStyle/>
          <a:p>
            <a:r>
              <a:rPr lang="es-AR" sz="1600" b="1" dirty="0">
                <a:solidFill>
                  <a:schemeClr val="accent5">
                    <a:lumMod val="50000"/>
                  </a:schemeClr>
                </a:solidFill>
                <a:latin typeface="Arial" panose="020B0604020202020204" pitchFamily="34" charset="0"/>
                <a:cs typeface="Arial" panose="020B0604020202020204" pitchFamily="34" charset="0"/>
              </a:rPr>
              <a:t>EMPRESAS DE LA </a:t>
            </a:r>
          </a:p>
          <a:p>
            <a:r>
              <a:rPr lang="es-AR" sz="1600" b="1" dirty="0">
                <a:solidFill>
                  <a:schemeClr val="accent5">
                    <a:lumMod val="50000"/>
                  </a:schemeClr>
                </a:solidFill>
                <a:latin typeface="Arial" panose="020B0604020202020204" pitchFamily="34" charset="0"/>
                <a:cs typeface="Arial" panose="020B0604020202020204" pitchFamily="34" charset="0"/>
              </a:rPr>
              <a:t>“CEPA” 1926/30</a:t>
            </a:r>
            <a:endParaRPr lang="es-AR" sz="1600" b="1" dirty="0"/>
          </a:p>
        </p:txBody>
      </p:sp>
      <p:pic>
        <p:nvPicPr>
          <p:cNvPr id="36" name="Gráfico 35" descr="Fábrica">
            <a:extLst>
              <a:ext uri="{FF2B5EF4-FFF2-40B4-BE49-F238E27FC236}">
                <a16:creationId xmlns:a16="http://schemas.microsoft.com/office/drawing/2014/main" id="{06B397C4-AA90-4D4C-A2AC-F12F91AF0D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63688" y="5643651"/>
            <a:ext cx="914400" cy="914400"/>
          </a:xfrm>
          <a:prstGeom prst="rect">
            <a:avLst/>
          </a:prstGeom>
        </p:spPr>
      </p:pic>
      <p:sp>
        <p:nvSpPr>
          <p:cNvPr id="41" name="Elipse 40">
            <a:extLst>
              <a:ext uri="{FF2B5EF4-FFF2-40B4-BE49-F238E27FC236}">
                <a16:creationId xmlns:a16="http://schemas.microsoft.com/office/drawing/2014/main" id="{325D9799-A5F5-4BF9-9A39-E35EE9336871}"/>
              </a:ext>
            </a:extLst>
          </p:cNvPr>
          <p:cNvSpPr/>
          <p:nvPr/>
        </p:nvSpPr>
        <p:spPr>
          <a:xfrm>
            <a:off x="4700574" y="5621799"/>
            <a:ext cx="1095562"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20000"/>
                    <a:lumOff val="80000"/>
                  </a:schemeClr>
                </a:solidFill>
                <a:latin typeface="Arial" panose="020B0604020202020204" pitchFamily="34" charset="0"/>
                <a:cs typeface="Arial" panose="020B0604020202020204" pitchFamily="34" charset="0"/>
              </a:rPr>
              <a:t>9.962</a:t>
            </a:r>
          </a:p>
        </p:txBody>
      </p:sp>
      <p:sp>
        <p:nvSpPr>
          <p:cNvPr id="42" name="Rectángulo 41">
            <a:extLst>
              <a:ext uri="{FF2B5EF4-FFF2-40B4-BE49-F238E27FC236}">
                <a16:creationId xmlns:a16="http://schemas.microsoft.com/office/drawing/2014/main" id="{7BA5817B-888E-44C8-9365-5799DC30C38F}"/>
              </a:ext>
            </a:extLst>
          </p:cNvPr>
          <p:cNvSpPr/>
          <p:nvPr/>
        </p:nvSpPr>
        <p:spPr>
          <a:xfrm>
            <a:off x="6477305" y="5941250"/>
            <a:ext cx="2054152" cy="584775"/>
          </a:xfrm>
          <a:prstGeom prst="rect">
            <a:avLst/>
          </a:prstGeom>
        </p:spPr>
        <p:txBody>
          <a:bodyPr wrap="none">
            <a:spAutoFit/>
          </a:bodyPr>
          <a:lstStyle/>
          <a:p>
            <a:r>
              <a:rPr lang="es-AR" sz="1600" b="1" dirty="0">
                <a:solidFill>
                  <a:schemeClr val="accent5">
                    <a:lumMod val="50000"/>
                  </a:schemeClr>
                </a:solidFill>
                <a:latin typeface="Arial" panose="020B0604020202020204" pitchFamily="34" charset="0"/>
                <a:cs typeface="Arial" panose="020B0604020202020204" pitchFamily="34" charset="0"/>
              </a:rPr>
              <a:t>EMPRESAS DE LA </a:t>
            </a:r>
          </a:p>
          <a:p>
            <a:r>
              <a:rPr lang="es-AR" sz="1600" b="1" dirty="0">
                <a:solidFill>
                  <a:schemeClr val="accent5">
                    <a:lumMod val="50000"/>
                  </a:schemeClr>
                </a:solidFill>
                <a:latin typeface="Arial" panose="020B0604020202020204" pitchFamily="34" charset="0"/>
                <a:cs typeface="Arial" panose="020B0604020202020204" pitchFamily="34" charset="0"/>
              </a:rPr>
              <a:t>“CEPA” 1931/35</a:t>
            </a:r>
            <a:endParaRPr lang="es-AR" sz="1600" b="1" dirty="0"/>
          </a:p>
        </p:txBody>
      </p:sp>
      <p:pic>
        <p:nvPicPr>
          <p:cNvPr id="43" name="Gráfico 42" descr="Fábrica">
            <a:extLst>
              <a:ext uri="{FF2B5EF4-FFF2-40B4-BE49-F238E27FC236}">
                <a16:creationId xmlns:a16="http://schemas.microsoft.com/office/drawing/2014/main" id="{D513366B-03E5-41A9-BC0E-90D599D54B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3849" y="5639395"/>
            <a:ext cx="914400" cy="914400"/>
          </a:xfrm>
          <a:prstGeom prst="rect">
            <a:avLst/>
          </a:prstGeom>
        </p:spPr>
      </p:pic>
      <p:sp>
        <p:nvSpPr>
          <p:cNvPr id="37" name="Estrella: 5 puntas 36">
            <a:extLst>
              <a:ext uri="{FF2B5EF4-FFF2-40B4-BE49-F238E27FC236}">
                <a16:creationId xmlns:a16="http://schemas.microsoft.com/office/drawing/2014/main" id="{B7ACDE77-45BF-4D13-A0D3-B93A3C26F152}"/>
              </a:ext>
            </a:extLst>
          </p:cNvPr>
          <p:cNvSpPr/>
          <p:nvPr/>
        </p:nvSpPr>
        <p:spPr>
          <a:xfrm>
            <a:off x="7812360" y="282352"/>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19842" y="6264695"/>
            <a:ext cx="9124139" cy="620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50000"/>
                  </a:schemeClr>
                </a:solidFill>
                <a:latin typeface="Arial" panose="020B0604020202020204" pitchFamily="34" charset="0"/>
                <a:cs typeface="Arial" panose="020B0604020202020204" pitchFamily="34" charset="0"/>
              </a:rPr>
              <a:t>Di Tella y </a:t>
            </a:r>
            <a:r>
              <a:rPr lang="es-AR" sz="1600" b="1" dirty="0" err="1">
                <a:solidFill>
                  <a:schemeClr val="accent5">
                    <a:lumMod val="50000"/>
                  </a:schemeClr>
                </a:solidFill>
                <a:latin typeface="Arial" panose="020B0604020202020204" pitchFamily="34" charset="0"/>
                <a:cs typeface="Arial" panose="020B0604020202020204" pitchFamily="34" charset="0"/>
              </a:rPr>
              <a:t>Zymelman</a:t>
            </a:r>
            <a:r>
              <a:rPr lang="es-AR" sz="1600" b="1" dirty="0">
                <a:solidFill>
                  <a:schemeClr val="accent5">
                    <a:lumMod val="50000"/>
                  </a:schemeClr>
                </a:solidFill>
                <a:latin typeface="Arial" panose="020B0604020202020204" pitchFamily="34" charset="0"/>
                <a:cs typeface="Arial" panose="020B0604020202020204" pitchFamily="34" charset="0"/>
              </a:rPr>
              <a:t>: ‘‘ Estas cifras contradicen la creencia generalizada de que la industria comenzó a desarrollarse durante o después de la Segunda Guerra Mundial ’’</a:t>
            </a:r>
          </a:p>
        </p:txBody>
      </p:sp>
      <p:pic>
        <p:nvPicPr>
          <p:cNvPr id="11" name="Gráfico 10" descr="Cheque bancario">
            <a:extLst>
              <a:ext uri="{FF2B5EF4-FFF2-40B4-BE49-F238E27FC236}">
                <a16:creationId xmlns:a16="http://schemas.microsoft.com/office/drawing/2014/main" id="{87AF2447-1E22-4B9E-8F3B-3B703F3C98C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186" y="836712"/>
            <a:ext cx="1368152" cy="1368152"/>
          </a:xfrm>
          <a:prstGeom prst="rect">
            <a:avLst/>
          </a:prstGeom>
        </p:spPr>
      </p:pic>
      <p:sp>
        <p:nvSpPr>
          <p:cNvPr id="12" name="Rectángulo 11">
            <a:extLst>
              <a:ext uri="{FF2B5EF4-FFF2-40B4-BE49-F238E27FC236}">
                <a16:creationId xmlns:a16="http://schemas.microsoft.com/office/drawing/2014/main" id="{060C7472-40CD-427A-B7B7-5D19BA1E02CB}"/>
              </a:ext>
            </a:extLst>
          </p:cNvPr>
          <p:cNvSpPr/>
          <p:nvPr/>
        </p:nvSpPr>
        <p:spPr>
          <a:xfrm>
            <a:off x="1710972" y="1031117"/>
            <a:ext cx="1394934" cy="1015663"/>
          </a:xfrm>
          <a:prstGeom prst="rect">
            <a:avLst/>
          </a:prstGeom>
          <a:ln>
            <a:noFill/>
          </a:ln>
        </p:spPr>
        <p:txBody>
          <a:bodyPr wrap="none">
            <a:spAutoFit/>
          </a:bodyPr>
          <a:lstStyle/>
          <a:p>
            <a:r>
              <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rPr>
              <a:t>Inversión </a:t>
            </a:r>
          </a:p>
          <a:p>
            <a:r>
              <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rPr>
              <a:t>Bruta </a:t>
            </a:r>
          </a:p>
          <a:p>
            <a:r>
              <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rPr>
              <a:t>Fija</a:t>
            </a:r>
            <a:endParaRPr lang="es-AR" sz="2000" dirty="0">
              <a:solidFill>
                <a:schemeClr val="accent5">
                  <a:lumMod val="50000"/>
                </a:schemeClr>
              </a:solidFill>
              <a:latin typeface="Arial" panose="020B0604020202020204" pitchFamily="34" charset="0"/>
              <a:cs typeface="Arial" panose="020B0604020202020204" pitchFamily="34" charset="0"/>
            </a:endParaRPr>
          </a:p>
        </p:txBody>
      </p:sp>
      <p:cxnSp>
        <p:nvCxnSpPr>
          <p:cNvPr id="14" name="Conector recto 13">
            <a:extLst>
              <a:ext uri="{FF2B5EF4-FFF2-40B4-BE49-F238E27FC236}">
                <a16:creationId xmlns:a16="http://schemas.microsoft.com/office/drawing/2014/main" id="{C6FDCAF8-AD8C-43EA-8D2A-E47FDB789CB2}"/>
              </a:ext>
            </a:extLst>
          </p:cNvPr>
          <p:cNvCxnSpPr>
            <a:cxnSpLocks/>
          </p:cNvCxnSpPr>
          <p:nvPr/>
        </p:nvCxnSpPr>
        <p:spPr>
          <a:xfrm>
            <a:off x="3131840" y="1531294"/>
            <a:ext cx="5532967"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8F1A1D7E-C435-43EA-A652-774C388810A9}"/>
              </a:ext>
            </a:extLst>
          </p:cNvPr>
          <p:cNvCxnSpPr/>
          <p:nvPr/>
        </p:nvCxnSpPr>
        <p:spPr>
          <a:xfrm>
            <a:off x="3131840" y="1315270"/>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6C775B9B-C742-40C5-850F-D22812971F97}"/>
              </a:ext>
            </a:extLst>
          </p:cNvPr>
          <p:cNvCxnSpPr/>
          <p:nvPr/>
        </p:nvCxnSpPr>
        <p:spPr>
          <a:xfrm>
            <a:off x="3856787" y="1315270"/>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D1A2788A-D9A3-43D0-8DF8-99C7904940C0}"/>
              </a:ext>
            </a:extLst>
          </p:cNvPr>
          <p:cNvSpPr txBox="1"/>
          <p:nvPr/>
        </p:nvSpPr>
        <p:spPr>
          <a:xfrm>
            <a:off x="3505948" y="1787074"/>
            <a:ext cx="697627" cy="369332"/>
          </a:xfrm>
          <a:prstGeom prst="rect">
            <a:avLst/>
          </a:prstGeom>
          <a:noFill/>
          <a:ln>
            <a:noFill/>
          </a:ln>
        </p:spPr>
        <p:txBody>
          <a:bodyPr wrap="non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1913</a:t>
            </a:r>
          </a:p>
        </p:txBody>
      </p:sp>
      <p:cxnSp>
        <p:nvCxnSpPr>
          <p:cNvPr id="18" name="Conector recto 17">
            <a:extLst>
              <a:ext uri="{FF2B5EF4-FFF2-40B4-BE49-F238E27FC236}">
                <a16:creationId xmlns:a16="http://schemas.microsoft.com/office/drawing/2014/main" id="{AC4D49C3-7433-4C16-9D31-29247F87CBBE}"/>
              </a:ext>
            </a:extLst>
          </p:cNvPr>
          <p:cNvCxnSpPr/>
          <p:nvPr/>
        </p:nvCxnSpPr>
        <p:spPr>
          <a:xfrm>
            <a:off x="6432981" y="1315270"/>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4DE1EE5C-12FD-402E-B357-872C55247C4D}"/>
              </a:ext>
            </a:extLst>
          </p:cNvPr>
          <p:cNvSpPr txBox="1"/>
          <p:nvPr/>
        </p:nvSpPr>
        <p:spPr>
          <a:xfrm>
            <a:off x="6084168" y="1796288"/>
            <a:ext cx="697627" cy="369332"/>
          </a:xfrm>
          <a:prstGeom prst="rect">
            <a:avLst/>
          </a:prstGeom>
          <a:noFill/>
          <a:ln>
            <a:noFill/>
          </a:ln>
        </p:spPr>
        <p:txBody>
          <a:bodyPr wrap="non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1929</a:t>
            </a:r>
          </a:p>
        </p:txBody>
      </p:sp>
      <p:cxnSp>
        <p:nvCxnSpPr>
          <p:cNvPr id="20" name="Conector recto 19">
            <a:extLst>
              <a:ext uri="{FF2B5EF4-FFF2-40B4-BE49-F238E27FC236}">
                <a16:creationId xmlns:a16="http://schemas.microsoft.com/office/drawing/2014/main" id="{FB621241-0887-4918-AD83-A367AAFD65C9}"/>
              </a:ext>
            </a:extLst>
          </p:cNvPr>
          <p:cNvCxnSpPr/>
          <p:nvPr/>
        </p:nvCxnSpPr>
        <p:spPr>
          <a:xfrm>
            <a:off x="7895594" y="1315270"/>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B5FA971-E99B-4C3D-9287-6C9192D06E69}"/>
              </a:ext>
            </a:extLst>
          </p:cNvPr>
          <p:cNvSpPr txBox="1"/>
          <p:nvPr/>
        </p:nvSpPr>
        <p:spPr>
          <a:xfrm>
            <a:off x="7546781" y="1796288"/>
            <a:ext cx="697627" cy="369332"/>
          </a:xfrm>
          <a:prstGeom prst="rect">
            <a:avLst/>
          </a:prstGeom>
          <a:noFill/>
          <a:ln>
            <a:noFill/>
          </a:ln>
        </p:spPr>
        <p:txBody>
          <a:bodyPr wrap="non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1938</a:t>
            </a:r>
          </a:p>
        </p:txBody>
      </p:sp>
      <p:cxnSp>
        <p:nvCxnSpPr>
          <p:cNvPr id="27" name="Conector recto 26">
            <a:extLst>
              <a:ext uri="{FF2B5EF4-FFF2-40B4-BE49-F238E27FC236}">
                <a16:creationId xmlns:a16="http://schemas.microsoft.com/office/drawing/2014/main" id="{5396BF02-4FD8-43BA-BA02-8FF7CF58CB67}"/>
              </a:ext>
            </a:extLst>
          </p:cNvPr>
          <p:cNvCxnSpPr/>
          <p:nvPr/>
        </p:nvCxnSpPr>
        <p:spPr>
          <a:xfrm>
            <a:off x="5281962" y="1312981"/>
            <a:ext cx="0" cy="432048"/>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3BB969A3-644C-426F-A9A4-FDED930DFD44}"/>
              </a:ext>
            </a:extLst>
          </p:cNvPr>
          <p:cNvSpPr txBox="1"/>
          <p:nvPr/>
        </p:nvSpPr>
        <p:spPr>
          <a:xfrm>
            <a:off x="4931123" y="1784785"/>
            <a:ext cx="697627" cy="369332"/>
          </a:xfrm>
          <a:prstGeom prst="rect">
            <a:avLst/>
          </a:prstGeom>
          <a:noFill/>
          <a:ln>
            <a:noFill/>
          </a:ln>
        </p:spPr>
        <p:txBody>
          <a:bodyPr wrap="none" rtlCol="0">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1923</a:t>
            </a:r>
          </a:p>
        </p:txBody>
      </p:sp>
      <p:sp>
        <p:nvSpPr>
          <p:cNvPr id="29" name="Rectángulo 28">
            <a:extLst>
              <a:ext uri="{FF2B5EF4-FFF2-40B4-BE49-F238E27FC236}">
                <a16:creationId xmlns:a16="http://schemas.microsoft.com/office/drawing/2014/main" id="{3E9A3AB2-5ADB-46FC-8B92-B4731ECE84FB}"/>
              </a:ext>
            </a:extLst>
          </p:cNvPr>
          <p:cNvSpPr/>
          <p:nvPr/>
        </p:nvSpPr>
        <p:spPr>
          <a:xfrm>
            <a:off x="3449040" y="880628"/>
            <a:ext cx="811441" cy="400110"/>
          </a:xfrm>
          <a:prstGeom prst="rect">
            <a:avLst/>
          </a:prstGeom>
          <a:ln>
            <a:noFill/>
          </a:ln>
        </p:spPr>
        <p:txBody>
          <a:bodyPr wrap="none">
            <a:spAutoFit/>
          </a:bodyPr>
          <a:lstStyle/>
          <a:p>
            <a:r>
              <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rPr>
              <a:t>PICO</a:t>
            </a:r>
            <a:endParaRPr lang="es-AR" sz="2000" dirty="0">
              <a:solidFill>
                <a:schemeClr val="accent5">
                  <a:lumMod val="50000"/>
                </a:schemeClr>
              </a:solidFill>
              <a:latin typeface="Arial" panose="020B0604020202020204" pitchFamily="34" charset="0"/>
              <a:cs typeface="Arial" panose="020B0604020202020204" pitchFamily="34" charset="0"/>
            </a:endParaRPr>
          </a:p>
        </p:txBody>
      </p:sp>
      <p:sp>
        <p:nvSpPr>
          <p:cNvPr id="30" name="Rectángulo 29">
            <a:extLst>
              <a:ext uri="{FF2B5EF4-FFF2-40B4-BE49-F238E27FC236}">
                <a16:creationId xmlns:a16="http://schemas.microsoft.com/office/drawing/2014/main" id="{2A1E8A04-BA1C-4DB1-9624-93A799008751}"/>
              </a:ext>
            </a:extLst>
          </p:cNvPr>
          <p:cNvSpPr/>
          <p:nvPr/>
        </p:nvSpPr>
        <p:spPr>
          <a:xfrm>
            <a:off x="6084168" y="890985"/>
            <a:ext cx="811441" cy="400110"/>
          </a:xfrm>
          <a:prstGeom prst="rect">
            <a:avLst/>
          </a:prstGeom>
          <a:ln>
            <a:noFill/>
          </a:ln>
        </p:spPr>
        <p:txBody>
          <a:bodyPr wrap="none">
            <a:spAutoFit/>
          </a:bodyPr>
          <a:lstStyle/>
          <a:p>
            <a:r>
              <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rPr>
              <a:t>PICO</a:t>
            </a:r>
            <a:endParaRPr lang="es-AR" sz="2000" dirty="0">
              <a:solidFill>
                <a:schemeClr val="accent5">
                  <a:lumMod val="50000"/>
                </a:schemeClr>
              </a:solidFill>
              <a:latin typeface="Arial" panose="020B0604020202020204" pitchFamily="34" charset="0"/>
              <a:cs typeface="Arial" panose="020B0604020202020204" pitchFamily="34" charset="0"/>
            </a:endParaRPr>
          </a:p>
        </p:txBody>
      </p:sp>
      <p:sp>
        <p:nvSpPr>
          <p:cNvPr id="31" name="Rectángulo 30">
            <a:extLst>
              <a:ext uri="{FF2B5EF4-FFF2-40B4-BE49-F238E27FC236}">
                <a16:creationId xmlns:a16="http://schemas.microsoft.com/office/drawing/2014/main" id="{9556752C-776B-4753-8B54-1066D284F6A9}"/>
              </a:ext>
            </a:extLst>
          </p:cNvPr>
          <p:cNvSpPr/>
          <p:nvPr/>
        </p:nvSpPr>
        <p:spPr>
          <a:xfrm>
            <a:off x="7489873" y="899192"/>
            <a:ext cx="811441" cy="400110"/>
          </a:xfrm>
          <a:prstGeom prst="rect">
            <a:avLst/>
          </a:prstGeom>
          <a:ln>
            <a:noFill/>
          </a:ln>
        </p:spPr>
        <p:txBody>
          <a:bodyPr wrap="none">
            <a:spAutoFit/>
          </a:bodyPr>
          <a:lstStyle/>
          <a:p>
            <a:r>
              <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rPr>
              <a:t>PICO</a:t>
            </a:r>
            <a:endParaRPr lang="es-AR" sz="2000" dirty="0">
              <a:solidFill>
                <a:schemeClr val="accent5">
                  <a:lumMod val="50000"/>
                </a:schemeClr>
              </a:solidFill>
              <a:latin typeface="Arial" panose="020B0604020202020204" pitchFamily="34" charset="0"/>
              <a:cs typeface="Arial" panose="020B0604020202020204" pitchFamily="34" charset="0"/>
            </a:endParaRPr>
          </a:p>
        </p:txBody>
      </p:sp>
      <p:graphicFrame>
        <p:nvGraphicFramePr>
          <p:cNvPr id="35" name="Gráfico 34">
            <a:extLst>
              <a:ext uri="{FF2B5EF4-FFF2-40B4-BE49-F238E27FC236}">
                <a16:creationId xmlns:a16="http://schemas.microsoft.com/office/drawing/2014/main" id="{B34738F3-30C2-455B-AB43-EE033AE05717}"/>
              </a:ext>
            </a:extLst>
          </p:cNvPr>
          <p:cNvGraphicFramePr>
            <a:graphicFrameLocks/>
          </p:cNvGraphicFramePr>
          <p:nvPr/>
        </p:nvGraphicFramePr>
        <p:xfrm>
          <a:off x="707935" y="2984784"/>
          <a:ext cx="7593374" cy="3277617"/>
        </p:xfrm>
        <a:graphic>
          <a:graphicData uri="http://schemas.openxmlformats.org/drawingml/2006/chart">
            <c:chart xmlns:c="http://schemas.openxmlformats.org/drawingml/2006/chart" xmlns:r="http://schemas.openxmlformats.org/officeDocument/2006/relationships" r:id="rId5"/>
          </a:graphicData>
        </a:graphic>
      </p:graphicFrame>
      <p:cxnSp>
        <p:nvCxnSpPr>
          <p:cNvPr id="36" name="Conector recto 35">
            <a:extLst>
              <a:ext uri="{FF2B5EF4-FFF2-40B4-BE49-F238E27FC236}">
                <a16:creationId xmlns:a16="http://schemas.microsoft.com/office/drawing/2014/main" id="{59AB2DAD-222D-47DC-8C77-21D30D020C64}"/>
              </a:ext>
            </a:extLst>
          </p:cNvPr>
          <p:cNvCxnSpPr>
            <a:cxnSpLocks/>
          </p:cNvCxnSpPr>
          <p:nvPr/>
        </p:nvCxnSpPr>
        <p:spPr>
          <a:xfrm flipV="1">
            <a:off x="4110148" y="3212976"/>
            <a:ext cx="0" cy="2520280"/>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2BE9720F-B7C6-4F68-BB76-3CFAF0D7E0E9}"/>
              </a:ext>
            </a:extLst>
          </p:cNvPr>
          <p:cNvCxnSpPr>
            <a:cxnSpLocks/>
          </p:cNvCxnSpPr>
          <p:nvPr/>
        </p:nvCxnSpPr>
        <p:spPr>
          <a:xfrm flipV="1">
            <a:off x="5609916" y="3212976"/>
            <a:ext cx="0" cy="2520280"/>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1" name="Elipse 40">
            <a:extLst>
              <a:ext uri="{FF2B5EF4-FFF2-40B4-BE49-F238E27FC236}">
                <a16:creationId xmlns:a16="http://schemas.microsoft.com/office/drawing/2014/main" id="{CDB4160E-6855-4220-BCEC-4988DCCD9F35}"/>
              </a:ext>
            </a:extLst>
          </p:cNvPr>
          <p:cNvSpPr/>
          <p:nvPr/>
        </p:nvSpPr>
        <p:spPr>
          <a:xfrm>
            <a:off x="4471696" y="2348880"/>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latin typeface="Arial" panose="020B0604020202020204" pitchFamily="34" charset="0"/>
                <a:cs typeface="Arial" panose="020B0604020202020204" pitchFamily="34" charset="0"/>
              </a:rPr>
              <a:t>18%</a:t>
            </a:r>
          </a:p>
        </p:txBody>
      </p:sp>
      <p:sp>
        <p:nvSpPr>
          <p:cNvPr id="42" name="Rectángulo 41">
            <a:extLst>
              <a:ext uri="{FF2B5EF4-FFF2-40B4-BE49-F238E27FC236}">
                <a16:creationId xmlns:a16="http://schemas.microsoft.com/office/drawing/2014/main" id="{4E5BB025-FF9E-46BC-B80E-3F3583863BBE}"/>
              </a:ext>
            </a:extLst>
          </p:cNvPr>
          <p:cNvSpPr/>
          <p:nvPr/>
        </p:nvSpPr>
        <p:spPr>
          <a:xfrm>
            <a:off x="4320922" y="3250084"/>
            <a:ext cx="1211337" cy="523220"/>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PROMEDIO ANUAL</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cxnSp>
        <p:nvCxnSpPr>
          <p:cNvPr id="43" name="Conector recto 42">
            <a:extLst>
              <a:ext uri="{FF2B5EF4-FFF2-40B4-BE49-F238E27FC236}">
                <a16:creationId xmlns:a16="http://schemas.microsoft.com/office/drawing/2014/main" id="{EF1CBCF1-2CB3-44C9-A88F-665C46E6B63A}"/>
              </a:ext>
            </a:extLst>
          </p:cNvPr>
          <p:cNvCxnSpPr>
            <a:cxnSpLocks/>
          </p:cNvCxnSpPr>
          <p:nvPr/>
        </p:nvCxnSpPr>
        <p:spPr>
          <a:xfrm flipV="1">
            <a:off x="6312592" y="3212976"/>
            <a:ext cx="0" cy="2520280"/>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1ADFFF8A-78CF-4AA8-B0EC-17FA79379310}"/>
              </a:ext>
            </a:extLst>
          </p:cNvPr>
          <p:cNvCxnSpPr>
            <a:cxnSpLocks/>
          </p:cNvCxnSpPr>
          <p:nvPr/>
        </p:nvCxnSpPr>
        <p:spPr>
          <a:xfrm flipV="1">
            <a:off x="7598004" y="3212976"/>
            <a:ext cx="0" cy="2520280"/>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Elipse 44">
            <a:extLst>
              <a:ext uri="{FF2B5EF4-FFF2-40B4-BE49-F238E27FC236}">
                <a16:creationId xmlns:a16="http://schemas.microsoft.com/office/drawing/2014/main" id="{9A8047D8-4149-4EDC-9AC8-FA5509A35B17}"/>
              </a:ext>
            </a:extLst>
          </p:cNvPr>
          <p:cNvSpPr/>
          <p:nvPr/>
        </p:nvSpPr>
        <p:spPr>
          <a:xfrm>
            <a:off x="6507637" y="2348880"/>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latin typeface="Arial" panose="020B0604020202020204" pitchFamily="34" charset="0"/>
                <a:cs typeface="Arial" panose="020B0604020202020204" pitchFamily="34" charset="0"/>
              </a:rPr>
              <a:t>19%</a:t>
            </a:r>
          </a:p>
        </p:txBody>
      </p:sp>
      <p:sp>
        <p:nvSpPr>
          <p:cNvPr id="46" name="Rectángulo 45">
            <a:extLst>
              <a:ext uri="{FF2B5EF4-FFF2-40B4-BE49-F238E27FC236}">
                <a16:creationId xmlns:a16="http://schemas.microsoft.com/office/drawing/2014/main" id="{193F59A6-0DFD-4DBA-8D78-3CCBFDD44887}"/>
              </a:ext>
            </a:extLst>
          </p:cNvPr>
          <p:cNvSpPr/>
          <p:nvPr/>
        </p:nvSpPr>
        <p:spPr>
          <a:xfrm>
            <a:off x="6356863" y="3250084"/>
            <a:ext cx="1211337" cy="523220"/>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PROMEDIO ANUAL</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sp>
        <p:nvSpPr>
          <p:cNvPr id="32" name="Rectángulo 31">
            <a:extLst>
              <a:ext uri="{FF2B5EF4-FFF2-40B4-BE49-F238E27FC236}">
                <a16:creationId xmlns:a16="http://schemas.microsoft.com/office/drawing/2014/main" id="{E5F6D379-FC59-43F9-A54D-6D4C2A731101}"/>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áfico 6"/>
          <p:cNvGraphicFramePr>
            <a:graphicFrameLocks/>
          </p:cNvGraphicFramePr>
          <p:nvPr/>
        </p:nvGraphicFramePr>
        <p:xfrm>
          <a:off x="251520" y="1988840"/>
          <a:ext cx="8568952" cy="396044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2"/>
          <p:cNvSpPr>
            <a:spLocks noChangeArrowheads="1"/>
          </p:cNvSpPr>
          <p:nvPr/>
        </p:nvSpPr>
        <p:spPr bwMode="auto">
          <a:xfrm>
            <a:off x="0" y="6021288"/>
            <a:ext cx="9144000" cy="83671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50000"/>
                  </a:schemeClr>
                </a:solidFill>
                <a:latin typeface="Arial" panose="020B0604020202020204" pitchFamily="34" charset="0"/>
                <a:cs typeface="Arial" panose="020B0604020202020204" pitchFamily="34" charset="0"/>
              </a:rPr>
              <a:t>Utilización de electricidad del sector industrial: Triplicó aproximadamente el consumo de energía en el período 1921/1925 con respecto a 1910/1919 y volvió a triplicarlo en el período 1927/1930. En el período 1931/1935, no alcanzó a duplicarlo.</a:t>
            </a:r>
          </a:p>
        </p:txBody>
      </p:sp>
      <p:cxnSp>
        <p:nvCxnSpPr>
          <p:cNvPr id="11" name="Conector recto 10">
            <a:extLst>
              <a:ext uri="{FF2B5EF4-FFF2-40B4-BE49-F238E27FC236}">
                <a16:creationId xmlns:a16="http://schemas.microsoft.com/office/drawing/2014/main" id="{0CD78696-CAEA-4972-9473-6D98E3C3F0C8}"/>
              </a:ext>
            </a:extLst>
          </p:cNvPr>
          <p:cNvCxnSpPr>
            <a:cxnSpLocks/>
          </p:cNvCxnSpPr>
          <p:nvPr/>
        </p:nvCxnSpPr>
        <p:spPr>
          <a:xfrm flipV="1">
            <a:off x="1763688" y="1988840"/>
            <a:ext cx="0" cy="3276364"/>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 name="Elipse 13">
            <a:extLst>
              <a:ext uri="{FF2B5EF4-FFF2-40B4-BE49-F238E27FC236}">
                <a16:creationId xmlns:a16="http://schemas.microsoft.com/office/drawing/2014/main" id="{B05DE916-7DF1-4925-AAE1-DD284710AD29}"/>
              </a:ext>
            </a:extLst>
          </p:cNvPr>
          <p:cNvSpPr/>
          <p:nvPr/>
        </p:nvSpPr>
        <p:spPr>
          <a:xfrm>
            <a:off x="2631110" y="1716544"/>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latin typeface="Arial" panose="020B0604020202020204" pitchFamily="34" charset="0"/>
                <a:cs typeface="Arial" panose="020B0604020202020204" pitchFamily="34" charset="0"/>
              </a:rPr>
              <a:t>6%</a:t>
            </a:r>
          </a:p>
        </p:txBody>
      </p:sp>
      <p:sp>
        <p:nvSpPr>
          <p:cNvPr id="15" name="Rectángulo 14">
            <a:extLst>
              <a:ext uri="{FF2B5EF4-FFF2-40B4-BE49-F238E27FC236}">
                <a16:creationId xmlns:a16="http://schemas.microsoft.com/office/drawing/2014/main" id="{B3C03A8B-94E8-4863-A409-095AA8109EDF}"/>
              </a:ext>
            </a:extLst>
          </p:cNvPr>
          <p:cNvSpPr/>
          <p:nvPr/>
        </p:nvSpPr>
        <p:spPr>
          <a:xfrm>
            <a:off x="2480336" y="2617748"/>
            <a:ext cx="1211337" cy="523220"/>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PROMEDIO ANUAL</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cxnSp>
        <p:nvCxnSpPr>
          <p:cNvPr id="16" name="Conector recto 15">
            <a:extLst>
              <a:ext uri="{FF2B5EF4-FFF2-40B4-BE49-F238E27FC236}">
                <a16:creationId xmlns:a16="http://schemas.microsoft.com/office/drawing/2014/main" id="{22A770A8-ADE9-4EC5-ACFE-1D336A746A9C}"/>
              </a:ext>
            </a:extLst>
          </p:cNvPr>
          <p:cNvCxnSpPr>
            <a:cxnSpLocks/>
          </p:cNvCxnSpPr>
          <p:nvPr/>
        </p:nvCxnSpPr>
        <p:spPr>
          <a:xfrm flipV="1">
            <a:off x="4341908" y="1916832"/>
            <a:ext cx="0" cy="3348372"/>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A0525381-593C-4F48-8787-F7C045F4572F}"/>
              </a:ext>
            </a:extLst>
          </p:cNvPr>
          <p:cNvCxnSpPr>
            <a:cxnSpLocks/>
          </p:cNvCxnSpPr>
          <p:nvPr/>
        </p:nvCxnSpPr>
        <p:spPr>
          <a:xfrm flipV="1">
            <a:off x="8014316" y="1844824"/>
            <a:ext cx="0" cy="3420380"/>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Elipse 17">
            <a:extLst>
              <a:ext uri="{FF2B5EF4-FFF2-40B4-BE49-F238E27FC236}">
                <a16:creationId xmlns:a16="http://schemas.microsoft.com/office/drawing/2014/main" id="{1AD4CCFE-13E3-4F4A-B6BE-08C7115AEC81}"/>
              </a:ext>
            </a:extLst>
          </p:cNvPr>
          <p:cNvSpPr/>
          <p:nvPr/>
        </p:nvSpPr>
        <p:spPr>
          <a:xfrm>
            <a:off x="5851303" y="1716544"/>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latin typeface="Arial" panose="020B0604020202020204" pitchFamily="34" charset="0"/>
                <a:cs typeface="Arial" panose="020B0604020202020204" pitchFamily="34" charset="0"/>
              </a:rPr>
              <a:t>2%</a:t>
            </a:r>
          </a:p>
        </p:txBody>
      </p:sp>
      <p:sp>
        <p:nvSpPr>
          <p:cNvPr id="19" name="Rectángulo 18">
            <a:extLst>
              <a:ext uri="{FF2B5EF4-FFF2-40B4-BE49-F238E27FC236}">
                <a16:creationId xmlns:a16="http://schemas.microsoft.com/office/drawing/2014/main" id="{CFA2C07B-BAB2-45A6-AFDD-CDE9AEB15AE1}"/>
              </a:ext>
            </a:extLst>
          </p:cNvPr>
          <p:cNvSpPr/>
          <p:nvPr/>
        </p:nvSpPr>
        <p:spPr>
          <a:xfrm>
            <a:off x="5700529" y="2617748"/>
            <a:ext cx="1211337" cy="523220"/>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PROMEDIO ANUAL</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sp>
        <p:nvSpPr>
          <p:cNvPr id="12" name="Rectángulo 11">
            <a:extLst>
              <a:ext uri="{FF2B5EF4-FFF2-40B4-BE49-F238E27FC236}">
                <a16:creationId xmlns:a16="http://schemas.microsoft.com/office/drawing/2014/main" id="{4A53331C-7EC6-4D5C-B657-C6CAFBA5FCF5}"/>
              </a:ext>
            </a:extLst>
          </p:cNvPr>
          <p:cNvSpPr/>
          <p:nvPr/>
        </p:nvSpPr>
        <p:spPr>
          <a:xfrm>
            <a:off x="1298707" y="625617"/>
            <a:ext cx="1467068" cy="1015663"/>
          </a:xfrm>
          <a:prstGeom prst="rect">
            <a:avLst/>
          </a:prstGeom>
          <a:ln>
            <a:noFill/>
          </a:ln>
        </p:spPr>
        <p:txBody>
          <a:bodyPr wrap="none">
            <a:spAutoFit/>
          </a:bodyPr>
          <a:lstStyle/>
          <a:p>
            <a:r>
              <a:rPr lang="es-ES" sz="2000" b="1" dirty="0">
                <a:solidFill>
                  <a:schemeClr val="accent5">
                    <a:lumMod val="50000"/>
                  </a:schemeClr>
                </a:solidFill>
                <a:latin typeface="Arial" panose="020B0604020202020204" pitchFamily="34" charset="0"/>
                <a:ea typeface="Calibri" pitchFamily="34" charset="0"/>
                <a:cs typeface="Arial" panose="020B0604020202020204" pitchFamily="34" charset="0"/>
              </a:rPr>
              <a:t>Consumo</a:t>
            </a:r>
          </a:p>
          <a:p>
            <a:r>
              <a:rPr lang="es-ES" sz="2000" b="1" dirty="0">
                <a:solidFill>
                  <a:schemeClr val="accent5">
                    <a:lumMod val="50000"/>
                  </a:schemeClr>
                </a:solidFill>
                <a:latin typeface="Arial" panose="020B0604020202020204" pitchFamily="34" charset="0"/>
                <a:cs typeface="Arial" panose="020B0604020202020204" pitchFamily="34" charset="0"/>
              </a:rPr>
              <a:t>de energía</a:t>
            </a:r>
          </a:p>
          <a:p>
            <a:r>
              <a:rPr lang="es-ES" sz="2000" b="1" dirty="0">
                <a:solidFill>
                  <a:schemeClr val="accent5">
                    <a:lumMod val="50000"/>
                  </a:schemeClr>
                </a:solidFill>
                <a:latin typeface="Arial" panose="020B0604020202020204" pitchFamily="34" charset="0"/>
                <a:cs typeface="Arial" panose="020B0604020202020204" pitchFamily="34" charset="0"/>
              </a:rPr>
              <a:t>eléctrica</a:t>
            </a:r>
            <a:endParaRPr lang="es-AR" sz="2000" dirty="0">
              <a:solidFill>
                <a:schemeClr val="accent5">
                  <a:lumMod val="50000"/>
                </a:schemeClr>
              </a:solidFill>
              <a:latin typeface="Arial" panose="020B0604020202020204" pitchFamily="34" charset="0"/>
              <a:cs typeface="Arial" panose="020B0604020202020204" pitchFamily="34" charset="0"/>
            </a:endParaRPr>
          </a:p>
        </p:txBody>
      </p:sp>
      <p:sp>
        <p:nvSpPr>
          <p:cNvPr id="13" name="Rectángulo 12">
            <a:extLst>
              <a:ext uri="{FF2B5EF4-FFF2-40B4-BE49-F238E27FC236}">
                <a16:creationId xmlns:a16="http://schemas.microsoft.com/office/drawing/2014/main" id="{51DA1749-DD3F-4722-B460-9248AF0FE6A4}"/>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pic>
        <p:nvPicPr>
          <p:cNvPr id="3" name="Gráfico 2" descr="Bombilla">
            <a:extLst>
              <a:ext uri="{FF2B5EF4-FFF2-40B4-BE49-F238E27FC236}">
                <a16:creationId xmlns:a16="http://schemas.microsoft.com/office/drawing/2014/main" id="{28BD16D6-3B31-4B2D-8535-03F5781FF53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4813" y="667544"/>
            <a:ext cx="914400" cy="914400"/>
          </a:xfrm>
          <a:prstGeom prst="rect">
            <a:avLst/>
          </a:prstGeom>
        </p:spPr>
      </p:pic>
    </p:spTree>
    <p:extLst>
      <p:ext uri="{BB962C8B-B14F-4D97-AF65-F5344CB8AC3E}">
        <p14:creationId xmlns:p14="http://schemas.microsoft.com/office/powerpoint/2010/main" val="83890810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3" cstate="print">
            <a:clrChange>
              <a:clrFrom>
                <a:srgbClr val="FFFFFF"/>
              </a:clrFrom>
              <a:clrTo>
                <a:srgbClr val="FFFFFF">
                  <a:alpha val="0"/>
                </a:srgbClr>
              </a:clrTo>
            </a:clrChange>
            <a:duotone>
              <a:prstClr val="black"/>
              <a:schemeClr val="accent1">
                <a:tint val="45000"/>
                <a:satMod val="400000"/>
              </a:schemeClr>
            </a:duotone>
          </a:blip>
          <a:srcRect/>
          <a:stretch>
            <a:fillRect/>
          </a:stretch>
        </p:blipFill>
        <p:spPr bwMode="auto">
          <a:xfrm>
            <a:off x="81815" y="1935884"/>
            <a:ext cx="5295906" cy="3362450"/>
          </a:xfrm>
          <a:prstGeom prst="rect">
            <a:avLst/>
          </a:prstGeom>
          <a:noFill/>
          <a:ln w="9525">
            <a:noFill/>
            <a:miter lim="800000"/>
            <a:headEnd/>
            <a:tailEnd/>
          </a:ln>
          <a:effectLst>
            <a:outerShdw blurRad="50800" dist="38100" dir="5400000" algn="t" rotWithShape="0">
              <a:prstClr val="black">
                <a:alpha val="40000"/>
              </a:prstClr>
            </a:outerShdw>
          </a:effectLst>
        </p:spPr>
      </p:pic>
      <p:sp>
        <p:nvSpPr>
          <p:cNvPr id="76803" name="Rectangle 3"/>
          <p:cNvSpPr>
            <a:spLocks noChangeArrowheads="1"/>
          </p:cNvSpPr>
          <p:nvPr/>
        </p:nvSpPr>
        <p:spPr bwMode="auto">
          <a:xfrm>
            <a:off x="6732240" y="692696"/>
            <a:ext cx="2403412" cy="61206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sz="1600" dirty="0">
                <a:solidFill>
                  <a:schemeClr val="accent5">
                    <a:lumMod val="50000"/>
                  </a:schemeClr>
                </a:solidFill>
                <a:latin typeface="Arial" panose="020B0604020202020204" pitchFamily="34" charset="0"/>
                <a:cs typeface="Arial" panose="020B0604020202020204" pitchFamily="34" charset="0"/>
              </a:rPr>
              <a:t>Entre </a:t>
            </a:r>
            <a:r>
              <a:rPr lang="es-AR" sz="1600" b="1" dirty="0">
                <a:solidFill>
                  <a:schemeClr val="accent5">
                    <a:lumMod val="50000"/>
                  </a:schemeClr>
                </a:solidFill>
                <a:latin typeface="Arial" panose="020B0604020202020204" pitchFamily="34" charset="0"/>
                <a:cs typeface="Arial" panose="020B0604020202020204" pitchFamily="34" charset="0"/>
              </a:rPr>
              <a:t>1900 y 1920 </a:t>
            </a:r>
            <a:r>
              <a:rPr lang="es-AR" sz="1600" dirty="0">
                <a:solidFill>
                  <a:schemeClr val="accent5">
                    <a:lumMod val="50000"/>
                  </a:schemeClr>
                </a:solidFill>
                <a:latin typeface="Arial" panose="020B0604020202020204" pitchFamily="34" charset="0"/>
                <a:cs typeface="Arial" panose="020B0604020202020204" pitchFamily="34" charset="0"/>
              </a:rPr>
              <a:t>el mayor número de empresas extranjeras se colocan en la rama de </a:t>
            </a:r>
            <a:r>
              <a:rPr lang="es-AR" sz="1600" b="1" dirty="0">
                <a:solidFill>
                  <a:schemeClr val="accent5">
                    <a:lumMod val="50000"/>
                  </a:schemeClr>
                </a:solidFill>
                <a:latin typeface="Arial" panose="020B0604020202020204" pitchFamily="34" charset="0"/>
                <a:cs typeface="Arial" panose="020B0604020202020204" pitchFamily="34" charset="0"/>
              </a:rPr>
              <a:t>alimentos y bebidas </a:t>
            </a:r>
            <a:r>
              <a:rPr lang="es-AR" sz="1600" dirty="0">
                <a:solidFill>
                  <a:schemeClr val="accent5">
                    <a:lumMod val="50000"/>
                  </a:schemeClr>
                </a:solidFill>
                <a:latin typeface="Arial" panose="020B0604020202020204" pitchFamily="34" charset="0"/>
                <a:cs typeface="Arial" panose="020B0604020202020204" pitchFamily="34" charset="0"/>
              </a:rPr>
              <a:t>(frigoríficos). </a:t>
            </a:r>
          </a:p>
          <a:p>
            <a:endParaRPr lang="es-AR" sz="1600" dirty="0">
              <a:solidFill>
                <a:schemeClr val="accent5">
                  <a:lumMod val="50000"/>
                </a:schemeClr>
              </a:solidFill>
              <a:latin typeface="Arial" panose="020B0604020202020204" pitchFamily="34" charset="0"/>
              <a:cs typeface="Arial" panose="020B0604020202020204" pitchFamily="34" charset="0"/>
            </a:endParaRPr>
          </a:p>
          <a:p>
            <a:r>
              <a:rPr lang="es-AR" sz="1600" dirty="0">
                <a:solidFill>
                  <a:schemeClr val="accent5">
                    <a:lumMod val="50000"/>
                  </a:schemeClr>
                </a:solidFill>
                <a:latin typeface="Arial" panose="020B0604020202020204" pitchFamily="34" charset="0"/>
                <a:cs typeface="Arial" panose="020B0604020202020204" pitchFamily="34" charset="0"/>
              </a:rPr>
              <a:t>Entre </a:t>
            </a:r>
            <a:r>
              <a:rPr lang="es-AR" sz="1600" b="1" dirty="0">
                <a:solidFill>
                  <a:schemeClr val="accent5">
                    <a:lumMod val="50000"/>
                  </a:schemeClr>
                </a:solidFill>
                <a:latin typeface="Arial" panose="020B0604020202020204" pitchFamily="34" charset="0"/>
                <a:cs typeface="Arial" panose="020B0604020202020204" pitchFamily="34" charset="0"/>
              </a:rPr>
              <a:t>1921 y 1930 </a:t>
            </a:r>
            <a:r>
              <a:rPr lang="es-AR" sz="1600" dirty="0">
                <a:solidFill>
                  <a:schemeClr val="accent5">
                    <a:lumMod val="50000"/>
                  </a:schemeClr>
                </a:solidFill>
                <a:latin typeface="Arial" panose="020B0604020202020204" pitchFamily="34" charset="0"/>
                <a:cs typeface="Arial" panose="020B0604020202020204" pitchFamily="34" charset="0"/>
              </a:rPr>
              <a:t>entran al país 43 grandes empresas, el mayor número se concentra en las siguientes ramas: </a:t>
            </a:r>
            <a:r>
              <a:rPr lang="es-AR" sz="1600" b="1" dirty="0">
                <a:solidFill>
                  <a:schemeClr val="accent5">
                    <a:lumMod val="50000"/>
                  </a:schemeClr>
                </a:solidFill>
                <a:latin typeface="Arial" panose="020B0604020202020204" pitchFamily="34" charset="0"/>
                <a:cs typeface="Arial" panose="020B0604020202020204" pitchFamily="34" charset="0"/>
              </a:rPr>
              <a:t>químicos, metales y artículos eléctricos</a:t>
            </a:r>
            <a:r>
              <a:rPr lang="es-AR" sz="1600" dirty="0">
                <a:solidFill>
                  <a:schemeClr val="accent5">
                    <a:lumMod val="50000"/>
                  </a:schemeClr>
                </a:solidFill>
                <a:latin typeface="Arial" panose="020B0604020202020204" pitchFamily="34" charset="0"/>
                <a:cs typeface="Arial" panose="020B0604020202020204" pitchFamily="34" charset="0"/>
              </a:rPr>
              <a:t>. </a:t>
            </a:r>
          </a:p>
          <a:p>
            <a:endParaRPr lang="es-AR" sz="1600" dirty="0">
              <a:solidFill>
                <a:schemeClr val="accent5">
                  <a:lumMod val="50000"/>
                </a:schemeClr>
              </a:solidFill>
              <a:latin typeface="Arial" panose="020B0604020202020204" pitchFamily="34" charset="0"/>
              <a:cs typeface="Arial" panose="020B0604020202020204" pitchFamily="34" charset="0"/>
            </a:endParaRPr>
          </a:p>
          <a:p>
            <a:r>
              <a:rPr lang="es-AR" sz="1600" dirty="0">
                <a:solidFill>
                  <a:schemeClr val="accent5">
                    <a:lumMod val="50000"/>
                  </a:schemeClr>
                </a:solidFill>
                <a:latin typeface="Arial" panose="020B0604020202020204" pitchFamily="34" charset="0"/>
                <a:cs typeface="Arial" panose="020B0604020202020204" pitchFamily="34" charset="0"/>
              </a:rPr>
              <a:t>Entre </a:t>
            </a:r>
            <a:r>
              <a:rPr lang="es-AR" sz="1600" b="1" dirty="0">
                <a:solidFill>
                  <a:schemeClr val="accent5">
                    <a:lumMod val="50000"/>
                  </a:schemeClr>
                </a:solidFill>
                <a:latin typeface="Arial" panose="020B0604020202020204" pitchFamily="34" charset="0"/>
                <a:cs typeface="Arial" panose="020B0604020202020204" pitchFamily="34" charset="0"/>
              </a:rPr>
              <a:t>1931 y 1943 </a:t>
            </a:r>
            <a:r>
              <a:rPr lang="es-AR" sz="1600" dirty="0">
                <a:solidFill>
                  <a:schemeClr val="accent5">
                    <a:lumMod val="50000"/>
                  </a:schemeClr>
                </a:solidFill>
                <a:latin typeface="Arial" panose="020B0604020202020204" pitchFamily="34" charset="0"/>
                <a:cs typeface="Arial" panose="020B0604020202020204" pitchFamily="34" charset="0"/>
              </a:rPr>
              <a:t>se destaca la instalación en el país de 45 grandes empresas internacionales, las cuales se concentran, además de las tres ramas mencionadas, en la </a:t>
            </a:r>
            <a:r>
              <a:rPr lang="es-AR" sz="1600" b="1" dirty="0">
                <a:solidFill>
                  <a:schemeClr val="accent5">
                    <a:lumMod val="50000"/>
                  </a:schemeClr>
                </a:solidFill>
                <a:latin typeface="Arial" panose="020B0604020202020204" pitchFamily="34" charset="0"/>
                <a:cs typeface="Arial" panose="020B0604020202020204" pitchFamily="34" charset="0"/>
              </a:rPr>
              <a:t>rama de los textiles</a:t>
            </a:r>
            <a:r>
              <a:rPr lang="es-AR" sz="1600" dirty="0">
                <a:solidFill>
                  <a:schemeClr val="accent5">
                    <a:lumMod val="50000"/>
                  </a:schemeClr>
                </a:solidFill>
                <a:latin typeface="Arial" panose="020B0604020202020204" pitchFamily="34" charset="0"/>
                <a:cs typeface="Arial" panose="020B0604020202020204" pitchFamily="34" charset="0"/>
              </a:rPr>
              <a:t>.</a:t>
            </a:r>
          </a:p>
        </p:txBody>
      </p:sp>
      <p:pic>
        <p:nvPicPr>
          <p:cNvPr id="7" name="Gráfico 6" descr="Botella">
            <a:extLst>
              <a:ext uri="{FF2B5EF4-FFF2-40B4-BE49-F238E27FC236}">
                <a16:creationId xmlns:a16="http://schemas.microsoft.com/office/drawing/2014/main" id="{E1A2BC6F-8D25-48A2-8D71-C999CA839A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2106" y="1469671"/>
            <a:ext cx="678003" cy="678003"/>
          </a:xfrm>
          <a:prstGeom prst="rect">
            <a:avLst/>
          </a:prstGeom>
        </p:spPr>
      </p:pic>
      <p:pic>
        <p:nvPicPr>
          <p:cNvPr id="9" name="Gráfico 8" descr="Plato cubierto">
            <a:extLst>
              <a:ext uri="{FF2B5EF4-FFF2-40B4-BE49-F238E27FC236}">
                <a16:creationId xmlns:a16="http://schemas.microsoft.com/office/drawing/2014/main" id="{CE0465CB-2E9F-4D2C-933B-C3558E3BA63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16585" y="703079"/>
            <a:ext cx="678003" cy="678003"/>
          </a:xfrm>
          <a:prstGeom prst="rect">
            <a:avLst/>
          </a:prstGeom>
        </p:spPr>
      </p:pic>
      <p:cxnSp>
        <p:nvCxnSpPr>
          <p:cNvPr id="12" name="Conector recto 11">
            <a:extLst>
              <a:ext uri="{FF2B5EF4-FFF2-40B4-BE49-F238E27FC236}">
                <a16:creationId xmlns:a16="http://schemas.microsoft.com/office/drawing/2014/main" id="{6D5973E3-CFAE-41EC-8D8F-1F4F7FE85D4B}"/>
              </a:ext>
            </a:extLst>
          </p:cNvPr>
          <p:cNvCxnSpPr/>
          <p:nvPr/>
        </p:nvCxnSpPr>
        <p:spPr>
          <a:xfrm>
            <a:off x="6732240" y="736568"/>
            <a:ext cx="0" cy="1440160"/>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0A78EE26-A2C9-47D5-A6A0-52F55824C485}"/>
              </a:ext>
            </a:extLst>
          </p:cNvPr>
          <p:cNvCxnSpPr>
            <a:cxnSpLocks/>
          </p:cNvCxnSpPr>
          <p:nvPr/>
        </p:nvCxnSpPr>
        <p:spPr>
          <a:xfrm>
            <a:off x="6732240" y="2446965"/>
            <a:ext cx="0" cy="1918139"/>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6" name="Gráfico 15" descr="Bombilla">
            <a:extLst>
              <a:ext uri="{FF2B5EF4-FFF2-40B4-BE49-F238E27FC236}">
                <a16:creationId xmlns:a16="http://schemas.microsoft.com/office/drawing/2014/main" id="{7E2B0866-5D49-498F-AC4C-60F2EFF6BAB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32106" y="3756920"/>
            <a:ext cx="678003" cy="678003"/>
          </a:xfrm>
          <a:prstGeom prst="rect">
            <a:avLst/>
          </a:prstGeom>
        </p:spPr>
      </p:pic>
      <p:pic>
        <p:nvPicPr>
          <p:cNvPr id="18" name="Gráfico 17" descr="Matraz">
            <a:extLst>
              <a:ext uri="{FF2B5EF4-FFF2-40B4-BE49-F238E27FC236}">
                <a16:creationId xmlns:a16="http://schemas.microsoft.com/office/drawing/2014/main" id="{32CF7DB9-EC1B-460C-BE75-0D491898955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14931" y="3023786"/>
            <a:ext cx="678003" cy="678003"/>
          </a:xfrm>
          <a:prstGeom prst="rect">
            <a:avLst/>
          </a:prstGeom>
        </p:spPr>
      </p:pic>
      <p:pic>
        <p:nvPicPr>
          <p:cNvPr id="20" name="Gráfico 19" descr="Martillo">
            <a:extLst>
              <a:ext uri="{FF2B5EF4-FFF2-40B4-BE49-F238E27FC236}">
                <a16:creationId xmlns:a16="http://schemas.microsoft.com/office/drawing/2014/main" id="{354DFAB7-02BE-4718-B6F0-30A7079F00F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016584" y="2422964"/>
            <a:ext cx="678003" cy="678003"/>
          </a:xfrm>
          <a:prstGeom prst="rect">
            <a:avLst/>
          </a:prstGeom>
        </p:spPr>
      </p:pic>
      <p:cxnSp>
        <p:nvCxnSpPr>
          <p:cNvPr id="23" name="Conector recto 22">
            <a:extLst>
              <a:ext uri="{FF2B5EF4-FFF2-40B4-BE49-F238E27FC236}">
                <a16:creationId xmlns:a16="http://schemas.microsoft.com/office/drawing/2014/main" id="{346377C7-8547-44FB-84A9-D820F13DEDFA}"/>
              </a:ext>
            </a:extLst>
          </p:cNvPr>
          <p:cNvCxnSpPr>
            <a:cxnSpLocks/>
          </p:cNvCxnSpPr>
          <p:nvPr/>
        </p:nvCxnSpPr>
        <p:spPr>
          <a:xfrm>
            <a:off x="6736235" y="4627824"/>
            <a:ext cx="0" cy="2185552"/>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24" name="Gráfico 23" descr="Bombilla">
            <a:extLst>
              <a:ext uri="{FF2B5EF4-FFF2-40B4-BE49-F238E27FC236}">
                <a16:creationId xmlns:a16="http://schemas.microsoft.com/office/drawing/2014/main" id="{A722E4B1-2D97-4A14-A2DD-2DF6C07A578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14930" y="6063365"/>
            <a:ext cx="678003" cy="678003"/>
          </a:xfrm>
          <a:prstGeom prst="rect">
            <a:avLst/>
          </a:prstGeom>
        </p:spPr>
      </p:pic>
      <p:pic>
        <p:nvPicPr>
          <p:cNvPr id="25" name="Gráfico 24" descr="Matraz">
            <a:extLst>
              <a:ext uri="{FF2B5EF4-FFF2-40B4-BE49-F238E27FC236}">
                <a16:creationId xmlns:a16="http://schemas.microsoft.com/office/drawing/2014/main" id="{67DD3A2E-9D0A-4B8B-8ED8-4A29739084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38085" y="5302971"/>
            <a:ext cx="678003" cy="678003"/>
          </a:xfrm>
          <a:prstGeom prst="rect">
            <a:avLst/>
          </a:prstGeom>
        </p:spPr>
      </p:pic>
      <p:pic>
        <p:nvPicPr>
          <p:cNvPr id="26" name="Gráfico 25" descr="Martillo">
            <a:extLst>
              <a:ext uri="{FF2B5EF4-FFF2-40B4-BE49-F238E27FC236}">
                <a16:creationId xmlns:a16="http://schemas.microsoft.com/office/drawing/2014/main" id="{0E547EA0-4783-4DE3-BCD6-9823FEF3530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032106" y="4776336"/>
            <a:ext cx="678003" cy="678003"/>
          </a:xfrm>
          <a:prstGeom prst="rect">
            <a:avLst/>
          </a:prstGeom>
        </p:spPr>
      </p:pic>
      <p:pic>
        <p:nvPicPr>
          <p:cNvPr id="27" name="Gráfico 26" descr="Camisa">
            <a:extLst>
              <a:ext uri="{FF2B5EF4-FFF2-40B4-BE49-F238E27FC236}">
                <a16:creationId xmlns:a16="http://schemas.microsoft.com/office/drawing/2014/main" id="{4D44FC78-7FA3-4C91-B439-86DBD1674DA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08104" y="5609553"/>
            <a:ext cx="678003" cy="678003"/>
          </a:xfrm>
          <a:prstGeom prst="rect">
            <a:avLst/>
          </a:prstGeom>
        </p:spPr>
      </p:pic>
      <p:sp>
        <p:nvSpPr>
          <p:cNvPr id="17" name="Rectángulo 16">
            <a:extLst>
              <a:ext uri="{FF2B5EF4-FFF2-40B4-BE49-F238E27FC236}">
                <a16:creationId xmlns:a16="http://schemas.microsoft.com/office/drawing/2014/main" id="{8B17B27A-1D94-4891-8A3D-138A45A7B7F9}"/>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DATOS DE CRECIMIENTO INDUSTRIAL</a:t>
            </a:r>
          </a:p>
        </p:txBody>
      </p:sp>
      <p:sp>
        <p:nvSpPr>
          <p:cNvPr id="19" name="Rectángulo 18">
            <a:extLst>
              <a:ext uri="{FF2B5EF4-FFF2-40B4-BE49-F238E27FC236}">
                <a16:creationId xmlns:a16="http://schemas.microsoft.com/office/drawing/2014/main" id="{A24810C8-6151-4072-A06F-9AD2EE3FCC75}"/>
              </a:ext>
            </a:extLst>
          </p:cNvPr>
          <p:cNvSpPr/>
          <p:nvPr/>
        </p:nvSpPr>
        <p:spPr>
          <a:xfrm>
            <a:off x="1298707" y="625617"/>
            <a:ext cx="1923925" cy="1015663"/>
          </a:xfrm>
          <a:prstGeom prst="rect">
            <a:avLst/>
          </a:prstGeom>
          <a:ln>
            <a:noFill/>
          </a:ln>
        </p:spPr>
        <p:txBody>
          <a:bodyPr wrap="none">
            <a:spAutoFit/>
          </a:bodyPr>
          <a:lstStyle/>
          <a:p>
            <a:r>
              <a:rPr lang="es-AR" sz="2000" b="1" dirty="0">
                <a:solidFill>
                  <a:schemeClr val="accent5">
                    <a:lumMod val="50000"/>
                  </a:schemeClr>
                </a:solidFill>
                <a:latin typeface="Arial" panose="020B0604020202020204" pitchFamily="34" charset="0"/>
                <a:cs typeface="Arial" panose="020B0604020202020204" pitchFamily="34" charset="0"/>
              </a:rPr>
              <a:t>Radicación de</a:t>
            </a:r>
          </a:p>
          <a:p>
            <a:r>
              <a:rPr lang="es-AR" sz="2000" b="1" dirty="0">
                <a:solidFill>
                  <a:schemeClr val="accent5">
                    <a:lumMod val="50000"/>
                  </a:schemeClr>
                </a:solidFill>
                <a:latin typeface="Arial" panose="020B0604020202020204" pitchFamily="34" charset="0"/>
                <a:cs typeface="Arial" panose="020B0604020202020204" pitchFamily="34" charset="0"/>
              </a:rPr>
              <a:t>Empresas </a:t>
            </a:r>
          </a:p>
          <a:p>
            <a:r>
              <a:rPr lang="es-AR" sz="2000" b="1" dirty="0">
                <a:solidFill>
                  <a:schemeClr val="accent5">
                    <a:lumMod val="50000"/>
                  </a:schemeClr>
                </a:solidFill>
                <a:latin typeface="Arial" panose="020B0604020202020204" pitchFamily="34" charset="0"/>
                <a:cs typeface="Arial" panose="020B0604020202020204" pitchFamily="34" charset="0"/>
              </a:rPr>
              <a:t>Extranjeras </a:t>
            </a:r>
          </a:p>
        </p:txBody>
      </p:sp>
      <p:pic>
        <p:nvPicPr>
          <p:cNvPr id="3" name="Gráfico 2" descr="Globo terrestre, América">
            <a:extLst>
              <a:ext uri="{FF2B5EF4-FFF2-40B4-BE49-F238E27FC236}">
                <a16:creationId xmlns:a16="http://schemas.microsoft.com/office/drawing/2014/main" id="{48D5F519-9959-4F69-9DB0-BC43A2A9121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83394" y="647270"/>
            <a:ext cx="673224" cy="673224"/>
          </a:xfrm>
          <a:prstGeom prst="rect">
            <a:avLst/>
          </a:prstGeom>
        </p:spPr>
      </p:pic>
      <p:pic>
        <p:nvPicPr>
          <p:cNvPr id="5" name="Gráfico 4" descr="Fábrica">
            <a:extLst>
              <a:ext uri="{FF2B5EF4-FFF2-40B4-BE49-F238E27FC236}">
                <a16:creationId xmlns:a16="http://schemas.microsoft.com/office/drawing/2014/main" id="{9DE8EE0B-4C26-45AB-9092-86CADE61845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47611" y="758532"/>
            <a:ext cx="914400" cy="91440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4 Rectángulo redondeado"/>
          <p:cNvSpPr/>
          <p:nvPr/>
        </p:nvSpPr>
        <p:spPr>
          <a:xfrm>
            <a:off x="2915816" y="927886"/>
            <a:ext cx="3240360" cy="1293193"/>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2400" b="1" dirty="0">
                <a:solidFill>
                  <a:schemeClr val="accent5">
                    <a:lumMod val="20000"/>
                    <a:lumOff val="80000"/>
                  </a:schemeClr>
                </a:solidFill>
                <a:latin typeface="Arial" panose="020B0604020202020204" pitchFamily="34" charset="0"/>
                <a:cs typeface="Arial" panose="020B0604020202020204" pitchFamily="34" charset="0"/>
              </a:rPr>
              <a:t>Motores del crecimiento</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7" name="5 Rectángulo redondeado"/>
          <p:cNvSpPr/>
          <p:nvPr/>
        </p:nvSpPr>
        <p:spPr>
          <a:xfrm>
            <a:off x="3419872" y="2690918"/>
            <a:ext cx="2232248" cy="432048"/>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b="1" dirty="0">
                <a:solidFill>
                  <a:schemeClr val="accent5">
                    <a:lumMod val="20000"/>
                    <a:lumOff val="80000"/>
                  </a:schemeClr>
                </a:solidFill>
                <a:latin typeface="Arial" panose="020B0604020202020204" pitchFamily="34" charset="0"/>
                <a:cs typeface="Arial" panose="020B0604020202020204" pitchFamily="34" charset="0"/>
              </a:rPr>
              <a:t>Gran Guerra</a:t>
            </a:r>
            <a:endParaRPr lang="es-AR" b="1"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8" name="7 Conector recto de flecha"/>
          <p:cNvCxnSpPr>
            <a:cxnSpLocks/>
            <a:stCxn id="6" idx="2"/>
            <a:endCxn id="7" idx="0"/>
          </p:cNvCxnSpPr>
          <p:nvPr/>
        </p:nvCxnSpPr>
        <p:spPr>
          <a:xfrm>
            <a:off x="4535996" y="2221079"/>
            <a:ext cx="0" cy="469839"/>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8 Rectángulo redondeado"/>
          <p:cNvSpPr/>
          <p:nvPr/>
        </p:nvSpPr>
        <p:spPr>
          <a:xfrm>
            <a:off x="6498214" y="1357394"/>
            <a:ext cx="1818202"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dirty="0">
                <a:solidFill>
                  <a:schemeClr val="accent5">
                    <a:lumMod val="20000"/>
                    <a:lumOff val="80000"/>
                  </a:schemeClr>
                </a:solidFill>
                <a:latin typeface="Arial" panose="020B0604020202020204" pitchFamily="34" charset="0"/>
                <a:cs typeface="Arial" panose="020B0604020202020204" pitchFamily="34" charset="0"/>
              </a:rPr>
              <a:t>Recambio</a:t>
            </a:r>
            <a:endParaRPr lang="es-AR"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11" name="9 Conector recto de flecha"/>
          <p:cNvCxnSpPr>
            <a:cxnSpLocks/>
            <a:stCxn id="9" idx="1"/>
            <a:endCxn id="6" idx="3"/>
          </p:cNvCxnSpPr>
          <p:nvPr/>
        </p:nvCxnSpPr>
        <p:spPr>
          <a:xfrm flipH="1">
            <a:off x="6156176" y="1573418"/>
            <a:ext cx="342038" cy="1065"/>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12 Rectángulo redondeado"/>
          <p:cNvSpPr/>
          <p:nvPr/>
        </p:nvSpPr>
        <p:spPr>
          <a:xfrm>
            <a:off x="466934" y="2603713"/>
            <a:ext cx="2232248" cy="60554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Interrupción de los flujos de comercio </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13" name="13 Conector recto de flecha"/>
          <p:cNvCxnSpPr>
            <a:stCxn id="7" idx="1"/>
            <a:endCxn id="12" idx="3"/>
          </p:cNvCxnSpPr>
          <p:nvPr/>
        </p:nvCxnSpPr>
        <p:spPr>
          <a:xfrm flipH="1" flipV="1">
            <a:off x="2699182" y="2906484"/>
            <a:ext cx="720690" cy="458"/>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16 Rectángulo redondeado"/>
          <p:cNvSpPr/>
          <p:nvPr/>
        </p:nvSpPr>
        <p:spPr>
          <a:xfrm>
            <a:off x="1286635" y="3835617"/>
            <a:ext cx="2574286" cy="597229"/>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Antes</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5" name="17 Rectángulo redondeado"/>
          <p:cNvSpPr/>
          <p:nvPr/>
        </p:nvSpPr>
        <p:spPr>
          <a:xfrm>
            <a:off x="755576" y="5589240"/>
            <a:ext cx="3636404" cy="864096"/>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Sector agropecuario e industria crecieron a tasas comparables</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6" name="18 Rectángulo redondeado"/>
          <p:cNvSpPr/>
          <p:nvPr/>
        </p:nvSpPr>
        <p:spPr>
          <a:xfrm>
            <a:off x="755576" y="4761148"/>
            <a:ext cx="3636404" cy="432048"/>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Agroexportador</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17" name="19 Conector recto de flecha"/>
          <p:cNvCxnSpPr>
            <a:cxnSpLocks/>
            <a:stCxn id="7" idx="2"/>
            <a:endCxn id="14" idx="0"/>
          </p:cNvCxnSpPr>
          <p:nvPr/>
        </p:nvCxnSpPr>
        <p:spPr>
          <a:xfrm flipH="1">
            <a:off x="2573778" y="3122966"/>
            <a:ext cx="1962218" cy="712651"/>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22 Conector recto de flecha"/>
          <p:cNvCxnSpPr>
            <a:cxnSpLocks/>
            <a:stCxn id="14" idx="2"/>
            <a:endCxn id="16" idx="0"/>
          </p:cNvCxnSpPr>
          <p:nvPr/>
        </p:nvCxnSpPr>
        <p:spPr>
          <a:xfrm>
            <a:off x="2573778" y="4432846"/>
            <a:ext cx="0" cy="328302"/>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23 Conector recto de flecha"/>
          <p:cNvCxnSpPr>
            <a:stCxn id="16" idx="2"/>
            <a:endCxn id="15" idx="0"/>
          </p:cNvCxnSpPr>
          <p:nvPr/>
        </p:nvCxnSpPr>
        <p:spPr>
          <a:xfrm>
            <a:off x="2573778" y="5193196"/>
            <a:ext cx="0" cy="396044"/>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28 Rectángulo redondeado"/>
          <p:cNvSpPr/>
          <p:nvPr/>
        </p:nvSpPr>
        <p:spPr>
          <a:xfrm>
            <a:off x="5201038" y="3839029"/>
            <a:ext cx="2574286" cy="597229"/>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err="1">
                <a:solidFill>
                  <a:schemeClr val="accent5">
                    <a:lumMod val="20000"/>
                    <a:lumOff val="80000"/>
                  </a:schemeClr>
                </a:solidFill>
                <a:latin typeface="Arial" panose="020B0604020202020204" pitchFamily="34" charset="0"/>
                <a:cs typeface="Arial" panose="020B0604020202020204" pitchFamily="34" charset="0"/>
              </a:rPr>
              <a:t>Desde</a:t>
            </a:r>
            <a:r>
              <a:rPr sz="2400" b="1" dirty="0">
                <a:solidFill>
                  <a:schemeClr val="accent5">
                    <a:lumMod val="20000"/>
                    <a:lumOff val="80000"/>
                  </a:schemeClr>
                </a:solidFill>
                <a:latin typeface="Arial" panose="020B0604020202020204" pitchFamily="34" charset="0"/>
                <a:cs typeface="Arial" panose="020B0604020202020204" pitchFamily="34" charset="0"/>
              </a:rPr>
              <a:t> 191</a:t>
            </a:r>
            <a:r>
              <a:rPr lang="es-AR" sz="2400" b="1" dirty="0">
                <a:solidFill>
                  <a:schemeClr val="accent5">
                    <a:lumMod val="20000"/>
                    <a:lumOff val="80000"/>
                  </a:schemeClr>
                </a:solidFill>
                <a:latin typeface="Arial" panose="020B0604020202020204" pitchFamily="34" charset="0"/>
                <a:cs typeface="Arial" panose="020B0604020202020204" pitchFamily="34" charset="0"/>
              </a:rPr>
              <a:t>4</a:t>
            </a:r>
          </a:p>
        </p:txBody>
      </p:sp>
      <p:sp>
        <p:nvSpPr>
          <p:cNvPr id="21" name="29 Rectángulo redondeado"/>
          <p:cNvSpPr/>
          <p:nvPr/>
        </p:nvSpPr>
        <p:spPr>
          <a:xfrm>
            <a:off x="4680012" y="4761147"/>
            <a:ext cx="3636404" cy="44700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b="1" dirty="0">
                <a:solidFill>
                  <a:schemeClr val="accent5">
                    <a:lumMod val="20000"/>
                    <a:lumOff val="80000"/>
                  </a:schemeClr>
                </a:solidFill>
                <a:latin typeface="Arial" panose="020B0604020202020204" pitchFamily="34" charset="0"/>
                <a:cs typeface="Arial" panose="020B0604020202020204" pitchFamily="34" charset="0"/>
              </a:rPr>
              <a:t>Sustitución de importaciones</a:t>
            </a:r>
            <a:endParaRPr lang="es-AR" sz="16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2" name="30 Rectángulo redondeado"/>
          <p:cNvSpPr/>
          <p:nvPr/>
        </p:nvSpPr>
        <p:spPr>
          <a:xfrm>
            <a:off x="4680012" y="5589240"/>
            <a:ext cx="3636404" cy="864096"/>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La producción manufacturera se despega de la agropecuaria</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23" name="31 Conector recto de flecha"/>
          <p:cNvCxnSpPr>
            <a:cxnSpLocks/>
            <a:stCxn id="7" idx="2"/>
            <a:endCxn id="20" idx="0"/>
          </p:cNvCxnSpPr>
          <p:nvPr/>
        </p:nvCxnSpPr>
        <p:spPr>
          <a:xfrm>
            <a:off x="4535996" y="3122966"/>
            <a:ext cx="1952185" cy="716063"/>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35 Conector recto de flecha"/>
          <p:cNvCxnSpPr>
            <a:cxnSpLocks/>
            <a:stCxn id="20" idx="2"/>
            <a:endCxn id="21" idx="0"/>
          </p:cNvCxnSpPr>
          <p:nvPr/>
        </p:nvCxnSpPr>
        <p:spPr>
          <a:xfrm>
            <a:off x="6488181" y="4436258"/>
            <a:ext cx="10033" cy="324889"/>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38 Conector recto de flecha"/>
          <p:cNvCxnSpPr>
            <a:stCxn id="21" idx="2"/>
            <a:endCxn id="22" idx="0"/>
          </p:cNvCxnSpPr>
          <p:nvPr/>
        </p:nvCxnSpPr>
        <p:spPr>
          <a:xfrm>
            <a:off x="6498214" y="5208155"/>
            <a:ext cx="0" cy="381085"/>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6" name="Rectángulo 25">
            <a:extLst>
              <a:ext uri="{FF2B5EF4-FFF2-40B4-BE49-F238E27FC236}">
                <a16:creationId xmlns:a16="http://schemas.microsoft.com/office/drawing/2014/main" id="{A51D7DBA-CCF8-439C-8EED-A613C2DA3507}"/>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CAMBIOS CON LA GRAN GUERRA</a:t>
            </a:r>
          </a:p>
        </p:txBody>
      </p:sp>
      <p:pic>
        <p:nvPicPr>
          <p:cNvPr id="1026" name="Picture 2" descr="Image result for casco primera guerra mundial icono">
            <a:extLst>
              <a:ext uri="{FF2B5EF4-FFF2-40B4-BE49-F238E27FC236}">
                <a16:creationId xmlns:a16="http://schemas.microsoft.com/office/drawing/2014/main" id="{62DCFD78-D2AE-4CF9-95C7-E69C82C6C55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817797" y="2203832"/>
            <a:ext cx="1340768" cy="1340768"/>
          </a:xfrm>
          <a:prstGeom prst="rect">
            <a:avLst/>
          </a:prstGeom>
          <a:noFill/>
          <a:extLst>
            <a:ext uri="{909E8E84-426E-40DD-AFC4-6F175D3DCCD1}">
              <a14:hiddenFill xmlns:a14="http://schemas.microsoft.com/office/drawing/2010/main">
                <a:solidFill>
                  <a:srgbClr val="FFFFFF"/>
                </a:solidFill>
              </a14:hiddenFill>
            </a:ext>
          </a:extLst>
        </p:spPr>
      </p:pic>
      <p:pic>
        <p:nvPicPr>
          <p:cNvPr id="39" name="Gráfico 38" descr="Tendencia al alza">
            <a:extLst>
              <a:ext uri="{FF2B5EF4-FFF2-40B4-BE49-F238E27FC236}">
                <a16:creationId xmlns:a16="http://schemas.microsoft.com/office/drawing/2014/main" id="{6F04E8C5-AE35-4BEB-8204-FEF6B5B163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59905" y="1116218"/>
            <a:ext cx="914400" cy="914400"/>
          </a:xfrm>
          <a:prstGeom prst="rect">
            <a:avLst/>
          </a:prstGeom>
        </p:spPr>
      </p:pic>
      <p:pic>
        <p:nvPicPr>
          <p:cNvPr id="49" name="Gráfico 48" descr="Globo terrestre, América">
            <a:extLst>
              <a:ext uri="{FF2B5EF4-FFF2-40B4-BE49-F238E27FC236}">
                <a16:creationId xmlns:a16="http://schemas.microsoft.com/office/drawing/2014/main" id="{51D26C0F-A4B3-4B13-8A8B-A3726058D37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86004" y="3665291"/>
            <a:ext cx="914400" cy="914400"/>
          </a:xfrm>
          <a:prstGeom prst="rect">
            <a:avLst/>
          </a:prstGeom>
        </p:spPr>
      </p:pic>
      <p:sp>
        <p:nvSpPr>
          <p:cNvPr id="50" name="Signo de multiplicación 49">
            <a:extLst>
              <a:ext uri="{FF2B5EF4-FFF2-40B4-BE49-F238E27FC236}">
                <a16:creationId xmlns:a16="http://schemas.microsoft.com/office/drawing/2014/main" id="{6A511541-5B1D-4ACF-92F3-73E715ACD8B5}"/>
              </a:ext>
            </a:extLst>
          </p:cNvPr>
          <p:cNvSpPr/>
          <p:nvPr/>
        </p:nvSpPr>
        <p:spPr>
          <a:xfrm>
            <a:off x="7524328" y="3508875"/>
            <a:ext cx="1440160" cy="1224136"/>
          </a:xfrm>
          <a:prstGeom prst="mathMultiply">
            <a:avLst>
              <a:gd name="adj1" fmla="val 10879"/>
            </a:avLst>
          </a:prstGeom>
          <a:solidFill>
            <a:schemeClr val="accent5">
              <a:lumMod val="7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92596644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blip>
          <a:srcRect l="884" t="9507" r="909" b="1751"/>
          <a:stretch/>
        </p:blipFill>
        <p:spPr>
          <a:xfrm>
            <a:off x="683568" y="2492896"/>
            <a:ext cx="7776863" cy="4032448"/>
          </a:xfrm>
          <a:prstGeom prst="rect">
            <a:avLst/>
          </a:prstGeom>
        </p:spPr>
      </p:pic>
      <p:sp>
        <p:nvSpPr>
          <p:cNvPr id="7" name="Rectángulo 6">
            <a:extLst>
              <a:ext uri="{FF2B5EF4-FFF2-40B4-BE49-F238E27FC236}">
                <a16:creationId xmlns:a16="http://schemas.microsoft.com/office/drawing/2014/main" id="{822CC669-120E-402F-8E55-042849FDCC33}"/>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CAMBIOS CON LA GRAN GUERRA</a:t>
            </a:r>
          </a:p>
        </p:txBody>
      </p:sp>
      <p:sp>
        <p:nvSpPr>
          <p:cNvPr id="10" name="23 CuadroTexto">
            <a:extLst>
              <a:ext uri="{FF2B5EF4-FFF2-40B4-BE49-F238E27FC236}">
                <a16:creationId xmlns:a16="http://schemas.microsoft.com/office/drawing/2014/main" id="{56B98895-2617-4C5F-9E1D-05B446C64DDB}"/>
              </a:ext>
            </a:extLst>
          </p:cNvPr>
          <p:cNvSpPr txBox="1"/>
          <p:nvPr/>
        </p:nvSpPr>
        <p:spPr>
          <a:xfrm>
            <a:off x="0" y="980728"/>
            <a:ext cx="9144000" cy="6840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AR"/>
            </a:defPPr>
            <a:lvl1pPr algn="ctr">
              <a:defRPr sz="3200" b="1">
                <a:solidFill>
                  <a:schemeClr val="accent1">
                    <a:lumMod val="20000"/>
                    <a:lumOff val="80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AR" sz="2000" dirty="0"/>
              <a:t>Precio de la Importaciones</a:t>
            </a:r>
          </a:p>
        </p:txBody>
      </p:sp>
      <p:cxnSp>
        <p:nvCxnSpPr>
          <p:cNvPr id="11" name="Conector recto 10">
            <a:extLst>
              <a:ext uri="{FF2B5EF4-FFF2-40B4-BE49-F238E27FC236}">
                <a16:creationId xmlns:a16="http://schemas.microsoft.com/office/drawing/2014/main" id="{53FB8DA9-4084-4468-B86A-55D90C767F23}"/>
              </a:ext>
            </a:extLst>
          </p:cNvPr>
          <p:cNvCxnSpPr>
            <a:cxnSpLocks/>
          </p:cNvCxnSpPr>
          <p:nvPr/>
        </p:nvCxnSpPr>
        <p:spPr>
          <a:xfrm flipV="1">
            <a:off x="2987824" y="1844824"/>
            <a:ext cx="0" cy="4104456"/>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7306474D-247E-464C-8B6A-F3E5B38961A1}"/>
              </a:ext>
            </a:extLst>
          </p:cNvPr>
          <p:cNvCxnSpPr>
            <a:cxnSpLocks/>
          </p:cNvCxnSpPr>
          <p:nvPr/>
        </p:nvCxnSpPr>
        <p:spPr>
          <a:xfrm flipV="1">
            <a:off x="4255832" y="1844824"/>
            <a:ext cx="0" cy="4104456"/>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FEEABA4A-3063-407B-94FC-373D2B2AE72D}"/>
              </a:ext>
            </a:extLst>
          </p:cNvPr>
          <p:cNvSpPr/>
          <p:nvPr/>
        </p:nvSpPr>
        <p:spPr>
          <a:xfrm>
            <a:off x="3212672" y="2115465"/>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74DEC413-4BFB-44AC-B94F-B2188EDD257F}"/>
              </a:ext>
            </a:extLst>
          </p:cNvPr>
          <p:cNvSpPr/>
          <p:nvPr/>
        </p:nvSpPr>
        <p:spPr>
          <a:xfrm>
            <a:off x="3061899" y="5373216"/>
            <a:ext cx="1211337" cy="307777"/>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GUERRA</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cxnSp>
        <p:nvCxnSpPr>
          <p:cNvPr id="15" name="Conector recto 14">
            <a:extLst>
              <a:ext uri="{FF2B5EF4-FFF2-40B4-BE49-F238E27FC236}">
                <a16:creationId xmlns:a16="http://schemas.microsoft.com/office/drawing/2014/main" id="{9853BEEB-5994-4A52-AE34-F10B865EA68A}"/>
              </a:ext>
            </a:extLst>
          </p:cNvPr>
          <p:cNvCxnSpPr>
            <a:cxnSpLocks/>
          </p:cNvCxnSpPr>
          <p:nvPr/>
        </p:nvCxnSpPr>
        <p:spPr>
          <a:xfrm flipV="1">
            <a:off x="5897948" y="1844824"/>
            <a:ext cx="0" cy="4104456"/>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 name="Elipse 16">
            <a:extLst>
              <a:ext uri="{FF2B5EF4-FFF2-40B4-BE49-F238E27FC236}">
                <a16:creationId xmlns:a16="http://schemas.microsoft.com/office/drawing/2014/main" id="{05C31810-BA99-42E1-A315-6C3BB0BFDA53}"/>
              </a:ext>
            </a:extLst>
          </p:cNvPr>
          <p:cNvSpPr/>
          <p:nvPr/>
        </p:nvSpPr>
        <p:spPr>
          <a:xfrm>
            <a:off x="4642186" y="2115465"/>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8" name="Rectángulo 17">
            <a:extLst>
              <a:ext uri="{FF2B5EF4-FFF2-40B4-BE49-F238E27FC236}">
                <a16:creationId xmlns:a16="http://schemas.microsoft.com/office/drawing/2014/main" id="{6B1E7A4C-4C78-4F75-A2B1-7237F7FF26CF}"/>
              </a:ext>
            </a:extLst>
          </p:cNvPr>
          <p:cNvSpPr/>
          <p:nvPr/>
        </p:nvSpPr>
        <p:spPr>
          <a:xfrm>
            <a:off x="4345444" y="5373216"/>
            <a:ext cx="1497699" cy="307777"/>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POSGUERRA</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sp>
        <p:nvSpPr>
          <p:cNvPr id="22" name="Triángulo isósceles 21">
            <a:extLst>
              <a:ext uri="{FF2B5EF4-FFF2-40B4-BE49-F238E27FC236}">
                <a16:creationId xmlns:a16="http://schemas.microsoft.com/office/drawing/2014/main" id="{06BC2D00-7659-40D3-8086-2826BBFDAEAC}"/>
              </a:ext>
            </a:extLst>
          </p:cNvPr>
          <p:cNvSpPr/>
          <p:nvPr/>
        </p:nvSpPr>
        <p:spPr>
          <a:xfrm>
            <a:off x="3451544" y="2267565"/>
            <a:ext cx="432046" cy="450661"/>
          </a:xfrm>
          <a:prstGeom prs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Triángulo isósceles 22">
            <a:extLst>
              <a:ext uri="{FF2B5EF4-FFF2-40B4-BE49-F238E27FC236}">
                <a16:creationId xmlns:a16="http://schemas.microsoft.com/office/drawing/2014/main" id="{FB2D20E0-11CE-46E9-A188-6F3B057E82FD}"/>
              </a:ext>
            </a:extLst>
          </p:cNvPr>
          <p:cNvSpPr/>
          <p:nvPr/>
        </p:nvSpPr>
        <p:spPr>
          <a:xfrm flipV="1">
            <a:off x="4869784" y="2315171"/>
            <a:ext cx="432046" cy="450661"/>
          </a:xfrm>
          <a:prstGeom prs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124527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5 Rectángulo redondeado"/>
          <p:cNvSpPr/>
          <p:nvPr/>
        </p:nvSpPr>
        <p:spPr>
          <a:xfrm>
            <a:off x="179512" y="975048"/>
            <a:ext cx="2232248" cy="67755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Luego de 1818</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3" name="17 Rectángulo redondeado"/>
          <p:cNvSpPr/>
          <p:nvPr/>
        </p:nvSpPr>
        <p:spPr>
          <a:xfrm>
            <a:off x="179512" y="2996952"/>
            <a:ext cx="2232248" cy="1174982"/>
          </a:xfrm>
          <a:prstGeom prst="roundRect">
            <a:avLst>
              <a:gd name="adj" fmla="val 1068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Pero </a:t>
            </a:r>
            <a:r>
              <a:rPr b="1" dirty="0" err="1">
                <a:solidFill>
                  <a:schemeClr val="accent5">
                    <a:lumMod val="20000"/>
                    <a:lumOff val="80000"/>
                  </a:schemeClr>
                </a:solidFill>
                <a:latin typeface="Arial" panose="020B0604020202020204" pitchFamily="34" charset="0"/>
                <a:cs typeface="Arial" panose="020B0604020202020204" pitchFamily="34" charset="0"/>
              </a:rPr>
              <a:t>bienes</a:t>
            </a:r>
            <a:r>
              <a:rPr b="1" dirty="0">
                <a:solidFill>
                  <a:schemeClr val="accent5">
                    <a:lumMod val="20000"/>
                    <a:lumOff val="80000"/>
                  </a:schemeClr>
                </a:solidFill>
                <a:latin typeface="Arial" panose="020B0604020202020204" pitchFamily="34" charset="0"/>
                <a:cs typeface="Arial" panose="020B0604020202020204" pitchFamily="34" charset="0"/>
              </a:rPr>
              <a:t> de inversión</a:t>
            </a:r>
            <a:endParaRPr lang="es-AR" sz="16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5" name="39 Rectángulo redondeado"/>
          <p:cNvSpPr/>
          <p:nvPr/>
        </p:nvSpPr>
        <p:spPr>
          <a:xfrm>
            <a:off x="179512" y="2060848"/>
            <a:ext cx="2232248" cy="576064"/>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Vuelven a crecer  las importaciones</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26" name="40 Conector recto de flecha"/>
          <p:cNvCxnSpPr>
            <a:stCxn id="25" idx="2"/>
            <a:endCxn id="23" idx="0"/>
          </p:cNvCxnSpPr>
          <p:nvPr/>
        </p:nvCxnSpPr>
        <p:spPr>
          <a:xfrm>
            <a:off x="1295636" y="2636912"/>
            <a:ext cx="0" cy="360040"/>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44 Conector recto de flecha"/>
          <p:cNvCxnSpPr>
            <a:stCxn id="20" idx="2"/>
            <a:endCxn id="25" idx="0"/>
          </p:cNvCxnSpPr>
          <p:nvPr/>
        </p:nvCxnSpPr>
        <p:spPr>
          <a:xfrm>
            <a:off x="1295636" y="1652598"/>
            <a:ext cx="0" cy="408250"/>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8" name="49 Rectángulo redondeado"/>
          <p:cNvSpPr/>
          <p:nvPr/>
        </p:nvSpPr>
        <p:spPr>
          <a:xfrm>
            <a:off x="179512" y="4793803"/>
            <a:ext cx="3732098" cy="1357686"/>
          </a:xfrm>
          <a:prstGeom prst="roundRect">
            <a:avLst>
              <a:gd name="adj" fmla="val 10450"/>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prstClr val="white"/>
                </a:solidFill>
                <a:latin typeface="Arial" panose="020B0604020202020204" pitchFamily="34" charset="0"/>
                <a:cs typeface="Arial" panose="020B0604020202020204" pitchFamily="34" charset="0"/>
              </a:rPr>
              <a:t>La industria mantuvo su dinámica</a:t>
            </a:r>
            <a:endParaRPr lang="es-AR" sz="2400" b="1" dirty="0">
              <a:solidFill>
                <a:prstClr val="white"/>
              </a:solidFill>
              <a:latin typeface="Arial" panose="020B0604020202020204" pitchFamily="34" charset="0"/>
              <a:cs typeface="Arial" panose="020B0604020202020204" pitchFamily="34" charset="0"/>
            </a:endParaRPr>
          </a:p>
        </p:txBody>
      </p:sp>
      <p:sp>
        <p:nvSpPr>
          <p:cNvPr id="71" name="16 Rectángulo redondeado"/>
          <p:cNvSpPr/>
          <p:nvPr/>
        </p:nvSpPr>
        <p:spPr>
          <a:xfrm>
            <a:off x="3514730" y="975048"/>
            <a:ext cx="2757569" cy="1296144"/>
          </a:xfrm>
          <a:prstGeom prst="roundRect">
            <a:avLst>
              <a:gd name="adj" fmla="val 10155"/>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i="1" dirty="0">
                <a:solidFill>
                  <a:schemeClr val="accent5">
                    <a:lumMod val="20000"/>
                    <a:lumOff val="80000"/>
                  </a:schemeClr>
                </a:solidFill>
                <a:latin typeface="Arial" panose="020B0604020202020204" pitchFamily="34" charset="0"/>
                <a:cs typeface="Arial" panose="020B0604020202020204" pitchFamily="34" charset="0"/>
              </a:rPr>
              <a:t>¿</a:t>
            </a:r>
            <a:r>
              <a:rPr sz="2400" b="1" i="1" dirty="0" err="1">
                <a:solidFill>
                  <a:schemeClr val="accent5">
                    <a:lumMod val="20000"/>
                    <a:lumOff val="80000"/>
                  </a:schemeClr>
                </a:solidFill>
                <a:latin typeface="Arial" panose="020B0604020202020204" pitchFamily="34" charset="0"/>
                <a:cs typeface="Arial" panose="020B0604020202020204" pitchFamily="34" charset="0"/>
              </a:rPr>
              <a:t>Medidas</a:t>
            </a:r>
            <a:r>
              <a:rPr sz="2400" b="1" i="1" dirty="0">
                <a:solidFill>
                  <a:schemeClr val="accent5">
                    <a:lumMod val="20000"/>
                    <a:lumOff val="80000"/>
                  </a:schemeClr>
                </a:solidFill>
                <a:latin typeface="Arial" panose="020B0604020202020204" pitchFamily="34" charset="0"/>
                <a:cs typeface="Arial" panose="020B0604020202020204" pitchFamily="34" charset="0"/>
              </a:rPr>
              <a:t> </a:t>
            </a:r>
            <a:r>
              <a:rPr sz="2400" b="1" i="1" dirty="0" err="1">
                <a:solidFill>
                  <a:schemeClr val="accent5">
                    <a:lumMod val="20000"/>
                    <a:lumOff val="80000"/>
                  </a:schemeClr>
                </a:solidFill>
                <a:latin typeface="Arial" panose="020B0604020202020204" pitchFamily="34" charset="0"/>
                <a:cs typeface="Arial" panose="020B0604020202020204" pitchFamily="34" charset="0"/>
              </a:rPr>
              <a:t>proteccionistas</a:t>
            </a:r>
            <a:r>
              <a:rPr sz="2400" b="1" i="1" dirty="0">
                <a:solidFill>
                  <a:schemeClr val="accent5">
                    <a:lumMod val="20000"/>
                    <a:lumOff val="80000"/>
                  </a:schemeClr>
                </a:solidFill>
                <a:latin typeface="Arial" panose="020B0604020202020204" pitchFamily="34" charset="0"/>
                <a:cs typeface="Arial" panose="020B0604020202020204" pitchFamily="34" charset="0"/>
              </a:rPr>
              <a:t>?</a:t>
            </a:r>
            <a:endParaRPr lang="es-AR" sz="2400" b="1" i="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74" name="40 Rectángulo redondeado"/>
          <p:cNvSpPr/>
          <p:nvPr/>
        </p:nvSpPr>
        <p:spPr>
          <a:xfrm>
            <a:off x="6281852" y="2923501"/>
            <a:ext cx="1145605" cy="733896"/>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prstClr val="white"/>
                </a:solidFill>
              </a:rPr>
              <a:t>NO</a:t>
            </a:r>
          </a:p>
        </p:txBody>
      </p:sp>
      <p:sp>
        <p:nvSpPr>
          <p:cNvPr id="75" name="41 Rectángulo redondeado"/>
          <p:cNvSpPr/>
          <p:nvPr/>
        </p:nvSpPr>
        <p:spPr>
          <a:xfrm>
            <a:off x="5478300" y="4365104"/>
            <a:ext cx="2765780" cy="733896"/>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Nivel de protección inferior al de pre-guerra</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76" name="42 Conector recto de flecha"/>
          <p:cNvCxnSpPr>
            <a:cxnSpLocks/>
            <a:stCxn id="74" idx="2"/>
            <a:endCxn id="75" idx="0"/>
          </p:cNvCxnSpPr>
          <p:nvPr/>
        </p:nvCxnSpPr>
        <p:spPr>
          <a:xfrm>
            <a:off x="6854655" y="3657397"/>
            <a:ext cx="6535" cy="707707"/>
          </a:xfrm>
          <a:prstGeom prst="straightConnector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4" name="Rectángulo 33">
            <a:extLst>
              <a:ext uri="{FF2B5EF4-FFF2-40B4-BE49-F238E27FC236}">
                <a16:creationId xmlns:a16="http://schemas.microsoft.com/office/drawing/2014/main" id="{69F5233C-64AC-452F-93EA-16D040894164}"/>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LUEGO DE LA GRAN GUERRA</a:t>
            </a:r>
          </a:p>
        </p:txBody>
      </p:sp>
      <p:pic>
        <p:nvPicPr>
          <p:cNvPr id="35" name="Picture 2" descr="Image result for casco primera guerra mundial icono">
            <a:extLst>
              <a:ext uri="{FF2B5EF4-FFF2-40B4-BE49-F238E27FC236}">
                <a16:creationId xmlns:a16="http://schemas.microsoft.com/office/drawing/2014/main" id="{7B4B8330-DCC4-4F67-9DC4-5682E3FB4A1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24328" y="640829"/>
            <a:ext cx="1340768" cy="1340768"/>
          </a:xfrm>
          <a:prstGeom prst="rect">
            <a:avLst/>
          </a:prstGeom>
          <a:noFill/>
          <a:extLst>
            <a:ext uri="{909E8E84-426E-40DD-AFC4-6F175D3DCCD1}">
              <a14:hiddenFill xmlns:a14="http://schemas.microsoft.com/office/drawing/2010/main">
                <a:solidFill>
                  <a:srgbClr val="FFFFFF"/>
                </a:solidFill>
              </a14:hiddenFill>
            </a:ext>
          </a:extLst>
        </p:spPr>
      </p:pic>
      <p:sp>
        <p:nvSpPr>
          <p:cNvPr id="36" name="Rectángulo 35">
            <a:extLst>
              <a:ext uri="{FF2B5EF4-FFF2-40B4-BE49-F238E27FC236}">
                <a16:creationId xmlns:a16="http://schemas.microsoft.com/office/drawing/2014/main" id="{E4428BEC-101D-4EBD-8D8F-2365FB22F01A}"/>
              </a:ext>
            </a:extLst>
          </p:cNvPr>
          <p:cNvSpPr/>
          <p:nvPr/>
        </p:nvSpPr>
        <p:spPr>
          <a:xfrm>
            <a:off x="7560060" y="1775317"/>
            <a:ext cx="1332420" cy="307777"/>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POSGUERRA</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sp>
        <p:nvSpPr>
          <p:cNvPr id="37" name="Rectángulo 36">
            <a:extLst>
              <a:ext uri="{FF2B5EF4-FFF2-40B4-BE49-F238E27FC236}">
                <a16:creationId xmlns:a16="http://schemas.microsoft.com/office/drawing/2014/main" id="{8A3B8B6D-10E2-4779-AF48-6ADE3EBB5C23}"/>
              </a:ext>
            </a:extLst>
          </p:cNvPr>
          <p:cNvSpPr/>
          <p:nvPr/>
        </p:nvSpPr>
        <p:spPr>
          <a:xfrm>
            <a:off x="7668344" y="1447399"/>
            <a:ext cx="1332420" cy="307777"/>
          </a:xfrm>
          <a:prstGeom prst="rect">
            <a:avLst/>
          </a:prstGeom>
          <a:ln>
            <a:noFill/>
          </a:ln>
        </p:spPr>
        <p:txBody>
          <a:bodyPr wrap="square">
            <a:spAutoFit/>
          </a:bodyPr>
          <a:lstStyle/>
          <a:p>
            <a:pPr algn="ctr"/>
            <a:r>
              <a:rPr lang="es-ES" sz="1400" b="1" dirty="0">
                <a:solidFill>
                  <a:schemeClr val="accent5">
                    <a:lumMod val="20000"/>
                    <a:lumOff val="80000"/>
                  </a:schemeClr>
                </a:solidFill>
                <a:latin typeface="Arial" panose="020B0604020202020204" pitchFamily="34" charset="0"/>
                <a:ea typeface="Calibri" pitchFamily="34" charset="0"/>
                <a:cs typeface="Arial" panose="020B0604020202020204" pitchFamily="34" charset="0"/>
              </a:rPr>
              <a:t>FIN</a:t>
            </a:r>
            <a:endParaRPr lang="es-AR" sz="1400"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22" name="Conector: angular 21">
            <a:extLst>
              <a:ext uri="{FF2B5EF4-FFF2-40B4-BE49-F238E27FC236}">
                <a16:creationId xmlns:a16="http://schemas.microsoft.com/office/drawing/2014/main" id="{30457B3D-7D49-490D-A8CD-E32FAC580B81}"/>
              </a:ext>
            </a:extLst>
          </p:cNvPr>
          <p:cNvCxnSpPr>
            <a:stCxn id="23" idx="2"/>
            <a:endCxn id="28" idx="0"/>
          </p:cNvCxnSpPr>
          <p:nvPr/>
        </p:nvCxnSpPr>
        <p:spPr>
          <a:xfrm rot="16200000" flipH="1">
            <a:off x="1359664" y="4107905"/>
            <a:ext cx="621869" cy="749925"/>
          </a:xfrm>
          <a:prstGeom prst="bentConnector3">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9" name="Conector: angular 48">
            <a:extLst>
              <a:ext uri="{FF2B5EF4-FFF2-40B4-BE49-F238E27FC236}">
                <a16:creationId xmlns:a16="http://schemas.microsoft.com/office/drawing/2014/main" id="{FB7FE0C1-6C92-4B47-8DE1-EB4DDE1C0EFC}"/>
              </a:ext>
            </a:extLst>
          </p:cNvPr>
          <p:cNvCxnSpPr>
            <a:cxnSpLocks/>
            <a:stCxn id="28" idx="3"/>
            <a:endCxn id="71" idx="1"/>
          </p:cNvCxnSpPr>
          <p:nvPr/>
        </p:nvCxnSpPr>
        <p:spPr>
          <a:xfrm flipH="1" flipV="1">
            <a:off x="3514730" y="1623120"/>
            <a:ext cx="396880" cy="3849526"/>
          </a:xfrm>
          <a:prstGeom prst="bentConnector5">
            <a:avLst>
              <a:gd name="adj1" fmla="val -57599"/>
              <a:gd name="adj2" fmla="val 50400"/>
              <a:gd name="adj3" fmla="val 267481"/>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3" name="Conector: angular 52">
            <a:extLst>
              <a:ext uri="{FF2B5EF4-FFF2-40B4-BE49-F238E27FC236}">
                <a16:creationId xmlns:a16="http://schemas.microsoft.com/office/drawing/2014/main" id="{0919AFB2-9722-4088-801B-FA2C1FF069F0}"/>
              </a:ext>
            </a:extLst>
          </p:cNvPr>
          <p:cNvCxnSpPr>
            <a:cxnSpLocks/>
            <a:stCxn id="71" idx="2"/>
            <a:endCxn id="74" idx="0"/>
          </p:cNvCxnSpPr>
          <p:nvPr/>
        </p:nvCxnSpPr>
        <p:spPr>
          <a:xfrm rot="16200000" flipH="1">
            <a:off x="5547931" y="1616776"/>
            <a:ext cx="652309" cy="1961140"/>
          </a:xfrm>
          <a:prstGeom prst="bentConnector3">
            <a:avLst>
              <a:gd name="adj1" fmla="val 50000"/>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72" name="24 Rectángulo redondeado"/>
          <p:cNvSpPr/>
          <p:nvPr/>
        </p:nvSpPr>
        <p:spPr>
          <a:xfrm>
            <a:off x="7429366" y="2773253"/>
            <a:ext cx="1386428" cy="1034392"/>
          </a:xfrm>
          <a:prstGeom prst="roundRect">
            <a:avLst>
              <a:gd name="adj" fmla="val 11227"/>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50000"/>
                  </a:schemeClr>
                </a:solidFill>
              </a:rPr>
              <a:t>Recién en el ’23, Alvear sube valores de avalúos </a:t>
            </a:r>
            <a:endParaRPr lang="es-AR" sz="1600" dirty="0">
              <a:solidFill>
                <a:schemeClr val="accent5">
                  <a:lumMod val="50000"/>
                </a:schemeClr>
              </a:solidFill>
            </a:endParaRPr>
          </a:p>
        </p:txBody>
      </p:sp>
      <p:sp>
        <p:nvSpPr>
          <p:cNvPr id="73" name="34 Rectángulo redondeado"/>
          <p:cNvSpPr/>
          <p:nvPr/>
        </p:nvSpPr>
        <p:spPr>
          <a:xfrm>
            <a:off x="5686471" y="5072811"/>
            <a:ext cx="2349438" cy="733896"/>
          </a:xfrm>
          <a:prstGeom prst="roundRect">
            <a:avLst>
              <a:gd name="adj" fmla="val 15013"/>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50000"/>
                  </a:schemeClr>
                </a:solidFill>
              </a:rPr>
              <a:t>El mundo SÍ pasaba por una fase proteccionista</a:t>
            </a:r>
            <a:endParaRPr lang="es-AR" sz="1600" dirty="0">
              <a:solidFill>
                <a:schemeClr val="accent5">
                  <a:lumMod val="50000"/>
                </a:schemeClr>
              </a:solidFill>
            </a:endParaRPr>
          </a:p>
        </p:txBody>
      </p:sp>
      <p:sp>
        <p:nvSpPr>
          <p:cNvPr id="61" name="Rectángulo 60">
            <a:extLst>
              <a:ext uri="{FF2B5EF4-FFF2-40B4-BE49-F238E27FC236}">
                <a16:creationId xmlns:a16="http://schemas.microsoft.com/office/drawing/2014/main" id="{69EB7739-EC4D-4480-9128-7F2B77DB0567}"/>
              </a:ext>
            </a:extLst>
          </p:cNvPr>
          <p:cNvSpPr/>
          <p:nvPr/>
        </p:nvSpPr>
        <p:spPr>
          <a:xfrm>
            <a:off x="6147723" y="6053031"/>
            <a:ext cx="1497699" cy="646331"/>
          </a:xfrm>
          <a:prstGeom prst="rect">
            <a:avLst/>
          </a:prstGeom>
          <a:ln>
            <a:noFill/>
          </a:ln>
        </p:spPr>
        <p:txBody>
          <a:bodyPr wrap="square">
            <a:spAutoFit/>
          </a:bodyPr>
          <a:lstStyle/>
          <a:p>
            <a:pPr algn="ctr"/>
            <a:r>
              <a:rPr lang="es-ES" sz="3600" b="1" dirty="0">
                <a:solidFill>
                  <a:schemeClr val="accent5">
                    <a:lumMod val="50000"/>
                  </a:schemeClr>
                </a:solidFill>
                <a:latin typeface="Arial" panose="020B0604020202020204" pitchFamily="34" charset="0"/>
                <a:ea typeface="Calibri" pitchFamily="34" charset="0"/>
                <a:cs typeface="Arial" panose="020B0604020202020204" pitchFamily="34" charset="0"/>
              </a:rPr>
              <a:t>???</a:t>
            </a:r>
            <a:endParaRPr lang="es-AR" sz="3600" dirty="0">
              <a:solidFill>
                <a:schemeClr val="accent5">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412591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6 Rectángulo redondeado"/>
          <p:cNvSpPr/>
          <p:nvPr/>
        </p:nvSpPr>
        <p:spPr>
          <a:xfrm>
            <a:off x="132876" y="2931852"/>
            <a:ext cx="1584176" cy="112265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Fin de la guerra</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9" name="24 Rectángulo redondeado"/>
          <p:cNvSpPr/>
          <p:nvPr/>
        </p:nvSpPr>
        <p:spPr>
          <a:xfrm>
            <a:off x="6516216" y="1560093"/>
            <a:ext cx="2232248" cy="807750"/>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Depreciación REAL</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0" name="40 Rectángulo redondeado"/>
          <p:cNvSpPr/>
          <p:nvPr/>
        </p:nvSpPr>
        <p:spPr>
          <a:xfrm>
            <a:off x="6697786" y="2288004"/>
            <a:ext cx="2232248" cy="549196"/>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i="1" dirty="0">
                <a:solidFill>
                  <a:schemeClr val="accent5">
                    <a:lumMod val="50000"/>
                  </a:schemeClr>
                </a:solidFill>
              </a:rPr>
              <a:t>Estímulo para TODOS los bienes transables</a:t>
            </a:r>
            <a:endParaRPr lang="es-AR" sz="1600" i="1" dirty="0">
              <a:solidFill>
                <a:schemeClr val="accent5">
                  <a:lumMod val="50000"/>
                </a:schemeClr>
              </a:solidFill>
            </a:endParaRPr>
          </a:p>
        </p:txBody>
      </p:sp>
      <p:sp>
        <p:nvSpPr>
          <p:cNvPr id="12" name="19 Rectángulo redondeado"/>
          <p:cNvSpPr/>
          <p:nvPr/>
        </p:nvSpPr>
        <p:spPr>
          <a:xfrm>
            <a:off x="2966559" y="1290025"/>
            <a:ext cx="2232248"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Inflación argentina</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3" name="20 Rectángulo redondeado"/>
          <p:cNvSpPr/>
          <p:nvPr/>
        </p:nvSpPr>
        <p:spPr>
          <a:xfrm>
            <a:off x="2987824" y="2255607"/>
            <a:ext cx="2232248"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Inflación externa</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4" name="21 Rectángulo redondeado"/>
          <p:cNvSpPr/>
          <p:nvPr/>
        </p:nvSpPr>
        <p:spPr>
          <a:xfrm>
            <a:off x="3830655" y="1772816"/>
            <a:ext cx="504056"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b="1" dirty="0">
                <a:solidFill>
                  <a:schemeClr val="accent5">
                    <a:lumMod val="20000"/>
                    <a:lumOff val="80000"/>
                  </a:schemeClr>
                </a:solidFill>
                <a:latin typeface="Arial" panose="020B0604020202020204" pitchFamily="34" charset="0"/>
                <a:cs typeface="Arial" panose="020B0604020202020204" pitchFamily="34" charset="0"/>
              </a:rPr>
              <a:t>&lt;</a:t>
            </a:r>
            <a:endParaRPr lang="es-AR" sz="28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6" name="25 Flecha derecha"/>
          <p:cNvSpPr/>
          <p:nvPr/>
        </p:nvSpPr>
        <p:spPr>
          <a:xfrm>
            <a:off x="5292080" y="1196752"/>
            <a:ext cx="1080120" cy="1512168"/>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prstClr val="white"/>
              </a:solidFill>
            </a:endParaRPr>
          </a:p>
        </p:txBody>
      </p:sp>
      <p:sp>
        <p:nvSpPr>
          <p:cNvPr id="17" name="32 Rectángulo redondeado"/>
          <p:cNvSpPr/>
          <p:nvPr/>
        </p:nvSpPr>
        <p:spPr>
          <a:xfrm>
            <a:off x="2966559" y="4530385"/>
            <a:ext cx="2232248"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 ∆Precios industriales</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8" name="35 Rectángulo redondeado"/>
          <p:cNvSpPr/>
          <p:nvPr/>
        </p:nvSpPr>
        <p:spPr>
          <a:xfrm>
            <a:off x="3830655" y="5013176"/>
            <a:ext cx="504056"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b="1" dirty="0">
                <a:solidFill>
                  <a:schemeClr val="accent5">
                    <a:lumMod val="20000"/>
                    <a:lumOff val="80000"/>
                  </a:schemeClr>
                </a:solidFill>
                <a:latin typeface="Arial" panose="020B0604020202020204" pitchFamily="34" charset="0"/>
                <a:cs typeface="Arial" panose="020B0604020202020204" pitchFamily="34" charset="0"/>
              </a:rPr>
              <a:t>&gt;</a:t>
            </a:r>
            <a:endParaRPr lang="es-AR" sz="28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0" name="38 Rectángulo redondeado"/>
          <p:cNvSpPr/>
          <p:nvPr/>
        </p:nvSpPr>
        <p:spPr>
          <a:xfrm>
            <a:off x="2987824" y="5495967"/>
            <a:ext cx="2232248"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 ∆Precios M.P.</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1" name="39 Rectángulo redondeado"/>
          <p:cNvSpPr/>
          <p:nvPr/>
        </p:nvSpPr>
        <p:spPr>
          <a:xfrm>
            <a:off x="6516216" y="4825288"/>
            <a:ext cx="2232248" cy="762610"/>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Caída de T.I.E.</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2" name="44 Rectángulo redondeado"/>
          <p:cNvSpPr/>
          <p:nvPr/>
        </p:nvSpPr>
        <p:spPr>
          <a:xfrm>
            <a:off x="6841802" y="5553152"/>
            <a:ext cx="2050678" cy="970849"/>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i="1" dirty="0">
                <a:solidFill>
                  <a:schemeClr val="accent5">
                    <a:lumMod val="50000"/>
                  </a:schemeClr>
                </a:solidFill>
              </a:rPr>
              <a:t>Deteriora rentabilidad de exportadores, protege  industriales</a:t>
            </a:r>
            <a:endParaRPr lang="es-AR" sz="1600" i="1" dirty="0">
              <a:solidFill>
                <a:schemeClr val="accent5">
                  <a:lumMod val="50000"/>
                </a:schemeClr>
              </a:solidFill>
            </a:endParaRPr>
          </a:p>
        </p:txBody>
      </p:sp>
      <p:sp>
        <p:nvSpPr>
          <p:cNvPr id="24" name="46 Flecha derecha"/>
          <p:cNvSpPr/>
          <p:nvPr/>
        </p:nvSpPr>
        <p:spPr>
          <a:xfrm>
            <a:off x="5292080" y="4437112"/>
            <a:ext cx="1080120" cy="1512168"/>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prstClr val="white"/>
              </a:solidFill>
            </a:endParaRPr>
          </a:p>
        </p:txBody>
      </p:sp>
      <p:cxnSp>
        <p:nvCxnSpPr>
          <p:cNvPr id="25" name="51 Conector recto de flecha"/>
          <p:cNvCxnSpPr>
            <a:cxnSpLocks/>
            <a:stCxn id="6" idx="3"/>
          </p:cNvCxnSpPr>
          <p:nvPr/>
        </p:nvCxnSpPr>
        <p:spPr>
          <a:xfrm flipV="1">
            <a:off x="1717052" y="1988840"/>
            <a:ext cx="982740" cy="1504337"/>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54 Conector recto de flecha"/>
          <p:cNvCxnSpPr>
            <a:cxnSpLocks/>
            <a:stCxn id="6" idx="3"/>
          </p:cNvCxnSpPr>
          <p:nvPr/>
        </p:nvCxnSpPr>
        <p:spPr>
          <a:xfrm>
            <a:off x="1717052" y="3493177"/>
            <a:ext cx="982740" cy="1736023"/>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9" name="26 Rectángulo redondeado"/>
          <p:cNvSpPr/>
          <p:nvPr/>
        </p:nvSpPr>
        <p:spPr>
          <a:xfrm>
            <a:off x="7132274" y="3658292"/>
            <a:ext cx="1000132" cy="28575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a:solidFill>
                  <a:schemeClr val="accent5">
                    <a:lumMod val="50000"/>
                  </a:schemeClr>
                </a:solidFill>
              </a:rPr>
              <a:t>Pero</a:t>
            </a:r>
            <a:r>
              <a:rPr lang="es-ES" dirty="0">
                <a:solidFill>
                  <a:schemeClr val="accent5">
                    <a:lumMod val="50000"/>
                  </a:schemeClr>
                </a:solidFill>
              </a:rPr>
              <a:t>…</a:t>
            </a:r>
          </a:p>
        </p:txBody>
      </p:sp>
      <p:sp>
        <p:nvSpPr>
          <p:cNvPr id="27" name="Rectángulo 26">
            <a:extLst>
              <a:ext uri="{FF2B5EF4-FFF2-40B4-BE49-F238E27FC236}">
                <a16:creationId xmlns:a16="http://schemas.microsoft.com/office/drawing/2014/main" id="{B335CFDF-C5DE-45A7-AC4C-1CF48AB247E9}"/>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LUEGO DE LA GRAN GUERRA</a:t>
            </a:r>
          </a:p>
        </p:txBody>
      </p:sp>
      <p:sp>
        <p:nvSpPr>
          <p:cNvPr id="19" name="Estrella: 5 puntas 18">
            <a:extLst>
              <a:ext uri="{FF2B5EF4-FFF2-40B4-BE49-F238E27FC236}">
                <a16:creationId xmlns:a16="http://schemas.microsoft.com/office/drawing/2014/main" id="{165B7840-1780-4014-85B2-6755BF7F2B30}"/>
              </a:ext>
            </a:extLst>
          </p:cNvPr>
          <p:cNvSpPr/>
          <p:nvPr/>
        </p:nvSpPr>
        <p:spPr>
          <a:xfrm>
            <a:off x="395536" y="784008"/>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20642623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3">
            <a:clrChange>
              <a:clrFrom>
                <a:srgbClr val="FFFFFF"/>
              </a:clrFrom>
              <a:clrTo>
                <a:srgbClr val="FFFFFF">
                  <a:alpha val="0"/>
                </a:srgbClr>
              </a:clrTo>
            </a:clrChange>
          </a:blip>
          <a:stretch>
            <a:fillRect/>
          </a:stretch>
        </p:blipFill>
        <p:spPr>
          <a:xfrm>
            <a:off x="971600" y="692696"/>
            <a:ext cx="7128792" cy="6017408"/>
          </a:xfrm>
          <a:prstGeom prst="rect">
            <a:avLst/>
          </a:prstGeom>
        </p:spPr>
      </p:pic>
      <p:cxnSp>
        <p:nvCxnSpPr>
          <p:cNvPr id="32" name="Conector recto de flecha 31"/>
          <p:cNvCxnSpPr>
            <a:cxnSpLocks/>
          </p:cNvCxnSpPr>
          <p:nvPr/>
        </p:nvCxnSpPr>
        <p:spPr>
          <a:xfrm flipV="1">
            <a:off x="5364088" y="3043861"/>
            <a:ext cx="1512168" cy="521082"/>
          </a:xfrm>
          <a:prstGeom prst="straightConnector1">
            <a:avLst/>
          </a:prstGeom>
          <a:ln w="38100">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Rectángulo 32"/>
          <p:cNvSpPr/>
          <p:nvPr/>
        </p:nvSpPr>
        <p:spPr>
          <a:xfrm>
            <a:off x="3995936" y="4658058"/>
            <a:ext cx="2160240" cy="360040"/>
          </a:xfrm>
          <a:prstGeom prst="rect">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5 Rectángulo redondeado"/>
          <p:cNvSpPr/>
          <p:nvPr/>
        </p:nvSpPr>
        <p:spPr>
          <a:xfrm>
            <a:off x="5220072" y="1453852"/>
            <a:ext cx="1800200" cy="638990"/>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solidFill>
                  <a:schemeClr val="accent5">
                    <a:lumMod val="20000"/>
                    <a:lumOff val="80000"/>
                  </a:schemeClr>
                </a:solidFill>
                <a:latin typeface="Arial" panose="020B0604020202020204" pitchFamily="34" charset="0"/>
                <a:cs typeface="Arial" panose="020B0604020202020204" pitchFamily="34" charset="0"/>
              </a:rPr>
              <a:t>Depreciación REAL</a:t>
            </a:r>
            <a:endParaRPr lang="es-ES" b="1" i="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FDFF39A-4C7D-47F4-9F99-E805E7DDDC17}"/>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LUEGO DE LA GRAN GUERRA</a:t>
            </a:r>
          </a:p>
        </p:txBody>
      </p:sp>
    </p:spTree>
    <p:extLst>
      <p:ext uri="{BB962C8B-B14F-4D97-AF65-F5344CB8AC3E}">
        <p14:creationId xmlns:p14="http://schemas.microsoft.com/office/powerpoint/2010/main" val="208496143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blip>
          <a:srcRect l="928" t="12511" r="1803" b="1962"/>
          <a:stretch/>
        </p:blipFill>
        <p:spPr>
          <a:xfrm>
            <a:off x="827584" y="2276872"/>
            <a:ext cx="7560840" cy="4104456"/>
          </a:xfrm>
          <a:prstGeom prst="rect">
            <a:avLst/>
          </a:prstGeom>
        </p:spPr>
      </p:pic>
      <p:sp>
        <p:nvSpPr>
          <p:cNvPr id="31" name="5 Rectángulo redondeado"/>
          <p:cNvSpPr/>
          <p:nvPr/>
        </p:nvSpPr>
        <p:spPr>
          <a:xfrm>
            <a:off x="6062071" y="4437112"/>
            <a:ext cx="2345166" cy="1278147"/>
          </a:xfrm>
          <a:prstGeom prst="roundRect">
            <a:avLst>
              <a:gd name="adj" fmla="val 8963"/>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t>Aumenta el precio de importaciones en términos del precio de exportaciones</a:t>
            </a:r>
            <a:endParaRPr lang="es-ES" b="1" i="1" dirty="0"/>
          </a:p>
        </p:txBody>
      </p:sp>
      <p:sp>
        <p:nvSpPr>
          <p:cNvPr id="7" name="Rectángulo 6">
            <a:extLst>
              <a:ext uri="{FF2B5EF4-FFF2-40B4-BE49-F238E27FC236}">
                <a16:creationId xmlns:a16="http://schemas.microsoft.com/office/drawing/2014/main" id="{A3AD833F-E7AE-4F93-B93D-5C642C732E69}"/>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LUEGO DE LA GRAN GUERRA</a:t>
            </a:r>
          </a:p>
        </p:txBody>
      </p:sp>
      <p:sp>
        <p:nvSpPr>
          <p:cNvPr id="10" name="23 CuadroTexto">
            <a:extLst>
              <a:ext uri="{FF2B5EF4-FFF2-40B4-BE49-F238E27FC236}">
                <a16:creationId xmlns:a16="http://schemas.microsoft.com/office/drawing/2014/main" id="{BA5759A4-F50C-43A3-9605-F3CB75455079}"/>
              </a:ext>
            </a:extLst>
          </p:cNvPr>
          <p:cNvSpPr txBox="1"/>
          <p:nvPr/>
        </p:nvSpPr>
        <p:spPr>
          <a:xfrm>
            <a:off x="0" y="980728"/>
            <a:ext cx="9144000" cy="6840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AR"/>
            </a:defPPr>
            <a:lvl1pPr algn="ctr">
              <a:defRPr sz="3200" b="1">
                <a:solidFill>
                  <a:schemeClr val="accent1">
                    <a:lumMod val="20000"/>
                    <a:lumOff val="80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AR" sz="2000" dirty="0"/>
              <a:t>Términos de intercambio externos</a:t>
            </a:r>
          </a:p>
        </p:txBody>
      </p:sp>
      <p:cxnSp>
        <p:nvCxnSpPr>
          <p:cNvPr id="11" name="Conector recto 10">
            <a:extLst>
              <a:ext uri="{FF2B5EF4-FFF2-40B4-BE49-F238E27FC236}">
                <a16:creationId xmlns:a16="http://schemas.microsoft.com/office/drawing/2014/main" id="{ECD5E5AD-D245-4CC5-90BC-65435FBA5695}"/>
              </a:ext>
            </a:extLst>
          </p:cNvPr>
          <p:cNvCxnSpPr>
            <a:cxnSpLocks/>
          </p:cNvCxnSpPr>
          <p:nvPr/>
        </p:nvCxnSpPr>
        <p:spPr>
          <a:xfrm flipV="1">
            <a:off x="4255832" y="1730612"/>
            <a:ext cx="0" cy="4104456"/>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59FB3A8-F384-47E7-A2C5-DC2FF57589C2}"/>
              </a:ext>
            </a:extLst>
          </p:cNvPr>
          <p:cNvCxnSpPr>
            <a:cxnSpLocks/>
          </p:cNvCxnSpPr>
          <p:nvPr/>
        </p:nvCxnSpPr>
        <p:spPr>
          <a:xfrm flipV="1">
            <a:off x="5580112" y="1730612"/>
            <a:ext cx="0" cy="4104456"/>
          </a:xfrm>
          <a:prstGeom prst="line">
            <a:avLst/>
          </a:prstGeom>
          <a:ln>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Elipse 12">
            <a:extLst>
              <a:ext uri="{FF2B5EF4-FFF2-40B4-BE49-F238E27FC236}">
                <a16:creationId xmlns:a16="http://schemas.microsoft.com/office/drawing/2014/main" id="{8F840615-4C35-4D2B-8325-93D151C632FB}"/>
              </a:ext>
            </a:extLst>
          </p:cNvPr>
          <p:cNvSpPr/>
          <p:nvPr/>
        </p:nvSpPr>
        <p:spPr>
          <a:xfrm>
            <a:off x="4482434" y="2044958"/>
            <a:ext cx="909790" cy="90979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3A00489D-8788-4CBD-947E-44606DCAD3D5}"/>
              </a:ext>
            </a:extLst>
          </p:cNvPr>
          <p:cNvSpPr/>
          <p:nvPr/>
        </p:nvSpPr>
        <p:spPr>
          <a:xfrm>
            <a:off x="4196625" y="5301208"/>
            <a:ext cx="1497699" cy="307777"/>
          </a:xfrm>
          <a:prstGeom prst="rect">
            <a:avLst/>
          </a:prstGeom>
          <a:ln>
            <a:noFill/>
          </a:ln>
        </p:spPr>
        <p:txBody>
          <a:bodyPr wrap="square">
            <a:spAutoFit/>
          </a:bodyPr>
          <a:lstStyle/>
          <a:p>
            <a:pPr algn="ctr"/>
            <a:r>
              <a:rPr lang="es-ES" sz="1400" b="1" dirty="0">
                <a:solidFill>
                  <a:schemeClr val="accent5">
                    <a:lumMod val="50000"/>
                  </a:schemeClr>
                </a:solidFill>
                <a:latin typeface="Arial" panose="020B0604020202020204" pitchFamily="34" charset="0"/>
                <a:ea typeface="Calibri" pitchFamily="34" charset="0"/>
                <a:cs typeface="Arial" panose="020B0604020202020204" pitchFamily="34" charset="0"/>
              </a:rPr>
              <a:t>POSGUERRA</a:t>
            </a:r>
            <a:endParaRPr lang="es-AR" sz="1400" dirty="0">
              <a:solidFill>
                <a:schemeClr val="accent5">
                  <a:lumMod val="50000"/>
                </a:schemeClr>
              </a:solidFill>
              <a:latin typeface="Arial" panose="020B0604020202020204" pitchFamily="34" charset="0"/>
              <a:cs typeface="Arial" panose="020B0604020202020204" pitchFamily="34" charset="0"/>
            </a:endParaRPr>
          </a:p>
        </p:txBody>
      </p:sp>
      <p:sp>
        <p:nvSpPr>
          <p:cNvPr id="15" name="Triángulo isósceles 14">
            <a:extLst>
              <a:ext uri="{FF2B5EF4-FFF2-40B4-BE49-F238E27FC236}">
                <a16:creationId xmlns:a16="http://schemas.microsoft.com/office/drawing/2014/main" id="{BF8A15E3-C9CC-4F58-A948-24D8A2BDE887}"/>
              </a:ext>
            </a:extLst>
          </p:cNvPr>
          <p:cNvSpPr/>
          <p:nvPr/>
        </p:nvSpPr>
        <p:spPr>
          <a:xfrm flipV="1">
            <a:off x="4703599" y="2259760"/>
            <a:ext cx="432046" cy="450661"/>
          </a:xfrm>
          <a:prstGeom prst="triangl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98463094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6 Rectángulo redondeado"/>
          <p:cNvSpPr/>
          <p:nvPr/>
        </p:nvSpPr>
        <p:spPr>
          <a:xfrm>
            <a:off x="755576" y="1052736"/>
            <a:ext cx="2016224" cy="121032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Diferencias entre </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7" name="32 Rectángulo redondeado"/>
          <p:cNvSpPr/>
          <p:nvPr/>
        </p:nvSpPr>
        <p:spPr>
          <a:xfrm>
            <a:off x="3491880" y="1052736"/>
            <a:ext cx="2232248"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 ∆Precios industriales</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8" name="38 Rectángulo redondeado"/>
          <p:cNvSpPr/>
          <p:nvPr/>
        </p:nvSpPr>
        <p:spPr>
          <a:xfrm>
            <a:off x="3491880" y="1844824"/>
            <a:ext cx="2232248"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dirty="0">
                <a:solidFill>
                  <a:schemeClr val="accent5">
                    <a:lumMod val="20000"/>
                    <a:lumOff val="80000"/>
                  </a:schemeClr>
                </a:solidFill>
                <a:latin typeface="Arial" panose="020B0604020202020204" pitchFamily="34" charset="0"/>
                <a:cs typeface="Arial" panose="020B0604020202020204" pitchFamily="34" charset="0"/>
              </a:rPr>
              <a:t> ∆Precios M.P.</a:t>
            </a:r>
            <a:endParaRPr lang="es-AR" sz="1600"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9" name="63 Rectángulo redondeado"/>
          <p:cNvSpPr/>
          <p:nvPr/>
        </p:nvSpPr>
        <p:spPr>
          <a:xfrm>
            <a:off x="6228184" y="980728"/>
            <a:ext cx="2376264" cy="1426344"/>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Varios factores influyeron</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10" name="26 Conector recto de flecha"/>
          <p:cNvCxnSpPr>
            <a:cxnSpLocks/>
            <a:stCxn id="6" idx="3"/>
            <a:endCxn id="7" idx="1"/>
          </p:cNvCxnSpPr>
          <p:nvPr/>
        </p:nvCxnSpPr>
        <p:spPr>
          <a:xfrm flipV="1">
            <a:off x="2771800" y="1268760"/>
            <a:ext cx="720080" cy="389136"/>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29 Conector recto de flecha"/>
          <p:cNvCxnSpPr>
            <a:cxnSpLocks/>
            <a:stCxn id="6" idx="3"/>
            <a:endCxn id="8" idx="1"/>
          </p:cNvCxnSpPr>
          <p:nvPr/>
        </p:nvCxnSpPr>
        <p:spPr>
          <a:xfrm>
            <a:off x="2771800" y="1657896"/>
            <a:ext cx="720080" cy="402952"/>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52 Conector angular"/>
          <p:cNvCxnSpPr>
            <a:cxnSpLocks/>
            <a:stCxn id="6" idx="2"/>
            <a:endCxn id="14" idx="1"/>
          </p:cNvCxnSpPr>
          <p:nvPr/>
        </p:nvCxnSpPr>
        <p:spPr>
          <a:xfrm rot="16200000" flipH="1">
            <a:off x="1727684" y="2299060"/>
            <a:ext cx="864096" cy="792088"/>
          </a:xfrm>
          <a:prstGeom prst="bentConnector2">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59 Rectángulo redondeado"/>
          <p:cNvSpPr/>
          <p:nvPr/>
        </p:nvSpPr>
        <p:spPr>
          <a:xfrm>
            <a:off x="2555776" y="2767112"/>
            <a:ext cx="5436096" cy="72008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b="1" dirty="0">
                <a:solidFill>
                  <a:schemeClr val="accent5">
                    <a:lumMod val="20000"/>
                    <a:lumOff val="80000"/>
                  </a:schemeClr>
                </a:solidFill>
                <a:latin typeface="Arial" panose="020B0604020202020204" pitchFamily="34" charset="0"/>
                <a:cs typeface="Arial" panose="020B0604020202020204" pitchFamily="34" charset="0"/>
              </a:rPr>
              <a:t> Aumento de costo de </a:t>
            </a:r>
            <a:r>
              <a:rPr b="1" dirty="0" err="1">
                <a:solidFill>
                  <a:schemeClr val="accent5">
                    <a:lumMod val="20000"/>
                    <a:lumOff val="80000"/>
                  </a:schemeClr>
                </a:solidFill>
                <a:latin typeface="Arial" panose="020B0604020202020204" pitchFamily="34" charset="0"/>
                <a:cs typeface="Arial" panose="020B0604020202020204" pitchFamily="34" charset="0"/>
              </a:rPr>
              <a:t>transporte</a:t>
            </a:r>
            <a:r>
              <a:rPr b="1" dirty="0">
                <a:solidFill>
                  <a:schemeClr val="accent5">
                    <a:lumMod val="20000"/>
                    <a:lumOff val="80000"/>
                  </a:schemeClr>
                </a:solidFill>
                <a:latin typeface="Arial" panose="020B0604020202020204" pitchFamily="34" charset="0"/>
                <a:cs typeface="Arial" panose="020B0604020202020204" pitchFamily="34" charset="0"/>
              </a:rPr>
              <a:t> </a:t>
            </a:r>
            <a:endParaRPr lang="es-AR" b="1" dirty="0">
              <a:solidFill>
                <a:schemeClr val="accent5">
                  <a:lumMod val="20000"/>
                  <a:lumOff val="80000"/>
                </a:schemeClr>
              </a:solidFill>
              <a:latin typeface="Arial" panose="020B0604020202020204" pitchFamily="34" charset="0"/>
              <a:cs typeface="Arial" panose="020B0604020202020204" pitchFamily="34" charset="0"/>
            </a:endParaRPr>
          </a:p>
          <a:p>
            <a:pPr algn="ctr"/>
            <a:r>
              <a:rPr b="1" dirty="0">
                <a:solidFill>
                  <a:schemeClr val="accent5">
                    <a:lumMod val="20000"/>
                    <a:lumOff val="80000"/>
                  </a:schemeClr>
                </a:solidFill>
                <a:latin typeface="Arial" panose="020B0604020202020204" pitchFamily="34" charset="0"/>
                <a:cs typeface="Arial" panose="020B0604020202020204" pitchFamily="34" charset="0"/>
              </a:rPr>
              <a:t>(“cierre de océanos”)</a:t>
            </a:r>
            <a:endParaRPr lang="es-AR"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5" name="67 Rectángulo redondeado"/>
          <p:cNvSpPr/>
          <p:nvPr/>
        </p:nvSpPr>
        <p:spPr>
          <a:xfrm>
            <a:off x="4168858" y="3423556"/>
            <a:ext cx="4427983" cy="553876"/>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i="1" dirty="0">
                <a:solidFill>
                  <a:schemeClr val="accent5">
                    <a:lumMod val="50000"/>
                  </a:schemeClr>
                </a:solidFill>
              </a:rPr>
              <a:t>FOB=CIF-C.T. (si ∆ C.T. </a:t>
            </a:r>
            <a:r>
              <a:rPr sz="1600" i="1" dirty="0">
                <a:solidFill>
                  <a:schemeClr val="accent5">
                    <a:lumMod val="50000"/>
                  </a:schemeClr>
                </a:solidFill>
                <a:sym typeface="Wingdings" pitchFamily="2" charset="2"/>
              </a:rPr>
              <a:t> -</a:t>
            </a:r>
            <a:r>
              <a:rPr sz="1600" i="1" dirty="0">
                <a:solidFill>
                  <a:schemeClr val="accent5">
                    <a:lumMod val="50000"/>
                  </a:schemeClr>
                </a:solidFill>
              </a:rPr>
              <a:t>∆FOB)</a:t>
            </a:r>
          </a:p>
          <a:p>
            <a:pPr algn="ctr"/>
            <a:r>
              <a:rPr sz="1600" i="1" dirty="0">
                <a:solidFill>
                  <a:schemeClr val="accent5">
                    <a:lumMod val="50000"/>
                  </a:schemeClr>
                </a:solidFill>
                <a:sym typeface="Wingdings" pitchFamily="2" charset="2"/>
              </a:rPr>
              <a:t>CIF=FOB+C.T. (</a:t>
            </a:r>
            <a:r>
              <a:rPr sz="1600" i="1" dirty="0">
                <a:solidFill>
                  <a:schemeClr val="accent5">
                    <a:lumMod val="50000"/>
                  </a:schemeClr>
                </a:solidFill>
              </a:rPr>
              <a:t>si ∆ C.T. </a:t>
            </a:r>
            <a:r>
              <a:rPr sz="1600" i="1" dirty="0">
                <a:solidFill>
                  <a:schemeClr val="accent5">
                    <a:lumMod val="50000"/>
                  </a:schemeClr>
                </a:solidFill>
                <a:sym typeface="Wingdings" pitchFamily="2" charset="2"/>
              </a:rPr>
              <a:t> </a:t>
            </a:r>
            <a:r>
              <a:rPr sz="1600" i="1" dirty="0">
                <a:solidFill>
                  <a:schemeClr val="accent5">
                    <a:lumMod val="50000"/>
                  </a:schemeClr>
                </a:solidFill>
              </a:rPr>
              <a:t>∆</a:t>
            </a:r>
            <a:r>
              <a:rPr lang="es-AR" sz="1600" i="1" dirty="0">
                <a:solidFill>
                  <a:schemeClr val="accent5">
                    <a:lumMod val="50000"/>
                  </a:schemeClr>
                </a:solidFill>
              </a:rPr>
              <a:t>CIF</a:t>
            </a:r>
            <a:r>
              <a:rPr sz="1600" i="1" dirty="0">
                <a:solidFill>
                  <a:schemeClr val="accent5">
                    <a:lumMod val="50000"/>
                  </a:schemeClr>
                </a:solidFill>
              </a:rPr>
              <a:t>)</a:t>
            </a:r>
            <a:endParaRPr lang="es-AR" sz="1600" i="1" dirty="0">
              <a:solidFill>
                <a:schemeClr val="accent5">
                  <a:lumMod val="50000"/>
                </a:schemeClr>
              </a:solidFill>
            </a:endParaRPr>
          </a:p>
        </p:txBody>
      </p:sp>
      <p:sp>
        <p:nvSpPr>
          <p:cNvPr id="17" name="71 Rectángulo redondeado"/>
          <p:cNvSpPr/>
          <p:nvPr/>
        </p:nvSpPr>
        <p:spPr>
          <a:xfrm>
            <a:off x="2555776" y="4063256"/>
            <a:ext cx="5436096" cy="72008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b="1" dirty="0">
                <a:solidFill>
                  <a:schemeClr val="accent5">
                    <a:lumMod val="20000"/>
                    <a:lumOff val="80000"/>
                  </a:schemeClr>
                </a:solidFill>
                <a:latin typeface="Arial" panose="020B0604020202020204" pitchFamily="34" charset="0"/>
                <a:cs typeface="Arial" panose="020B0604020202020204" pitchFamily="34" charset="0"/>
              </a:rPr>
              <a:t>La oferta de Bs. Industriales se adaptó más lento</a:t>
            </a:r>
            <a:endParaRPr lang="es-AR"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8" name="72 Rectángulo redondeado"/>
          <p:cNvSpPr/>
          <p:nvPr/>
        </p:nvSpPr>
        <p:spPr>
          <a:xfrm>
            <a:off x="4168858" y="4692697"/>
            <a:ext cx="4435590" cy="602438"/>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i="1" dirty="0">
                <a:solidFill>
                  <a:schemeClr val="accent5">
                    <a:lumMod val="50000"/>
                  </a:schemeClr>
                </a:solidFill>
              </a:rPr>
              <a:t>El mundo contaba con abundantes  productores agropecuarios</a:t>
            </a:r>
            <a:endParaRPr lang="es-AR" sz="1600" i="1" dirty="0">
              <a:solidFill>
                <a:schemeClr val="accent5">
                  <a:lumMod val="50000"/>
                </a:schemeClr>
              </a:solidFill>
            </a:endParaRPr>
          </a:p>
        </p:txBody>
      </p:sp>
      <p:cxnSp>
        <p:nvCxnSpPr>
          <p:cNvPr id="19" name="52 Conector angular"/>
          <p:cNvCxnSpPr>
            <a:cxnSpLocks/>
            <a:stCxn id="6" idx="2"/>
            <a:endCxn id="17" idx="1"/>
          </p:cNvCxnSpPr>
          <p:nvPr/>
        </p:nvCxnSpPr>
        <p:spPr>
          <a:xfrm rot="16200000" flipH="1">
            <a:off x="1079612" y="2947132"/>
            <a:ext cx="2160240" cy="792088"/>
          </a:xfrm>
          <a:prstGeom prst="bentConnector2">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80 Rectángulo redondeado"/>
          <p:cNvSpPr/>
          <p:nvPr/>
        </p:nvSpPr>
        <p:spPr>
          <a:xfrm>
            <a:off x="2555776" y="5373216"/>
            <a:ext cx="5436096" cy="72008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b="1" dirty="0">
                <a:solidFill>
                  <a:schemeClr val="accent5">
                    <a:lumMod val="20000"/>
                    <a:lumOff val="80000"/>
                  </a:schemeClr>
                </a:solidFill>
                <a:latin typeface="Arial" panose="020B0604020202020204" pitchFamily="34" charset="0"/>
                <a:cs typeface="Arial" panose="020B0604020202020204" pitchFamily="34" charset="0"/>
              </a:rPr>
              <a:t>Recesión ’20-’21: mayor caída de precios agrícolas </a:t>
            </a:r>
            <a:endParaRPr lang="es-AR"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2" name="81 Rectángulo redondeado"/>
          <p:cNvSpPr/>
          <p:nvPr/>
        </p:nvSpPr>
        <p:spPr>
          <a:xfrm>
            <a:off x="4168858" y="6010400"/>
            <a:ext cx="4412898" cy="602438"/>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600" i="1" dirty="0">
                <a:solidFill>
                  <a:schemeClr val="accent5">
                    <a:lumMod val="50000"/>
                  </a:schemeClr>
                </a:solidFill>
              </a:rPr>
              <a:t>Sobre oferta de productos primarios</a:t>
            </a:r>
            <a:endParaRPr lang="es-AR" sz="1600" i="1" dirty="0">
              <a:solidFill>
                <a:schemeClr val="accent5">
                  <a:lumMod val="50000"/>
                </a:schemeClr>
              </a:solidFill>
            </a:endParaRPr>
          </a:p>
        </p:txBody>
      </p:sp>
      <p:cxnSp>
        <p:nvCxnSpPr>
          <p:cNvPr id="24" name="52 Conector angular"/>
          <p:cNvCxnSpPr>
            <a:cxnSpLocks/>
            <a:stCxn id="6" idx="2"/>
            <a:endCxn id="21" idx="1"/>
          </p:cNvCxnSpPr>
          <p:nvPr/>
        </p:nvCxnSpPr>
        <p:spPr>
          <a:xfrm rot="16200000" flipH="1">
            <a:off x="424632" y="3602112"/>
            <a:ext cx="3470200" cy="792088"/>
          </a:xfrm>
          <a:prstGeom prst="bentConnector2">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Rectángulo 24">
            <a:extLst>
              <a:ext uri="{FF2B5EF4-FFF2-40B4-BE49-F238E27FC236}">
                <a16:creationId xmlns:a16="http://schemas.microsoft.com/office/drawing/2014/main" id="{4286DE18-0844-40BB-AF6A-FEB33DC5F161}"/>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LUEGO DE LA GRAN GUERRA</a:t>
            </a:r>
          </a:p>
        </p:txBody>
      </p:sp>
    </p:spTree>
    <p:extLst>
      <p:ext uri="{BB962C8B-B14F-4D97-AF65-F5344CB8AC3E}">
        <p14:creationId xmlns:p14="http://schemas.microsoft.com/office/powerpoint/2010/main" val="38407142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ángulo: esquinas redondeadas 24"/>
          <p:cNvSpPr/>
          <p:nvPr/>
        </p:nvSpPr>
        <p:spPr>
          <a:xfrm>
            <a:off x="1619672" y="1484784"/>
            <a:ext cx="5904655" cy="864096"/>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4800" b="1">
                <a:solidFill>
                  <a:schemeClr val="accent5">
                    <a:lumMod val="20000"/>
                    <a:lumOff val="80000"/>
                  </a:schemeClr>
                </a:solidFill>
                <a:latin typeface="Arial" panose="020B0604020202020204" pitchFamily="34" charset="0"/>
                <a:cs typeface="Arial" panose="020B0604020202020204" pitchFamily="34" charset="0"/>
              </a:rPr>
              <a:t>1914-1923</a:t>
            </a:r>
            <a:endParaRPr lang="es-ES" sz="48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6" name="Rectángulo: esquinas redondeadas 25"/>
          <p:cNvSpPr/>
          <p:nvPr/>
        </p:nvSpPr>
        <p:spPr>
          <a:xfrm>
            <a:off x="1619672" y="2924944"/>
            <a:ext cx="5909163" cy="2016224"/>
          </a:xfrm>
          <a:prstGeom prst="roundRect">
            <a:avLst>
              <a:gd name="adj" fmla="val 8294"/>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ESTÍMULO DE LA INDUSTRIA POR EL LADO DE LA </a:t>
            </a:r>
          </a:p>
          <a:p>
            <a:pPr algn="ctr"/>
            <a:r>
              <a:rPr lang="es-AR" sz="3600" b="1" dirty="0">
                <a:solidFill>
                  <a:schemeClr val="accent5">
                    <a:lumMod val="20000"/>
                    <a:lumOff val="80000"/>
                  </a:schemeClr>
                </a:solidFill>
                <a:latin typeface="Arial" panose="020B0604020202020204" pitchFamily="34" charset="0"/>
                <a:cs typeface="Arial" panose="020B0604020202020204" pitchFamily="34" charset="0"/>
              </a:rPr>
              <a:t>OFERTA</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7B15E4FC-6A79-4613-80E2-AE79568801D9}"/>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GUERRA Y POSGUERRA</a:t>
            </a:r>
          </a:p>
        </p:txBody>
      </p:sp>
      <p:sp>
        <p:nvSpPr>
          <p:cNvPr id="6" name="Estrella: 5 puntas 5">
            <a:extLst>
              <a:ext uri="{FF2B5EF4-FFF2-40B4-BE49-F238E27FC236}">
                <a16:creationId xmlns:a16="http://schemas.microsoft.com/office/drawing/2014/main" id="{E26B8009-0151-443C-8EE6-31027C1E3314}"/>
              </a:ext>
            </a:extLst>
          </p:cNvPr>
          <p:cNvSpPr/>
          <p:nvPr/>
        </p:nvSpPr>
        <p:spPr>
          <a:xfrm>
            <a:off x="7668344" y="3645024"/>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53703712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24 Rectángulo redondeado"/>
          <p:cNvSpPr/>
          <p:nvPr/>
        </p:nvSpPr>
        <p:spPr>
          <a:xfrm>
            <a:off x="441386" y="1342757"/>
            <a:ext cx="2232248" cy="43204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24-29</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9" name="38 Rectángulo redondeado"/>
          <p:cNvSpPr/>
          <p:nvPr/>
        </p:nvSpPr>
        <p:spPr>
          <a:xfrm rot="5400000">
            <a:off x="834344" y="344843"/>
            <a:ext cx="412085" cy="1649738"/>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sz="1600" i="1" dirty="0">
                <a:solidFill>
                  <a:schemeClr val="accent5">
                    <a:lumMod val="50000"/>
                  </a:schemeClr>
                </a:solidFill>
              </a:rPr>
              <a:t>“Normalización”</a:t>
            </a:r>
            <a:endParaRPr lang="es-AR" sz="1600" i="1" dirty="0">
              <a:solidFill>
                <a:schemeClr val="accent5">
                  <a:lumMod val="50000"/>
                </a:schemeClr>
              </a:solidFill>
            </a:endParaRPr>
          </a:p>
        </p:txBody>
      </p:sp>
      <p:cxnSp>
        <p:nvCxnSpPr>
          <p:cNvPr id="21" name="47 Conector recto de flecha"/>
          <p:cNvCxnSpPr>
            <a:cxnSpLocks/>
            <a:stCxn id="8" idx="2"/>
            <a:endCxn id="22" idx="0"/>
          </p:cNvCxnSpPr>
          <p:nvPr/>
        </p:nvCxnSpPr>
        <p:spPr>
          <a:xfrm flipH="1">
            <a:off x="1547664" y="1774805"/>
            <a:ext cx="9846" cy="2664296"/>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52 Rectángulo redondeado"/>
          <p:cNvSpPr/>
          <p:nvPr/>
        </p:nvSpPr>
        <p:spPr>
          <a:xfrm>
            <a:off x="431540" y="4439101"/>
            <a:ext cx="2232248" cy="1339124"/>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Nueva demanda interna</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23" name="59 Conector recto de flecha"/>
          <p:cNvCxnSpPr>
            <a:cxnSpLocks/>
            <a:stCxn id="22" idx="3"/>
            <a:endCxn id="26" idx="1"/>
          </p:cNvCxnSpPr>
          <p:nvPr/>
        </p:nvCxnSpPr>
        <p:spPr>
          <a:xfrm flipV="1">
            <a:off x="2663788" y="5107446"/>
            <a:ext cx="872198" cy="1217"/>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64 Rectángulo redondeado"/>
          <p:cNvSpPr/>
          <p:nvPr/>
        </p:nvSpPr>
        <p:spPr>
          <a:xfrm>
            <a:off x="3099887" y="2854159"/>
            <a:ext cx="3816424" cy="685425"/>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000" b="1" dirty="0">
                <a:solidFill>
                  <a:schemeClr val="accent5">
                    <a:lumMod val="20000"/>
                    <a:lumOff val="80000"/>
                  </a:schemeClr>
                </a:solidFill>
                <a:latin typeface="Arial" panose="020B0604020202020204" pitchFamily="34" charset="0"/>
                <a:cs typeface="Arial" panose="020B0604020202020204" pitchFamily="34" charset="0"/>
              </a:rPr>
              <a:t>“Segunda Revolución Industrial”</a:t>
            </a:r>
            <a:endParaRPr lang="es-AR" sz="20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6" name="70 Rectángulo redondeado"/>
          <p:cNvSpPr/>
          <p:nvPr/>
        </p:nvSpPr>
        <p:spPr>
          <a:xfrm>
            <a:off x="3535986" y="4789279"/>
            <a:ext cx="4456394" cy="63633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000" b="1" dirty="0">
                <a:solidFill>
                  <a:schemeClr val="accent5">
                    <a:lumMod val="20000"/>
                    <a:lumOff val="80000"/>
                  </a:schemeClr>
                </a:solidFill>
                <a:latin typeface="Arial" panose="020B0604020202020204" pitchFamily="34" charset="0"/>
                <a:cs typeface="Arial" panose="020B0604020202020204" pitchFamily="34" charset="0"/>
              </a:rPr>
              <a:t>Continuó la expansión de la industria</a:t>
            </a:r>
            <a:endParaRPr lang="es-AR" sz="20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7" name="74 Rectángulo redondeado"/>
          <p:cNvSpPr/>
          <p:nvPr/>
        </p:nvSpPr>
        <p:spPr>
          <a:xfrm>
            <a:off x="7668344" y="4416098"/>
            <a:ext cx="1368152" cy="1152128"/>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sz="1600" i="1" dirty="0">
                <a:solidFill>
                  <a:schemeClr val="accent5">
                    <a:lumMod val="50000"/>
                  </a:schemeClr>
                </a:solidFill>
              </a:rPr>
              <a:t>Ya no eran impulsos de oferta como en 14-23</a:t>
            </a:r>
            <a:endParaRPr lang="es-AR" sz="1600" i="1" dirty="0">
              <a:solidFill>
                <a:schemeClr val="accent5">
                  <a:lumMod val="50000"/>
                </a:schemeClr>
              </a:solidFill>
            </a:endParaRPr>
          </a:p>
        </p:txBody>
      </p:sp>
      <p:sp>
        <p:nvSpPr>
          <p:cNvPr id="30" name="82 Rectángulo redondeado"/>
          <p:cNvSpPr/>
          <p:nvPr/>
        </p:nvSpPr>
        <p:spPr>
          <a:xfrm>
            <a:off x="3535986" y="5744995"/>
            <a:ext cx="4456394" cy="63633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000" b="1" dirty="0">
                <a:solidFill>
                  <a:schemeClr val="accent5">
                    <a:lumMod val="20000"/>
                    <a:lumOff val="80000"/>
                  </a:schemeClr>
                </a:solidFill>
                <a:latin typeface="Arial" panose="020B0604020202020204" pitchFamily="34" charset="0"/>
                <a:cs typeface="Arial" panose="020B0604020202020204" pitchFamily="34" charset="0"/>
              </a:rPr>
              <a:t>Inversión extranjera</a:t>
            </a:r>
            <a:endParaRPr lang="es-AR" sz="20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31" name="Rectángulo 30">
            <a:extLst>
              <a:ext uri="{FF2B5EF4-FFF2-40B4-BE49-F238E27FC236}">
                <a16:creationId xmlns:a16="http://schemas.microsoft.com/office/drawing/2014/main" id="{AD353ED4-C644-4073-83B1-92C8F5247112}"/>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SEGUNDO QUINQUENIO DEL ‘20</a:t>
            </a:r>
          </a:p>
        </p:txBody>
      </p:sp>
      <p:sp>
        <p:nvSpPr>
          <p:cNvPr id="40" name="Signo más 39">
            <a:extLst>
              <a:ext uri="{FF2B5EF4-FFF2-40B4-BE49-F238E27FC236}">
                <a16:creationId xmlns:a16="http://schemas.microsoft.com/office/drawing/2014/main" id="{17BE97EF-8944-4E54-A0E3-C574426E171E}"/>
              </a:ext>
            </a:extLst>
          </p:cNvPr>
          <p:cNvSpPr/>
          <p:nvPr/>
        </p:nvSpPr>
        <p:spPr>
          <a:xfrm>
            <a:off x="2365387" y="3437023"/>
            <a:ext cx="996522" cy="890834"/>
          </a:xfrm>
          <a:prstGeom prst="mathPlus">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44" name="Conector: angular 43">
            <a:extLst>
              <a:ext uri="{FF2B5EF4-FFF2-40B4-BE49-F238E27FC236}">
                <a16:creationId xmlns:a16="http://schemas.microsoft.com/office/drawing/2014/main" id="{CE680F1A-937B-475F-B196-086093AD60B9}"/>
              </a:ext>
            </a:extLst>
          </p:cNvPr>
          <p:cNvCxnSpPr>
            <a:cxnSpLocks/>
            <a:stCxn id="22" idx="3"/>
            <a:endCxn id="30" idx="1"/>
          </p:cNvCxnSpPr>
          <p:nvPr/>
        </p:nvCxnSpPr>
        <p:spPr>
          <a:xfrm>
            <a:off x="2663788" y="5108663"/>
            <a:ext cx="872198" cy="954499"/>
          </a:xfrm>
          <a:prstGeom prst="bentConnector3">
            <a:avLst>
              <a:gd name="adj1" fmla="val 50000"/>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Estrella: 5 puntas 24">
            <a:extLst>
              <a:ext uri="{FF2B5EF4-FFF2-40B4-BE49-F238E27FC236}">
                <a16:creationId xmlns:a16="http://schemas.microsoft.com/office/drawing/2014/main" id="{5225CAFE-9E59-4D24-8E2E-C6C1929A1FEC}"/>
              </a:ext>
            </a:extLst>
          </p:cNvPr>
          <p:cNvSpPr/>
          <p:nvPr/>
        </p:nvSpPr>
        <p:spPr>
          <a:xfrm>
            <a:off x="7992380" y="-89159"/>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2271471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clrChange>
              <a:clrFrom>
                <a:srgbClr val="FFFFFF"/>
              </a:clrFrom>
              <a:clrTo>
                <a:srgbClr val="FFFFFF">
                  <a:alpha val="0"/>
                </a:srgbClr>
              </a:clrTo>
            </a:clrChange>
          </a:blip>
          <a:stretch>
            <a:fillRect/>
          </a:stretch>
        </p:blipFill>
        <p:spPr>
          <a:xfrm>
            <a:off x="1187624" y="1240035"/>
            <a:ext cx="7128792" cy="5274533"/>
          </a:xfrm>
          <a:prstGeom prst="rect">
            <a:avLst/>
          </a:prstGeom>
        </p:spPr>
      </p:pic>
      <p:sp>
        <p:nvSpPr>
          <p:cNvPr id="6" name="5 Rectángulo redondeado"/>
          <p:cNvSpPr/>
          <p:nvPr/>
        </p:nvSpPr>
        <p:spPr>
          <a:xfrm>
            <a:off x="5004048" y="1809739"/>
            <a:ext cx="2764917" cy="455438"/>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solidFill>
                  <a:schemeClr val="accent5">
                    <a:lumMod val="20000"/>
                    <a:lumOff val="80000"/>
                  </a:schemeClr>
                </a:solidFill>
              </a:rPr>
              <a:t>Aumento de la demanda</a:t>
            </a:r>
            <a:endParaRPr lang="es-ES" b="1" i="1" dirty="0">
              <a:solidFill>
                <a:schemeClr val="accent5">
                  <a:lumMod val="20000"/>
                  <a:lumOff val="80000"/>
                </a:schemeClr>
              </a:solidFill>
            </a:endParaRPr>
          </a:p>
        </p:txBody>
      </p:sp>
      <p:cxnSp>
        <p:nvCxnSpPr>
          <p:cNvPr id="5" name="Conector recto de flecha 4"/>
          <p:cNvCxnSpPr>
            <a:cxnSpLocks/>
          </p:cNvCxnSpPr>
          <p:nvPr/>
        </p:nvCxnSpPr>
        <p:spPr>
          <a:xfrm flipV="1">
            <a:off x="5436096" y="2348880"/>
            <a:ext cx="1800200" cy="1116124"/>
          </a:xfrm>
          <a:prstGeom prst="straightConnector1">
            <a:avLst/>
          </a:prstGeom>
          <a:ln w="381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Rectángulo 6"/>
          <p:cNvSpPr/>
          <p:nvPr/>
        </p:nvSpPr>
        <p:spPr>
          <a:xfrm>
            <a:off x="2578191" y="5229200"/>
            <a:ext cx="2952328" cy="288032"/>
          </a:xfrm>
          <a:prstGeom prst="rect">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3F05C1E6-F870-48E4-821C-5830C06B9A1E}"/>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SEGUNDO QUINQUENIO DEL ‘20</a:t>
            </a:r>
          </a:p>
        </p:txBody>
      </p:sp>
      <p:sp>
        <p:nvSpPr>
          <p:cNvPr id="11" name="Rectángulo 10">
            <a:extLst>
              <a:ext uri="{FF2B5EF4-FFF2-40B4-BE49-F238E27FC236}">
                <a16:creationId xmlns:a16="http://schemas.microsoft.com/office/drawing/2014/main" id="{17A0D59C-24C3-4BE1-B546-078323BCCEF9}"/>
              </a:ext>
            </a:extLst>
          </p:cNvPr>
          <p:cNvSpPr/>
          <p:nvPr/>
        </p:nvSpPr>
        <p:spPr>
          <a:xfrm>
            <a:off x="323528" y="1055369"/>
            <a:ext cx="1584176" cy="369332"/>
          </a:xfrm>
          <a:prstGeom prst="rect">
            <a:avLst/>
          </a:prstGeom>
          <a:ln>
            <a:noFill/>
          </a:ln>
        </p:spPr>
        <p:txBody>
          <a:bodyPr wrap="square">
            <a:spAutoFit/>
          </a:bodyPr>
          <a:lstStyle/>
          <a:p>
            <a:pPr algn="ctr"/>
            <a:r>
              <a:rPr lang="es-ES" b="1" dirty="0">
                <a:solidFill>
                  <a:schemeClr val="accent5">
                    <a:lumMod val="50000"/>
                  </a:schemeClr>
                </a:solidFill>
                <a:latin typeface="Arial" panose="020B0604020202020204" pitchFamily="34" charset="0"/>
                <a:ea typeface="Calibri" pitchFamily="34" charset="0"/>
                <a:cs typeface="Arial" panose="020B0604020202020204" pitchFamily="34" charset="0"/>
              </a:rPr>
              <a:t>DEMANDA</a:t>
            </a:r>
            <a:endParaRPr lang="es-AR" dirty="0">
              <a:solidFill>
                <a:schemeClr val="accent5">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777463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clrChange>
              <a:clrFrom>
                <a:srgbClr val="FFFFFF"/>
              </a:clrFrom>
              <a:clrTo>
                <a:srgbClr val="FFFFFF">
                  <a:alpha val="0"/>
                </a:srgbClr>
              </a:clrTo>
            </a:clrChange>
          </a:blip>
          <a:stretch>
            <a:fillRect/>
          </a:stretch>
        </p:blipFill>
        <p:spPr>
          <a:xfrm>
            <a:off x="385071" y="873952"/>
            <a:ext cx="7043998" cy="4715287"/>
          </a:xfrm>
          <a:prstGeom prst="rect">
            <a:avLst/>
          </a:prstGeom>
        </p:spPr>
      </p:pic>
      <p:sp>
        <p:nvSpPr>
          <p:cNvPr id="8" name="5 Rectángulo redondeado"/>
          <p:cNvSpPr/>
          <p:nvPr/>
        </p:nvSpPr>
        <p:spPr>
          <a:xfrm>
            <a:off x="4283968" y="5733256"/>
            <a:ext cx="4464496" cy="1006876"/>
          </a:xfrm>
          <a:prstGeom prst="roundRect">
            <a:avLst>
              <a:gd name="adj" fmla="val 8029"/>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solidFill>
                  <a:schemeClr val="accent5">
                    <a:lumMod val="20000"/>
                    <a:lumOff val="80000"/>
                  </a:schemeClr>
                </a:solidFill>
              </a:rPr>
              <a:t>Luego de una caída del salario real durante la guerra; la situación mejoraba desde la segunda mitad de los años </a:t>
            </a:r>
            <a:r>
              <a:rPr lang="es-AR" b="1" i="1">
                <a:solidFill>
                  <a:schemeClr val="accent5">
                    <a:lumMod val="20000"/>
                    <a:lumOff val="80000"/>
                  </a:schemeClr>
                </a:solidFill>
              </a:rPr>
              <a:t>‘20</a:t>
            </a:r>
            <a:endParaRPr lang="es-ES" b="1" i="1" dirty="0">
              <a:solidFill>
                <a:schemeClr val="accent5">
                  <a:lumMod val="20000"/>
                  <a:lumOff val="80000"/>
                </a:schemeClr>
              </a:solidFill>
            </a:endParaRPr>
          </a:p>
        </p:txBody>
      </p:sp>
      <p:sp>
        <p:nvSpPr>
          <p:cNvPr id="5" name="Rectángulo 4">
            <a:extLst>
              <a:ext uri="{FF2B5EF4-FFF2-40B4-BE49-F238E27FC236}">
                <a16:creationId xmlns:a16="http://schemas.microsoft.com/office/drawing/2014/main" id="{6CF701E4-7876-452D-B664-91A1A4A38398}"/>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SEGUNDO QUINQUENIO DEL ‘20</a:t>
            </a:r>
          </a:p>
        </p:txBody>
      </p:sp>
      <p:sp>
        <p:nvSpPr>
          <p:cNvPr id="9" name="Rectángulo 8">
            <a:extLst>
              <a:ext uri="{FF2B5EF4-FFF2-40B4-BE49-F238E27FC236}">
                <a16:creationId xmlns:a16="http://schemas.microsoft.com/office/drawing/2014/main" id="{9FC5BB0B-70C9-4A1E-BAFD-ED245CEC143F}"/>
              </a:ext>
            </a:extLst>
          </p:cNvPr>
          <p:cNvSpPr/>
          <p:nvPr/>
        </p:nvSpPr>
        <p:spPr>
          <a:xfrm>
            <a:off x="7398763" y="2276872"/>
            <a:ext cx="1584176" cy="646331"/>
          </a:xfrm>
          <a:prstGeom prst="rect">
            <a:avLst/>
          </a:prstGeom>
          <a:ln>
            <a:noFill/>
          </a:ln>
        </p:spPr>
        <p:txBody>
          <a:bodyPr wrap="square">
            <a:spAutoFit/>
          </a:bodyPr>
          <a:lstStyle/>
          <a:p>
            <a:pPr algn="ctr"/>
            <a:r>
              <a:rPr lang="es-ES" b="1" dirty="0">
                <a:solidFill>
                  <a:schemeClr val="accent5">
                    <a:lumMod val="50000"/>
                  </a:schemeClr>
                </a:solidFill>
                <a:latin typeface="Arial" panose="020B0604020202020204" pitchFamily="34" charset="0"/>
                <a:ea typeface="Calibri" pitchFamily="34" charset="0"/>
                <a:cs typeface="Arial" panose="020B0604020202020204" pitchFamily="34" charset="0"/>
              </a:rPr>
              <a:t>SALARIO REAL</a:t>
            </a:r>
            <a:endParaRPr lang="es-AR" dirty="0">
              <a:solidFill>
                <a:schemeClr val="accent5">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904052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nvGraphicFramePr>
        <p:xfrm>
          <a:off x="326684" y="980728"/>
          <a:ext cx="8490632" cy="56886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ángulo 4">
            <a:extLst>
              <a:ext uri="{FF2B5EF4-FFF2-40B4-BE49-F238E27FC236}">
                <a16:creationId xmlns:a16="http://schemas.microsoft.com/office/drawing/2014/main" id="{B12F8504-0786-4D30-8DAC-E6B75DAFE319}"/>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SEGUNDO QUINQUENIO DEL ‘20</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ángulo: esquinas redondeadas 24"/>
          <p:cNvSpPr/>
          <p:nvPr/>
        </p:nvSpPr>
        <p:spPr>
          <a:xfrm>
            <a:off x="1624179" y="1772816"/>
            <a:ext cx="5904655" cy="864096"/>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4800" b="1">
                <a:solidFill>
                  <a:schemeClr val="accent5">
                    <a:lumMod val="20000"/>
                    <a:lumOff val="80000"/>
                  </a:schemeClr>
                </a:solidFill>
                <a:latin typeface="Arial" panose="020B0604020202020204" pitchFamily="34" charset="0"/>
                <a:cs typeface="Arial" panose="020B0604020202020204" pitchFamily="34" charset="0"/>
              </a:rPr>
              <a:t>1924-1930</a:t>
            </a:r>
            <a:endParaRPr lang="es-ES" sz="48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6" name="Rectángulo: esquinas redondeadas 25"/>
          <p:cNvSpPr/>
          <p:nvPr/>
        </p:nvSpPr>
        <p:spPr>
          <a:xfrm>
            <a:off x="1619672" y="2996952"/>
            <a:ext cx="5909163" cy="2016224"/>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ESTÍMULO DE LA INDUSTRIA POR EL LADO DE LA </a:t>
            </a:r>
          </a:p>
          <a:p>
            <a:pPr algn="ctr"/>
            <a:r>
              <a:rPr lang="es-AR" sz="3600" b="1" dirty="0">
                <a:solidFill>
                  <a:schemeClr val="accent5">
                    <a:lumMod val="20000"/>
                    <a:lumOff val="80000"/>
                  </a:schemeClr>
                </a:solidFill>
                <a:latin typeface="Arial" panose="020B0604020202020204" pitchFamily="34" charset="0"/>
                <a:cs typeface="Arial" panose="020B0604020202020204" pitchFamily="34" charset="0"/>
              </a:rPr>
              <a:t>DEMANDA</a:t>
            </a:r>
            <a:r>
              <a:rPr lang="es-AR" sz="2400" b="1" dirty="0">
                <a:solidFill>
                  <a:schemeClr val="accent5">
                    <a:lumMod val="20000"/>
                    <a:lumOff val="80000"/>
                  </a:schemeClr>
                </a:solidFill>
                <a:latin typeface="Arial" panose="020B0604020202020204" pitchFamily="34" charset="0"/>
                <a:cs typeface="Arial" panose="020B0604020202020204" pitchFamily="34" charset="0"/>
              </a:rPr>
              <a:t> </a:t>
            </a:r>
          </a:p>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(con algo de proteccionismo)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2D43F659-1C12-4392-99C7-87B0819492FC}"/>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SEGUNDO QUINQUENIO DEL ‘20</a:t>
            </a:r>
          </a:p>
        </p:txBody>
      </p:sp>
      <p:sp>
        <p:nvSpPr>
          <p:cNvPr id="6" name="Estrella: 5 puntas 5">
            <a:extLst>
              <a:ext uri="{FF2B5EF4-FFF2-40B4-BE49-F238E27FC236}">
                <a16:creationId xmlns:a16="http://schemas.microsoft.com/office/drawing/2014/main" id="{1C0AA397-CD47-4856-87B1-79D7709C6775}"/>
              </a:ext>
            </a:extLst>
          </p:cNvPr>
          <p:cNvSpPr/>
          <p:nvPr/>
        </p:nvSpPr>
        <p:spPr>
          <a:xfrm>
            <a:off x="7740352" y="310344"/>
            <a:ext cx="914400" cy="9144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97913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16 Rectángulo redondeado"/>
          <p:cNvSpPr/>
          <p:nvPr/>
        </p:nvSpPr>
        <p:spPr>
          <a:xfrm>
            <a:off x="575810" y="1804292"/>
            <a:ext cx="2160240" cy="102937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1930-1934</a:t>
            </a:r>
          </a:p>
        </p:txBody>
      </p:sp>
      <p:sp>
        <p:nvSpPr>
          <p:cNvPr id="32" name="24 Rectángulo redondeado"/>
          <p:cNvSpPr/>
          <p:nvPr/>
        </p:nvSpPr>
        <p:spPr>
          <a:xfrm>
            <a:off x="3059832" y="1660276"/>
            <a:ext cx="3492896" cy="1338673"/>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Medidas anticíclicas por la Gran Depresión</a:t>
            </a:r>
          </a:p>
        </p:txBody>
      </p:sp>
      <p:cxnSp>
        <p:nvCxnSpPr>
          <p:cNvPr id="37" name="45 Conector recto de flecha"/>
          <p:cNvCxnSpPr>
            <a:cxnSpLocks/>
            <a:stCxn id="31" idx="3"/>
            <a:endCxn id="32" idx="1"/>
          </p:cNvCxnSpPr>
          <p:nvPr/>
        </p:nvCxnSpPr>
        <p:spPr>
          <a:xfrm>
            <a:off x="2736050" y="2318981"/>
            <a:ext cx="323782" cy="10632"/>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16 Rectángulo redondeado"/>
          <p:cNvSpPr/>
          <p:nvPr/>
        </p:nvSpPr>
        <p:spPr>
          <a:xfrm>
            <a:off x="575810" y="4195278"/>
            <a:ext cx="2160240" cy="102937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1935-1939</a:t>
            </a:r>
          </a:p>
        </p:txBody>
      </p:sp>
      <p:sp>
        <p:nvSpPr>
          <p:cNvPr id="23" name="24 Rectángulo redondeado"/>
          <p:cNvSpPr/>
          <p:nvPr/>
        </p:nvSpPr>
        <p:spPr>
          <a:xfrm>
            <a:off x="3059832" y="4038537"/>
            <a:ext cx="3513902" cy="1357424"/>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400" b="1" dirty="0">
                <a:solidFill>
                  <a:schemeClr val="accent5">
                    <a:lumMod val="20000"/>
                    <a:lumOff val="80000"/>
                  </a:schemeClr>
                </a:solidFill>
                <a:latin typeface="Arial" panose="020B0604020202020204" pitchFamily="34" charset="0"/>
                <a:cs typeface="Arial" panose="020B0604020202020204" pitchFamily="34" charset="0"/>
              </a:rPr>
              <a:t>Política cambiaria: </a:t>
            </a:r>
          </a:p>
          <a:p>
            <a:pPr algn="ctr"/>
            <a:r>
              <a:rPr sz="2400" b="1" dirty="0">
                <a:solidFill>
                  <a:schemeClr val="accent5">
                    <a:lumMod val="20000"/>
                    <a:lumOff val="80000"/>
                  </a:schemeClr>
                </a:solidFill>
                <a:latin typeface="Arial" panose="020B0604020202020204" pitchFamily="34" charset="0"/>
                <a:cs typeface="Arial" panose="020B0604020202020204" pitchFamily="34" charset="0"/>
              </a:rPr>
              <a:t>Control de cambios</a:t>
            </a:r>
            <a:endParaRPr lang="es-AR" sz="2400" b="1" dirty="0">
              <a:solidFill>
                <a:schemeClr val="accent5">
                  <a:lumMod val="20000"/>
                  <a:lumOff val="80000"/>
                </a:schemeClr>
              </a:solidFill>
              <a:latin typeface="Arial" panose="020B0604020202020204" pitchFamily="34" charset="0"/>
              <a:cs typeface="Arial" panose="020B0604020202020204" pitchFamily="34" charset="0"/>
            </a:endParaRPr>
          </a:p>
        </p:txBody>
      </p:sp>
      <p:cxnSp>
        <p:nvCxnSpPr>
          <p:cNvPr id="24" name="45 Conector recto de flecha"/>
          <p:cNvCxnSpPr>
            <a:cxnSpLocks/>
            <a:stCxn id="22" idx="3"/>
            <a:endCxn id="23" idx="1"/>
          </p:cNvCxnSpPr>
          <p:nvPr/>
        </p:nvCxnSpPr>
        <p:spPr>
          <a:xfrm>
            <a:off x="2736050" y="4709967"/>
            <a:ext cx="323782" cy="7282"/>
          </a:xfrm>
          <a:prstGeom prst="straightConnector1">
            <a:avLst/>
          </a:prstGeom>
          <a:ln w="3810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0" name="55 Rectángulo redondeado"/>
          <p:cNvSpPr/>
          <p:nvPr/>
        </p:nvSpPr>
        <p:spPr>
          <a:xfrm>
            <a:off x="6480466" y="2031280"/>
            <a:ext cx="2160240" cy="866613"/>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sz="1600" i="1" dirty="0">
                <a:solidFill>
                  <a:schemeClr val="accent5">
                    <a:lumMod val="50000"/>
                  </a:schemeClr>
                </a:solidFill>
              </a:rPr>
              <a:t>Mayor </a:t>
            </a:r>
            <a:r>
              <a:rPr sz="1600" i="1" dirty="0" err="1">
                <a:solidFill>
                  <a:schemeClr val="accent5">
                    <a:lumMod val="50000"/>
                  </a:schemeClr>
                </a:solidFill>
              </a:rPr>
              <a:t>utilización</a:t>
            </a:r>
            <a:r>
              <a:rPr sz="1600" i="1" dirty="0">
                <a:solidFill>
                  <a:schemeClr val="accent5">
                    <a:lumMod val="50000"/>
                  </a:schemeClr>
                </a:solidFill>
              </a:rPr>
              <a:t> de</a:t>
            </a:r>
            <a:r>
              <a:rPr lang="es-AR" sz="1600" i="1" dirty="0">
                <a:solidFill>
                  <a:schemeClr val="accent5">
                    <a:lumMod val="50000"/>
                  </a:schemeClr>
                </a:solidFill>
              </a:rPr>
              <a:t> </a:t>
            </a:r>
            <a:r>
              <a:rPr sz="1600" i="1" dirty="0">
                <a:solidFill>
                  <a:schemeClr val="accent5">
                    <a:lumMod val="50000"/>
                  </a:schemeClr>
                </a:solidFill>
              </a:rPr>
              <a:t>la capacidad instalada nacida en los años '20</a:t>
            </a:r>
            <a:endParaRPr lang="es-AR" sz="1600" i="1" dirty="0">
              <a:solidFill>
                <a:schemeClr val="accent5">
                  <a:lumMod val="50000"/>
                </a:schemeClr>
              </a:solidFill>
            </a:endParaRPr>
          </a:p>
        </p:txBody>
      </p:sp>
      <p:sp>
        <p:nvSpPr>
          <p:cNvPr id="51" name="55 Rectángulo redondeado"/>
          <p:cNvSpPr/>
          <p:nvPr/>
        </p:nvSpPr>
        <p:spPr>
          <a:xfrm>
            <a:off x="6480466" y="4423614"/>
            <a:ext cx="2160240" cy="837467"/>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s-AR" sz="1600" i="1" dirty="0">
                <a:solidFill>
                  <a:schemeClr val="accent5">
                    <a:lumMod val="50000"/>
                  </a:schemeClr>
                </a:solidFill>
              </a:rPr>
              <a:t>Fuerte proteccionismo de la actividad industrial</a:t>
            </a:r>
          </a:p>
        </p:txBody>
      </p:sp>
      <p:sp>
        <p:nvSpPr>
          <p:cNvPr id="13" name="Rectángulo 12">
            <a:extLst>
              <a:ext uri="{FF2B5EF4-FFF2-40B4-BE49-F238E27FC236}">
                <a16:creationId xmlns:a16="http://schemas.microsoft.com/office/drawing/2014/main" id="{9A4AF999-03EE-43DD-A851-C80A304B7080}"/>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LUEGO DE LA GRAN DEPRESIÓN</a:t>
            </a:r>
          </a:p>
        </p:txBody>
      </p:sp>
    </p:spTree>
    <p:extLst>
      <p:ext uri="{BB962C8B-B14F-4D97-AF65-F5344CB8AC3E}">
        <p14:creationId xmlns:p14="http://schemas.microsoft.com/office/powerpoint/2010/main" val="330023892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Gráfico 27" descr="Centro educativo">
            <a:extLst>
              <a:ext uri="{FF2B5EF4-FFF2-40B4-BE49-F238E27FC236}">
                <a16:creationId xmlns:a16="http://schemas.microsoft.com/office/drawing/2014/main" id="{96048CDA-AD44-48D7-82CA-F1286AE2AD0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1372" y="4801956"/>
            <a:ext cx="914400" cy="914400"/>
          </a:xfrm>
          <a:prstGeom prst="rect">
            <a:avLst/>
          </a:prstGeom>
        </p:spPr>
      </p:pic>
      <p:pic>
        <p:nvPicPr>
          <p:cNvPr id="31" name="Gráfico 30" descr="Tribunal">
            <a:extLst>
              <a:ext uri="{FF2B5EF4-FFF2-40B4-BE49-F238E27FC236}">
                <a16:creationId xmlns:a16="http://schemas.microsoft.com/office/drawing/2014/main" id="{4416DA77-A2C0-4524-9D4F-3BF192BD4E1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23246" y="4930026"/>
            <a:ext cx="737772" cy="737772"/>
          </a:xfrm>
          <a:prstGeom prst="rect">
            <a:avLst/>
          </a:prstGeom>
        </p:spPr>
      </p:pic>
      <p:sp>
        <p:nvSpPr>
          <p:cNvPr id="32" name="Flecha: a la derecha 31">
            <a:extLst>
              <a:ext uri="{FF2B5EF4-FFF2-40B4-BE49-F238E27FC236}">
                <a16:creationId xmlns:a16="http://schemas.microsoft.com/office/drawing/2014/main" id="{062A6FF6-1C32-43DF-B4BA-21618B19D32D}"/>
              </a:ext>
            </a:extLst>
          </p:cNvPr>
          <p:cNvSpPr/>
          <p:nvPr/>
        </p:nvSpPr>
        <p:spPr>
          <a:xfrm>
            <a:off x="2745518" y="5259156"/>
            <a:ext cx="679496" cy="288032"/>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3" name="Gráfico 32" descr="Dinero">
            <a:extLst>
              <a:ext uri="{FF2B5EF4-FFF2-40B4-BE49-F238E27FC236}">
                <a16:creationId xmlns:a16="http://schemas.microsoft.com/office/drawing/2014/main" id="{6F95D3F5-E777-4C4E-9A1F-0A39B7959E5F}"/>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770865" y="4846254"/>
            <a:ext cx="496956" cy="496956"/>
          </a:xfrm>
          <a:prstGeom prst="rect">
            <a:avLst/>
          </a:prstGeom>
        </p:spPr>
      </p:pic>
      <p:sp>
        <p:nvSpPr>
          <p:cNvPr id="34" name="Rectángulo 33">
            <a:extLst>
              <a:ext uri="{FF2B5EF4-FFF2-40B4-BE49-F238E27FC236}">
                <a16:creationId xmlns:a16="http://schemas.microsoft.com/office/drawing/2014/main" id="{2BBF806B-87EE-49C7-AAC6-56F4F3DD490D}"/>
              </a:ext>
            </a:extLst>
          </p:cNvPr>
          <p:cNvSpPr/>
          <p:nvPr/>
        </p:nvSpPr>
        <p:spPr>
          <a:xfrm>
            <a:off x="2139593" y="5786100"/>
            <a:ext cx="1691489" cy="523220"/>
          </a:xfrm>
          <a:prstGeom prst="rect">
            <a:avLst/>
          </a:prstGeom>
        </p:spPr>
        <p:txBody>
          <a:bodyPr wrap="non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EMISIÓN A TRAVÉS </a:t>
            </a:r>
          </a:p>
          <a:p>
            <a:pPr algn="ctr"/>
            <a:r>
              <a:rPr lang="es-ES" sz="1400" b="1" dirty="0">
                <a:solidFill>
                  <a:schemeClr val="tx2">
                    <a:lumMod val="75000"/>
                  </a:schemeClr>
                </a:solidFill>
                <a:latin typeface="Abadi" panose="020B0604020104020204" pitchFamily="34" charset="0"/>
                <a:cs typeface="Browallia New" panose="020B0604020202020204" pitchFamily="34" charset="-34"/>
              </a:rPr>
              <a:t>DE REDESCUENTOS</a:t>
            </a:r>
          </a:p>
        </p:txBody>
      </p:sp>
      <p:pic>
        <p:nvPicPr>
          <p:cNvPr id="21" name="Gráfico 20" descr="Dinero">
            <a:extLst>
              <a:ext uri="{FF2B5EF4-FFF2-40B4-BE49-F238E27FC236}">
                <a16:creationId xmlns:a16="http://schemas.microsoft.com/office/drawing/2014/main" id="{25F93A9B-A9B9-4CED-BC66-AEA2DB13FEAF}"/>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47056" y="4660798"/>
            <a:ext cx="496956" cy="496956"/>
          </a:xfrm>
          <a:prstGeom prst="rect">
            <a:avLst/>
          </a:prstGeom>
        </p:spPr>
      </p:pic>
      <p:pic>
        <p:nvPicPr>
          <p:cNvPr id="24" name="Gráfico 23" descr="Dinero">
            <a:extLst>
              <a:ext uri="{FF2B5EF4-FFF2-40B4-BE49-F238E27FC236}">
                <a16:creationId xmlns:a16="http://schemas.microsoft.com/office/drawing/2014/main" id="{A88E0A22-C1CD-4724-B6BF-36FC1ACCA761}"/>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567319" y="4574012"/>
            <a:ext cx="496956" cy="496956"/>
          </a:xfrm>
          <a:prstGeom prst="rect">
            <a:avLst/>
          </a:prstGeom>
        </p:spPr>
      </p:pic>
      <p:pic>
        <p:nvPicPr>
          <p:cNvPr id="27" name="Gráfico 26" descr="Calendario giratorio">
            <a:extLst>
              <a:ext uri="{FF2B5EF4-FFF2-40B4-BE49-F238E27FC236}">
                <a16:creationId xmlns:a16="http://schemas.microsoft.com/office/drawing/2014/main" id="{9AB394B4-05FA-4565-BE07-2F019D0D658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9552" y="2847852"/>
            <a:ext cx="1280167" cy="1228479"/>
          </a:xfrm>
          <a:prstGeom prst="rect">
            <a:avLst/>
          </a:prstGeom>
        </p:spPr>
      </p:pic>
      <p:sp>
        <p:nvSpPr>
          <p:cNvPr id="29" name="Rectángulo 28">
            <a:extLst>
              <a:ext uri="{FF2B5EF4-FFF2-40B4-BE49-F238E27FC236}">
                <a16:creationId xmlns:a16="http://schemas.microsoft.com/office/drawing/2014/main" id="{CA9AB304-8D1A-41C2-9EF3-A6BD648A3483}"/>
              </a:ext>
            </a:extLst>
          </p:cNvPr>
          <p:cNvSpPr/>
          <p:nvPr/>
        </p:nvSpPr>
        <p:spPr>
          <a:xfrm>
            <a:off x="863838" y="3357263"/>
            <a:ext cx="607859" cy="523220"/>
          </a:xfrm>
          <a:prstGeom prst="rect">
            <a:avLst/>
          </a:prstGeom>
          <a:noFill/>
        </p:spPr>
        <p:txBody>
          <a:bodyPr wrap="none">
            <a:spAutoFit/>
          </a:bodyPr>
          <a:lstStyle/>
          <a:p>
            <a:pPr algn="ctr"/>
            <a:r>
              <a:rPr lang="es-AR" sz="1400" b="1" dirty="0">
                <a:solidFill>
                  <a:schemeClr val="tx2">
                    <a:lumMod val="75000"/>
                  </a:schemeClr>
                </a:solidFill>
                <a:latin typeface="Abadi" panose="020B0604020104020204" pitchFamily="34" charset="0"/>
                <a:cs typeface="Browallia New" panose="020B0604020202020204" pitchFamily="34" charset="-34"/>
              </a:rPr>
              <a:t>Dic </a:t>
            </a:r>
          </a:p>
          <a:p>
            <a:pPr algn="ctr"/>
            <a:r>
              <a:rPr lang="es-AR" sz="1400" b="1" dirty="0">
                <a:solidFill>
                  <a:schemeClr val="tx2">
                    <a:lumMod val="75000"/>
                  </a:schemeClr>
                </a:solidFill>
                <a:latin typeface="Abadi" panose="020B0604020104020204" pitchFamily="34" charset="0"/>
                <a:cs typeface="Browallia New" panose="020B0604020202020204" pitchFamily="34" charset="-34"/>
              </a:rPr>
              <a:t>1929</a:t>
            </a:r>
          </a:p>
        </p:txBody>
      </p:sp>
      <p:pic>
        <p:nvPicPr>
          <p:cNvPr id="30" name="Gráfico 29" descr="Calendario giratorio">
            <a:extLst>
              <a:ext uri="{FF2B5EF4-FFF2-40B4-BE49-F238E27FC236}">
                <a16:creationId xmlns:a16="http://schemas.microsoft.com/office/drawing/2014/main" id="{35725B48-07DA-46E3-A5D9-E3C44002B1A8}"/>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7605" y="4983920"/>
            <a:ext cx="1280167" cy="1228479"/>
          </a:xfrm>
          <a:prstGeom prst="rect">
            <a:avLst/>
          </a:prstGeom>
        </p:spPr>
      </p:pic>
      <p:sp>
        <p:nvSpPr>
          <p:cNvPr id="35" name="Rectángulo 34">
            <a:extLst>
              <a:ext uri="{FF2B5EF4-FFF2-40B4-BE49-F238E27FC236}">
                <a16:creationId xmlns:a16="http://schemas.microsoft.com/office/drawing/2014/main" id="{968139B4-94EF-4767-8C25-1C084B897AAC}"/>
              </a:ext>
            </a:extLst>
          </p:cNvPr>
          <p:cNvSpPr/>
          <p:nvPr/>
        </p:nvSpPr>
        <p:spPr>
          <a:xfrm>
            <a:off x="901892" y="5493331"/>
            <a:ext cx="607859" cy="523220"/>
          </a:xfrm>
          <a:prstGeom prst="rect">
            <a:avLst/>
          </a:prstGeom>
        </p:spPr>
        <p:txBody>
          <a:bodyPr wrap="none">
            <a:spAutoFit/>
          </a:bodyPr>
          <a:lstStyle/>
          <a:p>
            <a:pPr algn="ctr"/>
            <a:r>
              <a:rPr lang="es-AR" sz="1400" b="1" dirty="0">
                <a:solidFill>
                  <a:schemeClr val="tx2">
                    <a:lumMod val="75000"/>
                  </a:schemeClr>
                </a:solidFill>
                <a:latin typeface="Abadi" panose="020B0604020104020204" pitchFamily="34" charset="0"/>
                <a:cs typeface="Browallia New" panose="020B0604020202020204" pitchFamily="34" charset="-34"/>
              </a:rPr>
              <a:t>Abr </a:t>
            </a:r>
          </a:p>
          <a:p>
            <a:pPr algn="ctr"/>
            <a:r>
              <a:rPr lang="es-AR" sz="1400" b="1" dirty="0">
                <a:solidFill>
                  <a:schemeClr val="tx2">
                    <a:lumMod val="75000"/>
                  </a:schemeClr>
                </a:solidFill>
                <a:latin typeface="Abadi" panose="020B0604020104020204" pitchFamily="34" charset="0"/>
                <a:cs typeface="Browallia New" panose="020B0604020202020204" pitchFamily="34" charset="-34"/>
              </a:rPr>
              <a:t>1931</a:t>
            </a:r>
          </a:p>
        </p:txBody>
      </p:sp>
      <p:pic>
        <p:nvPicPr>
          <p:cNvPr id="1026" name="Picture 2" descr="Resultado de imagen para icono llave">
            <a:extLst>
              <a:ext uri="{FF2B5EF4-FFF2-40B4-BE49-F238E27FC236}">
                <a16:creationId xmlns:a16="http://schemas.microsoft.com/office/drawing/2014/main" id="{6BD6EC93-F4A6-4B61-A45F-F2D4790DAB1B}"/>
              </a:ext>
            </a:extLst>
          </p:cNvPr>
          <p:cNvPicPr>
            <a:picLocks noChangeAspect="1" noChangeArrowheads="1"/>
          </p:cNvPicPr>
          <p:nvPr/>
        </p:nvPicPr>
        <p:blipFill>
          <a:blip r:embed="rId11"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6505419" y="3180057"/>
            <a:ext cx="864248" cy="864248"/>
          </a:xfrm>
          <a:prstGeom prst="rect">
            <a:avLst/>
          </a:prstGeom>
          <a:noFill/>
          <a:extLst>
            <a:ext uri="{909E8E84-426E-40DD-AFC4-6F175D3DCCD1}">
              <a14:hiddenFill xmlns:a14="http://schemas.microsoft.com/office/drawing/2010/main">
                <a:solidFill>
                  <a:srgbClr val="FFFFFF"/>
                </a:solidFill>
              </a14:hiddenFill>
            </a:ext>
          </a:extLst>
        </p:spPr>
      </p:pic>
      <p:pic>
        <p:nvPicPr>
          <p:cNvPr id="38" name="Gráfico 37" descr="Calendario giratorio">
            <a:extLst>
              <a:ext uri="{FF2B5EF4-FFF2-40B4-BE49-F238E27FC236}">
                <a16:creationId xmlns:a16="http://schemas.microsoft.com/office/drawing/2014/main" id="{2D9D9CB9-F99A-40F8-BEAD-EC1BC51D7A93}"/>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48729" y="2835076"/>
            <a:ext cx="1280167" cy="1228479"/>
          </a:xfrm>
          <a:prstGeom prst="rect">
            <a:avLst/>
          </a:prstGeom>
        </p:spPr>
      </p:pic>
      <p:sp>
        <p:nvSpPr>
          <p:cNvPr id="39" name="Rectángulo 38">
            <a:extLst>
              <a:ext uri="{FF2B5EF4-FFF2-40B4-BE49-F238E27FC236}">
                <a16:creationId xmlns:a16="http://schemas.microsoft.com/office/drawing/2014/main" id="{EDB05102-25F7-40CE-86CA-93F81562ADB3}"/>
              </a:ext>
            </a:extLst>
          </p:cNvPr>
          <p:cNvSpPr/>
          <p:nvPr/>
        </p:nvSpPr>
        <p:spPr>
          <a:xfrm>
            <a:off x="5315953" y="3350469"/>
            <a:ext cx="745717" cy="523220"/>
          </a:xfrm>
          <a:prstGeom prst="rect">
            <a:avLst/>
          </a:prstGeom>
        </p:spPr>
        <p:txBody>
          <a:bodyPr wrap="none">
            <a:spAutoFit/>
          </a:bodyPr>
          <a:lstStyle/>
          <a:p>
            <a:pPr algn="ctr"/>
            <a:r>
              <a:rPr lang="es-AR" sz="1400" b="1" dirty="0">
                <a:solidFill>
                  <a:schemeClr val="tx2">
                    <a:lumMod val="75000"/>
                  </a:schemeClr>
                </a:solidFill>
                <a:latin typeface="Abadi" panose="020B0604020104020204" pitchFamily="34" charset="0"/>
                <a:cs typeface="Browallia New" panose="020B0604020202020204" pitchFamily="34" charset="-34"/>
              </a:rPr>
              <a:t>Oct 31</a:t>
            </a:r>
          </a:p>
          <a:p>
            <a:pPr algn="ctr"/>
            <a:r>
              <a:rPr lang="es-AR" sz="1400" b="1" dirty="0">
                <a:solidFill>
                  <a:schemeClr val="tx2">
                    <a:lumMod val="75000"/>
                  </a:schemeClr>
                </a:solidFill>
                <a:latin typeface="Abadi" panose="020B0604020104020204" pitchFamily="34" charset="0"/>
                <a:cs typeface="Browallia New" panose="020B0604020202020204" pitchFamily="34" charset="-34"/>
              </a:rPr>
              <a:t>Nov 33</a:t>
            </a:r>
          </a:p>
        </p:txBody>
      </p:sp>
      <p:sp>
        <p:nvSpPr>
          <p:cNvPr id="40" name="Rectángulo 39">
            <a:extLst>
              <a:ext uri="{FF2B5EF4-FFF2-40B4-BE49-F238E27FC236}">
                <a16:creationId xmlns:a16="http://schemas.microsoft.com/office/drawing/2014/main" id="{7C5BC5CF-E61E-46CA-9920-379C8D6B9A6F}"/>
              </a:ext>
            </a:extLst>
          </p:cNvPr>
          <p:cNvSpPr/>
          <p:nvPr/>
        </p:nvSpPr>
        <p:spPr>
          <a:xfrm>
            <a:off x="6295218" y="3823314"/>
            <a:ext cx="1962397" cy="307777"/>
          </a:xfrm>
          <a:prstGeom prst="rect">
            <a:avLst/>
          </a:prstGeom>
        </p:spPr>
        <p:txBody>
          <a:bodyPr wrap="non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CONTROL DE CAMBIOS</a:t>
            </a:r>
          </a:p>
        </p:txBody>
      </p:sp>
      <p:sp>
        <p:nvSpPr>
          <p:cNvPr id="43" name="Flecha: a la derecha 42">
            <a:extLst>
              <a:ext uri="{FF2B5EF4-FFF2-40B4-BE49-F238E27FC236}">
                <a16:creationId xmlns:a16="http://schemas.microsoft.com/office/drawing/2014/main" id="{00B7B20E-DE12-4671-BCA6-5D54B5A97873}"/>
              </a:ext>
            </a:extLst>
          </p:cNvPr>
          <p:cNvSpPr/>
          <p:nvPr/>
        </p:nvSpPr>
        <p:spPr>
          <a:xfrm>
            <a:off x="7036594" y="5284069"/>
            <a:ext cx="679496" cy="288032"/>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5" name="Rectángulo 44">
            <a:extLst>
              <a:ext uri="{FF2B5EF4-FFF2-40B4-BE49-F238E27FC236}">
                <a16:creationId xmlns:a16="http://schemas.microsoft.com/office/drawing/2014/main" id="{A2308493-3E2E-4D34-86F8-7EDC6568A598}"/>
              </a:ext>
            </a:extLst>
          </p:cNvPr>
          <p:cNvSpPr/>
          <p:nvPr/>
        </p:nvSpPr>
        <p:spPr>
          <a:xfrm>
            <a:off x="6258350" y="5786100"/>
            <a:ext cx="2036134" cy="523220"/>
          </a:xfrm>
          <a:prstGeom prst="rect">
            <a:avLst/>
          </a:prstGeom>
        </p:spPr>
        <p:txBody>
          <a:bodyPr wrap="non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EMISIÓN CONTRA </a:t>
            </a:r>
          </a:p>
          <a:p>
            <a:pPr algn="ctr"/>
            <a:r>
              <a:rPr lang="es-ES" sz="1400" b="1" dirty="0">
                <a:solidFill>
                  <a:schemeClr val="tx2">
                    <a:lumMod val="75000"/>
                  </a:schemeClr>
                </a:solidFill>
                <a:latin typeface="Abadi" panose="020B0604020104020204" pitchFamily="34" charset="0"/>
                <a:cs typeface="Browallia New" panose="020B0604020202020204" pitchFamily="34" charset="-34"/>
              </a:rPr>
              <a:t>TÍTULOS DEL GOBIERNO</a:t>
            </a:r>
          </a:p>
        </p:txBody>
      </p:sp>
      <p:pic>
        <p:nvPicPr>
          <p:cNvPr id="48" name="Gráfico 47" descr="Calendario giratorio">
            <a:extLst>
              <a:ext uri="{FF2B5EF4-FFF2-40B4-BE49-F238E27FC236}">
                <a16:creationId xmlns:a16="http://schemas.microsoft.com/office/drawing/2014/main" id="{33CAD347-15F2-437D-A64C-8FCC02B52672}"/>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48729" y="5008833"/>
            <a:ext cx="1280167" cy="1228479"/>
          </a:xfrm>
          <a:prstGeom prst="rect">
            <a:avLst/>
          </a:prstGeom>
        </p:spPr>
      </p:pic>
      <p:sp>
        <p:nvSpPr>
          <p:cNvPr id="49" name="Rectángulo 48">
            <a:extLst>
              <a:ext uri="{FF2B5EF4-FFF2-40B4-BE49-F238E27FC236}">
                <a16:creationId xmlns:a16="http://schemas.microsoft.com/office/drawing/2014/main" id="{0B5A4CB2-7631-4012-A80D-5E91845E237F}"/>
              </a:ext>
            </a:extLst>
          </p:cNvPr>
          <p:cNvSpPr/>
          <p:nvPr/>
        </p:nvSpPr>
        <p:spPr>
          <a:xfrm>
            <a:off x="5373015" y="5518244"/>
            <a:ext cx="607860" cy="523220"/>
          </a:xfrm>
          <a:prstGeom prst="rect">
            <a:avLst/>
          </a:prstGeom>
        </p:spPr>
        <p:txBody>
          <a:bodyPr wrap="none">
            <a:spAutoFit/>
          </a:bodyPr>
          <a:lstStyle/>
          <a:p>
            <a:pPr algn="ctr"/>
            <a:r>
              <a:rPr lang="es-AR" sz="1400" b="1" dirty="0">
                <a:solidFill>
                  <a:schemeClr val="tx2">
                    <a:lumMod val="75000"/>
                  </a:schemeClr>
                </a:solidFill>
                <a:latin typeface="Abadi" panose="020B0604020104020204" pitchFamily="34" charset="0"/>
                <a:cs typeface="Browallia New" panose="020B0604020202020204" pitchFamily="34" charset="-34"/>
              </a:rPr>
              <a:t>May </a:t>
            </a:r>
          </a:p>
          <a:p>
            <a:pPr algn="ctr"/>
            <a:r>
              <a:rPr lang="es-AR" sz="1400" b="1" dirty="0">
                <a:solidFill>
                  <a:schemeClr val="tx2">
                    <a:lumMod val="75000"/>
                  </a:schemeClr>
                </a:solidFill>
                <a:latin typeface="Abadi" panose="020B0604020104020204" pitchFamily="34" charset="0"/>
                <a:cs typeface="Browallia New" panose="020B0604020202020204" pitchFamily="34" charset="-34"/>
              </a:rPr>
              <a:t>1932</a:t>
            </a:r>
          </a:p>
        </p:txBody>
      </p:sp>
      <p:pic>
        <p:nvPicPr>
          <p:cNvPr id="3" name="Imagen 2">
            <a:extLst>
              <a:ext uri="{FF2B5EF4-FFF2-40B4-BE49-F238E27FC236}">
                <a16:creationId xmlns:a16="http://schemas.microsoft.com/office/drawing/2014/main" id="{873F12FF-4DCC-4343-9FE8-0E69FB7740C8}"/>
              </a:ext>
            </a:extLst>
          </p:cNvPr>
          <p:cNvPicPr>
            <a:picLocks noChangeAspect="1"/>
          </p:cNvPicPr>
          <p:nvPr/>
        </p:nvPicPr>
        <p:blipFill>
          <a:blip r:embed="rId12">
            <a:clrChange>
              <a:clrFrom>
                <a:srgbClr val="FFFFFF"/>
              </a:clrFrom>
              <a:clrTo>
                <a:srgbClr val="FFFFFF">
                  <a:alpha val="0"/>
                </a:srgbClr>
              </a:clrTo>
            </a:clrChange>
            <a:duotone>
              <a:prstClr val="black"/>
              <a:schemeClr val="accent3">
                <a:tint val="45000"/>
                <a:satMod val="400000"/>
              </a:schemeClr>
            </a:duotone>
          </a:blip>
          <a:stretch>
            <a:fillRect/>
          </a:stretch>
        </p:blipFill>
        <p:spPr>
          <a:xfrm>
            <a:off x="7804819" y="4940078"/>
            <a:ext cx="679497" cy="679497"/>
          </a:xfrm>
          <a:prstGeom prst="rect">
            <a:avLst/>
          </a:prstGeom>
        </p:spPr>
      </p:pic>
      <p:sp>
        <p:nvSpPr>
          <p:cNvPr id="42" name="Rectángulo 41">
            <a:extLst>
              <a:ext uri="{FF2B5EF4-FFF2-40B4-BE49-F238E27FC236}">
                <a16:creationId xmlns:a16="http://schemas.microsoft.com/office/drawing/2014/main" id="{8E800FAB-93C0-4422-9825-28CFD7E905A4}"/>
              </a:ext>
            </a:extLst>
          </p:cNvPr>
          <p:cNvSpPr/>
          <p:nvPr/>
        </p:nvSpPr>
        <p:spPr>
          <a:xfrm>
            <a:off x="1753329" y="5487900"/>
            <a:ext cx="1181648" cy="307777"/>
          </a:xfrm>
          <a:prstGeom prst="rect">
            <a:avLst/>
          </a:prstGeom>
        </p:spPr>
        <p:txBody>
          <a:bodyPr wrap="squar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CAJA</a:t>
            </a:r>
          </a:p>
        </p:txBody>
      </p:sp>
      <p:sp>
        <p:nvSpPr>
          <p:cNvPr id="50" name="Rectángulo 49">
            <a:extLst>
              <a:ext uri="{FF2B5EF4-FFF2-40B4-BE49-F238E27FC236}">
                <a16:creationId xmlns:a16="http://schemas.microsoft.com/office/drawing/2014/main" id="{CE25F8E5-EFD9-49E1-972B-6614EFA7B447}"/>
              </a:ext>
            </a:extLst>
          </p:cNvPr>
          <p:cNvSpPr/>
          <p:nvPr/>
        </p:nvSpPr>
        <p:spPr>
          <a:xfrm>
            <a:off x="3102320" y="5535562"/>
            <a:ext cx="1181648" cy="307777"/>
          </a:xfrm>
          <a:prstGeom prst="rect">
            <a:avLst/>
          </a:prstGeom>
        </p:spPr>
        <p:txBody>
          <a:bodyPr wrap="squar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BANCOS</a:t>
            </a:r>
          </a:p>
        </p:txBody>
      </p:sp>
      <p:sp>
        <p:nvSpPr>
          <p:cNvPr id="52" name="Rectángulo 51">
            <a:extLst>
              <a:ext uri="{FF2B5EF4-FFF2-40B4-BE49-F238E27FC236}">
                <a16:creationId xmlns:a16="http://schemas.microsoft.com/office/drawing/2014/main" id="{FB402FF3-5117-45CC-93A3-30899B8FE075}"/>
              </a:ext>
            </a:extLst>
          </p:cNvPr>
          <p:cNvSpPr/>
          <p:nvPr/>
        </p:nvSpPr>
        <p:spPr>
          <a:xfrm>
            <a:off x="7567314" y="5556243"/>
            <a:ext cx="1181648" cy="307777"/>
          </a:xfrm>
          <a:prstGeom prst="rect">
            <a:avLst/>
          </a:prstGeom>
        </p:spPr>
        <p:txBody>
          <a:bodyPr wrap="squar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ESTADO</a:t>
            </a:r>
          </a:p>
        </p:txBody>
      </p:sp>
      <p:sp>
        <p:nvSpPr>
          <p:cNvPr id="53" name="Título 4">
            <a:extLst>
              <a:ext uri="{FF2B5EF4-FFF2-40B4-BE49-F238E27FC236}">
                <a16:creationId xmlns:a16="http://schemas.microsoft.com/office/drawing/2014/main" id="{3AEABD19-5E2E-4D70-BB66-3DC8A99BEBE6}"/>
              </a:ext>
            </a:extLst>
          </p:cNvPr>
          <p:cNvSpPr txBox="1">
            <a:spLocks/>
          </p:cNvSpPr>
          <p:nvPr/>
        </p:nvSpPr>
        <p:spPr>
          <a:xfrm>
            <a:off x="-15958" y="-4997"/>
            <a:ext cx="9159957" cy="756439"/>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AR" sz="5400" i="1" dirty="0">
                <a:solidFill>
                  <a:schemeClr val="tx2">
                    <a:lumMod val="75000"/>
                  </a:schemeClr>
                </a:solidFill>
                <a:latin typeface="Abadi" panose="020B0604020104020204" pitchFamily="34" charset="0"/>
                <a:cs typeface="Browallia New" panose="020B0604020202020204" pitchFamily="34" charset="-34"/>
              </a:rPr>
              <a:t>3er shock externo: </a:t>
            </a:r>
          </a:p>
        </p:txBody>
      </p:sp>
      <p:sp>
        <p:nvSpPr>
          <p:cNvPr id="54" name="Título 4">
            <a:extLst>
              <a:ext uri="{FF2B5EF4-FFF2-40B4-BE49-F238E27FC236}">
                <a16:creationId xmlns:a16="http://schemas.microsoft.com/office/drawing/2014/main" id="{E8B0E779-7607-4BD0-9C42-941012484C1F}"/>
              </a:ext>
            </a:extLst>
          </p:cNvPr>
          <p:cNvSpPr txBox="1">
            <a:spLocks/>
          </p:cNvSpPr>
          <p:nvPr/>
        </p:nvSpPr>
        <p:spPr>
          <a:xfrm>
            <a:off x="-45112" y="786124"/>
            <a:ext cx="9159957" cy="75643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AR" sz="6000" i="1" dirty="0">
                <a:solidFill>
                  <a:schemeClr val="tx2">
                    <a:lumMod val="75000"/>
                  </a:schemeClr>
                </a:solidFill>
                <a:latin typeface="Abadi" panose="020B0604020104020204" pitchFamily="34" charset="0"/>
                <a:cs typeface="Browallia New" panose="020B0604020202020204" pitchFamily="34" charset="-34"/>
              </a:rPr>
              <a:t>La Gran Depresión</a:t>
            </a:r>
          </a:p>
        </p:txBody>
      </p:sp>
      <p:sp>
        <p:nvSpPr>
          <p:cNvPr id="55" name="Rectángulo: esquinas redondeadas 54">
            <a:extLst>
              <a:ext uri="{FF2B5EF4-FFF2-40B4-BE49-F238E27FC236}">
                <a16:creationId xmlns:a16="http://schemas.microsoft.com/office/drawing/2014/main" id="{9566E0F5-FFE8-48FD-9AF9-DCE8E6C36E3D}"/>
              </a:ext>
            </a:extLst>
          </p:cNvPr>
          <p:cNvSpPr/>
          <p:nvPr/>
        </p:nvSpPr>
        <p:spPr>
          <a:xfrm>
            <a:off x="822960" y="1938722"/>
            <a:ext cx="7498080" cy="482166"/>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solidFill>
                  <a:schemeClr val="tx2">
                    <a:lumMod val="20000"/>
                    <a:lumOff val="80000"/>
                  </a:schemeClr>
                </a:solidFill>
                <a:latin typeface="Abadi" panose="020B0604020104020204" pitchFamily="34" charset="0"/>
                <a:cs typeface="Browallia New" panose="020B0604020202020204" pitchFamily="34" charset="-34"/>
              </a:rPr>
              <a:t>Abandono de las reglas básicas del modelo</a:t>
            </a:r>
          </a:p>
        </p:txBody>
      </p:sp>
      <p:pic>
        <p:nvPicPr>
          <p:cNvPr id="57" name="Gráfico 56" descr="Dinero">
            <a:extLst>
              <a:ext uri="{FF2B5EF4-FFF2-40B4-BE49-F238E27FC236}">
                <a16:creationId xmlns:a16="http://schemas.microsoft.com/office/drawing/2014/main" id="{A4CE2925-96EB-4CFE-B69F-A2E887F016F1}"/>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39585" y="2650768"/>
            <a:ext cx="914400" cy="914400"/>
          </a:xfrm>
          <a:prstGeom prst="rect">
            <a:avLst/>
          </a:prstGeom>
        </p:spPr>
      </p:pic>
      <p:pic>
        <p:nvPicPr>
          <p:cNvPr id="58" name="Gráfico 57" descr="Monedas">
            <a:extLst>
              <a:ext uri="{FF2B5EF4-FFF2-40B4-BE49-F238E27FC236}">
                <a16:creationId xmlns:a16="http://schemas.microsoft.com/office/drawing/2014/main" id="{EA578557-90E0-44F0-A54F-0EF1EA14C722}"/>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289449" y="2719099"/>
            <a:ext cx="914400" cy="914400"/>
          </a:xfrm>
          <a:prstGeom prst="rect">
            <a:avLst/>
          </a:prstGeom>
        </p:spPr>
      </p:pic>
      <p:pic>
        <p:nvPicPr>
          <p:cNvPr id="59" name="Gráfico 58" descr="Repetir">
            <a:extLst>
              <a:ext uri="{FF2B5EF4-FFF2-40B4-BE49-F238E27FC236}">
                <a16:creationId xmlns:a16="http://schemas.microsoft.com/office/drawing/2014/main" id="{B1770C99-3F98-4FCE-9576-5C980205262B}"/>
              </a:ext>
            </a:extLst>
          </p:cNvPr>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60241" y="2843364"/>
            <a:ext cx="529208" cy="529208"/>
          </a:xfrm>
          <a:prstGeom prst="rect">
            <a:avLst/>
          </a:prstGeom>
        </p:spPr>
      </p:pic>
      <p:pic>
        <p:nvPicPr>
          <p:cNvPr id="60" name="Gráfico 59" descr="Cerrar">
            <a:extLst>
              <a:ext uri="{FF2B5EF4-FFF2-40B4-BE49-F238E27FC236}">
                <a16:creationId xmlns:a16="http://schemas.microsoft.com/office/drawing/2014/main" id="{1CDEA999-1278-4AC3-887D-3CFF35083803}"/>
              </a:ext>
            </a:extLst>
          </p:cNvPr>
          <p:cNvPicPr>
            <a:picLocks noChangeAspect="1"/>
          </p:cNvPicPr>
          <p:nvPr/>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565671" y="2635635"/>
            <a:ext cx="914400" cy="914400"/>
          </a:xfrm>
          <a:prstGeom prst="rect">
            <a:avLst/>
          </a:prstGeom>
        </p:spPr>
      </p:pic>
      <p:sp>
        <p:nvSpPr>
          <p:cNvPr id="61" name="Rectángulo 60">
            <a:extLst>
              <a:ext uri="{FF2B5EF4-FFF2-40B4-BE49-F238E27FC236}">
                <a16:creationId xmlns:a16="http://schemas.microsoft.com/office/drawing/2014/main" id="{BDE0EC93-C806-4033-BB12-15E12DB5C8FD}"/>
              </a:ext>
            </a:extLst>
          </p:cNvPr>
          <p:cNvSpPr/>
          <p:nvPr/>
        </p:nvSpPr>
        <p:spPr>
          <a:xfrm>
            <a:off x="1579871" y="3634632"/>
            <a:ext cx="2695986" cy="523220"/>
          </a:xfrm>
          <a:prstGeom prst="rect">
            <a:avLst/>
          </a:prstGeom>
        </p:spPr>
        <p:txBody>
          <a:bodyPr wrap="squar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SUSPENSIÓN DE LA </a:t>
            </a:r>
          </a:p>
          <a:p>
            <a:pPr algn="ctr"/>
            <a:r>
              <a:rPr lang="es-ES" sz="1400" b="1" dirty="0">
                <a:solidFill>
                  <a:schemeClr val="tx2">
                    <a:lumMod val="75000"/>
                  </a:schemeClr>
                </a:solidFill>
                <a:latin typeface="Abadi" panose="020B0604020104020204" pitchFamily="34" charset="0"/>
                <a:cs typeface="Browallia New" panose="020B0604020202020204" pitchFamily="34" charset="-34"/>
              </a:rPr>
              <a:t>CONVERTIBILIDAD</a:t>
            </a:r>
          </a:p>
        </p:txBody>
      </p:sp>
      <p:pic>
        <p:nvPicPr>
          <p:cNvPr id="62" name="Gráfico 61" descr="Dinero">
            <a:extLst>
              <a:ext uri="{FF2B5EF4-FFF2-40B4-BE49-F238E27FC236}">
                <a16:creationId xmlns:a16="http://schemas.microsoft.com/office/drawing/2014/main" id="{3CC851B9-C662-4BA0-83A6-77079BF7473B}"/>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01195" y="2550986"/>
            <a:ext cx="914400" cy="914400"/>
          </a:xfrm>
          <a:prstGeom prst="rect">
            <a:avLst/>
          </a:prstGeom>
        </p:spPr>
      </p:pic>
      <p:pic>
        <p:nvPicPr>
          <p:cNvPr id="63" name="Gráfico 62" descr="Monedas">
            <a:extLst>
              <a:ext uri="{FF2B5EF4-FFF2-40B4-BE49-F238E27FC236}">
                <a16:creationId xmlns:a16="http://schemas.microsoft.com/office/drawing/2014/main" id="{E50A49C1-4047-4845-A589-B23F3E1D56CA}"/>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06703" y="2858545"/>
            <a:ext cx="914400" cy="914400"/>
          </a:xfrm>
          <a:prstGeom prst="rect">
            <a:avLst/>
          </a:prstGeom>
        </p:spPr>
      </p:pic>
      <p:pic>
        <p:nvPicPr>
          <p:cNvPr id="64" name="Gráfico 63" descr="Centro educativo">
            <a:extLst>
              <a:ext uri="{FF2B5EF4-FFF2-40B4-BE49-F238E27FC236}">
                <a16:creationId xmlns:a16="http://schemas.microsoft.com/office/drawing/2014/main" id="{5244BF6F-1F3D-40FD-B550-FE3A133A94C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76634" y="4851118"/>
            <a:ext cx="914400" cy="914400"/>
          </a:xfrm>
          <a:prstGeom prst="rect">
            <a:avLst/>
          </a:prstGeom>
        </p:spPr>
      </p:pic>
      <p:sp>
        <p:nvSpPr>
          <p:cNvPr id="65" name="Rectángulo 64">
            <a:extLst>
              <a:ext uri="{FF2B5EF4-FFF2-40B4-BE49-F238E27FC236}">
                <a16:creationId xmlns:a16="http://schemas.microsoft.com/office/drawing/2014/main" id="{5E45B001-CDFD-4376-8129-309035EF6ACD}"/>
              </a:ext>
            </a:extLst>
          </p:cNvPr>
          <p:cNvSpPr/>
          <p:nvPr/>
        </p:nvSpPr>
        <p:spPr>
          <a:xfrm>
            <a:off x="6038591" y="5537062"/>
            <a:ext cx="1181648" cy="307777"/>
          </a:xfrm>
          <a:prstGeom prst="rect">
            <a:avLst/>
          </a:prstGeom>
        </p:spPr>
        <p:txBody>
          <a:bodyPr wrap="square">
            <a:spAutoFit/>
          </a:bodyPr>
          <a:lstStyle/>
          <a:p>
            <a:pPr algn="ctr"/>
            <a:r>
              <a:rPr lang="es-ES" sz="1400" b="1" dirty="0">
                <a:solidFill>
                  <a:schemeClr val="tx2">
                    <a:lumMod val="75000"/>
                  </a:schemeClr>
                </a:solidFill>
                <a:latin typeface="Abadi" panose="020B0604020104020204" pitchFamily="34" charset="0"/>
                <a:cs typeface="Browallia New" panose="020B0604020202020204" pitchFamily="34" charset="-34"/>
              </a:rPr>
              <a:t>CAJA</a:t>
            </a:r>
          </a:p>
        </p:txBody>
      </p:sp>
      <p:pic>
        <p:nvPicPr>
          <p:cNvPr id="66" name="Gráfico 65" descr="Dinero">
            <a:extLst>
              <a:ext uri="{FF2B5EF4-FFF2-40B4-BE49-F238E27FC236}">
                <a16:creationId xmlns:a16="http://schemas.microsoft.com/office/drawing/2014/main" id="{F86F2519-7E52-454E-8A56-05F801CA48A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80061" y="4867812"/>
            <a:ext cx="496956" cy="496956"/>
          </a:xfrm>
          <a:prstGeom prst="rect">
            <a:avLst/>
          </a:prstGeom>
        </p:spPr>
      </p:pic>
      <p:pic>
        <p:nvPicPr>
          <p:cNvPr id="67" name="Gráfico 66" descr="Dinero">
            <a:extLst>
              <a:ext uri="{FF2B5EF4-FFF2-40B4-BE49-F238E27FC236}">
                <a16:creationId xmlns:a16="http://schemas.microsoft.com/office/drawing/2014/main" id="{ABFB4975-332D-4E07-A390-2C96872A9868}"/>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56252" y="4682356"/>
            <a:ext cx="496956" cy="496956"/>
          </a:xfrm>
          <a:prstGeom prst="rect">
            <a:avLst/>
          </a:prstGeom>
        </p:spPr>
      </p:pic>
      <p:pic>
        <p:nvPicPr>
          <p:cNvPr id="68" name="Gráfico 67" descr="Dinero">
            <a:extLst>
              <a:ext uri="{FF2B5EF4-FFF2-40B4-BE49-F238E27FC236}">
                <a16:creationId xmlns:a16="http://schemas.microsoft.com/office/drawing/2014/main" id="{62EBB18D-5C2D-41C2-8947-19A419876CD8}"/>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76515" y="4595570"/>
            <a:ext cx="496956" cy="496956"/>
          </a:xfrm>
          <a:prstGeom prst="rect">
            <a:avLst/>
          </a:prstGeom>
        </p:spPr>
      </p:pic>
    </p:spTree>
    <p:extLst>
      <p:ext uri="{BB962C8B-B14F-4D97-AF65-F5344CB8AC3E}">
        <p14:creationId xmlns:p14="http://schemas.microsoft.com/office/powerpoint/2010/main" val="170225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0-#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250"/>
                                  </p:stCondLst>
                                  <p:childTnLst>
                                    <p:set>
                                      <p:cBhvr>
                                        <p:cTn id="11" dur="1" fill="hold">
                                          <p:stCondLst>
                                            <p:cond delay="0"/>
                                          </p:stCondLst>
                                        </p:cTn>
                                        <p:tgtEl>
                                          <p:spTgt spid="54"/>
                                        </p:tgtEl>
                                        <p:attrNameLst>
                                          <p:attrName>style.visibility</p:attrName>
                                        </p:attrNameLst>
                                      </p:cBhvr>
                                      <p:to>
                                        <p:strVal val="visible"/>
                                      </p:to>
                                    </p:set>
                                    <p:anim calcmode="lin" valueType="num">
                                      <p:cBhvr additive="base">
                                        <p:cTn id="12" dur="500" fill="hold"/>
                                        <p:tgtEl>
                                          <p:spTgt spid="54"/>
                                        </p:tgtEl>
                                        <p:attrNameLst>
                                          <p:attrName>ppt_x</p:attrName>
                                        </p:attrNameLst>
                                      </p:cBhvr>
                                      <p:tavLst>
                                        <p:tav tm="0">
                                          <p:val>
                                            <p:strVal val="1+#ppt_w/2"/>
                                          </p:val>
                                        </p:tav>
                                        <p:tav tm="100000">
                                          <p:val>
                                            <p:strVal val="#ppt_x"/>
                                          </p:val>
                                        </p:tav>
                                      </p:tavLst>
                                    </p:anim>
                                    <p:anim calcmode="lin" valueType="num">
                                      <p:cBhvr additive="base">
                                        <p:cTn id="13" dur="500" fill="hold"/>
                                        <p:tgtEl>
                                          <p:spTgt spid="54"/>
                                        </p:tgtEl>
                                        <p:attrNameLst>
                                          <p:attrName>ppt_y</p:attrName>
                                        </p:attrNameLst>
                                      </p:cBhvr>
                                      <p:tavLst>
                                        <p:tav tm="0">
                                          <p:val>
                                            <p:strVal val="#ppt_y"/>
                                          </p:val>
                                        </p:tav>
                                        <p:tav tm="100000">
                                          <p:val>
                                            <p:strVal val="#ppt_y"/>
                                          </p:val>
                                        </p:tav>
                                      </p:tavLst>
                                    </p:anim>
                                  </p:childTnLst>
                                </p:cTn>
                              </p:par>
                            </p:childTnLst>
                          </p:cTn>
                        </p:par>
                        <p:par>
                          <p:cTn id="14" fill="hold">
                            <p:stCondLst>
                              <p:cond delay="1250"/>
                            </p:stCondLst>
                            <p:childTnLst>
                              <p:par>
                                <p:cTn id="15" presetID="2" presetClass="entr" presetSubtype="1" fill="hold" grpId="0" nodeType="afterEffect">
                                  <p:stCondLst>
                                    <p:cond delay="250"/>
                                  </p:stCondLst>
                                  <p:childTnLst>
                                    <p:set>
                                      <p:cBhvr>
                                        <p:cTn id="16" dur="1" fill="hold">
                                          <p:stCondLst>
                                            <p:cond delay="0"/>
                                          </p:stCondLst>
                                        </p:cTn>
                                        <p:tgtEl>
                                          <p:spTgt spid="55"/>
                                        </p:tgtEl>
                                        <p:attrNameLst>
                                          <p:attrName>style.visibility</p:attrName>
                                        </p:attrNameLst>
                                      </p:cBhvr>
                                      <p:to>
                                        <p:strVal val="visible"/>
                                      </p:to>
                                    </p:set>
                                    <p:anim calcmode="lin" valueType="num">
                                      <p:cBhvr additive="base">
                                        <p:cTn id="17" dur="500" fill="hold"/>
                                        <p:tgtEl>
                                          <p:spTgt spid="55"/>
                                        </p:tgtEl>
                                        <p:attrNameLst>
                                          <p:attrName>ppt_x</p:attrName>
                                        </p:attrNameLst>
                                      </p:cBhvr>
                                      <p:tavLst>
                                        <p:tav tm="0">
                                          <p:val>
                                            <p:strVal val="#ppt_x"/>
                                          </p:val>
                                        </p:tav>
                                        <p:tav tm="100000">
                                          <p:val>
                                            <p:strVal val="#ppt_x"/>
                                          </p:val>
                                        </p:tav>
                                      </p:tavLst>
                                    </p:anim>
                                    <p:anim calcmode="lin" valueType="num">
                                      <p:cBhvr additive="base">
                                        <p:cTn id="18" dur="500" fill="hold"/>
                                        <p:tgtEl>
                                          <p:spTgt spid="55"/>
                                        </p:tgtEl>
                                        <p:attrNameLst>
                                          <p:attrName>ppt_y</p:attrName>
                                        </p:attrNameLst>
                                      </p:cBhvr>
                                      <p:tavLst>
                                        <p:tav tm="0">
                                          <p:val>
                                            <p:strVal val="0-#ppt_h/2"/>
                                          </p:val>
                                        </p:tav>
                                        <p:tav tm="100000">
                                          <p:val>
                                            <p:strVal val="#ppt_y"/>
                                          </p:val>
                                        </p:tav>
                                      </p:tavLst>
                                    </p:anim>
                                  </p:childTnLst>
                                </p:cTn>
                              </p:par>
                            </p:childTnLst>
                          </p:cTn>
                        </p:par>
                        <p:par>
                          <p:cTn id="19" fill="hold">
                            <p:stCondLst>
                              <p:cond delay="2000"/>
                            </p:stCondLst>
                            <p:childTnLst>
                              <p:par>
                                <p:cTn id="20" presetID="2" presetClass="entr" presetSubtype="1" fill="hold" nodeType="afterEffect">
                                  <p:stCondLst>
                                    <p:cond delay="75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0-#ppt_h/2"/>
                                          </p:val>
                                        </p:tav>
                                        <p:tav tm="100000">
                                          <p:val>
                                            <p:strVal val="#ppt_y"/>
                                          </p:val>
                                        </p:tav>
                                      </p:tavLst>
                                    </p:anim>
                                  </p:childTnLst>
                                </p:cTn>
                              </p:par>
                              <p:par>
                                <p:cTn id="24" presetID="2" presetClass="entr" presetSubtype="1" fill="hold" grpId="0" nodeType="withEffect">
                                  <p:stCondLst>
                                    <p:cond delay="750"/>
                                  </p:stCondLst>
                                  <p:childTnLst>
                                    <p:set>
                                      <p:cBhvr>
                                        <p:cTn id="25" dur="1" fill="hold">
                                          <p:stCondLst>
                                            <p:cond delay="0"/>
                                          </p:stCondLst>
                                        </p:cTn>
                                        <p:tgtEl>
                                          <p:spTgt spid="29"/>
                                        </p:tgtEl>
                                        <p:attrNameLst>
                                          <p:attrName>style.visibility</p:attrName>
                                        </p:attrNameLst>
                                      </p:cBhvr>
                                      <p:to>
                                        <p:strVal val="visible"/>
                                      </p:to>
                                    </p:set>
                                    <p:anim calcmode="lin" valueType="num">
                                      <p:cBhvr additive="base">
                                        <p:cTn id="26" dur="500" fill="hold"/>
                                        <p:tgtEl>
                                          <p:spTgt spid="29"/>
                                        </p:tgtEl>
                                        <p:attrNameLst>
                                          <p:attrName>ppt_x</p:attrName>
                                        </p:attrNameLst>
                                      </p:cBhvr>
                                      <p:tavLst>
                                        <p:tav tm="0">
                                          <p:val>
                                            <p:strVal val="#ppt_x"/>
                                          </p:val>
                                        </p:tav>
                                        <p:tav tm="100000">
                                          <p:val>
                                            <p:strVal val="#ppt_x"/>
                                          </p:val>
                                        </p:tav>
                                      </p:tavLst>
                                    </p:anim>
                                    <p:anim calcmode="lin" valueType="num">
                                      <p:cBhvr additive="base">
                                        <p:cTn id="27" dur="500" fill="hold"/>
                                        <p:tgtEl>
                                          <p:spTgt spid="29"/>
                                        </p:tgtEl>
                                        <p:attrNameLst>
                                          <p:attrName>ppt_y</p:attrName>
                                        </p:attrNameLst>
                                      </p:cBhvr>
                                      <p:tavLst>
                                        <p:tav tm="0">
                                          <p:val>
                                            <p:strVal val="0-#ppt_h/2"/>
                                          </p:val>
                                        </p:tav>
                                        <p:tav tm="100000">
                                          <p:val>
                                            <p:strVal val="#ppt_y"/>
                                          </p:val>
                                        </p:tav>
                                      </p:tavLst>
                                    </p:anim>
                                  </p:childTnLst>
                                </p:cTn>
                              </p:par>
                            </p:childTnLst>
                          </p:cTn>
                        </p:par>
                        <p:par>
                          <p:cTn id="28" fill="hold">
                            <p:stCondLst>
                              <p:cond delay="3250"/>
                            </p:stCondLst>
                            <p:childTnLst>
                              <p:par>
                                <p:cTn id="29" presetID="2" presetClass="entr" presetSubtype="8" fill="hold" nodeType="afterEffect">
                                  <p:stCondLst>
                                    <p:cond delay="250"/>
                                  </p:stCondLst>
                                  <p:childTnLst>
                                    <p:set>
                                      <p:cBhvr>
                                        <p:cTn id="30" dur="1" fill="hold">
                                          <p:stCondLst>
                                            <p:cond delay="0"/>
                                          </p:stCondLst>
                                        </p:cTn>
                                        <p:tgtEl>
                                          <p:spTgt spid="57"/>
                                        </p:tgtEl>
                                        <p:attrNameLst>
                                          <p:attrName>style.visibility</p:attrName>
                                        </p:attrNameLst>
                                      </p:cBhvr>
                                      <p:to>
                                        <p:strVal val="visible"/>
                                      </p:to>
                                    </p:set>
                                    <p:anim calcmode="lin" valueType="num">
                                      <p:cBhvr additive="base">
                                        <p:cTn id="31" dur="500" fill="hold"/>
                                        <p:tgtEl>
                                          <p:spTgt spid="57"/>
                                        </p:tgtEl>
                                        <p:attrNameLst>
                                          <p:attrName>ppt_x</p:attrName>
                                        </p:attrNameLst>
                                      </p:cBhvr>
                                      <p:tavLst>
                                        <p:tav tm="0">
                                          <p:val>
                                            <p:strVal val="0-#ppt_w/2"/>
                                          </p:val>
                                        </p:tav>
                                        <p:tav tm="100000">
                                          <p:val>
                                            <p:strVal val="#ppt_x"/>
                                          </p:val>
                                        </p:tav>
                                      </p:tavLst>
                                    </p:anim>
                                    <p:anim calcmode="lin" valueType="num">
                                      <p:cBhvr additive="base">
                                        <p:cTn id="32" dur="500" fill="hold"/>
                                        <p:tgtEl>
                                          <p:spTgt spid="57"/>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250"/>
                                  </p:stCondLst>
                                  <p:childTnLst>
                                    <p:set>
                                      <p:cBhvr>
                                        <p:cTn id="34" dur="1" fill="hold">
                                          <p:stCondLst>
                                            <p:cond delay="0"/>
                                          </p:stCondLst>
                                        </p:cTn>
                                        <p:tgtEl>
                                          <p:spTgt spid="58"/>
                                        </p:tgtEl>
                                        <p:attrNameLst>
                                          <p:attrName>style.visibility</p:attrName>
                                        </p:attrNameLst>
                                      </p:cBhvr>
                                      <p:to>
                                        <p:strVal val="visible"/>
                                      </p:to>
                                    </p:set>
                                    <p:anim calcmode="lin" valueType="num">
                                      <p:cBhvr additive="base">
                                        <p:cTn id="35" dur="500" fill="hold"/>
                                        <p:tgtEl>
                                          <p:spTgt spid="58"/>
                                        </p:tgtEl>
                                        <p:attrNameLst>
                                          <p:attrName>ppt_x</p:attrName>
                                        </p:attrNameLst>
                                      </p:cBhvr>
                                      <p:tavLst>
                                        <p:tav tm="0">
                                          <p:val>
                                            <p:strVal val="1+#ppt_w/2"/>
                                          </p:val>
                                        </p:tav>
                                        <p:tav tm="100000">
                                          <p:val>
                                            <p:strVal val="#ppt_x"/>
                                          </p:val>
                                        </p:tav>
                                      </p:tavLst>
                                    </p:anim>
                                    <p:anim calcmode="lin" valueType="num">
                                      <p:cBhvr additive="base">
                                        <p:cTn id="36" dur="500" fill="hold"/>
                                        <p:tgtEl>
                                          <p:spTgt spid="58"/>
                                        </p:tgtEl>
                                        <p:attrNameLst>
                                          <p:attrName>ppt_y</p:attrName>
                                        </p:attrNameLst>
                                      </p:cBhvr>
                                      <p:tavLst>
                                        <p:tav tm="0">
                                          <p:val>
                                            <p:strVal val="#ppt_y"/>
                                          </p:val>
                                        </p:tav>
                                        <p:tav tm="100000">
                                          <p:val>
                                            <p:strVal val="#ppt_y"/>
                                          </p:val>
                                        </p:tav>
                                      </p:tavLst>
                                    </p:anim>
                                  </p:childTnLst>
                                </p:cTn>
                              </p:par>
                            </p:childTnLst>
                          </p:cTn>
                        </p:par>
                        <p:par>
                          <p:cTn id="37" fill="hold">
                            <p:stCondLst>
                              <p:cond delay="4000"/>
                            </p:stCondLst>
                            <p:childTnLst>
                              <p:par>
                                <p:cTn id="38" presetID="45" presetClass="entr" presetSubtype="0" fill="hold" nodeType="afterEffect">
                                  <p:stCondLst>
                                    <p:cond delay="250"/>
                                  </p:stCondLst>
                                  <p:childTnLst>
                                    <p:set>
                                      <p:cBhvr>
                                        <p:cTn id="39" dur="1" fill="hold">
                                          <p:stCondLst>
                                            <p:cond delay="0"/>
                                          </p:stCondLst>
                                        </p:cTn>
                                        <p:tgtEl>
                                          <p:spTgt spid="59"/>
                                        </p:tgtEl>
                                        <p:attrNameLst>
                                          <p:attrName>style.visibility</p:attrName>
                                        </p:attrNameLst>
                                      </p:cBhvr>
                                      <p:to>
                                        <p:strVal val="visible"/>
                                      </p:to>
                                    </p:set>
                                    <p:animEffect transition="in" filter="fade">
                                      <p:cBhvr>
                                        <p:cTn id="40" dur="250"/>
                                        <p:tgtEl>
                                          <p:spTgt spid="59"/>
                                        </p:tgtEl>
                                      </p:cBhvr>
                                    </p:animEffect>
                                    <p:anim calcmode="lin" valueType="num">
                                      <p:cBhvr>
                                        <p:cTn id="41" dur="250" fill="hold"/>
                                        <p:tgtEl>
                                          <p:spTgt spid="59"/>
                                        </p:tgtEl>
                                        <p:attrNameLst>
                                          <p:attrName>ppt_w</p:attrName>
                                        </p:attrNameLst>
                                      </p:cBhvr>
                                      <p:tavLst>
                                        <p:tav tm="0" fmla="#ppt_w*sin(2.5*pi*$)">
                                          <p:val>
                                            <p:fltVal val="0"/>
                                          </p:val>
                                        </p:tav>
                                        <p:tav tm="100000">
                                          <p:val>
                                            <p:fltVal val="1"/>
                                          </p:val>
                                        </p:tav>
                                      </p:tavLst>
                                    </p:anim>
                                    <p:anim calcmode="lin" valueType="num">
                                      <p:cBhvr>
                                        <p:cTn id="42" dur="250" fill="hold"/>
                                        <p:tgtEl>
                                          <p:spTgt spid="59"/>
                                        </p:tgtEl>
                                        <p:attrNameLst>
                                          <p:attrName>ppt_h</p:attrName>
                                        </p:attrNameLst>
                                      </p:cBhvr>
                                      <p:tavLst>
                                        <p:tav tm="0">
                                          <p:val>
                                            <p:strVal val="#ppt_h"/>
                                          </p:val>
                                        </p:tav>
                                        <p:tav tm="100000">
                                          <p:val>
                                            <p:strVal val="#ppt_h"/>
                                          </p:val>
                                        </p:tav>
                                      </p:tavLst>
                                    </p:anim>
                                  </p:childTnLst>
                                </p:cTn>
                              </p:par>
                            </p:childTnLst>
                          </p:cTn>
                        </p:par>
                        <p:par>
                          <p:cTn id="43" fill="hold">
                            <p:stCondLst>
                              <p:cond delay="4500"/>
                            </p:stCondLst>
                            <p:childTnLst>
                              <p:par>
                                <p:cTn id="44" presetID="53" presetClass="entr" presetSubtype="16" fill="hold" nodeType="afterEffect">
                                  <p:stCondLst>
                                    <p:cond delay="250"/>
                                  </p:stCondLst>
                                  <p:childTnLst>
                                    <p:set>
                                      <p:cBhvr>
                                        <p:cTn id="45" dur="1" fill="hold">
                                          <p:stCondLst>
                                            <p:cond delay="0"/>
                                          </p:stCondLst>
                                        </p:cTn>
                                        <p:tgtEl>
                                          <p:spTgt spid="60"/>
                                        </p:tgtEl>
                                        <p:attrNameLst>
                                          <p:attrName>style.visibility</p:attrName>
                                        </p:attrNameLst>
                                      </p:cBhvr>
                                      <p:to>
                                        <p:strVal val="visible"/>
                                      </p:to>
                                    </p:set>
                                    <p:anim calcmode="lin" valueType="num">
                                      <p:cBhvr>
                                        <p:cTn id="46" dur="250" fill="hold"/>
                                        <p:tgtEl>
                                          <p:spTgt spid="60"/>
                                        </p:tgtEl>
                                        <p:attrNameLst>
                                          <p:attrName>ppt_w</p:attrName>
                                        </p:attrNameLst>
                                      </p:cBhvr>
                                      <p:tavLst>
                                        <p:tav tm="0">
                                          <p:val>
                                            <p:fltVal val="0"/>
                                          </p:val>
                                        </p:tav>
                                        <p:tav tm="100000">
                                          <p:val>
                                            <p:strVal val="#ppt_w"/>
                                          </p:val>
                                        </p:tav>
                                      </p:tavLst>
                                    </p:anim>
                                    <p:anim calcmode="lin" valueType="num">
                                      <p:cBhvr>
                                        <p:cTn id="47" dur="250" fill="hold"/>
                                        <p:tgtEl>
                                          <p:spTgt spid="60"/>
                                        </p:tgtEl>
                                        <p:attrNameLst>
                                          <p:attrName>ppt_h</p:attrName>
                                        </p:attrNameLst>
                                      </p:cBhvr>
                                      <p:tavLst>
                                        <p:tav tm="0">
                                          <p:val>
                                            <p:fltVal val="0"/>
                                          </p:val>
                                        </p:tav>
                                        <p:tav tm="100000">
                                          <p:val>
                                            <p:strVal val="#ppt_h"/>
                                          </p:val>
                                        </p:tav>
                                      </p:tavLst>
                                    </p:anim>
                                    <p:animEffect transition="in" filter="fade">
                                      <p:cBhvr>
                                        <p:cTn id="48" dur="250"/>
                                        <p:tgtEl>
                                          <p:spTgt spid="60"/>
                                        </p:tgtEl>
                                      </p:cBhvr>
                                    </p:animEffect>
                                  </p:childTnLst>
                                </p:cTn>
                              </p:par>
                            </p:childTnLst>
                          </p:cTn>
                        </p:par>
                        <p:par>
                          <p:cTn id="49" fill="hold">
                            <p:stCondLst>
                              <p:cond delay="5000"/>
                            </p:stCondLst>
                            <p:childTnLst>
                              <p:par>
                                <p:cTn id="50" presetID="42" presetClass="entr" presetSubtype="0" fill="hold" grpId="0" nodeType="afterEffect">
                                  <p:stCondLst>
                                    <p:cond delay="250"/>
                                  </p:stCondLst>
                                  <p:childTnLst>
                                    <p:set>
                                      <p:cBhvr>
                                        <p:cTn id="51" dur="1" fill="hold">
                                          <p:stCondLst>
                                            <p:cond delay="0"/>
                                          </p:stCondLst>
                                        </p:cTn>
                                        <p:tgtEl>
                                          <p:spTgt spid="61">
                                            <p:txEl>
                                              <p:pRg st="0" end="0"/>
                                            </p:txEl>
                                          </p:spTgt>
                                        </p:tgtEl>
                                        <p:attrNameLst>
                                          <p:attrName>style.visibility</p:attrName>
                                        </p:attrNameLst>
                                      </p:cBhvr>
                                      <p:to>
                                        <p:strVal val="visible"/>
                                      </p:to>
                                    </p:set>
                                    <p:animEffect transition="in" filter="fade">
                                      <p:cBhvr>
                                        <p:cTn id="52" dur="500"/>
                                        <p:tgtEl>
                                          <p:spTgt spid="61">
                                            <p:txEl>
                                              <p:pRg st="0" end="0"/>
                                            </p:txEl>
                                          </p:spTgt>
                                        </p:tgtEl>
                                      </p:cBhvr>
                                    </p:animEffect>
                                    <p:anim calcmode="lin" valueType="num">
                                      <p:cBhvr>
                                        <p:cTn id="53" dur="500" fill="hold"/>
                                        <p:tgtEl>
                                          <p:spTgt spid="61">
                                            <p:txEl>
                                              <p:pRg st="0" end="0"/>
                                            </p:txEl>
                                          </p:spTgt>
                                        </p:tgtEl>
                                        <p:attrNameLst>
                                          <p:attrName>ppt_x</p:attrName>
                                        </p:attrNameLst>
                                      </p:cBhvr>
                                      <p:tavLst>
                                        <p:tav tm="0">
                                          <p:val>
                                            <p:strVal val="#ppt_x"/>
                                          </p:val>
                                        </p:tav>
                                        <p:tav tm="100000">
                                          <p:val>
                                            <p:strVal val="#ppt_x"/>
                                          </p:val>
                                        </p:tav>
                                      </p:tavLst>
                                    </p:anim>
                                    <p:anim calcmode="lin" valueType="num">
                                      <p:cBhvr>
                                        <p:cTn id="54" dur="500" fill="hold"/>
                                        <p:tgtEl>
                                          <p:spTgt spid="61">
                                            <p:txEl>
                                              <p:pRg st="0" end="0"/>
                                            </p:txEl>
                                          </p:spTgt>
                                        </p:tgtEl>
                                        <p:attrNameLst>
                                          <p:attrName>ppt_y</p:attrName>
                                        </p:attrNameLst>
                                      </p:cBhvr>
                                      <p:tavLst>
                                        <p:tav tm="0">
                                          <p:val>
                                            <p:strVal val="#ppt_y+.1"/>
                                          </p:val>
                                        </p:tav>
                                        <p:tav tm="100000">
                                          <p:val>
                                            <p:strVal val="#ppt_y"/>
                                          </p:val>
                                        </p:tav>
                                      </p:tavLst>
                                    </p:anim>
                                  </p:childTnLst>
                                </p:cTn>
                              </p:par>
                            </p:childTnLst>
                          </p:cTn>
                        </p:par>
                        <p:par>
                          <p:cTn id="55" fill="hold">
                            <p:stCondLst>
                              <p:cond delay="5750"/>
                            </p:stCondLst>
                            <p:childTnLst>
                              <p:par>
                                <p:cTn id="56" presetID="42" presetClass="entr" presetSubtype="0" fill="hold" grpId="0" nodeType="afterEffect">
                                  <p:stCondLst>
                                    <p:cond delay="250"/>
                                  </p:stCondLst>
                                  <p:childTnLst>
                                    <p:set>
                                      <p:cBhvr>
                                        <p:cTn id="57" dur="1" fill="hold">
                                          <p:stCondLst>
                                            <p:cond delay="0"/>
                                          </p:stCondLst>
                                        </p:cTn>
                                        <p:tgtEl>
                                          <p:spTgt spid="61">
                                            <p:txEl>
                                              <p:pRg st="1" end="1"/>
                                            </p:txEl>
                                          </p:spTgt>
                                        </p:tgtEl>
                                        <p:attrNameLst>
                                          <p:attrName>style.visibility</p:attrName>
                                        </p:attrNameLst>
                                      </p:cBhvr>
                                      <p:to>
                                        <p:strVal val="visible"/>
                                      </p:to>
                                    </p:set>
                                    <p:animEffect transition="in" filter="fade">
                                      <p:cBhvr>
                                        <p:cTn id="58" dur="500"/>
                                        <p:tgtEl>
                                          <p:spTgt spid="61">
                                            <p:txEl>
                                              <p:pRg st="1" end="1"/>
                                            </p:txEl>
                                          </p:spTgt>
                                        </p:tgtEl>
                                      </p:cBhvr>
                                    </p:animEffect>
                                    <p:anim calcmode="lin" valueType="num">
                                      <p:cBhvr>
                                        <p:cTn id="59" dur="500" fill="hold"/>
                                        <p:tgtEl>
                                          <p:spTgt spid="61">
                                            <p:txEl>
                                              <p:pRg st="1" end="1"/>
                                            </p:txEl>
                                          </p:spTgt>
                                        </p:tgtEl>
                                        <p:attrNameLst>
                                          <p:attrName>ppt_x</p:attrName>
                                        </p:attrNameLst>
                                      </p:cBhvr>
                                      <p:tavLst>
                                        <p:tav tm="0">
                                          <p:val>
                                            <p:strVal val="#ppt_x"/>
                                          </p:val>
                                        </p:tav>
                                        <p:tav tm="100000">
                                          <p:val>
                                            <p:strVal val="#ppt_x"/>
                                          </p:val>
                                        </p:tav>
                                      </p:tavLst>
                                    </p:anim>
                                    <p:anim calcmode="lin" valueType="num">
                                      <p:cBhvr>
                                        <p:cTn id="60" dur="500" fill="hold"/>
                                        <p:tgtEl>
                                          <p:spTgt spid="61">
                                            <p:txEl>
                                              <p:pRg st="1" end="1"/>
                                            </p:txEl>
                                          </p:spTgt>
                                        </p:tgtEl>
                                        <p:attrNameLst>
                                          <p:attrName>ppt_y</p:attrName>
                                        </p:attrNameLst>
                                      </p:cBhvr>
                                      <p:tavLst>
                                        <p:tav tm="0">
                                          <p:val>
                                            <p:strVal val="#ppt_y+.1"/>
                                          </p:val>
                                        </p:tav>
                                        <p:tav tm="100000">
                                          <p:val>
                                            <p:strVal val="#ppt_y"/>
                                          </p:val>
                                        </p:tav>
                                      </p:tavLst>
                                    </p:anim>
                                  </p:childTnLst>
                                </p:cTn>
                              </p:par>
                            </p:childTnLst>
                          </p:cTn>
                        </p:par>
                        <p:par>
                          <p:cTn id="61" fill="hold">
                            <p:stCondLst>
                              <p:cond delay="6500"/>
                            </p:stCondLst>
                            <p:childTnLst>
                              <p:par>
                                <p:cTn id="62" presetID="2" presetClass="entr" presetSubtype="1" fill="hold" nodeType="afterEffect">
                                  <p:stCondLst>
                                    <p:cond delay="750"/>
                                  </p:stCondLst>
                                  <p:childTnLst>
                                    <p:set>
                                      <p:cBhvr>
                                        <p:cTn id="63" dur="1" fill="hold">
                                          <p:stCondLst>
                                            <p:cond delay="0"/>
                                          </p:stCondLst>
                                        </p:cTn>
                                        <p:tgtEl>
                                          <p:spTgt spid="38"/>
                                        </p:tgtEl>
                                        <p:attrNameLst>
                                          <p:attrName>style.visibility</p:attrName>
                                        </p:attrNameLst>
                                      </p:cBhvr>
                                      <p:to>
                                        <p:strVal val="visible"/>
                                      </p:to>
                                    </p:set>
                                    <p:anim calcmode="lin" valueType="num">
                                      <p:cBhvr additive="base">
                                        <p:cTn id="64" dur="500" fill="hold"/>
                                        <p:tgtEl>
                                          <p:spTgt spid="38"/>
                                        </p:tgtEl>
                                        <p:attrNameLst>
                                          <p:attrName>ppt_x</p:attrName>
                                        </p:attrNameLst>
                                      </p:cBhvr>
                                      <p:tavLst>
                                        <p:tav tm="0">
                                          <p:val>
                                            <p:strVal val="#ppt_x"/>
                                          </p:val>
                                        </p:tav>
                                        <p:tav tm="100000">
                                          <p:val>
                                            <p:strVal val="#ppt_x"/>
                                          </p:val>
                                        </p:tav>
                                      </p:tavLst>
                                    </p:anim>
                                    <p:anim calcmode="lin" valueType="num">
                                      <p:cBhvr additive="base">
                                        <p:cTn id="65" dur="500" fill="hold"/>
                                        <p:tgtEl>
                                          <p:spTgt spid="38"/>
                                        </p:tgtEl>
                                        <p:attrNameLst>
                                          <p:attrName>ppt_y</p:attrName>
                                        </p:attrNameLst>
                                      </p:cBhvr>
                                      <p:tavLst>
                                        <p:tav tm="0">
                                          <p:val>
                                            <p:strVal val="0-#ppt_h/2"/>
                                          </p:val>
                                        </p:tav>
                                        <p:tav tm="100000">
                                          <p:val>
                                            <p:strVal val="#ppt_y"/>
                                          </p:val>
                                        </p:tav>
                                      </p:tavLst>
                                    </p:anim>
                                  </p:childTnLst>
                                </p:cTn>
                              </p:par>
                              <p:par>
                                <p:cTn id="66" presetID="2" presetClass="entr" presetSubtype="1" fill="hold" grpId="0" nodeType="withEffect">
                                  <p:stCondLst>
                                    <p:cond delay="750"/>
                                  </p:stCondLst>
                                  <p:childTnLst>
                                    <p:set>
                                      <p:cBhvr>
                                        <p:cTn id="67" dur="1" fill="hold">
                                          <p:stCondLst>
                                            <p:cond delay="0"/>
                                          </p:stCondLst>
                                        </p:cTn>
                                        <p:tgtEl>
                                          <p:spTgt spid="39"/>
                                        </p:tgtEl>
                                        <p:attrNameLst>
                                          <p:attrName>style.visibility</p:attrName>
                                        </p:attrNameLst>
                                      </p:cBhvr>
                                      <p:to>
                                        <p:strVal val="visible"/>
                                      </p:to>
                                    </p:set>
                                    <p:anim calcmode="lin" valueType="num">
                                      <p:cBhvr additive="base">
                                        <p:cTn id="68" dur="500" fill="hold"/>
                                        <p:tgtEl>
                                          <p:spTgt spid="39"/>
                                        </p:tgtEl>
                                        <p:attrNameLst>
                                          <p:attrName>ppt_x</p:attrName>
                                        </p:attrNameLst>
                                      </p:cBhvr>
                                      <p:tavLst>
                                        <p:tav tm="0">
                                          <p:val>
                                            <p:strVal val="#ppt_x"/>
                                          </p:val>
                                        </p:tav>
                                        <p:tav tm="100000">
                                          <p:val>
                                            <p:strVal val="#ppt_x"/>
                                          </p:val>
                                        </p:tav>
                                      </p:tavLst>
                                    </p:anim>
                                    <p:anim calcmode="lin" valueType="num">
                                      <p:cBhvr additive="base">
                                        <p:cTn id="69" dur="500" fill="hold"/>
                                        <p:tgtEl>
                                          <p:spTgt spid="39"/>
                                        </p:tgtEl>
                                        <p:attrNameLst>
                                          <p:attrName>ppt_y</p:attrName>
                                        </p:attrNameLst>
                                      </p:cBhvr>
                                      <p:tavLst>
                                        <p:tav tm="0">
                                          <p:val>
                                            <p:strVal val="0-#ppt_h/2"/>
                                          </p:val>
                                        </p:tav>
                                        <p:tav tm="100000">
                                          <p:val>
                                            <p:strVal val="#ppt_y"/>
                                          </p:val>
                                        </p:tav>
                                      </p:tavLst>
                                    </p:anim>
                                  </p:childTnLst>
                                </p:cTn>
                              </p:par>
                            </p:childTnLst>
                          </p:cTn>
                        </p:par>
                        <p:par>
                          <p:cTn id="70" fill="hold">
                            <p:stCondLst>
                              <p:cond delay="7750"/>
                            </p:stCondLst>
                            <p:childTnLst>
                              <p:par>
                                <p:cTn id="71" presetID="2" presetClass="entr" presetSubtype="8" fill="hold" nodeType="afterEffect">
                                  <p:stCondLst>
                                    <p:cond delay="250"/>
                                  </p:stCondLst>
                                  <p:childTnLst>
                                    <p:set>
                                      <p:cBhvr>
                                        <p:cTn id="72" dur="1" fill="hold">
                                          <p:stCondLst>
                                            <p:cond delay="0"/>
                                          </p:stCondLst>
                                        </p:cTn>
                                        <p:tgtEl>
                                          <p:spTgt spid="62"/>
                                        </p:tgtEl>
                                        <p:attrNameLst>
                                          <p:attrName>style.visibility</p:attrName>
                                        </p:attrNameLst>
                                      </p:cBhvr>
                                      <p:to>
                                        <p:strVal val="visible"/>
                                      </p:to>
                                    </p:set>
                                    <p:anim calcmode="lin" valueType="num">
                                      <p:cBhvr additive="base">
                                        <p:cTn id="73" dur="250" fill="hold"/>
                                        <p:tgtEl>
                                          <p:spTgt spid="62"/>
                                        </p:tgtEl>
                                        <p:attrNameLst>
                                          <p:attrName>ppt_x</p:attrName>
                                        </p:attrNameLst>
                                      </p:cBhvr>
                                      <p:tavLst>
                                        <p:tav tm="0">
                                          <p:val>
                                            <p:strVal val="0-#ppt_w/2"/>
                                          </p:val>
                                        </p:tav>
                                        <p:tav tm="100000">
                                          <p:val>
                                            <p:strVal val="#ppt_x"/>
                                          </p:val>
                                        </p:tav>
                                      </p:tavLst>
                                    </p:anim>
                                    <p:anim calcmode="lin" valueType="num">
                                      <p:cBhvr additive="base">
                                        <p:cTn id="74" dur="250" fill="hold"/>
                                        <p:tgtEl>
                                          <p:spTgt spid="62"/>
                                        </p:tgtEl>
                                        <p:attrNameLst>
                                          <p:attrName>ppt_y</p:attrName>
                                        </p:attrNameLst>
                                      </p:cBhvr>
                                      <p:tavLst>
                                        <p:tav tm="0">
                                          <p:val>
                                            <p:strVal val="#ppt_y"/>
                                          </p:val>
                                        </p:tav>
                                        <p:tav tm="100000">
                                          <p:val>
                                            <p:strVal val="#ppt_y"/>
                                          </p:val>
                                        </p:tav>
                                      </p:tavLst>
                                    </p:anim>
                                  </p:childTnLst>
                                </p:cTn>
                              </p:par>
                              <p:par>
                                <p:cTn id="75" presetID="2" presetClass="entr" presetSubtype="2" fill="hold" nodeType="withEffect">
                                  <p:stCondLst>
                                    <p:cond delay="250"/>
                                  </p:stCondLst>
                                  <p:childTnLst>
                                    <p:set>
                                      <p:cBhvr>
                                        <p:cTn id="76" dur="1" fill="hold">
                                          <p:stCondLst>
                                            <p:cond delay="0"/>
                                          </p:stCondLst>
                                        </p:cTn>
                                        <p:tgtEl>
                                          <p:spTgt spid="63"/>
                                        </p:tgtEl>
                                        <p:attrNameLst>
                                          <p:attrName>style.visibility</p:attrName>
                                        </p:attrNameLst>
                                      </p:cBhvr>
                                      <p:to>
                                        <p:strVal val="visible"/>
                                      </p:to>
                                    </p:set>
                                    <p:anim calcmode="lin" valueType="num">
                                      <p:cBhvr additive="base">
                                        <p:cTn id="77" dur="250" fill="hold"/>
                                        <p:tgtEl>
                                          <p:spTgt spid="63"/>
                                        </p:tgtEl>
                                        <p:attrNameLst>
                                          <p:attrName>ppt_x</p:attrName>
                                        </p:attrNameLst>
                                      </p:cBhvr>
                                      <p:tavLst>
                                        <p:tav tm="0">
                                          <p:val>
                                            <p:strVal val="1+#ppt_w/2"/>
                                          </p:val>
                                        </p:tav>
                                        <p:tav tm="100000">
                                          <p:val>
                                            <p:strVal val="#ppt_x"/>
                                          </p:val>
                                        </p:tav>
                                      </p:tavLst>
                                    </p:anim>
                                    <p:anim calcmode="lin" valueType="num">
                                      <p:cBhvr additive="base">
                                        <p:cTn id="78" dur="250" fill="hold"/>
                                        <p:tgtEl>
                                          <p:spTgt spid="63"/>
                                        </p:tgtEl>
                                        <p:attrNameLst>
                                          <p:attrName>ppt_y</p:attrName>
                                        </p:attrNameLst>
                                      </p:cBhvr>
                                      <p:tavLst>
                                        <p:tav tm="0">
                                          <p:val>
                                            <p:strVal val="#ppt_y"/>
                                          </p:val>
                                        </p:tav>
                                        <p:tav tm="100000">
                                          <p:val>
                                            <p:strVal val="#ppt_y"/>
                                          </p:val>
                                        </p:tav>
                                      </p:tavLst>
                                    </p:anim>
                                  </p:childTnLst>
                                </p:cTn>
                              </p:par>
                            </p:childTnLst>
                          </p:cTn>
                        </p:par>
                        <p:par>
                          <p:cTn id="79" fill="hold">
                            <p:stCondLst>
                              <p:cond delay="8250"/>
                            </p:stCondLst>
                            <p:childTnLst>
                              <p:par>
                                <p:cTn id="80" presetID="45" presetClass="entr" presetSubtype="0" fill="hold" nodeType="afterEffect">
                                  <p:stCondLst>
                                    <p:cond delay="250"/>
                                  </p:stCondLst>
                                  <p:childTnLst>
                                    <p:set>
                                      <p:cBhvr>
                                        <p:cTn id="81" dur="1" fill="hold">
                                          <p:stCondLst>
                                            <p:cond delay="0"/>
                                          </p:stCondLst>
                                        </p:cTn>
                                        <p:tgtEl>
                                          <p:spTgt spid="1026"/>
                                        </p:tgtEl>
                                        <p:attrNameLst>
                                          <p:attrName>style.visibility</p:attrName>
                                        </p:attrNameLst>
                                      </p:cBhvr>
                                      <p:to>
                                        <p:strVal val="visible"/>
                                      </p:to>
                                    </p:set>
                                    <p:animEffect transition="in" filter="fade">
                                      <p:cBhvr>
                                        <p:cTn id="82" dur="750"/>
                                        <p:tgtEl>
                                          <p:spTgt spid="1026"/>
                                        </p:tgtEl>
                                      </p:cBhvr>
                                    </p:animEffect>
                                    <p:anim calcmode="lin" valueType="num">
                                      <p:cBhvr>
                                        <p:cTn id="83" dur="750" fill="hold"/>
                                        <p:tgtEl>
                                          <p:spTgt spid="1026"/>
                                        </p:tgtEl>
                                        <p:attrNameLst>
                                          <p:attrName>ppt_w</p:attrName>
                                        </p:attrNameLst>
                                      </p:cBhvr>
                                      <p:tavLst>
                                        <p:tav tm="0" fmla="#ppt_w*sin(2.5*pi*$)">
                                          <p:val>
                                            <p:fltVal val="0"/>
                                          </p:val>
                                        </p:tav>
                                        <p:tav tm="100000">
                                          <p:val>
                                            <p:fltVal val="1"/>
                                          </p:val>
                                        </p:tav>
                                      </p:tavLst>
                                    </p:anim>
                                    <p:anim calcmode="lin" valueType="num">
                                      <p:cBhvr>
                                        <p:cTn id="84" dur="750" fill="hold"/>
                                        <p:tgtEl>
                                          <p:spTgt spid="1026"/>
                                        </p:tgtEl>
                                        <p:attrNameLst>
                                          <p:attrName>ppt_h</p:attrName>
                                        </p:attrNameLst>
                                      </p:cBhvr>
                                      <p:tavLst>
                                        <p:tav tm="0">
                                          <p:val>
                                            <p:strVal val="#ppt_h"/>
                                          </p:val>
                                        </p:tav>
                                        <p:tav tm="100000">
                                          <p:val>
                                            <p:strVal val="#ppt_h"/>
                                          </p:val>
                                        </p:tav>
                                      </p:tavLst>
                                    </p:anim>
                                  </p:childTnLst>
                                </p:cTn>
                              </p:par>
                            </p:childTnLst>
                          </p:cTn>
                        </p:par>
                        <p:par>
                          <p:cTn id="85" fill="hold">
                            <p:stCondLst>
                              <p:cond delay="9250"/>
                            </p:stCondLst>
                            <p:childTnLst>
                              <p:par>
                                <p:cTn id="86" presetID="42" presetClass="entr" presetSubtype="0" fill="hold" grpId="0" nodeType="afterEffect">
                                  <p:stCondLst>
                                    <p:cond delay="250"/>
                                  </p:stCondLst>
                                  <p:childTnLst>
                                    <p:set>
                                      <p:cBhvr>
                                        <p:cTn id="87" dur="1" fill="hold">
                                          <p:stCondLst>
                                            <p:cond delay="0"/>
                                          </p:stCondLst>
                                        </p:cTn>
                                        <p:tgtEl>
                                          <p:spTgt spid="40"/>
                                        </p:tgtEl>
                                        <p:attrNameLst>
                                          <p:attrName>style.visibility</p:attrName>
                                        </p:attrNameLst>
                                      </p:cBhvr>
                                      <p:to>
                                        <p:strVal val="visible"/>
                                      </p:to>
                                    </p:set>
                                    <p:animEffect transition="in" filter="fade">
                                      <p:cBhvr>
                                        <p:cTn id="88" dur="500"/>
                                        <p:tgtEl>
                                          <p:spTgt spid="40"/>
                                        </p:tgtEl>
                                      </p:cBhvr>
                                    </p:animEffect>
                                    <p:anim calcmode="lin" valueType="num">
                                      <p:cBhvr>
                                        <p:cTn id="89" dur="500" fill="hold"/>
                                        <p:tgtEl>
                                          <p:spTgt spid="40"/>
                                        </p:tgtEl>
                                        <p:attrNameLst>
                                          <p:attrName>ppt_x</p:attrName>
                                        </p:attrNameLst>
                                      </p:cBhvr>
                                      <p:tavLst>
                                        <p:tav tm="0">
                                          <p:val>
                                            <p:strVal val="#ppt_x"/>
                                          </p:val>
                                        </p:tav>
                                        <p:tav tm="100000">
                                          <p:val>
                                            <p:strVal val="#ppt_x"/>
                                          </p:val>
                                        </p:tav>
                                      </p:tavLst>
                                    </p:anim>
                                    <p:anim calcmode="lin" valueType="num">
                                      <p:cBhvr>
                                        <p:cTn id="90" dur="500" fill="hold"/>
                                        <p:tgtEl>
                                          <p:spTgt spid="40"/>
                                        </p:tgtEl>
                                        <p:attrNameLst>
                                          <p:attrName>ppt_y</p:attrName>
                                        </p:attrNameLst>
                                      </p:cBhvr>
                                      <p:tavLst>
                                        <p:tav tm="0">
                                          <p:val>
                                            <p:strVal val="#ppt_y+.1"/>
                                          </p:val>
                                        </p:tav>
                                        <p:tav tm="100000">
                                          <p:val>
                                            <p:strVal val="#ppt_y"/>
                                          </p:val>
                                        </p:tav>
                                      </p:tavLst>
                                    </p:anim>
                                  </p:childTnLst>
                                </p:cTn>
                              </p:par>
                            </p:childTnLst>
                          </p:cTn>
                        </p:par>
                        <p:par>
                          <p:cTn id="91" fill="hold">
                            <p:stCondLst>
                              <p:cond delay="10000"/>
                            </p:stCondLst>
                            <p:childTnLst>
                              <p:par>
                                <p:cTn id="92" presetID="2" presetClass="entr" presetSubtype="1" fill="hold" nodeType="afterEffect">
                                  <p:stCondLst>
                                    <p:cond delay="750"/>
                                  </p:stCondLst>
                                  <p:childTnLst>
                                    <p:set>
                                      <p:cBhvr>
                                        <p:cTn id="93" dur="1" fill="hold">
                                          <p:stCondLst>
                                            <p:cond delay="0"/>
                                          </p:stCondLst>
                                        </p:cTn>
                                        <p:tgtEl>
                                          <p:spTgt spid="30"/>
                                        </p:tgtEl>
                                        <p:attrNameLst>
                                          <p:attrName>style.visibility</p:attrName>
                                        </p:attrNameLst>
                                      </p:cBhvr>
                                      <p:to>
                                        <p:strVal val="visible"/>
                                      </p:to>
                                    </p:set>
                                    <p:anim calcmode="lin" valueType="num">
                                      <p:cBhvr additive="base">
                                        <p:cTn id="94" dur="500" fill="hold"/>
                                        <p:tgtEl>
                                          <p:spTgt spid="30"/>
                                        </p:tgtEl>
                                        <p:attrNameLst>
                                          <p:attrName>ppt_x</p:attrName>
                                        </p:attrNameLst>
                                      </p:cBhvr>
                                      <p:tavLst>
                                        <p:tav tm="0">
                                          <p:val>
                                            <p:strVal val="#ppt_x"/>
                                          </p:val>
                                        </p:tav>
                                        <p:tav tm="100000">
                                          <p:val>
                                            <p:strVal val="#ppt_x"/>
                                          </p:val>
                                        </p:tav>
                                      </p:tavLst>
                                    </p:anim>
                                    <p:anim calcmode="lin" valueType="num">
                                      <p:cBhvr additive="base">
                                        <p:cTn id="95" dur="500" fill="hold"/>
                                        <p:tgtEl>
                                          <p:spTgt spid="30"/>
                                        </p:tgtEl>
                                        <p:attrNameLst>
                                          <p:attrName>ppt_y</p:attrName>
                                        </p:attrNameLst>
                                      </p:cBhvr>
                                      <p:tavLst>
                                        <p:tav tm="0">
                                          <p:val>
                                            <p:strVal val="0-#ppt_h/2"/>
                                          </p:val>
                                        </p:tav>
                                        <p:tav tm="100000">
                                          <p:val>
                                            <p:strVal val="#ppt_y"/>
                                          </p:val>
                                        </p:tav>
                                      </p:tavLst>
                                    </p:anim>
                                  </p:childTnLst>
                                </p:cTn>
                              </p:par>
                              <p:par>
                                <p:cTn id="96" presetID="2" presetClass="entr" presetSubtype="1" fill="hold" grpId="0" nodeType="withEffect">
                                  <p:stCondLst>
                                    <p:cond delay="750"/>
                                  </p:stCondLst>
                                  <p:childTnLst>
                                    <p:set>
                                      <p:cBhvr>
                                        <p:cTn id="97" dur="1" fill="hold">
                                          <p:stCondLst>
                                            <p:cond delay="0"/>
                                          </p:stCondLst>
                                        </p:cTn>
                                        <p:tgtEl>
                                          <p:spTgt spid="35"/>
                                        </p:tgtEl>
                                        <p:attrNameLst>
                                          <p:attrName>style.visibility</p:attrName>
                                        </p:attrNameLst>
                                      </p:cBhvr>
                                      <p:to>
                                        <p:strVal val="visible"/>
                                      </p:to>
                                    </p:set>
                                    <p:anim calcmode="lin" valueType="num">
                                      <p:cBhvr additive="base">
                                        <p:cTn id="98" dur="500" fill="hold"/>
                                        <p:tgtEl>
                                          <p:spTgt spid="35"/>
                                        </p:tgtEl>
                                        <p:attrNameLst>
                                          <p:attrName>ppt_x</p:attrName>
                                        </p:attrNameLst>
                                      </p:cBhvr>
                                      <p:tavLst>
                                        <p:tav tm="0">
                                          <p:val>
                                            <p:strVal val="#ppt_x"/>
                                          </p:val>
                                        </p:tav>
                                        <p:tav tm="100000">
                                          <p:val>
                                            <p:strVal val="#ppt_x"/>
                                          </p:val>
                                        </p:tav>
                                      </p:tavLst>
                                    </p:anim>
                                    <p:anim calcmode="lin" valueType="num">
                                      <p:cBhvr additive="base">
                                        <p:cTn id="99" dur="500" fill="hold"/>
                                        <p:tgtEl>
                                          <p:spTgt spid="35"/>
                                        </p:tgtEl>
                                        <p:attrNameLst>
                                          <p:attrName>ppt_y</p:attrName>
                                        </p:attrNameLst>
                                      </p:cBhvr>
                                      <p:tavLst>
                                        <p:tav tm="0">
                                          <p:val>
                                            <p:strVal val="0-#ppt_h/2"/>
                                          </p:val>
                                        </p:tav>
                                        <p:tav tm="100000">
                                          <p:val>
                                            <p:strVal val="#ppt_y"/>
                                          </p:val>
                                        </p:tav>
                                      </p:tavLst>
                                    </p:anim>
                                  </p:childTnLst>
                                </p:cTn>
                              </p:par>
                            </p:childTnLst>
                          </p:cTn>
                        </p:par>
                        <p:par>
                          <p:cTn id="100" fill="hold">
                            <p:stCondLst>
                              <p:cond delay="11250"/>
                            </p:stCondLst>
                            <p:childTnLst>
                              <p:par>
                                <p:cTn id="101" presetID="2" presetClass="entr" presetSubtype="8" fill="hold" nodeType="afterEffect">
                                  <p:stCondLst>
                                    <p:cond delay="250"/>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500" fill="hold"/>
                                        <p:tgtEl>
                                          <p:spTgt spid="28"/>
                                        </p:tgtEl>
                                        <p:attrNameLst>
                                          <p:attrName>ppt_x</p:attrName>
                                        </p:attrNameLst>
                                      </p:cBhvr>
                                      <p:tavLst>
                                        <p:tav tm="0">
                                          <p:val>
                                            <p:strVal val="0-#ppt_w/2"/>
                                          </p:val>
                                        </p:tav>
                                        <p:tav tm="100000">
                                          <p:val>
                                            <p:strVal val="#ppt_x"/>
                                          </p:val>
                                        </p:tav>
                                      </p:tavLst>
                                    </p:anim>
                                    <p:anim calcmode="lin" valueType="num">
                                      <p:cBhvr additive="base">
                                        <p:cTn id="104" dur="500" fill="hold"/>
                                        <p:tgtEl>
                                          <p:spTgt spid="28"/>
                                        </p:tgtEl>
                                        <p:attrNameLst>
                                          <p:attrName>ppt_y</p:attrName>
                                        </p:attrNameLst>
                                      </p:cBhvr>
                                      <p:tavLst>
                                        <p:tav tm="0">
                                          <p:val>
                                            <p:strVal val="#ppt_y"/>
                                          </p:val>
                                        </p:tav>
                                        <p:tav tm="100000">
                                          <p:val>
                                            <p:strVal val="#ppt_y"/>
                                          </p:val>
                                        </p:tav>
                                      </p:tavLst>
                                    </p:anim>
                                  </p:childTnLst>
                                </p:cTn>
                              </p:par>
                              <p:par>
                                <p:cTn id="105" presetID="2" presetClass="entr" presetSubtype="8" fill="hold" grpId="0" nodeType="withEffect">
                                  <p:stCondLst>
                                    <p:cond delay="250"/>
                                  </p:stCondLst>
                                  <p:childTnLst>
                                    <p:set>
                                      <p:cBhvr>
                                        <p:cTn id="106" dur="1" fill="hold">
                                          <p:stCondLst>
                                            <p:cond delay="0"/>
                                          </p:stCondLst>
                                        </p:cTn>
                                        <p:tgtEl>
                                          <p:spTgt spid="42"/>
                                        </p:tgtEl>
                                        <p:attrNameLst>
                                          <p:attrName>style.visibility</p:attrName>
                                        </p:attrNameLst>
                                      </p:cBhvr>
                                      <p:to>
                                        <p:strVal val="visible"/>
                                      </p:to>
                                    </p:set>
                                    <p:anim calcmode="lin" valueType="num">
                                      <p:cBhvr additive="base">
                                        <p:cTn id="107" dur="500" fill="hold"/>
                                        <p:tgtEl>
                                          <p:spTgt spid="42"/>
                                        </p:tgtEl>
                                        <p:attrNameLst>
                                          <p:attrName>ppt_x</p:attrName>
                                        </p:attrNameLst>
                                      </p:cBhvr>
                                      <p:tavLst>
                                        <p:tav tm="0">
                                          <p:val>
                                            <p:strVal val="0-#ppt_w/2"/>
                                          </p:val>
                                        </p:tav>
                                        <p:tav tm="100000">
                                          <p:val>
                                            <p:strVal val="#ppt_x"/>
                                          </p:val>
                                        </p:tav>
                                      </p:tavLst>
                                    </p:anim>
                                    <p:anim calcmode="lin" valueType="num">
                                      <p:cBhvr additive="base">
                                        <p:cTn id="108" dur="500" fill="hold"/>
                                        <p:tgtEl>
                                          <p:spTgt spid="42"/>
                                        </p:tgtEl>
                                        <p:attrNameLst>
                                          <p:attrName>ppt_y</p:attrName>
                                        </p:attrNameLst>
                                      </p:cBhvr>
                                      <p:tavLst>
                                        <p:tav tm="0">
                                          <p:val>
                                            <p:strVal val="#ppt_y"/>
                                          </p:val>
                                        </p:tav>
                                        <p:tav tm="100000">
                                          <p:val>
                                            <p:strVal val="#ppt_y"/>
                                          </p:val>
                                        </p:tav>
                                      </p:tavLst>
                                    </p:anim>
                                  </p:childTnLst>
                                </p:cTn>
                              </p:par>
                            </p:childTnLst>
                          </p:cTn>
                        </p:par>
                        <p:par>
                          <p:cTn id="109" fill="hold">
                            <p:stCondLst>
                              <p:cond delay="12000"/>
                            </p:stCondLst>
                            <p:childTnLst>
                              <p:par>
                                <p:cTn id="110" presetID="2" presetClass="entr" presetSubtype="2" fill="hold" nodeType="afterEffect">
                                  <p:stCondLst>
                                    <p:cond delay="250"/>
                                  </p:stCondLst>
                                  <p:childTnLst>
                                    <p:set>
                                      <p:cBhvr>
                                        <p:cTn id="111" dur="1" fill="hold">
                                          <p:stCondLst>
                                            <p:cond delay="0"/>
                                          </p:stCondLst>
                                        </p:cTn>
                                        <p:tgtEl>
                                          <p:spTgt spid="31"/>
                                        </p:tgtEl>
                                        <p:attrNameLst>
                                          <p:attrName>style.visibility</p:attrName>
                                        </p:attrNameLst>
                                      </p:cBhvr>
                                      <p:to>
                                        <p:strVal val="visible"/>
                                      </p:to>
                                    </p:set>
                                    <p:anim calcmode="lin" valueType="num">
                                      <p:cBhvr additive="base">
                                        <p:cTn id="112" dur="500" fill="hold"/>
                                        <p:tgtEl>
                                          <p:spTgt spid="31"/>
                                        </p:tgtEl>
                                        <p:attrNameLst>
                                          <p:attrName>ppt_x</p:attrName>
                                        </p:attrNameLst>
                                      </p:cBhvr>
                                      <p:tavLst>
                                        <p:tav tm="0">
                                          <p:val>
                                            <p:strVal val="1+#ppt_w/2"/>
                                          </p:val>
                                        </p:tav>
                                        <p:tav tm="100000">
                                          <p:val>
                                            <p:strVal val="#ppt_x"/>
                                          </p:val>
                                        </p:tav>
                                      </p:tavLst>
                                    </p:anim>
                                    <p:anim calcmode="lin" valueType="num">
                                      <p:cBhvr additive="base">
                                        <p:cTn id="113" dur="500" fill="hold"/>
                                        <p:tgtEl>
                                          <p:spTgt spid="31"/>
                                        </p:tgtEl>
                                        <p:attrNameLst>
                                          <p:attrName>ppt_y</p:attrName>
                                        </p:attrNameLst>
                                      </p:cBhvr>
                                      <p:tavLst>
                                        <p:tav tm="0">
                                          <p:val>
                                            <p:strVal val="#ppt_y"/>
                                          </p:val>
                                        </p:tav>
                                        <p:tav tm="100000">
                                          <p:val>
                                            <p:strVal val="#ppt_y"/>
                                          </p:val>
                                        </p:tav>
                                      </p:tavLst>
                                    </p:anim>
                                  </p:childTnLst>
                                </p:cTn>
                              </p:par>
                              <p:par>
                                <p:cTn id="114" presetID="2" presetClass="entr" presetSubtype="2" fill="hold" grpId="0" nodeType="withEffect">
                                  <p:stCondLst>
                                    <p:cond delay="250"/>
                                  </p:stCondLst>
                                  <p:childTnLst>
                                    <p:set>
                                      <p:cBhvr>
                                        <p:cTn id="115" dur="1" fill="hold">
                                          <p:stCondLst>
                                            <p:cond delay="0"/>
                                          </p:stCondLst>
                                        </p:cTn>
                                        <p:tgtEl>
                                          <p:spTgt spid="50"/>
                                        </p:tgtEl>
                                        <p:attrNameLst>
                                          <p:attrName>style.visibility</p:attrName>
                                        </p:attrNameLst>
                                      </p:cBhvr>
                                      <p:to>
                                        <p:strVal val="visible"/>
                                      </p:to>
                                    </p:set>
                                    <p:anim calcmode="lin" valueType="num">
                                      <p:cBhvr additive="base">
                                        <p:cTn id="116" dur="500" fill="hold"/>
                                        <p:tgtEl>
                                          <p:spTgt spid="50"/>
                                        </p:tgtEl>
                                        <p:attrNameLst>
                                          <p:attrName>ppt_x</p:attrName>
                                        </p:attrNameLst>
                                      </p:cBhvr>
                                      <p:tavLst>
                                        <p:tav tm="0">
                                          <p:val>
                                            <p:strVal val="1+#ppt_w/2"/>
                                          </p:val>
                                        </p:tav>
                                        <p:tav tm="100000">
                                          <p:val>
                                            <p:strVal val="#ppt_x"/>
                                          </p:val>
                                        </p:tav>
                                      </p:tavLst>
                                    </p:anim>
                                    <p:anim calcmode="lin" valueType="num">
                                      <p:cBhvr additive="base">
                                        <p:cTn id="117" dur="500" fill="hold"/>
                                        <p:tgtEl>
                                          <p:spTgt spid="50"/>
                                        </p:tgtEl>
                                        <p:attrNameLst>
                                          <p:attrName>ppt_y</p:attrName>
                                        </p:attrNameLst>
                                      </p:cBhvr>
                                      <p:tavLst>
                                        <p:tav tm="0">
                                          <p:val>
                                            <p:strVal val="#ppt_y"/>
                                          </p:val>
                                        </p:tav>
                                        <p:tav tm="100000">
                                          <p:val>
                                            <p:strVal val="#ppt_y"/>
                                          </p:val>
                                        </p:tav>
                                      </p:tavLst>
                                    </p:anim>
                                  </p:childTnLst>
                                </p:cTn>
                              </p:par>
                            </p:childTnLst>
                          </p:cTn>
                        </p:par>
                        <p:par>
                          <p:cTn id="118" fill="hold">
                            <p:stCondLst>
                              <p:cond delay="12750"/>
                            </p:stCondLst>
                            <p:childTnLst>
                              <p:par>
                                <p:cTn id="119" presetID="2" presetClass="entr" presetSubtype="8" fill="hold" grpId="0" nodeType="afterEffect">
                                  <p:stCondLst>
                                    <p:cond delay="250"/>
                                  </p:stCondLst>
                                  <p:childTnLst>
                                    <p:set>
                                      <p:cBhvr>
                                        <p:cTn id="120" dur="1" fill="hold">
                                          <p:stCondLst>
                                            <p:cond delay="0"/>
                                          </p:stCondLst>
                                        </p:cTn>
                                        <p:tgtEl>
                                          <p:spTgt spid="32"/>
                                        </p:tgtEl>
                                        <p:attrNameLst>
                                          <p:attrName>style.visibility</p:attrName>
                                        </p:attrNameLst>
                                      </p:cBhvr>
                                      <p:to>
                                        <p:strVal val="visible"/>
                                      </p:to>
                                    </p:set>
                                    <p:anim calcmode="lin" valueType="num">
                                      <p:cBhvr additive="base">
                                        <p:cTn id="121" dur="500" fill="hold"/>
                                        <p:tgtEl>
                                          <p:spTgt spid="32"/>
                                        </p:tgtEl>
                                        <p:attrNameLst>
                                          <p:attrName>ppt_x</p:attrName>
                                        </p:attrNameLst>
                                      </p:cBhvr>
                                      <p:tavLst>
                                        <p:tav tm="0">
                                          <p:val>
                                            <p:strVal val="0-#ppt_w/2"/>
                                          </p:val>
                                        </p:tav>
                                        <p:tav tm="100000">
                                          <p:val>
                                            <p:strVal val="#ppt_x"/>
                                          </p:val>
                                        </p:tav>
                                      </p:tavLst>
                                    </p:anim>
                                    <p:anim calcmode="lin" valueType="num">
                                      <p:cBhvr additive="base">
                                        <p:cTn id="122" dur="500" fill="hold"/>
                                        <p:tgtEl>
                                          <p:spTgt spid="32"/>
                                        </p:tgtEl>
                                        <p:attrNameLst>
                                          <p:attrName>ppt_y</p:attrName>
                                        </p:attrNameLst>
                                      </p:cBhvr>
                                      <p:tavLst>
                                        <p:tav tm="0">
                                          <p:val>
                                            <p:strVal val="#ppt_y"/>
                                          </p:val>
                                        </p:tav>
                                        <p:tav tm="100000">
                                          <p:val>
                                            <p:strVal val="#ppt_y"/>
                                          </p:val>
                                        </p:tav>
                                      </p:tavLst>
                                    </p:anim>
                                  </p:childTnLst>
                                </p:cTn>
                              </p:par>
                            </p:childTnLst>
                          </p:cTn>
                        </p:par>
                        <p:par>
                          <p:cTn id="123" fill="hold">
                            <p:stCondLst>
                              <p:cond delay="13500"/>
                            </p:stCondLst>
                            <p:childTnLst>
                              <p:par>
                                <p:cTn id="124" presetID="26" presetClass="entr" presetSubtype="0" fill="hold" nodeType="afterEffect">
                                  <p:stCondLst>
                                    <p:cond delay="250"/>
                                  </p:stCondLst>
                                  <p:childTnLst>
                                    <p:set>
                                      <p:cBhvr>
                                        <p:cTn id="125" dur="1" fill="hold">
                                          <p:stCondLst>
                                            <p:cond delay="0"/>
                                          </p:stCondLst>
                                        </p:cTn>
                                        <p:tgtEl>
                                          <p:spTgt spid="24"/>
                                        </p:tgtEl>
                                        <p:attrNameLst>
                                          <p:attrName>style.visibility</p:attrName>
                                        </p:attrNameLst>
                                      </p:cBhvr>
                                      <p:to>
                                        <p:strVal val="visible"/>
                                      </p:to>
                                    </p:set>
                                    <p:animEffect transition="in" filter="wipe(down)">
                                      <p:cBhvr>
                                        <p:cTn id="126" dur="142">
                                          <p:stCondLst>
                                            <p:cond delay="0"/>
                                          </p:stCondLst>
                                        </p:cTn>
                                        <p:tgtEl>
                                          <p:spTgt spid="24"/>
                                        </p:tgtEl>
                                      </p:cBhvr>
                                    </p:animEffect>
                                    <p:anim calcmode="lin" valueType="num">
                                      <p:cBhvr>
                                        <p:cTn id="127" dur="448"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28" dur="163"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29" dur="163" tmFilter="0, 0; 0.125,0.2665; 0.25,0.4; 0.375,0.465; 0.5,0.5;  0.625,0.535; 0.75,0.6; 0.875,0.7335; 1,1">
                                          <p:stCondLst>
                                            <p:cond delay="163"/>
                                          </p:stCondLst>
                                        </p:cTn>
                                        <p:tgtEl>
                                          <p:spTgt spid="24"/>
                                        </p:tgtEl>
                                        <p:attrNameLst>
                                          <p:attrName>ppt_y</p:attrName>
                                        </p:attrNameLst>
                                      </p:cBhvr>
                                      <p:tavLst>
                                        <p:tav tm="0" fmla="#ppt_y-sin(pi*$)/9">
                                          <p:val>
                                            <p:fltVal val="0"/>
                                          </p:val>
                                        </p:tav>
                                        <p:tav tm="100000">
                                          <p:val>
                                            <p:fltVal val="1"/>
                                          </p:val>
                                        </p:tav>
                                      </p:tavLst>
                                    </p:anim>
                                    <p:anim calcmode="lin" valueType="num">
                                      <p:cBhvr>
                                        <p:cTn id="130" dur="2" tmFilter="0, 0; 0.125,0.2665; 0.25,0.4; 0.375,0.465; 0.5,0.5;  0.625,0.535; 0.75,0.6; 0.875,0.7335; 1,1">
                                          <p:stCondLst>
                                            <p:cond delay="326"/>
                                          </p:stCondLst>
                                        </p:cTn>
                                        <p:tgtEl>
                                          <p:spTgt spid="24"/>
                                        </p:tgtEl>
                                        <p:attrNameLst>
                                          <p:attrName>ppt_y</p:attrName>
                                        </p:attrNameLst>
                                      </p:cBhvr>
                                      <p:tavLst>
                                        <p:tav tm="0" fmla="#ppt_y-sin(pi*$)/27">
                                          <p:val>
                                            <p:fltVal val="0"/>
                                          </p:val>
                                        </p:tav>
                                        <p:tav tm="100000">
                                          <p:val>
                                            <p:fltVal val="1"/>
                                          </p:val>
                                        </p:tav>
                                      </p:tavLst>
                                    </p:anim>
                                    <p:anim calcmode="lin" valueType="num">
                                      <p:cBhvr>
                                        <p:cTn id="131" dur="1" tmFilter="0, 0; 0.125,0.2665; 0.25,0.4; 0.375,0.465; 0.5,0.5;  0.625,0.535; 0.75,0.6; 0.875,0.7335; 1,1">
                                          <p:stCondLst>
                                            <p:cond delay="499"/>
                                          </p:stCondLst>
                                        </p:cTn>
                                        <p:tgtEl>
                                          <p:spTgt spid="24"/>
                                        </p:tgtEl>
                                        <p:attrNameLst>
                                          <p:attrName>ppt_y</p:attrName>
                                        </p:attrNameLst>
                                      </p:cBhvr>
                                      <p:tavLst>
                                        <p:tav tm="0" fmla="#ppt_y-sin(pi*$)/81">
                                          <p:val>
                                            <p:fltVal val="0"/>
                                          </p:val>
                                        </p:tav>
                                        <p:tav tm="100000">
                                          <p:val>
                                            <p:fltVal val="1"/>
                                          </p:val>
                                        </p:tav>
                                      </p:tavLst>
                                    </p:anim>
                                    <p:animScale>
                                      <p:cBhvr>
                                        <p:cTn id="132" dur="1">
                                          <p:stCondLst>
                                            <p:cond delay="160"/>
                                          </p:stCondLst>
                                        </p:cTn>
                                        <p:tgtEl>
                                          <p:spTgt spid="24"/>
                                        </p:tgtEl>
                                      </p:cBhvr>
                                      <p:to x="100000" y="60000"/>
                                    </p:animScale>
                                    <p:animScale>
                                      <p:cBhvr>
                                        <p:cTn id="133" dur="1" decel="50000">
                                          <p:stCondLst>
                                            <p:cond delay="166"/>
                                          </p:stCondLst>
                                        </p:cTn>
                                        <p:tgtEl>
                                          <p:spTgt spid="24"/>
                                        </p:tgtEl>
                                      </p:cBhvr>
                                      <p:to x="100000" y="100000"/>
                                    </p:animScale>
                                    <p:animScale>
                                      <p:cBhvr>
                                        <p:cTn id="134" dur="1">
                                          <p:stCondLst>
                                            <p:cond delay="323"/>
                                          </p:stCondLst>
                                        </p:cTn>
                                        <p:tgtEl>
                                          <p:spTgt spid="24"/>
                                        </p:tgtEl>
                                      </p:cBhvr>
                                      <p:to x="100000" y="80000"/>
                                    </p:animScale>
                                    <p:animScale>
                                      <p:cBhvr>
                                        <p:cTn id="135" dur="1" decel="50000">
                                          <p:stCondLst>
                                            <p:cond delay="329"/>
                                          </p:stCondLst>
                                        </p:cTn>
                                        <p:tgtEl>
                                          <p:spTgt spid="24"/>
                                        </p:tgtEl>
                                      </p:cBhvr>
                                      <p:to x="100000" y="100000"/>
                                    </p:animScale>
                                    <p:animScale>
                                      <p:cBhvr>
                                        <p:cTn id="136" dur="1">
                                          <p:stCondLst>
                                            <p:cond delay="499"/>
                                          </p:stCondLst>
                                        </p:cTn>
                                        <p:tgtEl>
                                          <p:spTgt spid="24"/>
                                        </p:tgtEl>
                                      </p:cBhvr>
                                      <p:to x="100000" y="90000"/>
                                    </p:animScale>
                                    <p:animScale>
                                      <p:cBhvr>
                                        <p:cTn id="137" dur="1" decel="50000">
                                          <p:stCondLst>
                                            <p:cond delay="499"/>
                                          </p:stCondLst>
                                        </p:cTn>
                                        <p:tgtEl>
                                          <p:spTgt spid="24"/>
                                        </p:tgtEl>
                                      </p:cBhvr>
                                      <p:to x="100000" y="100000"/>
                                    </p:animScale>
                                    <p:animScale>
                                      <p:cBhvr>
                                        <p:cTn id="138" dur="1">
                                          <p:stCondLst>
                                            <p:cond delay="499"/>
                                          </p:stCondLst>
                                        </p:cTn>
                                        <p:tgtEl>
                                          <p:spTgt spid="24"/>
                                        </p:tgtEl>
                                      </p:cBhvr>
                                      <p:to x="100000" y="95000"/>
                                    </p:animScale>
                                    <p:animScale>
                                      <p:cBhvr>
                                        <p:cTn id="139" dur="1" decel="50000">
                                          <p:stCondLst>
                                            <p:cond delay="499"/>
                                          </p:stCondLst>
                                        </p:cTn>
                                        <p:tgtEl>
                                          <p:spTgt spid="24"/>
                                        </p:tgtEl>
                                      </p:cBhvr>
                                      <p:to x="100000" y="100000"/>
                                    </p:animScale>
                                  </p:childTnLst>
                                </p:cTn>
                              </p:par>
                              <p:par>
                                <p:cTn id="140" presetID="26" presetClass="entr" presetSubtype="0" fill="hold" nodeType="withEffect">
                                  <p:stCondLst>
                                    <p:cond delay="250"/>
                                  </p:stCondLst>
                                  <p:childTnLst>
                                    <p:set>
                                      <p:cBhvr>
                                        <p:cTn id="141" dur="1" fill="hold">
                                          <p:stCondLst>
                                            <p:cond delay="0"/>
                                          </p:stCondLst>
                                        </p:cTn>
                                        <p:tgtEl>
                                          <p:spTgt spid="33"/>
                                        </p:tgtEl>
                                        <p:attrNameLst>
                                          <p:attrName>style.visibility</p:attrName>
                                        </p:attrNameLst>
                                      </p:cBhvr>
                                      <p:to>
                                        <p:strVal val="visible"/>
                                      </p:to>
                                    </p:set>
                                    <p:animEffect transition="in" filter="wipe(down)">
                                      <p:cBhvr>
                                        <p:cTn id="142" dur="214">
                                          <p:stCondLst>
                                            <p:cond delay="0"/>
                                          </p:stCondLst>
                                        </p:cTn>
                                        <p:tgtEl>
                                          <p:spTgt spid="33"/>
                                        </p:tgtEl>
                                      </p:cBhvr>
                                    </p:animEffect>
                                    <p:anim calcmode="lin" valueType="num">
                                      <p:cBhvr>
                                        <p:cTn id="143" dur="67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144" dur="245"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145" dur="245" tmFilter="0, 0; 0.125,0.2665; 0.25,0.4; 0.375,0.465; 0.5,0.5;  0.625,0.535; 0.75,0.6; 0.875,0.7335; 1,1">
                                          <p:stCondLst>
                                            <p:cond delay="245"/>
                                          </p:stCondLst>
                                        </p:cTn>
                                        <p:tgtEl>
                                          <p:spTgt spid="33"/>
                                        </p:tgtEl>
                                        <p:attrNameLst>
                                          <p:attrName>ppt_y</p:attrName>
                                        </p:attrNameLst>
                                      </p:cBhvr>
                                      <p:tavLst>
                                        <p:tav tm="0" fmla="#ppt_y-sin(pi*$)/9">
                                          <p:val>
                                            <p:fltVal val="0"/>
                                          </p:val>
                                        </p:tav>
                                        <p:tav tm="100000">
                                          <p:val>
                                            <p:fltVal val="1"/>
                                          </p:val>
                                        </p:tav>
                                      </p:tavLst>
                                    </p:anim>
                                    <p:anim calcmode="lin" valueType="num">
                                      <p:cBhvr>
                                        <p:cTn id="146" dur="2" tmFilter="0, 0; 0.125,0.2665; 0.25,0.4; 0.375,0.465; 0.5,0.5;  0.625,0.535; 0.75,0.6; 0.875,0.7335; 1,1">
                                          <p:stCondLst>
                                            <p:cond delay="488"/>
                                          </p:stCondLst>
                                        </p:cTn>
                                        <p:tgtEl>
                                          <p:spTgt spid="33"/>
                                        </p:tgtEl>
                                        <p:attrNameLst>
                                          <p:attrName>ppt_y</p:attrName>
                                        </p:attrNameLst>
                                      </p:cBhvr>
                                      <p:tavLst>
                                        <p:tav tm="0" fmla="#ppt_y-sin(pi*$)/27">
                                          <p:val>
                                            <p:fltVal val="0"/>
                                          </p:val>
                                        </p:tav>
                                        <p:tav tm="100000">
                                          <p:val>
                                            <p:fltVal val="1"/>
                                          </p:val>
                                        </p:tav>
                                      </p:tavLst>
                                    </p:anim>
                                    <p:anim calcmode="lin" valueType="num">
                                      <p:cBhvr>
                                        <p:cTn id="147" dur="1" tmFilter="0, 0; 0.125,0.2665; 0.25,0.4; 0.375,0.465; 0.5,0.5;  0.625,0.535; 0.75,0.6; 0.875,0.7335; 1,1">
                                          <p:stCondLst>
                                            <p:cond delay="749"/>
                                          </p:stCondLst>
                                        </p:cTn>
                                        <p:tgtEl>
                                          <p:spTgt spid="33"/>
                                        </p:tgtEl>
                                        <p:attrNameLst>
                                          <p:attrName>ppt_y</p:attrName>
                                        </p:attrNameLst>
                                      </p:cBhvr>
                                      <p:tavLst>
                                        <p:tav tm="0" fmla="#ppt_y-sin(pi*$)/81">
                                          <p:val>
                                            <p:fltVal val="0"/>
                                          </p:val>
                                        </p:tav>
                                        <p:tav tm="100000">
                                          <p:val>
                                            <p:fltVal val="1"/>
                                          </p:val>
                                        </p:tav>
                                      </p:tavLst>
                                    </p:anim>
                                    <p:animScale>
                                      <p:cBhvr>
                                        <p:cTn id="148" dur="1">
                                          <p:stCondLst>
                                            <p:cond delay="240"/>
                                          </p:stCondLst>
                                        </p:cTn>
                                        <p:tgtEl>
                                          <p:spTgt spid="33"/>
                                        </p:tgtEl>
                                      </p:cBhvr>
                                      <p:to x="100000" y="60000"/>
                                    </p:animScale>
                                    <p:animScale>
                                      <p:cBhvr>
                                        <p:cTn id="149" dur="1" decel="50000">
                                          <p:stCondLst>
                                            <p:cond delay="249"/>
                                          </p:stCondLst>
                                        </p:cTn>
                                        <p:tgtEl>
                                          <p:spTgt spid="33"/>
                                        </p:tgtEl>
                                      </p:cBhvr>
                                      <p:to x="100000" y="100000"/>
                                    </p:animScale>
                                    <p:animScale>
                                      <p:cBhvr>
                                        <p:cTn id="150" dur="1">
                                          <p:stCondLst>
                                            <p:cond delay="484"/>
                                          </p:stCondLst>
                                        </p:cTn>
                                        <p:tgtEl>
                                          <p:spTgt spid="33"/>
                                        </p:tgtEl>
                                      </p:cBhvr>
                                      <p:to x="100000" y="80000"/>
                                    </p:animScale>
                                    <p:animScale>
                                      <p:cBhvr>
                                        <p:cTn id="151" dur="1" decel="50000">
                                          <p:stCondLst>
                                            <p:cond delay="493"/>
                                          </p:stCondLst>
                                        </p:cTn>
                                        <p:tgtEl>
                                          <p:spTgt spid="33"/>
                                        </p:tgtEl>
                                      </p:cBhvr>
                                      <p:to x="100000" y="100000"/>
                                    </p:animScale>
                                    <p:animScale>
                                      <p:cBhvr>
                                        <p:cTn id="152" dur="1">
                                          <p:stCondLst>
                                            <p:cond delay="749"/>
                                          </p:stCondLst>
                                        </p:cTn>
                                        <p:tgtEl>
                                          <p:spTgt spid="33"/>
                                        </p:tgtEl>
                                      </p:cBhvr>
                                      <p:to x="100000" y="90000"/>
                                    </p:animScale>
                                    <p:animScale>
                                      <p:cBhvr>
                                        <p:cTn id="153" dur="1" decel="50000">
                                          <p:stCondLst>
                                            <p:cond delay="749"/>
                                          </p:stCondLst>
                                        </p:cTn>
                                        <p:tgtEl>
                                          <p:spTgt spid="33"/>
                                        </p:tgtEl>
                                      </p:cBhvr>
                                      <p:to x="100000" y="100000"/>
                                    </p:animScale>
                                    <p:animScale>
                                      <p:cBhvr>
                                        <p:cTn id="154" dur="1">
                                          <p:stCondLst>
                                            <p:cond delay="749"/>
                                          </p:stCondLst>
                                        </p:cTn>
                                        <p:tgtEl>
                                          <p:spTgt spid="33"/>
                                        </p:tgtEl>
                                      </p:cBhvr>
                                      <p:to x="100000" y="95000"/>
                                    </p:animScale>
                                    <p:animScale>
                                      <p:cBhvr>
                                        <p:cTn id="155" dur="1" decel="50000">
                                          <p:stCondLst>
                                            <p:cond delay="749"/>
                                          </p:stCondLst>
                                        </p:cTn>
                                        <p:tgtEl>
                                          <p:spTgt spid="33"/>
                                        </p:tgtEl>
                                      </p:cBhvr>
                                      <p:to x="100000" y="100000"/>
                                    </p:animScale>
                                  </p:childTnLst>
                                </p:cTn>
                              </p:par>
                              <p:par>
                                <p:cTn id="156" presetID="26" presetClass="entr" presetSubtype="0" fill="hold" nodeType="withEffect">
                                  <p:stCondLst>
                                    <p:cond delay="250"/>
                                  </p:stCondLst>
                                  <p:childTnLst>
                                    <p:set>
                                      <p:cBhvr>
                                        <p:cTn id="157" dur="1" fill="hold">
                                          <p:stCondLst>
                                            <p:cond delay="0"/>
                                          </p:stCondLst>
                                        </p:cTn>
                                        <p:tgtEl>
                                          <p:spTgt spid="21"/>
                                        </p:tgtEl>
                                        <p:attrNameLst>
                                          <p:attrName>style.visibility</p:attrName>
                                        </p:attrNameLst>
                                      </p:cBhvr>
                                      <p:to>
                                        <p:strVal val="visible"/>
                                      </p:to>
                                    </p:set>
                                    <p:animEffect transition="in" filter="wipe(down)">
                                      <p:cBhvr>
                                        <p:cTn id="158" dur="214">
                                          <p:stCondLst>
                                            <p:cond delay="0"/>
                                          </p:stCondLst>
                                        </p:cTn>
                                        <p:tgtEl>
                                          <p:spTgt spid="21"/>
                                        </p:tgtEl>
                                      </p:cBhvr>
                                    </p:animEffect>
                                    <p:anim calcmode="lin" valueType="num">
                                      <p:cBhvr>
                                        <p:cTn id="159" dur="67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160" dur="245"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61" dur="245" tmFilter="0, 0; 0.125,0.2665; 0.25,0.4; 0.375,0.465; 0.5,0.5;  0.625,0.535; 0.75,0.6; 0.875,0.7335; 1,1">
                                          <p:stCondLst>
                                            <p:cond delay="245"/>
                                          </p:stCondLst>
                                        </p:cTn>
                                        <p:tgtEl>
                                          <p:spTgt spid="21"/>
                                        </p:tgtEl>
                                        <p:attrNameLst>
                                          <p:attrName>ppt_y</p:attrName>
                                        </p:attrNameLst>
                                      </p:cBhvr>
                                      <p:tavLst>
                                        <p:tav tm="0" fmla="#ppt_y-sin(pi*$)/9">
                                          <p:val>
                                            <p:fltVal val="0"/>
                                          </p:val>
                                        </p:tav>
                                        <p:tav tm="100000">
                                          <p:val>
                                            <p:fltVal val="1"/>
                                          </p:val>
                                        </p:tav>
                                      </p:tavLst>
                                    </p:anim>
                                    <p:anim calcmode="lin" valueType="num">
                                      <p:cBhvr>
                                        <p:cTn id="162" dur="2" tmFilter="0, 0; 0.125,0.2665; 0.25,0.4; 0.375,0.465; 0.5,0.5;  0.625,0.535; 0.75,0.6; 0.875,0.7335; 1,1">
                                          <p:stCondLst>
                                            <p:cond delay="488"/>
                                          </p:stCondLst>
                                        </p:cTn>
                                        <p:tgtEl>
                                          <p:spTgt spid="21"/>
                                        </p:tgtEl>
                                        <p:attrNameLst>
                                          <p:attrName>ppt_y</p:attrName>
                                        </p:attrNameLst>
                                      </p:cBhvr>
                                      <p:tavLst>
                                        <p:tav tm="0" fmla="#ppt_y-sin(pi*$)/27">
                                          <p:val>
                                            <p:fltVal val="0"/>
                                          </p:val>
                                        </p:tav>
                                        <p:tav tm="100000">
                                          <p:val>
                                            <p:fltVal val="1"/>
                                          </p:val>
                                        </p:tav>
                                      </p:tavLst>
                                    </p:anim>
                                    <p:anim calcmode="lin" valueType="num">
                                      <p:cBhvr>
                                        <p:cTn id="163" dur="1" tmFilter="0, 0; 0.125,0.2665; 0.25,0.4; 0.375,0.465; 0.5,0.5;  0.625,0.535; 0.75,0.6; 0.875,0.7335; 1,1">
                                          <p:stCondLst>
                                            <p:cond delay="749"/>
                                          </p:stCondLst>
                                        </p:cTn>
                                        <p:tgtEl>
                                          <p:spTgt spid="21"/>
                                        </p:tgtEl>
                                        <p:attrNameLst>
                                          <p:attrName>ppt_y</p:attrName>
                                        </p:attrNameLst>
                                      </p:cBhvr>
                                      <p:tavLst>
                                        <p:tav tm="0" fmla="#ppt_y-sin(pi*$)/81">
                                          <p:val>
                                            <p:fltVal val="0"/>
                                          </p:val>
                                        </p:tav>
                                        <p:tav tm="100000">
                                          <p:val>
                                            <p:fltVal val="1"/>
                                          </p:val>
                                        </p:tav>
                                      </p:tavLst>
                                    </p:anim>
                                    <p:animScale>
                                      <p:cBhvr>
                                        <p:cTn id="164" dur="1">
                                          <p:stCondLst>
                                            <p:cond delay="239"/>
                                          </p:stCondLst>
                                        </p:cTn>
                                        <p:tgtEl>
                                          <p:spTgt spid="21"/>
                                        </p:tgtEl>
                                      </p:cBhvr>
                                      <p:to x="100000" y="60000"/>
                                    </p:animScale>
                                    <p:animScale>
                                      <p:cBhvr>
                                        <p:cTn id="165" dur="1" decel="50000">
                                          <p:stCondLst>
                                            <p:cond delay="249"/>
                                          </p:stCondLst>
                                        </p:cTn>
                                        <p:tgtEl>
                                          <p:spTgt spid="21"/>
                                        </p:tgtEl>
                                      </p:cBhvr>
                                      <p:to x="100000" y="100000"/>
                                    </p:animScale>
                                    <p:animScale>
                                      <p:cBhvr>
                                        <p:cTn id="166" dur="1">
                                          <p:stCondLst>
                                            <p:cond delay="484"/>
                                          </p:stCondLst>
                                        </p:cTn>
                                        <p:tgtEl>
                                          <p:spTgt spid="21"/>
                                        </p:tgtEl>
                                      </p:cBhvr>
                                      <p:to x="100000" y="80000"/>
                                    </p:animScale>
                                    <p:animScale>
                                      <p:cBhvr>
                                        <p:cTn id="167" dur="1" decel="50000">
                                          <p:stCondLst>
                                            <p:cond delay="493"/>
                                          </p:stCondLst>
                                        </p:cTn>
                                        <p:tgtEl>
                                          <p:spTgt spid="21"/>
                                        </p:tgtEl>
                                      </p:cBhvr>
                                      <p:to x="100000" y="100000"/>
                                    </p:animScale>
                                    <p:animScale>
                                      <p:cBhvr>
                                        <p:cTn id="168" dur="1">
                                          <p:stCondLst>
                                            <p:cond delay="749"/>
                                          </p:stCondLst>
                                        </p:cTn>
                                        <p:tgtEl>
                                          <p:spTgt spid="21"/>
                                        </p:tgtEl>
                                      </p:cBhvr>
                                      <p:to x="100000" y="90000"/>
                                    </p:animScale>
                                    <p:animScale>
                                      <p:cBhvr>
                                        <p:cTn id="169" dur="1" decel="50000">
                                          <p:stCondLst>
                                            <p:cond delay="749"/>
                                          </p:stCondLst>
                                        </p:cTn>
                                        <p:tgtEl>
                                          <p:spTgt spid="21"/>
                                        </p:tgtEl>
                                      </p:cBhvr>
                                      <p:to x="100000" y="100000"/>
                                    </p:animScale>
                                    <p:animScale>
                                      <p:cBhvr>
                                        <p:cTn id="170" dur="1">
                                          <p:stCondLst>
                                            <p:cond delay="749"/>
                                          </p:stCondLst>
                                        </p:cTn>
                                        <p:tgtEl>
                                          <p:spTgt spid="21"/>
                                        </p:tgtEl>
                                      </p:cBhvr>
                                      <p:to x="100000" y="95000"/>
                                    </p:animScale>
                                    <p:animScale>
                                      <p:cBhvr>
                                        <p:cTn id="171" dur="1" decel="50000">
                                          <p:stCondLst>
                                            <p:cond delay="749"/>
                                          </p:stCondLst>
                                        </p:cTn>
                                        <p:tgtEl>
                                          <p:spTgt spid="21"/>
                                        </p:tgtEl>
                                      </p:cBhvr>
                                      <p:to x="100000" y="100000"/>
                                    </p:animScale>
                                  </p:childTnLst>
                                </p:cTn>
                              </p:par>
                            </p:childTnLst>
                          </p:cTn>
                        </p:par>
                        <p:par>
                          <p:cTn id="172" fill="hold">
                            <p:stCondLst>
                              <p:cond delay="14500"/>
                            </p:stCondLst>
                            <p:childTnLst>
                              <p:par>
                                <p:cTn id="173" presetID="42" presetClass="entr" presetSubtype="0" fill="hold" grpId="0" nodeType="afterEffect">
                                  <p:stCondLst>
                                    <p:cond delay="250"/>
                                  </p:stCondLst>
                                  <p:childTnLst>
                                    <p:set>
                                      <p:cBhvr>
                                        <p:cTn id="174" dur="1" fill="hold">
                                          <p:stCondLst>
                                            <p:cond delay="0"/>
                                          </p:stCondLst>
                                        </p:cTn>
                                        <p:tgtEl>
                                          <p:spTgt spid="34">
                                            <p:txEl>
                                              <p:pRg st="0" end="0"/>
                                            </p:txEl>
                                          </p:spTgt>
                                        </p:tgtEl>
                                        <p:attrNameLst>
                                          <p:attrName>style.visibility</p:attrName>
                                        </p:attrNameLst>
                                      </p:cBhvr>
                                      <p:to>
                                        <p:strVal val="visible"/>
                                      </p:to>
                                    </p:set>
                                    <p:animEffect transition="in" filter="fade">
                                      <p:cBhvr>
                                        <p:cTn id="175" dur="500"/>
                                        <p:tgtEl>
                                          <p:spTgt spid="34">
                                            <p:txEl>
                                              <p:pRg st="0" end="0"/>
                                            </p:txEl>
                                          </p:spTgt>
                                        </p:tgtEl>
                                      </p:cBhvr>
                                    </p:animEffect>
                                    <p:anim calcmode="lin" valueType="num">
                                      <p:cBhvr>
                                        <p:cTn id="176"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p:cTn id="177" dur="500" fill="hold"/>
                                        <p:tgtEl>
                                          <p:spTgt spid="34">
                                            <p:txEl>
                                              <p:pRg st="0" end="0"/>
                                            </p:txEl>
                                          </p:spTgt>
                                        </p:tgtEl>
                                        <p:attrNameLst>
                                          <p:attrName>ppt_y</p:attrName>
                                        </p:attrNameLst>
                                      </p:cBhvr>
                                      <p:tavLst>
                                        <p:tav tm="0">
                                          <p:val>
                                            <p:strVal val="#ppt_y+.1"/>
                                          </p:val>
                                        </p:tav>
                                        <p:tav tm="100000">
                                          <p:val>
                                            <p:strVal val="#ppt_y"/>
                                          </p:val>
                                        </p:tav>
                                      </p:tavLst>
                                    </p:anim>
                                  </p:childTnLst>
                                </p:cTn>
                              </p:par>
                            </p:childTnLst>
                          </p:cTn>
                        </p:par>
                        <p:par>
                          <p:cTn id="178" fill="hold">
                            <p:stCondLst>
                              <p:cond delay="15250"/>
                            </p:stCondLst>
                            <p:childTnLst>
                              <p:par>
                                <p:cTn id="179" presetID="42" presetClass="entr" presetSubtype="0" fill="hold" grpId="0" nodeType="afterEffect">
                                  <p:stCondLst>
                                    <p:cond delay="250"/>
                                  </p:stCondLst>
                                  <p:childTnLst>
                                    <p:set>
                                      <p:cBhvr>
                                        <p:cTn id="180" dur="1" fill="hold">
                                          <p:stCondLst>
                                            <p:cond delay="0"/>
                                          </p:stCondLst>
                                        </p:cTn>
                                        <p:tgtEl>
                                          <p:spTgt spid="34">
                                            <p:txEl>
                                              <p:pRg st="1" end="1"/>
                                            </p:txEl>
                                          </p:spTgt>
                                        </p:tgtEl>
                                        <p:attrNameLst>
                                          <p:attrName>style.visibility</p:attrName>
                                        </p:attrNameLst>
                                      </p:cBhvr>
                                      <p:to>
                                        <p:strVal val="visible"/>
                                      </p:to>
                                    </p:set>
                                    <p:animEffect transition="in" filter="fade">
                                      <p:cBhvr>
                                        <p:cTn id="181" dur="500"/>
                                        <p:tgtEl>
                                          <p:spTgt spid="34">
                                            <p:txEl>
                                              <p:pRg st="1" end="1"/>
                                            </p:txEl>
                                          </p:spTgt>
                                        </p:tgtEl>
                                      </p:cBhvr>
                                    </p:animEffect>
                                    <p:anim calcmode="lin" valueType="num">
                                      <p:cBhvr>
                                        <p:cTn id="182" dur="500" fill="hold"/>
                                        <p:tgtEl>
                                          <p:spTgt spid="34">
                                            <p:txEl>
                                              <p:pRg st="1" end="1"/>
                                            </p:txEl>
                                          </p:spTgt>
                                        </p:tgtEl>
                                        <p:attrNameLst>
                                          <p:attrName>ppt_x</p:attrName>
                                        </p:attrNameLst>
                                      </p:cBhvr>
                                      <p:tavLst>
                                        <p:tav tm="0">
                                          <p:val>
                                            <p:strVal val="#ppt_x"/>
                                          </p:val>
                                        </p:tav>
                                        <p:tav tm="100000">
                                          <p:val>
                                            <p:strVal val="#ppt_x"/>
                                          </p:val>
                                        </p:tav>
                                      </p:tavLst>
                                    </p:anim>
                                    <p:anim calcmode="lin" valueType="num">
                                      <p:cBhvr>
                                        <p:cTn id="183" dur="500" fill="hold"/>
                                        <p:tgtEl>
                                          <p:spTgt spid="34">
                                            <p:txEl>
                                              <p:pRg st="1" end="1"/>
                                            </p:txEl>
                                          </p:spTgt>
                                        </p:tgtEl>
                                        <p:attrNameLst>
                                          <p:attrName>ppt_y</p:attrName>
                                        </p:attrNameLst>
                                      </p:cBhvr>
                                      <p:tavLst>
                                        <p:tav tm="0">
                                          <p:val>
                                            <p:strVal val="#ppt_y+.1"/>
                                          </p:val>
                                        </p:tav>
                                        <p:tav tm="100000">
                                          <p:val>
                                            <p:strVal val="#ppt_y"/>
                                          </p:val>
                                        </p:tav>
                                      </p:tavLst>
                                    </p:anim>
                                  </p:childTnLst>
                                </p:cTn>
                              </p:par>
                            </p:childTnLst>
                          </p:cTn>
                        </p:par>
                        <p:par>
                          <p:cTn id="184" fill="hold">
                            <p:stCondLst>
                              <p:cond delay="16000"/>
                            </p:stCondLst>
                            <p:childTnLst>
                              <p:par>
                                <p:cTn id="185" presetID="2" presetClass="entr" presetSubtype="1" fill="hold" nodeType="afterEffect">
                                  <p:stCondLst>
                                    <p:cond delay="750"/>
                                  </p:stCondLst>
                                  <p:childTnLst>
                                    <p:set>
                                      <p:cBhvr>
                                        <p:cTn id="186" dur="1" fill="hold">
                                          <p:stCondLst>
                                            <p:cond delay="0"/>
                                          </p:stCondLst>
                                        </p:cTn>
                                        <p:tgtEl>
                                          <p:spTgt spid="48"/>
                                        </p:tgtEl>
                                        <p:attrNameLst>
                                          <p:attrName>style.visibility</p:attrName>
                                        </p:attrNameLst>
                                      </p:cBhvr>
                                      <p:to>
                                        <p:strVal val="visible"/>
                                      </p:to>
                                    </p:set>
                                    <p:anim calcmode="lin" valueType="num">
                                      <p:cBhvr additive="base">
                                        <p:cTn id="187" dur="500" fill="hold"/>
                                        <p:tgtEl>
                                          <p:spTgt spid="48"/>
                                        </p:tgtEl>
                                        <p:attrNameLst>
                                          <p:attrName>ppt_x</p:attrName>
                                        </p:attrNameLst>
                                      </p:cBhvr>
                                      <p:tavLst>
                                        <p:tav tm="0">
                                          <p:val>
                                            <p:strVal val="#ppt_x"/>
                                          </p:val>
                                        </p:tav>
                                        <p:tav tm="100000">
                                          <p:val>
                                            <p:strVal val="#ppt_x"/>
                                          </p:val>
                                        </p:tav>
                                      </p:tavLst>
                                    </p:anim>
                                    <p:anim calcmode="lin" valueType="num">
                                      <p:cBhvr additive="base">
                                        <p:cTn id="188" dur="500" fill="hold"/>
                                        <p:tgtEl>
                                          <p:spTgt spid="48"/>
                                        </p:tgtEl>
                                        <p:attrNameLst>
                                          <p:attrName>ppt_y</p:attrName>
                                        </p:attrNameLst>
                                      </p:cBhvr>
                                      <p:tavLst>
                                        <p:tav tm="0">
                                          <p:val>
                                            <p:strVal val="0-#ppt_h/2"/>
                                          </p:val>
                                        </p:tav>
                                        <p:tav tm="100000">
                                          <p:val>
                                            <p:strVal val="#ppt_y"/>
                                          </p:val>
                                        </p:tav>
                                      </p:tavLst>
                                    </p:anim>
                                  </p:childTnLst>
                                </p:cTn>
                              </p:par>
                              <p:par>
                                <p:cTn id="189" presetID="2" presetClass="entr" presetSubtype="1" fill="hold" grpId="0" nodeType="withEffect">
                                  <p:stCondLst>
                                    <p:cond delay="750"/>
                                  </p:stCondLst>
                                  <p:childTnLst>
                                    <p:set>
                                      <p:cBhvr>
                                        <p:cTn id="190" dur="1" fill="hold">
                                          <p:stCondLst>
                                            <p:cond delay="0"/>
                                          </p:stCondLst>
                                        </p:cTn>
                                        <p:tgtEl>
                                          <p:spTgt spid="49"/>
                                        </p:tgtEl>
                                        <p:attrNameLst>
                                          <p:attrName>style.visibility</p:attrName>
                                        </p:attrNameLst>
                                      </p:cBhvr>
                                      <p:to>
                                        <p:strVal val="visible"/>
                                      </p:to>
                                    </p:set>
                                    <p:anim calcmode="lin" valueType="num">
                                      <p:cBhvr additive="base">
                                        <p:cTn id="191" dur="500" fill="hold"/>
                                        <p:tgtEl>
                                          <p:spTgt spid="49"/>
                                        </p:tgtEl>
                                        <p:attrNameLst>
                                          <p:attrName>ppt_x</p:attrName>
                                        </p:attrNameLst>
                                      </p:cBhvr>
                                      <p:tavLst>
                                        <p:tav tm="0">
                                          <p:val>
                                            <p:strVal val="#ppt_x"/>
                                          </p:val>
                                        </p:tav>
                                        <p:tav tm="100000">
                                          <p:val>
                                            <p:strVal val="#ppt_x"/>
                                          </p:val>
                                        </p:tav>
                                      </p:tavLst>
                                    </p:anim>
                                    <p:anim calcmode="lin" valueType="num">
                                      <p:cBhvr additive="base">
                                        <p:cTn id="192" dur="500" fill="hold"/>
                                        <p:tgtEl>
                                          <p:spTgt spid="49"/>
                                        </p:tgtEl>
                                        <p:attrNameLst>
                                          <p:attrName>ppt_y</p:attrName>
                                        </p:attrNameLst>
                                      </p:cBhvr>
                                      <p:tavLst>
                                        <p:tav tm="0">
                                          <p:val>
                                            <p:strVal val="0-#ppt_h/2"/>
                                          </p:val>
                                        </p:tav>
                                        <p:tav tm="100000">
                                          <p:val>
                                            <p:strVal val="#ppt_y"/>
                                          </p:val>
                                        </p:tav>
                                      </p:tavLst>
                                    </p:anim>
                                  </p:childTnLst>
                                </p:cTn>
                              </p:par>
                            </p:childTnLst>
                          </p:cTn>
                        </p:par>
                        <p:par>
                          <p:cTn id="193" fill="hold">
                            <p:stCondLst>
                              <p:cond delay="17250"/>
                            </p:stCondLst>
                            <p:childTnLst>
                              <p:par>
                                <p:cTn id="194" presetID="2" presetClass="entr" presetSubtype="8" fill="hold" nodeType="afterEffect">
                                  <p:stCondLst>
                                    <p:cond delay="250"/>
                                  </p:stCondLst>
                                  <p:childTnLst>
                                    <p:set>
                                      <p:cBhvr>
                                        <p:cTn id="195" dur="1" fill="hold">
                                          <p:stCondLst>
                                            <p:cond delay="0"/>
                                          </p:stCondLst>
                                        </p:cTn>
                                        <p:tgtEl>
                                          <p:spTgt spid="64"/>
                                        </p:tgtEl>
                                        <p:attrNameLst>
                                          <p:attrName>style.visibility</p:attrName>
                                        </p:attrNameLst>
                                      </p:cBhvr>
                                      <p:to>
                                        <p:strVal val="visible"/>
                                      </p:to>
                                    </p:set>
                                    <p:anim calcmode="lin" valueType="num">
                                      <p:cBhvr additive="base">
                                        <p:cTn id="196" dur="500" fill="hold"/>
                                        <p:tgtEl>
                                          <p:spTgt spid="64"/>
                                        </p:tgtEl>
                                        <p:attrNameLst>
                                          <p:attrName>ppt_x</p:attrName>
                                        </p:attrNameLst>
                                      </p:cBhvr>
                                      <p:tavLst>
                                        <p:tav tm="0">
                                          <p:val>
                                            <p:strVal val="0-#ppt_w/2"/>
                                          </p:val>
                                        </p:tav>
                                        <p:tav tm="100000">
                                          <p:val>
                                            <p:strVal val="#ppt_x"/>
                                          </p:val>
                                        </p:tav>
                                      </p:tavLst>
                                    </p:anim>
                                    <p:anim calcmode="lin" valueType="num">
                                      <p:cBhvr additive="base">
                                        <p:cTn id="197" dur="500" fill="hold"/>
                                        <p:tgtEl>
                                          <p:spTgt spid="64"/>
                                        </p:tgtEl>
                                        <p:attrNameLst>
                                          <p:attrName>ppt_y</p:attrName>
                                        </p:attrNameLst>
                                      </p:cBhvr>
                                      <p:tavLst>
                                        <p:tav tm="0">
                                          <p:val>
                                            <p:strVal val="#ppt_y"/>
                                          </p:val>
                                        </p:tav>
                                        <p:tav tm="100000">
                                          <p:val>
                                            <p:strVal val="#ppt_y"/>
                                          </p:val>
                                        </p:tav>
                                      </p:tavLst>
                                    </p:anim>
                                  </p:childTnLst>
                                </p:cTn>
                              </p:par>
                              <p:par>
                                <p:cTn id="198" presetID="2" presetClass="entr" presetSubtype="8" fill="hold" grpId="0" nodeType="withEffect">
                                  <p:stCondLst>
                                    <p:cond delay="250"/>
                                  </p:stCondLst>
                                  <p:childTnLst>
                                    <p:set>
                                      <p:cBhvr>
                                        <p:cTn id="199" dur="1" fill="hold">
                                          <p:stCondLst>
                                            <p:cond delay="0"/>
                                          </p:stCondLst>
                                        </p:cTn>
                                        <p:tgtEl>
                                          <p:spTgt spid="65"/>
                                        </p:tgtEl>
                                        <p:attrNameLst>
                                          <p:attrName>style.visibility</p:attrName>
                                        </p:attrNameLst>
                                      </p:cBhvr>
                                      <p:to>
                                        <p:strVal val="visible"/>
                                      </p:to>
                                    </p:set>
                                    <p:anim calcmode="lin" valueType="num">
                                      <p:cBhvr additive="base">
                                        <p:cTn id="200" dur="500" fill="hold"/>
                                        <p:tgtEl>
                                          <p:spTgt spid="65"/>
                                        </p:tgtEl>
                                        <p:attrNameLst>
                                          <p:attrName>ppt_x</p:attrName>
                                        </p:attrNameLst>
                                      </p:cBhvr>
                                      <p:tavLst>
                                        <p:tav tm="0">
                                          <p:val>
                                            <p:strVal val="0-#ppt_w/2"/>
                                          </p:val>
                                        </p:tav>
                                        <p:tav tm="100000">
                                          <p:val>
                                            <p:strVal val="#ppt_x"/>
                                          </p:val>
                                        </p:tav>
                                      </p:tavLst>
                                    </p:anim>
                                    <p:anim calcmode="lin" valueType="num">
                                      <p:cBhvr additive="base">
                                        <p:cTn id="201" dur="500" fill="hold"/>
                                        <p:tgtEl>
                                          <p:spTgt spid="65"/>
                                        </p:tgtEl>
                                        <p:attrNameLst>
                                          <p:attrName>ppt_y</p:attrName>
                                        </p:attrNameLst>
                                      </p:cBhvr>
                                      <p:tavLst>
                                        <p:tav tm="0">
                                          <p:val>
                                            <p:strVal val="#ppt_y"/>
                                          </p:val>
                                        </p:tav>
                                        <p:tav tm="100000">
                                          <p:val>
                                            <p:strVal val="#ppt_y"/>
                                          </p:val>
                                        </p:tav>
                                      </p:tavLst>
                                    </p:anim>
                                  </p:childTnLst>
                                </p:cTn>
                              </p:par>
                            </p:childTnLst>
                          </p:cTn>
                        </p:par>
                        <p:par>
                          <p:cTn id="202" fill="hold">
                            <p:stCondLst>
                              <p:cond delay="18000"/>
                            </p:stCondLst>
                            <p:childTnLst>
                              <p:par>
                                <p:cTn id="203" presetID="2" presetClass="entr" presetSubtype="2" fill="hold" nodeType="afterEffect">
                                  <p:stCondLst>
                                    <p:cond delay="250"/>
                                  </p:stCondLst>
                                  <p:childTnLst>
                                    <p:set>
                                      <p:cBhvr>
                                        <p:cTn id="204" dur="1" fill="hold">
                                          <p:stCondLst>
                                            <p:cond delay="0"/>
                                          </p:stCondLst>
                                        </p:cTn>
                                        <p:tgtEl>
                                          <p:spTgt spid="3"/>
                                        </p:tgtEl>
                                        <p:attrNameLst>
                                          <p:attrName>style.visibility</p:attrName>
                                        </p:attrNameLst>
                                      </p:cBhvr>
                                      <p:to>
                                        <p:strVal val="visible"/>
                                      </p:to>
                                    </p:set>
                                    <p:anim calcmode="lin" valueType="num">
                                      <p:cBhvr additive="base">
                                        <p:cTn id="205" dur="500" fill="hold"/>
                                        <p:tgtEl>
                                          <p:spTgt spid="3"/>
                                        </p:tgtEl>
                                        <p:attrNameLst>
                                          <p:attrName>ppt_x</p:attrName>
                                        </p:attrNameLst>
                                      </p:cBhvr>
                                      <p:tavLst>
                                        <p:tav tm="0">
                                          <p:val>
                                            <p:strVal val="1+#ppt_w/2"/>
                                          </p:val>
                                        </p:tav>
                                        <p:tav tm="100000">
                                          <p:val>
                                            <p:strVal val="#ppt_x"/>
                                          </p:val>
                                        </p:tav>
                                      </p:tavLst>
                                    </p:anim>
                                    <p:anim calcmode="lin" valueType="num">
                                      <p:cBhvr additive="base">
                                        <p:cTn id="206" dur="500" fill="hold"/>
                                        <p:tgtEl>
                                          <p:spTgt spid="3"/>
                                        </p:tgtEl>
                                        <p:attrNameLst>
                                          <p:attrName>ppt_y</p:attrName>
                                        </p:attrNameLst>
                                      </p:cBhvr>
                                      <p:tavLst>
                                        <p:tav tm="0">
                                          <p:val>
                                            <p:strVal val="#ppt_y"/>
                                          </p:val>
                                        </p:tav>
                                        <p:tav tm="100000">
                                          <p:val>
                                            <p:strVal val="#ppt_y"/>
                                          </p:val>
                                        </p:tav>
                                      </p:tavLst>
                                    </p:anim>
                                  </p:childTnLst>
                                </p:cTn>
                              </p:par>
                              <p:par>
                                <p:cTn id="207" presetID="2" presetClass="entr" presetSubtype="2" fill="hold" grpId="0" nodeType="withEffect">
                                  <p:stCondLst>
                                    <p:cond delay="250"/>
                                  </p:stCondLst>
                                  <p:childTnLst>
                                    <p:set>
                                      <p:cBhvr>
                                        <p:cTn id="208" dur="1" fill="hold">
                                          <p:stCondLst>
                                            <p:cond delay="0"/>
                                          </p:stCondLst>
                                        </p:cTn>
                                        <p:tgtEl>
                                          <p:spTgt spid="52"/>
                                        </p:tgtEl>
                                        <p:attrNameLst>
                                          <p:attrName>style.visibility</p:attrName>
                                        </p:attrNameLst>
                                      </p:cBhvr>
                                      <p:to>
                                        <p:strVal val="visible"/>
                                      </p:to>
                                    </p:set>
                                    <p:anim calcmode="lin" valueType="num">
                                      <p:cBhvr additive="base">
                                        <p:cTn id="209" dur="500" fill="hold"/>
                                        <p:tgtEl>
                                          <p:spTgt spid="52"/>
                                        </p:tgtEl>
                                        <p:attrNameLst>
                                          <p:attrName>ppt_x</p:attrName>
                                        </p:attrNameLst>
                                      </p:cBhvr>
                                      <p:tavLst>
                                        <p:tav tm="0">
                                          <p:val>
                                            <p:strVal val="1+#ppt_w/2"/>
                                          </p:val>
                                        </p:tav>
                                        <p:tav tm="100000">
                                          <p:val>
                                            <p:strVal val="#ppt_x"/>
                                          </p:val>
                                        </p:tav>
                                      </p:tavLst>
                                    </p:anim>
                                    <p:anim calcmode="lin" valueType="num">
                                      <p:cBhvr additive="base">
                                        <p:cTn id="210" dur="500" fill="hold"/>
                                        <p:tgtEl>
                                          <p:spTgt spid="52"/>
                                        </p:tgtEl>
                                        <p:attrNameLst>
                                          <p:attrName>ppt_y</p:attrName>
                                        </p:attrNameLst>
                                      </p:cBhvr>
                                      <p:tavLst>
                                        <p:tav tm="0">
                                          <p:val>
                                            <p:strVal val="#ppt_y"/>
                                          </p:val>
                                        </p:tav>
                                        <p:tav tm="100000">
                                          <p:val>
                                            <p:strVal val="#ppt_y"/>
                                          </p:val>
                                        </p:tav>
                                      </p:tavLst>
                                    </p:anim>
                                  </p:childTnLst>
                                </p:cTn>
                              </p:par>
                            </p:childTnLst>
                          </p:cTn>
                        </p:par>
                        <p:par>
                          <p:cTn id="211" fill="hold">
                            <p:stCondLst>
                              <p:cond delay="18750"/>
                            </p:stCondLst>
                            <p:childTnLst>
                              <p:par>
                                <p:cTn id="212" presetID="2" presetClass="entr" presetSubtype="8" fill="hold" grpId="0" nodeType="afterEffect">
                                  <p:stCondLst>
                                    <p:cond delay="250"/>
                                  </p:stCondLst>
                                  <p:childTnLst>
                                    <p:set>
                                      <p:cBhvr>
                                        <p:cTn id="213" dur="1" fill="hold">
                                          <p:stCondLst>
                                            <p:cond delay="0"/>
                                          </p:stCondLst>
                                        </p:cTn>
                                        <p:tgtEl>
                                          <p:spTgt spid="43"/>
                                        </p:tgtEl>
                                        <p:attrNameLst>
                                          <p:attrName>style.visibility</p:attrName>
                                        </p:attrNameLst>
                                      </p:cBhvr>
                                      <p:to>
                                        <p:strVal val="visible"/>
                                      </p:to>
                                    </p:set>
                                    <p:anim calcmode="lin" valueType="num">
                                      <p:cBhvr additive="base">
                                        <p:cTn id="214" dur="500" fill="hold"/>
                                        <p:tgtEl>
                                          <p:spTgt spid="43"/>
                                        </p:tgtEl>
                                        <p:attrNameLst>
                                          <p:attrName>ppt_x</p:attrName>
                                        </p:attrNameLst>
                                      </p:cBhvr>
                                      <p:tavLst>
                                        <p:tav tm="0">
                                          <p:val>
                                            <p:strVal val="0-#ppt_w/2"/>
                                          </p:val>
                                        </p:tav>
                                        <p:tav tm="100000">
                                          <p:val>
                                            <p:strVal val="#ppt_x"/>
                                          </p:val>
                                        </p:tav>
                                      </p:tavLst>
                                    </p:anim>
                                    <p:anim calcmode="lin" valueType="num">
                                      <p:cBhvr additive="base">
                                        <p:cTn id="215" dur="500" fill="hold"/>
                                        <p:tgtEl>
                                          <p:spTgt spid="43"/>
                                        </p:tgtEl>
                                        <p:attrNameLst>
                                          <p:attrName>ppt_y</p:attrName>
                                        </p:attrNameLst>
                                      </p:cBhvr>
                                      <p:tavLst>
                                        <p:tav tm="0">
                                          <p:val>
                                            <p:strVal val="#ppt_y"/>
                                          </p:val>
                                        </p:tav>
                                        <p:tav tm="100000">
                                          <p:val>
                                            <p:strVal val="#ppt_y"/>
                                          </p:val>
                                        </p:tav>
                                      </p:tavLst>
                                    </p:anim>
                                  </p:childTnLst>
                                </p:cTn>
                              </p:par>
                            </p:childTnLst>
                          </p:cTn>
                        </p:par>
                        <p:par>
                          <p:cTn id="216" fill="hold">
                            <p:stCondLst>
                              <p:cond delay="19500"/>
                            </p:stCondLst>
                            <p:childTnLst>
                              <p:par>
                                <p:cTn id="217" presetID="26" presetClass="entr" presetSubtype="0" fill="hold" nodeType="afterEffect">
                                  <p:stCondLst>
                                    <p:cond delay="250"/>
                                  </p:stCondLst>
                                  <p:childTnLst>
                                    <p:set>
                                      <p:cBhvr>
                                        <p:cTn id="218" dur="1" fill="hold">
                                          <p:stCondLst>
                                            <p:cond delay="0"/>
                                          </p:stCondLst>
                                        </p:cTn>
                                        <p:tgtEl>
                                          <p:spTgt spid="68"/>
                                        </p:tgtEl>
                                        <p:attrNameLst>
                                          <p:attrName>style.visibility</p:attrName>
                                        </p:attrNameLst>
                                      </p:cBhvr>
                                      <p:to>
                                        <p:strVal val="visible"/>
                                      </p:to>
                                    </p:set>
                                    <p:animEffect transition="in" filter="wipe(down)">
                                      <p:cBhvr>
                                        <p:cTn id="219" dur="142">
                                          <p:stCondLst>
                                            <p:cond delay="0"/>
                                          </p:stCondLst>
                                        </p:cTn>
                                        <p:tgtEl>
                                          <p:spTgt spid="68"/>
                                        </p:tgtEl>
                                      </p:cBhvr>
                                    </p:animEffect>
                                    <p:anim calcmode="lin" valueType="num">
                                      <p:cBhvr>
                                        <p:cTn id="220" dur="448" tmFilter="0,0; 0.14,0.36; 0.43,0.73; 0.71,0.91; 1.0,1.0">
                                          <p:stCondLst>
                                            <p:cond delay="0"/>
                                          </p:stCondLst>
                                        </p:cTn>
                                        <p:tgtEl>
                                          <p:spTgt spid="68"/>
                                        </p:tgtEl>
                                        <p:attrNameLst>
                                          <p:attrName>ppt_x</p:attrName>
                                        </p:attrNameLst>
                                      </p:cBhvr>
                                      <p:tavLst>
                                        <p:tav tm="0">
                                          <p:val>
                                            <p:strVal val="#ppt_x-0.25"/>
                                          </p:val>
                                        </p:tav>
                                        <p:tav tm="100000">
                                          <p:val>
                                            <p:strVal val="#ppt_x"/>
                                          </p:val>
                                        </p:tav>
                                      </p:tavLst>
                                    </p:anim>
                                    <p:anim calcmode="lin" valueType="num">
                                      <p:cBhvr>
                                        <p:cTn id="221" dur="163" tmFilter="0.0,0.0; 0.25,0.07; 0.50,0.2; 0.75,0.467; 1.0,1.0">
                                          <p:stCondLst>
                                            <p:cond delay="0"/>
                                          </p:stCondLst>
                                        </p:cTn>
                                        <p:tgtEl>
                                          <p:spTgt spid="68"/>
                                        </p:tgtEl>
                                        <p:attrNameLst>
                                          <p:attrName>ppt_y</p:attrName>
                                        </p:attrNameLst>
                                      </p:cBhvr>
                                      <p:tavLst>
                                        <p:tav tm="0" fmla="#ppt_y-sin(pi*$)/3">
                                          <p:val>
                                            <p:fltVal val="0.5"/>
                                          </p:val>
                                        </p:tav>
                                        <p:tav tm="100000">
                                          <p:val>
                                            <p:fltVal val="1"/>
                                          </p:val>
                                        </p:tav>
                                      </p:tavLst>
                                    </p:anim>
                                    <p:anim calcmode="lin" valueType="num">
                                      <p:cBhvr>
                                        <p:cTn id="222" dur="163" tmFilter="0, 0; 0.125,0.2665; 0.25,0.4; 0.375,0.465; 0.5,0.5;  0.625,0.535; 0.75,0.6; 0.875,0.7335; 1,1">
                                          <p:stCondLst>
                                            <p:cond delay="163"/>
                                          </p:stCondLst>
                                        </p:cTn>
                                        <p:tgtEl>
                                          <p:spTgt spid="68"/>
                                        </p:tgtEl>
                                        <p:attrNameLst>
                                          <p:attrName>ppt_y</p:attrName>
                                        </p:attrNameLst>
                                      </p:cBhvr>
                                      <p:tavLst>
                                        <p:tav tm="0" fmla="#ppt_y-sin(pi*$)/9">
                                          <p:val>
                                            <p:fltVal val="0"/>
                                          </p:val>
                                        </p:tav>
                                        <p:tav tm="100000">
                                          <p:val>
                                            <p:fltVal val="1"/>
                                          </p:val>
                                        </p:tav>
                                      </p:tavLst>
                                    </p:anim>
                                    <p:anim calcmode="lin" valueType="num">
                                      <p:cBhvr>
                                        <p:cTn id="223" dur="2" tmFilter="0, 0; 0.125,0.2665; 0.25,0.4; 0.375,0.465; 0.5,0.5;  0.625,0.535; 0.75,0.6; 0.875,0.7335; 1,1">
                                          <p:stCondLst>
                                            <p:cond delay="326"/>
                                          </p:stCondLst>
                                        </p:cTn>
                                        <p:tgtEl>
                                          <p:spTgt spid="68"/>
                                        </p:tgtEl>
                                        <p:attrNameLst>
                                          <p:attrName>ppt_y</p:attrName>
                                        </p:attrNameLst>
                                      </p:cBhvr>
                                      <p:tavLst>
                                        <p:tav tm="0" fmla="#ppt_y-sin(pi*$)/27">
                                          <p:val>
                                            <p:fltVal val="0"/>
                                          </p:val>
                                        </p:tav>
                                        <p:tav tm="100000">
                                          <p:val>
                                            <p:fltVal val="1"/>
                                          </p:val>
                                        </p:tav>
                                      </p:tavLst>
                                    </p:anim>
                                    <p:anim calcmode="lin" valueType="num">
                                      <p:cBhvr>
                                        <p:cTn id="224" dur="1" tmFilter="0, 0; 0.125,0.2665; 0.25,0.4; 0.375,0.465; 0.5,0.5;  0.625,0.535; 0.75,0.6; 0.875,0.7335; 1,1">
                                          <p:stCondLst>
                                            <p:cond delay="499"/>
                                          </p:stCondLst>
                                        </p:cTn>
                                        <p:tgtEl>
                                          <p:spTgt spid="68"/>
                                        </p:tgtEl>
                                        <p:attrNameLst>
                                          <p:attrName>ppt_y</p:attrName>
                                        </p:attrNameLst>
                                      </p:cBhvr>
                                      <p:tavLst>
                                        <p:tav tm="0" fmla="#ppt_y-sin(pi*$)/81">
                                          <p:val>
                                            <p:fltVal val="0"/>
                                          </p:val>
                                        </p:tav>
                                        <p:tav tm="100000">
                                          <p:val>
                                            <p:fltVal val="1"/>
                                          </p:val>
                                        </p:tav>
                                      </p:tavLst>
                                    </p:anim>
                                    <p:animScale>
                                      <p:cBhvr>
                                        <p:cTn id="225" dur="1">
                                          <p:stCondLst>
                                            <p:cond delay="160"/>
                                          </p:stCondLst>
                                        </p:cTn>
                                        <p:tgtEl>
                                          <p:spTgt spid="68"/>
                                        </p:tgtEl>
                                      </p:cBhvr>
                                      <p:to x="100000" y="60000"/>
                                    </p:animScale>
                                    <p:animScale>
                                      <p:cBhvr>
                                        <p:cTn id="226" dur="1" decel="50000">
                                          <p:stCondLst>
                                            <p:cond delay="166"/>
                                          </p:stCondLst>
                                        </p:cTn>
                                        <p:tgtEl>
                                          <p:spTgt spid="68"/>
                                        </p:tgtEl>
                                      </p:cBhvr>
                                      <p:to x="100000" y="100000"/>
                                    </p:animScale>
                                    <p:animScale>
                                      <p:cBhvr>
                                        <p:cTn id="227" dur="1">
                                          <p:stCondLst>
                                            <p:cond delay="323"/>
                                          </p:stCondLst>
                                        </p:cTn>
                                        <p:tgtEl>
                                          <p:spTgt spid="68"/>
                                        </p:tgtEl>
                                      </p:cBhvr>
                                      <p:to x="100000" y="80000"/>
                                    </p:animScale>
                                    <p:animScale>
                                      <p:cBhvr>
                                        <p:cTn id="228" dur="1" decel="50000">
                                          <p:stCondLst>
                                            <p:cond delay="329"/>
                                          </p:stCondLst>
                                        </p:cTn>
                                        <p:tgtEl>
                                          <p:spTgt spid="68"/>
                                        </p:tgtEl>
                                      </p:cBhvr>
                                      <p:to x="100000" y="100000"/>
                                    </p:animScale>
                                    <p:animScale>
                                      <p:cBhvr>
                                        <p:cTn id="229" dur="1">
                                          <p:stCondLst>
                                            <p:cond delay="499"/>
                                          </p:stCondLst>
                                        </p:cTn>
                                        <p:tgtEl>
                                          <p:spTgt spid="68"/>
                                        </p:tgtEl>
                                      </p:cBhvr>
                                      <p:to x="100000" y="90000"/>
                                    </p:animScale>
                                    <p:animScale>
                                      <p:cBhvr>
                                        <p:cTn id="230" dur="1" decel="50000">
                                          <p:stCondLst>
                                            <p:cond delay="499"/>
                                          </p:stCondLst>
                                        </p:cTn>
                                        <p:tgtEl>
                                          <p:spTgt spid="68"/>
                                        </p:tgtEl>
                                      </p:cBhvr>
                                      <p:to x="100000" y="100000"/>
                                    </p:animScale>
                                    <p:animScale>
                                      <p:cBhvr>
                                        <p:cTn id="231" dur="1">
                                          <p:stCondLst>
                                            <p:cond delay="499"/>
                                          </p:stCondLst>
                                        </p:cTn>
                                        <p:tgtEl>
                                          <p:spTgt spid="68"/>
                                        </p:tgtEl>
                                      </p:cBhvr>
                                      <p:to x="100000" y="95000"/>
                                    </p:animScale>
                                    <p:animScale>
                                      <p:cBhvr>
                                        <p:cTn id="232" dur="1" decel="50000">
                                          <p:stCondLst>
                                            <p:cond delay="499"/>
                                          </p:stCondLst>
                                        </p:cTn>
                                        <p:tgtEl>
                                          <p:spTgt spid="68"/>
                                        </p:tgtEl>
                                      </p:cBhvr>
                                      <p:to x="100000" y="100000"/>
                                    </p:animScale>
                                  </p:childTnLst>
                                </p:cTn>
                              </p:par>
                              <p:par>
                                <p:cTn id="233" presetID="26" presetClass="entr" presetSubtype="0" fill="hold" nodeType="withEffect">
                                  <p:stCondLst>
                                    <p:cond delay="250"/>
                                  </p:stCondLst>
                                  <p:childTnLst>
                                    <p:set>
                                      <p:cBhvr>
                                        <p:cTn id="234" dur="1" fill="hold">
                                          <p:stCondLst>
                                            <p:cond delay="0"/>
                                          </p:stCondLst>
                                        </p:cTn>
                                        <p:tgtEl>
                                          <p:spTgt spid="66"/>
                                        </p:tgtEl>
                                        <p:attrNameLst>
                                          <p:attrName>style.visibility</p:attrName>
                                        </p:attrNameLst>
                                      </p:cBhvr>
                                      <p:to>
                                        <p:strVal val="visible"/>
                                      </p:to>
                                    </p:set>
                                    <p:animEffect transition="in" filter="wipe(down)">
                                      <p:cBhvr>
                                        <p:cTn id="235" dur="214">
                                          <p:stCondLst>
                                            <p:cond delay="0"/>
                                          </p:stCondLst>
                                        </p:cTn>
                                        <p:tgtEl>
                                          <p:spTgt spid="66"/>
                                        </p:tgtEl>
                                      </p:cBhvr>
                                    </p:animEffect>
                                    <p:anim calcmode="lin" valueType="num">
                                      <p:cBhvr>
                                        <p:cTn id="236" dur="672" tmFilter="0,0; 0.14,0.36; 0.43,0.73; 0.71,0.91; 1.0,1.0">
                                          <p:stCondLst>
                                            <p:cond delay="0"/>
                                          </p:stCondLst>
                                        </p:cTn>
                                        <p:tgtEl>
                                          <p:spTgt spid="66"/>
                                        </p:tgtEl>
                                        <p:attrNameLst>
                                          <p:attrName>ppt_x</p:attrName>
                                        </p:attrNameLst>
                                      </p:cBhvr>
                                      <p:tavLst>
                                        <p:tav tm="0">
                                          <p:val>
                                            <p:strVal val="#ppt_x-0.25"/>
                                          </p:val>
                                        </p:tav>
                                        <p:tav tm="100000">
                                          <p:val>
                                            <p:strVal val="#ppt_x"/>
                                          </p:val>
                                        </p:tav>
                                      </p:tavLst>
                                    </p:anim>
                                    <p:anim calcmode="lin" valueType="num">
                                      <p:cBhvr>
                                        <p:cTn id="237" dur="245" tmFilter="0.0,0.0; 0.25,0.07; 0.50,0.2; 0.75,0.467; 1.0,1.0">
                                          <p:stCondLst>
                                            <p:cond delay="0"/>
                                          </p:stCondLst>
                                        </p:cTn>
                                        <p:tgtEl>
                                          <p:spTgt spid="66"/>
                                        </p:tgtEl>
                                        <p:attrNameLst>
                                          <p:attrName>ppt_y</p:attrName>
                                        </p:attrNameLst>
                                      </p:cBhvr>
                                      <p:tavLst>
                                        <p:tav tm="0" fmla="#ppt_y-sin(pi*$)/3">
                                          <p:val>
                                            <p:fltVal val="0.5"/>
                                          </p:val>
                                        </p:tav>
                                        <p:tav tm="100000">
                                          <p:val>
                                            <p:fltVal val="1"/>
                                          </p:val>
                                        </p:tav>
                                      </p:tavLst>
                                    </p:anim>
                                    <p:anim calcmode="lin" valueType="num">
                                      <p:cBhvr>
                                        <p:cTn id="238" dur="245" tmFilter="0, 0; 0.125,0.2665; 0.25,0.4; 0.375,0.465; 0.5,0.5;  0.625,0.535; 0.75,0.6; 0.875,0.7335; 1,1">
                                          <p:stCondLst>
                                            <p:cond delay="245"/>
                                          </p:stCondLst>
                                        </p:cTn>
                                        <p:tgtEl>
                                          <p:spTgt spid="66"/>
                                        </p:tgtEl>
                                        <p:attrNameLst>
                                          <p:attrName>ppt_y</p:attrName>
                                        </p:attrNameLst>
                                      </p:cBhvr>
                                      <p:tavLst>
                                        <p:tav tm="0" fmla="#ppt_y-sin(pi*$)/9">
                                          <p:val>
                                            <p:fltVal val="0"/>
                                          </p:val>
                                        </p:tav>
                                        <p:tav tm="100000">
                                          <p:val>
                                            <p:fltVal val="1"/>
                                          </p:val>
                                        </p:tav>
                                      </p:tavLst>
                                    </p:anim>
                                    <p:anim calcmode="lin" valueType="num">
                                      <p:cBhvr>
                                        <p:cTn id="239" dur="2" tmFilter="0, 0; 0.125,0.2665; 0.25,0.4; 0.375,0.465; 0.5,0.5;  0.625,0.535; 0.75,0.6; 0.875,0.7335; 1,1">
                                          <p:stCondLst>
                                            <p:cond delay="488"/>
                                          </p:stCondLst>
                                        </p:cTn>
                                        <p:tgtEl>
                                          <p:spTgt spid="66"/>
                                        </p:tgtEl>
                                        <p:attrNameLst>
                                          <p:attrName>ppt_y</p:attrName>
                                        </p:attrNameLst>
                                      </p:cBhvr>
                                      <p:tavLst>
                                        <p:tav tm="0" fmla="#ppt_y-sin(pi*$)/27">
                                          <p:val>
                                            <p:fltVal val="0"/>
                                          </p:val>
                                        </p:tav>
                                        <p:tav tm="100000">
                                          <p:val>
                                            <p:fltVal val="1"/>
                                          </p:val>
                                        </p:tav>
                                      </p:tavLst>
                                    </p:anim>
                                    <p:anim calcmode="lin" valueType="num">
                                      <p:cBhvr>
                                        <p:cTn id="240" dur="1" tmFilter="0, 0; 0.125,0.2665; 0.25,0.4; 0.375,0.465; 0.5,0.5;  0.625,0.535; 0.75,0.6; 0.875,0.7335; 1,1">
                                          <p:stCondLst>
                                            <p:cond delay="749"/>
                                          </p:stCondLst>
                                        </p:cTn>
                                        <p:tgtEl>
                                          <p:spTgt spid="66"/>
                                        </p:tgtEl>
                                        <p:attrNameLst>
                                          <p:attrName>ppt_y</p:attrName>
                                        </p:attrNameLst>
                                      </p:cBhvr>
                                      <p:tavLst>
                                        <p:tav tm="0" fmla="#ppt_y-sin(pi*$)/81">
                                          <p:val>
                                            <p:fltVal val="0"/>
                                          </p:val>
                                        </p:tav>
                                        <p:tav tm="100000">
                                          <p:val>
                                            <p:fltVal val="1"/>
                                          </p:val>
                                        </p:tav>
                                      </p:tavLst>
                                    </p:anim>
                                    <p:animScale>
                                      <p:cBhvr>
                                        <p:cTn id="241" dur="1">
                                          <p:stCondLst>
                                            <p:cond delay="240"/>
                                          </p:stCondLst>
                                        </p:cTn>
                                        <p:tgtEl>
                                          <p:spTgt spid="66"/>
                                        </p:tgtEl>
                                      </p:cBhvr>
                                      <p:to x="100000" y="60000"/>
                                    </p:animScale>
                                    <p:animScale>
                                      <p:cBhvr>
                                        <p:cTn id="242" dur="1" decel="50000">
                                          <p:stCondLst>
                                            <p:cond delay="249"/>
                                          </p:stCondLst>
                                        </p:cTn>
                                        <p:tgtEl>
                                          <p:spTgt spid="66"/>
                                        </p:tgtEl>
                                      </p:cBhvr>
                                      <p:to x="100000" y="100000"/>
                                    </p:animScale>
                                    <p:animScale>
                                      <p:cBhvr>
                                        <p:cTn id="243" dur="1">
                                          <p:stCondLst>
                                            <p:cond delay="484"/>
                                          </p:stCondLst>
                                        </p:cTn>
                                        <p:tgtEl>
                                          <p:spTgt spid="66"/>
                                        </p:tgtEl>
                                      </p:cBhvr>
                                      <p:to x="100000" y="80000"/>
                                    </p:animScale>
                                    <p:animScale>
                                      <p:cBhvr>
                                        <p:cTn id="244" dur="1" decel="50000">
                                          <p:stCondLst>
                                            <p:cond delay="493"/>
                                          </p:stCondLst>
                                        </p:cTn>
                                        <p:tgtEl>
                                          <p:spTgt spid="66"/>
                                        </p:tgtEl>
                                      </p:cBhvr>
                                      <p:to x="100000" y="100000"/>
                                    </p:animScale>
                                    <p:animScale>
                                      <p:cBhvr>
                                        <p:cTn id="245" dur="1">
                                          <p:stCondLst>
                                            <p:cond delay="749"/>
                                          </p:stCondLst>
                                        </p:cTn>
                                        <p:tgtEl>
                                          <p:spTgt spid="66"/>
                                        </p:tgtEl>
                                      </p:cBhvr>
                                      <p:to x="100000" y="90000"/>
                                    </p:animScale>
                                    <p:animScale>
                                      <p:cBhvr>
                                        <p:cTn id="246" dur="1" decel="50000">
                                          <p:stCondLst>
                                            <p:cond delay="749"/>
                                          </p:stCondLst>
                                        </p:cTn>
                                        <p:tgtEl>
                                          <p:spTgt spid="66"/>
                                        </p:tgtEl>
                                      </p:cBhvr>
                                      <p:to x="100000" y="100000"/>
                                    </p:animScale>
                                    <p:animScale>
                                      <p:cBhvr>
                                        <p:cTn id="247" dur="1">
                                          <p:stCondLst>
                                            <p:cond delay="749"/>
                                          </p:stCondLst>
                                        </p:cTn>
                                        <p:tgtEl>
                                          <p:spTgt spid="66"/>
                                        </p:tgtEl>
                                      </p:cBhvr>
                                      <p:to x="100000" y="95000"/>
                                    </p:animScale>
                                    <p:animScale>
                                      <p:cBhvr>
                                        <p:cTn id="248" dur="1" decel="50000">
                                          <p:stCondLst>
                                            <p:cond delay="749"/>
                                          </p:stCondLst>
                                        </p:cTn>
                                        <p:tgtEl>
                                          <p:spTgt spid="66"/>
                                        </p:tgtEl>
                                      </p:cBhvr>
                                      <p:to x="100000" y="100000"/>
                                    </p:animScale>
                                  </p:childTnLst>
                                </p:cTn>
                              </p:par>
                              <p:par>
                                <p:cTn id="249" presetID="26" presetClass="entr" presetSubtype="0" fill="hold" nodeType="withEffect">
                                  <p:stCondLst>
                                    <p:cond delay="250"/>
                                  </p:stCondLst>
                                  <p:childTnLst>
                                    <p:set>
                                      <p:cBhvr>
                                        <p:cTn id="250" dur="1" fill="hold">
                                          <p:stCondLst>
                                            <p:cond delay="0"/>
                                          </p:stCondLst>
                                        </p:cTn>
                                        <p:tgtEl>
                                          <p:spTgt spid="67"/>
                                        </p:tgtEl>
                                        <p:attrNameLst>
                                          <p:attrName>style.visibility</p:attrName>
                                        </p:attrNameLst>
                                      </p:cBhvr>
                                      <p:to>
                                        <p:strVal val="visible"/>
                                      </p:to>
                                    </p:set>
                                    <p:animEffect transition="in" filter="wipe(down)">
                                      <p:cBhvr>
                                        <p:cTn id="251" dur="214">
                                          <p:stCondLst>
                                            <p:cond delay="0"/>
                                          </p:stCondLst>
                                        </p:cTn>
                                        <p:tgtEl>
                                          <p:spTgt spid="67"/>
                                        </p:tgtEl>
                                      </p:cBhvr>
                                    </p:animEffect>
                                    <p:anim calcmode="lin" valueType="num">
                                      <p:cBhvr>
                                        <p:cTn id="252" dur="672" tmFilter="0,0; 0.14,0.36; 0.43,0.73; 0.71,0.91; 1.0,1.0">
                                          <p:stCondLst>
                                            <p:cond delay="0"/>
                                          </p:stCondLst>
                                        </p:cTn>
                                        <p:tgtEl>
                                          <p:spTgt spid="67"/>
                                        </p:tgtEl>
                                        <p:attrNameLst>
                                          <p:attrName>ppt_x</p:attrName>
                                        </p:attrNameLst>
                                      </p:cBhvr>
                                      <p:tavLst>
                                        <p:tav tm="0">
                                          <p:val>
                                            <p:strVal val="#ppt_x-0.25"/>
                                          </p:val>
                                        </p:tav>
                                        <p:tav tm="100000">
                                          <p:val>
                                            <p:strVal val="#ppt_x"/>
                                          </p:val>
                                        </p:tav>
                                      </p:tavLst>
                                    </p:anim>
                                    <p:anim calcmode="lin" valueType="num">
                                      <p:cBhvr>
                                        <p:cTn id="253" dur="245" tmFilter="0.0,0.0; 0.25,0.07; 0.50,0.2; 0.75,0.467; 1.0,1.0">
                                          <p:stCondLst>
                                            <p:cond delay="0"/>
                                          </p:stCondLst>
                                        </p:cTn>
                                        <p:tgtEl>
                                          <p:spTgt spid="67"/>
                                        </p:tgtEl>
                                        <p:attrNameLst>
                                          <p:attrName>ppt_y</p:attrName>
                                        </p:attrNameLst>
                                      </p:cBhvr>
                                      <p:tavLst>
                                        <p:tav tm="0" fmla="#ppt_y-sin(pi*$)/3">
                                          <p:val>
                                            <p:fltVal val="0.5"/>
                                          </p:val>
                                        </p:tav>
                                        <p:tav tm="100000">
                                          <p:val>
                                            <p:fltVal val="1"/>
                                          </p:val>
                                        </p:tav>
                                      </p:tavLst>
                                    </p:anim>
                                    <p:anim calcmode="lin" valueType="num">
                                      <p:cBhvr>
                                        <p:cTn id="254" dur="245" tmFilter="0, 0; 0.125,0.2665; 0.25,0.4; 0.375,0.465; 0.5,0.5;  0.625,0.535; 0.75,0.6; 0.875,0.7335; 1,1">
                                          <p:stCondLst>
                                            <p:cond delay="245"/>
                                          </p:stCondLst>
                                        </p:cTn>
                                        <p:tgtEl>
                                          <p:spTgt spid="67"/>
                                        </p:tgtEl>
                                        <p:attrNameLst>
                                          <p:attrName>ppt_y</p:attrName>
                                        </p:attrNameLst>
                                      </p:cBhvr>
                                      <p:tavLst>
                                        <p:tav tm="0" fmla="#ppt_y-sin(pi*$)/9">
                                          <p:val>
                                            <p:fltVal val="0"/>
                                          </p:val>
                                        </p:tav>
                                        <p:tav tm="100000">
                                          <p:val>
                                            <p:fltVal val="1"/>
                                          </p:val>
                                        </p:tav>
                                      </p:tavLst>
                                    </p:anim>
                                    <p:anim calcmode="lin" valueType="num">
                                      <p:cBhvr>
                                        <p:cTn id="255" dur="2" tmFilter="0, 0; 0.125,0.2665; 0.25,0.4; 0.375,0.465; 0.5,0.5;  0.625,0.535; 0.75,0.6; 0.875,0.7335; 1,1">
                                          <p:stCondLst>
                                            <p:cond delay="488"/>
                                          </p:stCondLst>
                                        </p:cTn>
                                        <p:tgtEl>
                                          <p:spTgt spid="67"/>
                                        </p:tgtEl>
                                        <p:attrNameLst>
                                          <p:attrName>ppt_y</p:attrName>
                                        </p:attrNameLst>
                                      </p:cBhvr>
                                      <p:tavLst>
                                        <p:tav tm="0" fmla="#ppt_y-sin(pi*$)/27">
                                          <p:val>
                                            <p:fltVal val="0"/>
                                          </p:val>
                                        </p:tav>
                                        <p:tav tm="100000">
                                          <p:val>
                                            <p:fltVal val="1"/>
                                          </p:val>
                                        </p:tav>
                                      </p:tavLst>
                                    </p:anim>
                                    <p:anim calcmode="lin" valueType="num">
                                      <p:cBhvr>
                                        <p:cTn id="256" dur="1" tmFilter="0, 0; 0.125,0.2665; 0.25,0.4; 0.375,0.465; 0.5,0.5;  0.625,0.535; 0.75,0.6; 0.875,0.7335; 1,1">
                                          <p:stCondLst>
                                            <p:cond delay="749"/>
                                          </p:stCondLst>
                                        </p:cTn>
                                        <p:tgtEl>
                                          <p:spTgt spid="67"/>
                                        </p:tgtEl>
                                        <p:attrNameLst>
                                          <p:attrName>ppt_y</p:attrName>
                                        </p:attrNameLst>
                                      </p:cBhvr>
                                      <p:tavLst>
                                        <p:tav tm="0" fmla="#ppt_y-sin(pi*$)/81">
                                          <p:val>
                                            <p:fltVal val="0"/>
                                          </p:val>
                                        </p:tav>
                                        <p:tav tm="100000">
                                          <p:val>
                                            <p:fltVal val="1"/>
                                          </p:val>
                                        </p:tav>
                                      </p:tavLst>
                                    </p:anim>
                                    <p:animScale>
                                      <p:cBhvr>
                                        <p:cTn id="257" dur="1">
                                          <p:stCondLst>
                                            <p:cond delay="239"/>
                                          </p:stCondLst>
                                        </p:cTn>
                                        <p:tgtEl>
                                          <p:spTgt spid="67"/>
                                        </p:tgtEl>
                                      </p:cBhvr>
                                      <p:to x="100000" y="60000"/>
                                    </p:animScale>
                                    <p:animScale>
                                      <p:cBhvr>
                                        <p:cTn id="258" dur="1" decel="50000">
                                          <p:stCondLst>
                                            <p:cond delay="249"/>
                                          </p:stCondLst>
                                        </p:cTn>
                                        <p:tgtEl>
                                          <p:spTgt spid="67"/>
                                        </p:tgtEl>
                                      </p:cBhvr>
                                      <p:to x="100000" y="100000"/>
                                    </p:animScale>
                                    <p:animScale>
                                      <p:cBhvr>
                                        <p:cTn id="259" dur="1">
                                          <p:stCondLst>
                                            <p:cond delay="484"/>
                                          </p:stCondLst>
                                        </p:cTn>
                                        <p:tgtEl>
                                          <p:spTgt spid="67"/>
                                        </p:tgtEl>
                                      </p:cBhvr>
                                      <p:to x="100000" y="80000"/>
                                    </p:animScale>
                                    <p:animScale>
                                      <p:cBhvr>
                                        <p:cTn id="260" dur="1" decel="50000">
                                          <p:stCondLst>
                                            <p:cond delay="493"/>
                                          </p:stCondLst>
                                        </p:cTn>
                                        <p:tgtEl>
                                          <p:spTgt spid="67"/>
                                        </p:tgtEl>
                                      </p:cBhvr>
                                      <p:to x="100000" y="100000"/>
                                    </p:animScale>
                                    <p:animScale>
                                      <p:cBhvr>
                                        <p:cTn id="261" dur="1">
                                          <p:stCondLst>
                                            <p:cond delay="749"/>
                                          </p:stCondLst>
                                        </p:cTn>
                                        <p:tgtEl>
                                          <p:spTgt spid="67"/>
                                        </p:tgtEl>
                                      </p:cBhvr>
                                      <p:to x="100000" y="90000"/>
                                    </p:animScale>
                                    <p:animScale>
                                      <p:cBhvr>
                                        <p:cTn id="262" dur="1" decel="50000">
                                          <p:stCondLst>
                                            <p:cond delay="749"/>
                                          </p:stCondLst>
                                        </p:cTn>
                                        <p:tgtEl>
                                          <p:spTgt spid="67"/>
                                        </p:tgtEl>
                                      </p:cBhvr>
                                      <p:to x="100000" y="100000"/>
                                    </p:animScale>
                                    <p:animScale>
                                      <p:cBhvr>
                                        <p:cTn id="263" dur="1">
                                          <p:stCondLst>
                                            <p:cond delay="749"/>
                                          </p:stCondLst>
                                        </p:cTn>
                                        <p:tgtEl>
                                          <p:spTgt spid="67"/>
                                        </p:tgtEl>
                                      </p:cBhvr>
                                      <p:to x="100000" y="95000"/>
                                    </p:animScale>
                                    <p:animScale>
                                      <p:cBhvr>
                                        <p:cTn id="264" dur="1" decel="50000">
                                          <p:stCondLst>
                                            <p:cond delay="749"/>
                                          </p:stCondLst>
                                        </p:cTn>
                                        <p:tgtEl>
                                          <p:spTgt spid="67"/>
                                        </p:tgtEl>
                                      </p:cBhvr>
                                      <p:to x="100000" y="100000"/>
                                    </p:animScale>
                                  </p:childTnLst>
                                </p:cTn>
                              </p:par>
                            </p:childTnLst>
                          </p:cTn>
                        </p:par>
                        <p:par>
                          <p:cTn id="265" fill="hold">
                            <p:stCondLst>
                              <p:cond delay="20500"/>
                            </p:stCondLst>
                            <p:childTnLst>
                              <p:par>
                                <p:cTn id="266" presetID="42" presetClass="entr" presetSubtype="0" fill="hold" grpId="0" nodeType="afterEffect">
                                  <p:stCondLst>
                                    <p:cond delay="250"/>
                                  </p:stCondLst>
                                  <p:childTnLst>
                                    <p:set>
                                      <p:cBhvr>
                                        <p:cTn id="267" dur="1" fill="hold">
                                          <p:stCondLst>
                                            <p:cond delay="0"/>
                                          </p:stCondLst>
                                        </p:cTn>
                                        <p:tgtEl>
                                          <p:spTgt spid="45">
                                            <p:txEl>
                                              <p:pRg st="0" end="0"/>
                                            </p:txEl>
                                          </p:spTgt>
                                        </p:tgtEl>
                                        <p:attrNameLst>
                                          <p:attrName>style.visibility</p:attrName>
                                        </p:attrNameLst>
                                      </p:cBhvr>
                                      <p:to>
                                        <p:strVal val="visible"/>
                                      </p:to>
                                    </p:set>
                                    <p:animEffect transition="in" filter="fade">
                                      <p:cBhvr>
                                        <p:cTn id="268" dur="500"/>
                                        <p:tgtEl>
                                          <p:spTgt spid="45">
                                            <p:txEl>
                                              <p:pRg st="0" end="0"/>
                                            </p:txEl>
                                          </p:spTgt>
                                        </p:tgtEl>
                                      </p:cBhvr>
                                    </p:animEffect>
                                    <p:anim calcmode="lin" valueType="num">
                                      <p:cBhvr>
                                        <p:cTn id="269"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p:cTn id="270" dur="500" fill="hold"/>
                                        <p:tgtEl>
                                          <p:spTgt spid="45">
                                            <p:txEl>
                                              <p:pRg st="0" end="0"/>
                                            </p:txEl>
                                          </p:spTgt>
                                        </p:tgtEl>
                                        <p:attrNameLst>
                                          <p:attrName>ppt_y</p:attrName>
                                        </p:attrNameLst>
                                      </p:cBhvr>
                                      <p:tavLst>
                                        <p:tav tm="0">
                                          <p:val>
                                            <p:strVal val="#ppt_y+.1"/>
                                          </p:val>
                                        </p:tav>
                                        <p:tav tm="100000">
                                          <p:val>
                                            <p:strVal val="#ppt_y"/>
                                          </p:val>
                                        </p:tav>
                                      </p:tavLst>
                                    </p:anim>
                                  </p:childTnLst>
                                </p:cTn>
                              </p:par>
                            </p:childTnLst>
                          </p:cTn>
                        </p:par>
                        <p:par>
                          <p:cTn id="271" fill="hold">
                            <p:stCondLst>
                              <p:cond delay="21250"/>
                            </p:stCondLst>
                            <p:childTnLst>
                              <p:par>
                                <p:cTn id="272" presetID="42" presetClass="entr" presetSubtype="0" fill="hold" grpId="0" nodeType="afterEffect">
                                  <p:stCondLst>
                                    <p:cond delay="250"/>
                                  </p:stCondLst>
                                  <p:childTnLst>
                                    <p:set>
                                      <p:cBhvr>
                                        <p:cTn id="273" dur="1" fill="hold">
                                          <p:stCondLst>
                                            <p:cond delay="0"/>
                                          </p:stCondLst>
                                        </p:cTn>
                                        <p:tgtEl>
                                          <p:spTgt spid="45">
                                            <p:txEl>
                                              <p:pRg st="1" end="1"/>
                                            </p:txEl>
                                          </p:spTgt>
                                        </p:tgtEl>
                                        <p:attrNameLst>
                                          <p:attrName>style.visibility</p:attrName>
                                        </p:attrNameLst>
                                      </p:cBhvr>
                                      <p:to>
                                        <p:strVal val="visible"/>
                                      </p:to>
                                    </p:set>
                                    <p:animEffect transition="in" filter="fade">
                                      <p:cBhvr>
                                        <p:cTn id="274" dur="500"/>
                                        <p:tgtEl>
                                          <p:spTgt spid="45">
                                            <p:txEl>
                                              <p:pRg st="1" end="1"/>
                                            </p:txEl>
                                          </p:spTgt>
                                        </p:tgtEl>
                                      </p:cBhvr>
                                    </p:animEffect>
                                    <p:anim calcmode="lin" valueType="num">
                                      <p:cBhvr>
                                        <p:cTn id="275" dur="500" fill="hold"/>
                                        <p:tgtEl>
                                          <p:spTgt spid="45">
                                            <p:txEl>
                                              <p:pRg st="1" end="1"/>
                                            </p:txEl>
                                          </p:spTgt>
                                        </p:tgtEl>
                                        <p:attrNameLst>
                                          <p:attrName>ppt_x</p:attrName>
                                        </p:attrNameLst>
                                      </p:cBhvr>
                                      <p:tavLst>
                                        <p:tav tm="0">
                                          <p:val>
                                            <p:strVal val="#ppt_x"/>
                                          </p:val>
                                        </p:tav>
                                        <p:tav tm="100000">
                                          <p:val>
                                            <p:strVal val="#ppt_x"/>
                                          </p:val>
                                        </p:tav>
                                      </p:tavLst>
                                    </p:anim>
                                    <p:anim calcmode="lin" valueType="num">
                                      <p:cBhvr>
                                        <p:cTn id="276" dur="500" fill="hold"/>
                                        <p:tgtEl>
                                          <p:spTgt spid="4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build="p"/>
      <p:bldP spid="29" grpId="0"/>
      <p:bldP spid="35" grpId="0"/>
      <p:bldP spid="39" grpId="0"/>
      <p:bldP spid="40" grpId="0"/>
      <p:bldP spid="43" grpId="0" animBg="1"/>
      <p:bldP spid="45" grpId="0" build="p"/>
      <p:bldP spid="49" grpId="0"/>
      <p:bldP spid="42" grpId="0"/>
      <p:bldP spid="50" grpId="0"/>
      <p:bldP spid="52" grpId="0"/>
      <p:bldP spid="53" grpId="0"/>
      <p:bldP spid="54" grpId="0"/>
      <p:bldP spid="55" grpId="0" animBg="1"/>
      <p:bldP spid="61" grpId="0" build="p"/>
      <p:bldP spid="6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a 9">
            <a:extLst>
              <a:ext uri="{FF2B5EF4-FFF2-40B4-BE49-F238E27FC236}">
                <a16:creationId xmlns:a16="http://schemas.microsoft.com/office/drawing/2014/main" id="{A1C9F7D2-8229-4D3C-9ABA-CA93BD1C800F}"/>
              </a:ext>
            </a:extLst>
          </p:cNvPr>
          <p:cNvGraphicFramePr>
            <a:graphicFrameLocks noGrp="1"/>
          </p:cNvGraphicFramePr>
          <p:nvPr/>
        </p:nvGraphicFramePr>
        <p:xfrm>
          <a:off x="657917" y="3689962"/>
          <a:ext cx="3719180" cy="1526794"/>
        </p:xfrm>
        <a:graphic>
          <a:graphicData uri="http://schemas.openxmlformats.org/drawingml/2006/table">
            <a:tbl>
              <a:tblPr firstRow="1" firstCol="1" bandRow="1">
                <a:tableStyleId>{5C22544A-7EE6-4342-B048-85BDC9FD1C3A}</a:tableStyleId>
              </a:tblPr>
              <a:tblGrid>
                <a:gridCol w="753592">
                  <a:extLst>
                    <a:ext uri="{9D8B030D-6E8A-4147-A177-3AD203B41FA5}">
                      <a16:colId xmlns:a16="http://schemas.microsoft.com/office/drawing/2014/main" val="2303095545"/>
                    </a:ext>
                  </a:extLst>
                </a:gridCol>
                <a:gridCol w="583324">
                  <a:extLst>
                    <a:ext uri="{9D8B030D-6E8A-4147-A177-3AD203B41FA5}">
                      <a16:colId xmlns:a16="http://schemas.microsoft.com/office/drawing/2014/main" val="3311369781"/>
                    </a:ext>
                  </a:extLst>
                </a:gridCol>
                <a:gridCol w="633412">
                  <a:extLst>
                    <a:ext uri="{9D8B030D-6E8A-4147-A177-3AD203B41FA5}">
                      <a16:colId xmlns:a16="http://schemas.microsoft.com/office/drawing/2014/main" val="3427187705"/>
                    </a:ext>
                  </a:extLst>
                </a:gridCol>
                <a:gridCol w="633412">
                  <a:extLst>
                    <a:ext uri="{9D8B030D-6E8A-4147-A177-3AD203B41FA5}">
                      <a16:colId xmlns:a16="http://schemas.microsoft.com/office/drawing/2014/main" val="281095128"/>
                    </a:ext>
                  </a:extLst>
                </a:gridCol>
                <a:gridCol w="633412">
                  <a:extLst>
                    <a:ext uri="{9D8B030D-6E8A-4147-A177-3AD203B41FA5}">
                      <a16:colId xmlns:a16="http://schemas.microsoft.com/office/drawing/2014/main" val="1289445150"/>
                    </a:ext>
                  </a:extLst>
                </a:gridCol>
                <a:gridCol w="482028">
                  <a:extLst>
                    <a:ext uri="{9D8B030D-6E8A-4147-A177-3AD203B41FA5}">
                      <a16:colId xmlns:a16="http://schemas.microsoft.com/office/drawing/2014/main" val="3186201490"/>
                    </a:ext>
                  </a:extLst>
                </a:gridCol>
              </a:tblGrid>
              <a:tr h="190500">
                <a:tc rowSpan="2" gridSpan="2">
                  <a:txBody>
                    <a:bodyPr/>
                    <a:lstStyle/>
                    <a:p>
                      <a:pPr algn="ctr">
                        <a:lnSpc>
                          <a:spcPct val="115000"/>
                        </a:lnSpc>
                        <a:spcAft>
                          <a:spcPts val="0"/>
                        </a:spcAft>
                      </a:pPr>
                      <a:r>
                        <a:rPr lang="es-ES" sz="1200" dirty="0">
                          <a:solidFill>
                            <a:schemeClr val="tx2">
                              <a:lumMod val="75000"/>
                            </a:schemeClr>
                          </a:solidFill>
                          <a:effectLst/>
                          <a:latin typeface="Abadi" panose="020B0604020104020204" pitchFamily="34" charset="0"/>
                        </a:rPr>
                        <a:t> </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rowSpan="2" hMerge="1">
                  <a:txBody>
                    <a:bodyPr/>
                    <a:lstStyle/>
                    <a:p>
                      <a:endParaRPr lang="es-AR"/>
                    </a:p>
                  </a:txBody>
                  <a:tcPr/>
                </a:tc>
                <a:tc gridSpan="4">
                  <a:txBody>
                    <a:bodyPr/>
                    <a:lstStyle/>
                    <a:p>
                      <a:pPr algn="ctr">
                        <a:lnSpc>
                          <a:spcPct val="115000"/>
                        </a:lnSpc>
                        <a:spcAft>
                          <a:spcPts val="0"/>
                        </a:spcAft>
                      </a:pPr>
                      <a:r>
                        <a:rPr lang="es-ES" sz="1200" dirty="0">
                          <a:solidFill>
                            <a:schemeClr val="tx2">
                              <a:lumMod val="75000"/>
                            </a:schemeClr>
                          </a:solidFill>
                          <a:effectLst/>
                          <a:latin typeface="Abadi" panose="020B0604020104020204" pitchFamily="34" charset="0"/>
                        </a:rPr>
                        <a:t>Variaciones de la </a:t>
                      </a:r>
                      <a:endParaRPr lang="es-AR" sz="1200" dirty="0">
                        <a:solidFill>
                          <a:schemeClr val="tx2">
                            <a:lumMod val="75000"/>
                          </a:schemeClr>
                        </a:solidFill>
                        <a:effectLst/>
                        <a:latin typeface="Abadi" panose="020B0604020104020204" pitchFamily="34" charset="0"/>
                      </a:endParaRPr>
                    </a:p>
                    <a:p>
                      <a:pPr algn="ctr">
                        <a:lnSpc>
                          <a:spcPct val="115000"/>
                        </a:lnSpc>
                        <a:spcAft>
                          <a:spcPts val="0"/>
                        </a:spcAft>
                      </a:pPr>
                      <a:r>
                        <a:rPr lang="es-ES" sz="1200" dirty="0">
                          <a:solidFill>
                            <a:schemeClr val="tx2">
                              <a:lumMod val="75000"/>
                            </a:schemeClr>
                          </a:solidFill>
                          <a:effectLst/>
                          <a:latin typeface="Abadi" panose="020B0604020104020204" pitchFamily="34" charset="0"/>
                        </a:rPr>
                        <a:t>Base Monetaria</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3514272964"/>
                  </a:ext>
                </a:extLst>
              </a:tr>
              <a:tr h="190500">
                <a:tc gridSpan="2" vMerge="1">
                  <a:txBody>
                    <a:bodyPr/>
                    <a:lstStyle/>
                    <a:p>
                      <a:endParaRPr lang="es-AR"/>
                    </a:p>
                  </a:txBody>
                  <a:tcPr/>
                </a:tc>
                <a:tc hMerge="1" vMerge="1">
                  <a:txBody>
                    <a:bodyPr/>
                    <a:lstStyle/>
                    <a:p>
                      <a:endParaRPr lang="es-AR"/>
                    </a:p>
                  </a:txBody>
                  <a:tcPr/>
                </a:tc>
                <a:tc>
                  <a:txBody>
                    <a:bodyPr/>
                    <a:lstStyle/>
                    <a:p>
                      <a:pPr algn="ctr">
                        <a:lnSpc>
                          <a:spcPct val="115000"/>
                        </a:lnSpc>
                        <a:spcAft>
                          <a:spcPts val="0"/>
                        </a:spcAft>
                      </a:pPr>
                      <a:r>
                        <a:rPr lang="es-AR" sz="1200" dirty="0">
                          <a:solidFill>
                            <a:schemeClr val="tx2">
                              <a:lumMod val="75000"/>
                            </a:schemeClr>
                          </a:solidFill>
                          <a:effectLst/>
                          <a:latin typeface="Abadi" panose="020B0604020104020204" pitchFamily="34" charset="0"/>
                        </a:rPr>
                        <a:t>∆</a:t>
                      </a:r>
                      <a:r>
                        <a:rPr lang="es-ES" sz="1200" dirty="0">
                          <a:solidFill>
                            <a:schemeClr val="tx2">
                              <a:lumMod val="75000"/>
                            </a:schemeClr>
                          </a:solidFill>
                          <a:effectLst/>
                          <a:latin typeface="Abadi" panose="020B0604020104020204" pitchFamily="34" charset="0"/>
                        </a:rPr>
                        <a:t>M &lt; 0</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AR" sz="1200">
                          <a:solidFill>
                            <a:schemeClr val="tx2">
                              <a:lumMod val="75000"/>
                            </a:schemeClr>
                          </a:solidFill>
                          <a:effectLst/>
                          <a:latin typeface="Abadi" panose="020B0604020104020204" pitchFamily="34" charset="0"/>
                        </a:rPr>
                        <a:t>∆</a:t>
                      </a:r>
                      <a:r>
                        <a:rPr lang="es-ES" sz="1200">
                          <a:solidFill>
                            <a:schemeClr val="tx2">
                              <a:lumMod val="75000"/>
                            </a:schemeClr>
                          </a:solidFill>
                          <a:effectLst/>
                          <a:latin typeface="Abadi" panose="020B0604020104020204" pitchFamily="34" charset="0"/>
                        </a:rPr>
                        <a:t>M = 0</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AR" sz="1200">
                          <a:solidFill>
                            <a:schemeClr val="tx2">
                              <a:lumMod val="75000"/>
                            </a:schemeClr>
                          </a:solidFill>
                          <a:effectLst/>
                          <a:latin typeface="Abadi" panose="020B0604020104020204" pitchFamily="34" charset="0"/>
                        </a:rPr>
                        <a:t>∆</a:t>
                      </a:r>
                      <a:r>
                        <a:rPr lang="es-ES" sz="1200">
                          <a:solidFill>
                            <a:schemeClr val="tx2">
                              <a:lumMod val="75000"/>
                            </a:schemeClr>
                          </a:solidFill>
                          <a:effectLst/>
                          <a:latin typeface="Abadi" panose="020B0604020104020204" pitchFamily="34" charset="0"/>
                        </a:rPr>
                        <a:t>M &gt; 0</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200">
                          <a:solidFill>
                            <a:schemeClr val="tx2">
                              <a:lumMod val="75000"/>
                            </a:schemeClr>
                          </a:solidFill>
                          <a:effectLst/>
                          <a:latin typeface="Abadi" panose="020B0604020104020204" pitchFamily="34" charset="0"/>
                        </a:rPr>
                        <a:t> Total</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075078894"/>
                  </a:ext>
                </a:extLst>
              </a:tr>
              <a:tr h="190500">
                <a:tc rowSpan="4">
                  <a:txBody>
                    <a:bodyPr/>
                    <a:lstStyle/>
                    <a:p>
                      <a:pPr algn="ctr">
                        <a:lnSpc>
                          <a:spcPct val="115000"/>
                        </a:lnSpc>
                        <a:spcAft>
                          <a:spcPts val="0"/>
                        </a:spcAft>
                      </a:pPr>
                      <a:r>
                        <a:rPr lang="es-ES" sz="1200" dirty="0">
                          <a:solidFill>
                            <a:schemeClr val="tx2">
                              <a:lumMod val="75000"/>
                            </a:schemeClr>
                          </a:solidFill>
                          <a:effectLst/>
                          <a:latin typeface="Abadi" panose="020B0604020104020204" pitchFamily="34" charset="0"/>
                        </a:rPr>
                        <a:t>Variación de Activos</a:t>
                      </a:r>
                      <a:br>
                        <a:rPr lang="es-ES" sz="1200" dirty="0">
                          <a:solidFill>
                            <a:schemeClr val="tx2">
                              <a:lumMod val="75000"/>
                            </a:schemeClr>
                          </a:solidFill>
                          <a:effectLst/>
                          <a:latin typeface="Abadi" panose="020B0604020104020204" pitchFamily="34" charset="0"/>
                        </a:rPr>
                      </a:br>
                      <a:r>
                        <a:rPr lang="es-ES" sz="1200" dirty="0">
                          <a:solidFill>
                            <a:schemeClr val="tx2">
                              <a:lumMod val="75000"/>
                            </a:schemeClr>
                          </a:solidFill>
                          <a:effectLst/>
                          <a:latin typeface="Abadi" panose="020B0604020104020204" pitchFamily="34" charset="0"/>
                        </a:rPr>
                        <a:t>internos</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AR" sz="1200">
                          <a:solidFill>
                            <a:schemeClr val="tx2">
                              <a:lumMod val="75000"/>
                            </a:schemeClr>
                          </a:solidFill>
                          <a:effectLst/>
                          <a:latin typeface="Abadi" panose="020B0604020104020204" pitchFamily="34" charset="0"/>
                        </a:rPr>
                        <a:t>∆</a:t>
                      </a:r>
                      <a:r>
                        <a:rPr lang="es-ES" sz="1200">
                          <a:solidFill>
                            <a:schemeClr val="tx2">
                              <a:lumMod val="75000"/>
                            </a:schemeClr>
                          </a:solidFill>
                          <a:effectLst/>
                          <a:latin typeface="Abadi" panose="020B0604020104020204" pitchFamily="34" charset="0"/>
                        </a:rPr>
                        <a:t>A &lt; 0</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b="1" dirty="0">
                          <a:solidFill>
                            <a:schemeClr val="tx2">
                              <a:lumMod val="75000"/>
                            </a:schemeClr>
                          </a:solidFill>
                          <a:effectLst/>
                          <a:latin typeface="Abadi" panose="020B0604020104020204" pitchFamily="34" charset="0"/>
                        </a:rPr>
                        <a:t>10</a:t>
                      </a:r>
                      <a:endParaRPr lang="es-AR" sz="1400" b="1"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0</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10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782231253"/>
                  </a:ext>
                </a:extLst>
              </a:tr>
              <a:tr h="190500">
                <a:tc vMerge="1">
                  <a:txBody>
                    <a:bodyPr/>
                    <a:lstStyle/>
                    <a:p>
                      <a:endParaRPr lang="es-AR"/>
                    </a:p>
                  </a:txBody>
                  <a:tcPr/>
                </a:tc>
                <a:tc>
                  <a:txBody>
                    <a:bodyPr/>
                    <a:lstStyle/>
                    <a:p>
                      <a:pPr algn="ctr">
                        <a:lnSpc>
                          <a:spcPct val="115000"/>
                        </a:lnSpc>
                        <a:spcAft>
                          <a:spcPts val="0"/>
                        </a:spcAft>
                      </a:pPr>
                      <a:r>
                        <a:rPr lang="es-AR" sz="1200">
                          <a:solidFill>
                            <a:schemeClr val="tx2">
                              <a:lumMod val="75000"/>
                            </a:schemeClr>
                          </a:solidFill>
                          <a:effectLst/>
                          <a:latin typeface="Abadi" panose="020B0604020104020204" pitchFamily="34" charset="0"/>
                        </a:rPr>
                        <a:t>∆</a:t>
                      </a:r>
                      <a:r>
                        <a:rPr lang="es-ES" sz="1200">
                          <a:solidFill>
                            <a:schemeClr val="tx2">
                              <a:lumMod val="75000"/>
                            </a:schemeClr>
                          </a:solidFill>
                          <a:effectLst/>
                          <a:latin typeface="Abadi" panose="020B0604020104020204" pitchFamily="34" charset="0"/>
                        </a:rPr>
                        <a:t>A = 0</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b="1" dirty="0">
                          <a:solidFill>
                            <a:schemeClr val="tx2">
                              <a:lumMod val="75000"/>
                            </a:schemeClr>
                          </a:solidFill>
                          <a:effectLst/>
                          <a:latin typeface="Abadi" panose="020B0604020104020204" pitchFamily="34" charset="0"/>
                        </a:rPr>
                        <a:t>4</a:t>
                      </a:r>
                      <a:endParaRPr lang="es-AR" sz="1400" b="1"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0</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4</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396568603"/>
                  </a:ext>
                </a:extLst>
              </a:tr>
              <a:tr h="190500">
                <a:tc vMerge="1">
                  <a:txBody>
                    <a:bodyPr/>
                    <a:lstStyle/>
                    <a:p>
                      <a:endParaRPr lang="es-AR"/>
                    </a:p>
                  </a:txBody>
                  <a:tcPr/>
                </a:tc>
                <a:tc>
                  <a:txBody>
                    <a:bodyPr/>
                    <a:lstStyle/>
                    <a:p>
                      <a:pPr algn="ctr">
                        <a:lnSpc>
                          <a:spcPct val="115000"/>
                        </a:lnSpc>
                        <a:spcAft>
                          <a:spcPts val="0"/>
                        </a:spcAft>
                      </a:pPr>
                      <a:r>
                        <a:rPr lang="es-AR" sz="1200">
                          <a:solidFill>
                            <a:schemeClr val="tx2">
                              <a:lumMod val="75000"/>
                            </a:schemeClr>
                          </a:solidFill>
                          <a:effectLst/>
                          <a:latin typeface="Abadi" panose="020B0604020104020204" pitchFamily="34" charset="0"/>
                        </a:rPr>
                        <a:t>∆</a:t>
                      </a:r>
                      <a:r>
                        <a:rPr lang="es-ES" sz="1200">
                          <a:solidFill>
                            <a:schemeClr val="tx2">
                              <a:lumMod val="75000"/>
                            </a:schemeClr>
                          </a:solidFill>
                          <a:effectLst/>
                          <a:latin typeface="Abadi" panose="020B0604020104020204" pitchFamily="34" charset="0"/>
                        </a:rPr>
                        <a:t>A &gt; 0</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0</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b="1" dirty="0">
                          <a:solidFill>
                            <a:schemeClr val="tx2">
                              <a:lumMod val="75000"/>
                            </a:schemeClr>
                          </a:solidFill>
                          <a:effectLst/>
                          <a:latin typeface="Abadi" panose="020B0604020104020204" pitchFamily="34" charset="0"/>
                        </a:rPr>
                        <a:t>6</a:t>
                      </a:r>
                      <a:endParaRPr lang="es-AR" sz="1400" b="1"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6</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92719972"/>
                  </a:ext>
                </a:extLst>
              </a:tr>
              <a:tr h="190500">
                <a:tc vMerge="1">
                  <a:txBody>
                    <a:bodyPr/>
                    <a:lstStyle/>
                    <a:p>
                      <a:endParaRPr lang="es-AR"/>
                    </a:p>
                  </a:txBody>
                  <a:tcPr/>
                </a:tc>
                <a:tc>
                  <a:txBody>
                    <a:bodyPr/>
                    <a:lstStyle/>
                    <a:p>
                      <a:pPr>
                        <a:lnSpc>
                          <a:spcPct val="115000"/>
                        </a:lnSpc>
                        <a:spcAft>
                          <a:spcPts val="0"/>
                        </a:spcAft>
                      </a:pPr>
                      <a:r>
                        <a:rPr lang="es-ES" sz="1200">
                          <a:solidFill>
                            <a:schemeClr val="tx2">
                              <a:lumMod val="75000"/>
                            </a:schemeClr>
                          </a:solidFill>
                          <a:effectLst/>
                          <a:latin typeface="Abadi" panose="020B0604020104020204" pitchFamily="34" charset="0"/>
                        </a:rPr>
                        <a:t> Total</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10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4</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6</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20</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390950826"/>
                  </a:ext>
                </a:extLst>
              </a:tr>
            </a:tbl>
          </a:graphicData>
        </a:graphic>
      </p:graphicFrame>
      <p:pic>
        <p:nvPicPr>
          <p:cNvPr id="16" name="Gráfico 15" descr="Calendario giratorio">
            <a:extLst>
              <a:ext uri="{FF2B5EF4-FFF2-40B4-BE49-F238E27FC236}">
                <a16:creationId xmlns:a16="http://schemas.microsoft.com/office/drawing/2014/main" id="{C065123C-EC67-4074-9FFC-A9308BDB798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5990" y="3150451"/>
            <a:ext cx="1280167" cy="1228479"/>
          </a:xfrm>
          <a:prstGeom prst="rect">
            <a:avLst/>
          </a:prstGeom>
        </p:spPr>
      </p:pic>
      <p:sp>
        <p:nvSpPr>
          <p:cNvPr id="17" name="Rectángulo 16">
            <a:extLst>
              <a:ext uri="{FF2B5EF4-FFF2-40B4-BE49-F238E27FC236}">
                <a16:creationId xmlns:a16="http://schemas.microsoft.com/office/drawing/2014/main" id="{C76C65E8-E0CC-4AEE-8C12-D5C0FFF3DC70}"/>
              </a:ext>
            </a:extLst>
          </p:cNvPr>
          <p:cNvSpPr/>
          <p:nvPr/>
        </p:nvSpPr>
        <p:spPr>
          <a:xfrm>
            <a:off x="696958" y="3659862"/>
            <a:ext cx="734496" cy="523220"/>
          </a:xfrm>
          <a:prstGeom prst="rect">
            <a:avLst/>
          </a:prstGeom>
        </p:spPr>
        <p:txBody>
          <a:bodyPr wrap="none">
            <a:spAutoFit/>
          </a:bodyPr>
          <a:lstStyle/>
          <a:p>
            <a:pPr algn="ctr"/>
            <a:r>
              <a:rPr lang="es-AR" sz="1400" b="1" dirty="0">
                <a:solidFill>
                  <a:schemeClr val="tx2">
                    <a:lumMod val="75000"/>
                  </a:schemeClr>
                </a:solidFill>
                <a:latin typeface="Abadi" panose="020B0604020104020204" pitchFamily="34" charset="0"/>
                <a:cs typeface="Browallia New" panose="020B0604020202020204" pitchFamily="34" charset="-34"/>
              </a:rPr>
              <a:t>Mar 32</a:t>
            </a:r>
          </a:p>
          <a:p>
            <a:pPr algn="ctr"/>
            <a:r>
              <a:rPr lang="es-AR" sz="1400" b="1" dirty="0">
                <a:solidFill>
                  <a:schemeClr val="tx2">
                    <a:lumMod val="75000"/>
                  </a:schemeClr>
                </a:solidFill>
                <a:latin typeface="Abadi" panose="020B0604020104020204" pitchFamily="34" charset="0"/>
                <a:cs typeface="Browallia New" panose="020B0604020202020204" pitchFamily="34" charset="-34"/>
              </a:rPr>
              <a:t>Oct 33</a:t>
            </a:r>
          </a:p>
        </p:txBody>
      </p:sp>
      <p:graphicFrame>
        <p:nvGraphicFramePr>
          <p:cNvPr id="11" name="Tabla 10">
            <a:extLst>
              <a:ext uri="{FF2B5EF4-FFF2-40B4-BE49-F238E27FC236}">
                <a16:creationId xmlns:a16="http://schemas.microsoft.com/office/drawing/2014/main" id="{DDDB8AD3-11D5-4D57-B4B5-F37E4934C946}"/>
              </a:ext>
            </a:extLst>
          </p:cNvPr>
          <p:cNvGraphicFramePr>
            <a:graphicFrameLocks noGrp="1"/>
          </p:cNvGraphicFramePr>
          <p:nvPr/>
        </p:nvGraphicFramePr>
        <p:xfrm>
          <a:off x="4688091" y="3689962"/>
          <a:ext cx="3747565" cy="1526794"/>
        </p:xfrm>
        <a:graphic>
          <a:graphicData uri="http://schemas.openxmlformats.org/drawingml/2006/table">
            <a:tbl>
              <a:tblPr firstRow="1" firstCol="1" bandRow="1">
                <a:tableStyleId>{5C22544A-7EE6-4342-B048-85BDC9FD1C3A}</a:tableStyleId>
              </a:tblPr>
              <a:tblGrid>
                <a:gridCol w="755701">
                  <a:extLst>
                    <a:ext uri="{9D8B030D-6E8A-4147-A177-3AD203B41FA5}">
                      <a16:colId xmlns:a16="http://schemas.microsoft.com/office/drawing/2014/main" val="3289317262"/>
                    </a:ext>
                  </a:extLst>
                </a:gridCol>
                <a:gridCol w="609600">
                  <a:extLst>
                    <a:ext uri="{9D8B030D-6E8A-4147-A177-3AD203B41FA5}">
                      <a16:colId xmlns:a16="http://schemas.microsoft.com/office/drawing/2014/main" val="1186593686"/>
                    </a:ext>
                  </a:extLst>
                </a:gridCol>
                <a:gridCol w="633412">
                  <a:extLst>
                    <a:ext uri="{9D8B030D-6E8A-4147-A177-3AD203B41FA5}">
                      <a16:colId xmlns:a16="http://schemas.microsoft.com/office/drawing/2014/main" val="1602875591"/>
                    </a:ext>
                  </a:extLst>
                </a:gridCol>
                <a:gridCol w="633412">
                  <a:extLst>
                    <a:ext uri="{9D8B030D-6E8A-4147-A177-3AD203B41FA5}">
                      <a16:colId xmlns:a16="http://schemas.microsoft.com/office/drawing/2014/main" val="415304763"/>
                    </a:ext>
                  </a:extLst>
                </a:gridCol>
                <a:gridCol w="633412">
                  <a:extLst>
                    <a:ext uri="{9D8B030D-6E8A-4147-A177-3AD203B41FA5}">
                      <a16:colId xmlns:a16="http://schemas.microsoft.com/office/drawing/2014/main" val="428585677"/>
                    </a:ext>
                  </a:extLst>
                </a:gridCol>
                <a:gridCol w="482028">
                  <a:extLst>
                    <a:ext uri="{9D8B030D-6E8A-4147-A177-3AD203B41FA5}">
                      <a16:colId xmlns:a16="http://schemas.microsoft.com/office/drawing/2014/main" val="4231758605"/>
                    </a:ext>
                  </a:extLst>
                </a:gridCol>
              </a:tblGrid>
              <a:tr h="190500">
                <a:tc rowSpan="2" gridSpan="2">
                  <a:txBody>
                    <a:bodyPr/>
                    <a:lstStyle/>
                    <a:p>
                      <a:pPr algn="ctr">
                        <a:lnSpc>
                          <a:spcPct val="115000"/>
                        </a:lnSpc>
                        <a:spcAft>
                          <a:spcPts val="0"/>
                        </a:spcAft>
                      </a:pPr>
                      <a:r>
                        <a:rPr lang="es-ES" sz="1200">
                          <a:solidFill>
                            <a:schemeClr val="tx2">
                              <a:lumMod val="75000"/>
                            </a:schemeClr>
                          </a:solidFill>
                          <a:effectLst/>
                          <a:latin typeface="Abadi" panose="020B0604020104020204" pitchFamily="34" charset="0"/>
                        </a:rPr>
                        <a:t> </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rowSpan="2" hMerge="1">
                  <a:txBody>
                    <a:bodyPr/>
                    <a:lstStyle/>
                    <a:p>
                      <a:endParaRPr lang="es-AR"/>
                    </a:p>
                  </a:txBody>
                  <a:tcPr/>
                </a:tc>
                <a:tc gridSpan="4">
                  <a:txBody>
                    <a:bodyPr/>
                    <a:lstStyle/>
                    <a:p>
                      <a:pPr algn="ctr">
                        <a:lnSpc>
                          <a:spcPct val="115000"/>
                        </a:lnSpc>
                        <a:spcAft>
                          <a:spcPts val="0"/>
                        </a:spcAft>
                      </a:pPr>
                      <a:r>
                        <a:rPr lang="es-ES" sz="1200" dirty="0">
                          <a:solidFill>
                            <a:schemeClr val="tx2">
                              <a:lumMod val="75000"/>
                            </a:schemeClr>
                          </a:solidFill>
                          <a:effectLst/>
                          <a:latin typeface="Abadi" panose="020B0604020104020204" pitchFamily="34" charset="0"/>
                        </a:rPr>
                        <a:t>Variaciones de la </a:t>
                      </a:r>
                      <a:endParaRPr lang="es-AR" sz="1200" dirty="0">
                        <a:solidFill>
                          <a:schemeClr val="tx2">
                            <a:lumMod val="75000"/>
                          </a:schemeClr>
                        </a:solidFill>
                        <a:effectLst/>
                        <a:latin typeface="Abadi" panose="020B0604020104020204" pitchFamily="34" charset="0"/>
                      </a:endParaRPr>
                    </a:p>
                    <a:p>
                      <a:pPr algn="ctr">
                        <a:lnSpc>
                          <a:spcPct val="115000"/>
                        </a:lnSpc>
                        <a:spcAft>
                          <a:spcPts val="0"/>
                        </a:spcAft>
                      </a:pPr>
                      <a:r>
                        <a:rPr lang="es-ES" sz="1200" dirty="0">
                          <a:solidFill>
                            <a:schemeClr val="tx2">
                              <a:lumMod val="75000"/>
                            </a:schemeClr>
                          </a:solidFill>
                          <a:effectLst/>
                          <a:latin typeface="Abadi" panose="020B0604020104020204" pitchFamily="34" charset="0"/>
                        </a:rPr>
                        <a:t>Base Monetaria</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1236404376"/>
                  </a:ext>
                </a:extLst>
              </a:tr>
              <a:tr h="190500">
                <a:tc gridSpan="2" vMerge="1">
                  <a:txBody>
                    <a:bodyPr/>
                    <a:lstStyle/>
                    <a:p>
                      <a:endParaRPr lang="es-AR"/>
                    </a:p>
                  </a:txBody>
                  <a:tcPr/>
                </a:tc>
                <a:tc hMerge="1" vMerge="1">
                  <a:txBody>
                    <a:bodyPr/>
                    <a:lstStyle/>
                    <a:p>
                      <a:endParaRPr lang="es-AR"/>
                    </a:p>
                  </a:txBody>
                  <a:tcPr/>
                </a:tc>
                <a:tc>
                  <a:txBody>
                    <a:bodyPr/>
                    <a:lstStyle/>
                    <a:p>
                      <a:pPr algn="ctr">
                        <a:lnSpc>
                          <a:spcPct val="115000"/>
                        </a:lnSpc>
                        <a:spcAft>
                          <a:spcPts val="0"/>
                        </a:spcAft>
                      </a:pPr>
                      <a:r>
                        <a:rPr lang="es-AR" sz="1200" dirty="0">
                          <a:solidFill>
                            <a:schemeClr val="tx2">
                              <a:lumMod val="75000"/>
                            </a:schemeClr>
                          </a:solidFill>
                          <a:effectLst/>
                          <a:latin typeface="Abadi" panose="020B0604020104020204" pitchFamily="34" charset="0"/>
                        </a:rPr>
                        <a:t>∆</a:t>
                      </a:r>
                      <a:r>
                        <a:rPr lang="es-ES" sz="1200" dirty="0">
                          <a:solidFill>
                            <a:schemeClr val="tx2">
                              <a:lumMod val="75000"/>
                            </a:schemeClr>
                          </a:solidFill>
                          <a:effectLst/>
                          <a:latin typeface="Abadi" panose="020B0604020104020204" pitchFamily="34" charset="0"/>
                        </a:rPr>
                        <a:t>M &lt; 0</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AR" sz="1200" dirty="0">
                          <a:solidFill>
                            <a:schemeClr val="tx2">
                              <a:lumMod val="75000"/>
                            </a:schemeClr>
                          </a:solidFill>
                          <a:effectLst/>
                          <a:latin typeface="Abadi" panose="020B0604020104020204" pitchFamily="34" charset="0"/>
                        </a:rPr>
                        <a:t>∆</a:t>
                      </a:r>
                      <a:r>
                        <a:rPr lang="es-ES" sz="1200" dirty="0">
                          <a:solidFill>
                            <a:schemeClr val="tx2">
                              <a:lumMod val="75000"/>
                            </a:schemeClr>
                          </a:solidFill>
                          <a:effectLst/>
                          <a:latin typeface="Abadi" panose="020B0604020104020204" pitchFamily="34" charset="0"/>
                        </a:rPr>
                        <a:t>M = 0</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AR" sz="1200" dirty="0">
                          <a:solidFill>
                            <a:schemeClr val="tx2">
                              <a:lumMod val="75000"/>
                            </a:schemeClr>
                          </a:solidFill>
                          <a:effectLst/>
                          <a:latin typeface="Abadi" panose="020B0604020104020204" pitchFamily="34" charset="0"/>
                        </a:rPr>
                        <a:t>∆</a:t>
                      </a:r>
                      <a:r>
                        <a:rPr lang="es-ES" sz="1200" dirty="0">
                          <a:solidFill>
                            <a:schemeClr val="tx2">
                              <a:lumMod val="75000"/>
                            </a:schemeClr>
                          </a:solidFill>
                          <a:effectLst/>
                          <a:latin typeface="Abadi" panose="020B0604020104020204" pitchFamily="34" charset="0"/>
                        </a:rPr>
                        <a:t>M &gt; 0</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200">
                          <a:solidFill>
                            <a:schemeClr val="tx2">
                              <a:lumMod val="75000"/>
                            </a:schemeClr>
                          </a:solidFill>
                          <a:effectLst/>
                          <a:latin typeface="Abadi" panose="020B0604020104020204" pitchFamily="34" charset="0"/>
                        </a:rPr>
                        <a:t> Total</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589298083"/>
                  </a:ext>
                </a:extLst>
              </a:tr>
              <a:tr h="190500">
                <a:tc rowSpan="4">
                  <a:txBody>
                    <a:bodyPr/>
                    <a:lstStyle/>
                    <a:p>
                      <a:pPr algn="ctr">
                        <a:lnSpc>
                          <a:spcPct val="115000"/>
                        </a:lnSpc>
                        <a:spcAft>
                          <a:spcPts val="0"/>
                        </a:spcAft>
                      </a:pPr>
                      <a:r>
                        <a:rPr lang="es-ES" sz="1200" dirty="0">
                          <a:solidFill>
                            <a:schemeClr val="tx2">
                              <a:lumMod val="75000"/>
                            </a:schemeClr>
                          </a:solidFill>
                          <a:effectLst/>
                          <a:latin typeface="Abadi" panose="020B0604020104020204" pitchFamily="34" charset="0"/>
                        </a:rPr>
                        <a:t>Variación de Activos</a:t>
                      </a:r>
                      <a:br>
                        <a:rPr lang="es-ES" sz="1200" dirty="0">
                          <a:solidFill>
                            <a:schemeClr val="tx2">
                              <a:lumMod val="75000"/>
                            </a:schemeClr>
                          </a:solidFill>
                          <a:effectLst/>
                          <a:latin typeface="Abadi" panose="020B0604020104020204" pitchFamily="34" charset="0"/>
                        </a:rPr>
                      </a:br>
                      <a:r>
                        <a:rPr lang="es-ES" sz="1200" dirty="0">
                          <a:solidFill>
                            <a:schemeClr val="tx2">
                              <a:lumMod val="75000"/>
                            </a:schemeClr>
                          </a:solidFill>
                          <a:effectLst/>
                          <a:latin typeface="Abadi" panose="020B0604020104020204" pitchFamily="34" charset="0"/>
                        </a:rPr>
                        <a:t>internos</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AR" sz="1200">
                          <a:solidFill>
                            <a:schemeClr val="tx2">
                              <a:lumMod val="75000"/>
                            </a:schemeClr>
                          </a:solidFill>
                          <a:effectLst/>
                          <a:latin typeface="Abadi" panose="020B0604020104020204" pitchFamily="34" charset="0"/>
                        </a:rPr>
                        <a:t>∆</a:t>
                      </a:r>
                      <a:r>
                        <a:rPr lang="es-ES" sz="1200">
                          <a:solidFill>
                            <a:schemeClr val="tx2">
                              <a:lumMod val="75000"/>
                            </a:schemeClr>
                          </a:solidFill>
                          <a:effectLst/>
                          <a:latin typeface="Abadi" panose="020B0604020104020204" pitchFamily="34" charset="0"/>
                        </a:rPr>
                        <a:t>A &lt; 0</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b="1" dirty="0">
                          <a:solidFill>
                            <a:schemeClr val="tx2">
                              <a:lumMod val="75000"/>
                            </a:schemeClr>
                          </a:solidFill>
                          <a:effectLst/>
                          <a:latin typeface="Abadi" panose="020B0604020104020204" pitchFamily="34" charset="0"/>
                        </a:rPr>
                        <a:t>9</a:t>
                      </a:r>
                      <a:endParaRPr lang="es-AR" sz="1400" b="1"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9</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394994346"/>
                  </a:ext>
                </a:extLst>
              </a:tr>
              <a:tr h="190500">
                <a:tc vMerge="1">
                  <a:txBody>
                    <a:bodyPr/>
                    <a:lstStyle/>
                    <a:p>
                      <a:endParaRPr lang="es-AR"/>
                    </a:p>
                  </a:txBody>
                  <a:tcPr/>
                </a:tc>
                <a:tc>
                  <a:txBody>
                    <a:bodyPr/>
                    <a:lstStyle/>
                    <a:p>
                      <a:pPr algn="ctr">
                        <a:lnSpc>
                          <a:spcPct val="115000"/>
                        </a:lnSpc>
                        <a:spcAft>
                          <a:spcPts val="0"/>
                        </a:spcAft>
                      </a:pPr>
                      <a:r>
                        <a:rPr lang="es-AR" sz="1200">
                          <a:solidFill>
                            <a:schemeClr val="tx2">
                              <a:lumMod val="75000"/>
                            </a:schemeClr>
                          </a:solidFill>
                          <a:effectLst/>
                          <a:latin typeface="Abadi" panose="020B0604020104020204" pitchFamily="34" charset="0"/>
                        </a:rPr>
                        <a:t>∆</a:t>
                      </a:r>
                      <a:r>
                        <a:rPr lang="es-ES" sz="1200">
                          <a:solidFill>
                            <a:schemeClr val="tx2">
                              <a:lumMod val="75000"/>
                            </a:schemeClr>
                          </a:solidFill>
                          <a:effectLst/>
                          <a:latin typeface="Abadi" panose="020B0604020104020204" pitchFamily="34" charset="0"/>
                        </a:rPr>
                        <a:t>A = 0</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0</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b="1" dirty="0">
                          <a:solidFill>
                            <a:schemeClr val="tx2">
                              <a:lumMod val="75000"/>
                            </a:schemeClr>
                          </a:solidFill>
                          <a:effectLst/>
                          <a:latin typeface="Abadi" panose="020B0604020104020204" pitchFamily="34" charset="0"/>
                        </a:rPr>
                        <a:t>0</a:t>
                      </a:r>
                      <a:endParaRPr lang="es-AR" sz="1400" b="1"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008146604"/>
                  </a:ext>
                </a:extLst>
              </a:tr>
              <a:tr h="190500">
                <a:tc vMerge="1">
                  <a:txBody>
                    <a:bodyPr/>
                    <a:lstStyle/>
                    <a:p>
                      <a:endParaRPr lang="es-AR"/>
                    </a:p>
                  </a:txBody>
                  <a:tcPr/>
                </a:tc>
                <a:tc>
                  <a:txBody>
                    <a:bodyPr/>
                    <a:lstStyle/>
                    <a:p>
                      <a:pPr algn="ctr">
                        <a:lnSpc>
                          <a:spcPct val="115000"/>
                        </a:lnSpc>
                        <a:spcAft>
                          <a:spcPts val="0"/>
                        </a:spcAft>
                      </a:pPr>
                      <a:r>
                        <a:rPr lang="es-AR" sz="1200" dirty="0">
                          <a:solidFill>
                            <a:schemeClr val="tx2">
                              <a:lumMod val="75000"/>
                            </a:schemeClr>
                          </a:solidFill>
                          <a:effectLst/>
                          <a:latin typeface="Abadi" panose="020B0604020104020204" pitchFamily="34" charset="0"/>
                        </a:rPr>
                        <a:t>∆</a:t>
                      </a:r>
                      <a:r>
                        <a:rPr lang="es-ES" sz="1200" dirty="0">
                          <a:solidFill>
                            <a:schemeClr val="tx2">
                              <a:lumMod val="75000"/>
                            </a:schemeClr>
                          </a:solidFill>
                          <a:effectLst/>
                          <a:latin typeface="Abadi" panose="020B0604020104020204" pitchFamily="34" charset="0"/>
                        </a:rPr>
                        <a:t>A &gt; 0</a:t>
                      </a:r>
                      <a:endParaRPr lang="es-AR" sz="12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1</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0</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b="1" dirty="0">
                          <a:solidFill>
                            <a:schemeClr val="tx2">
                              <a:lumMod val="75000"/>
                            </a:schemeClr>
                          </a:solidFill>
                          <a:effectLst/>
                          <a:latin typeface="Abadi" panose="020B0604020104020204" pitchFamily="34" charset="0"/>
                        </a:rPr>
                        <a:t>4</a:t>
                      </a:r>
                      <a:endParaRPr lang="es-AR" sz="1400" b="1"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solidFill>
                      <a:schemeClr val="tx2">
                        <a:lumMod val="40000"/>
                        <a:lumOff val="60000"/>
                      </a:schemeClr>
                    </a:solid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5</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81978922"/>
                  </a:ext>
                </a:extLst>
              </a:tr>
              <a:tr h="190500">
                <a:tc vMerge="1">
                  <a:txBody>
                    <a:bodyPr/>
                    <a:lstStyle/>
                    <a:p>
                      <a:endParaRPr lang="es-AR"/>
                    </a:p>
                  </a:txBody>
                  <a:tcPr/>
                </a:tc>
                <a:tc>
                  <a:txBody>
                    <a:bodyPr/>
                    <a:lstStyle/>
                    <a:p>
                      <a:pPr>
                        <a:lnSpc>
                          <a:spcPct val="115000"/>
                        </a:lnSpc>
                        <a:spcAft>
                          <a:spcPts val="0"/>
                        </a:spcAft>
                      </a:pPr>
                      <a:r>
                        <a:rPr lang="es-ES" sz="1200">
                          <a:solidFill>
                            <a:schemeClr val="tx2">
                              <a:lumMod val="75000"/>
                            </a:schemeClr>
                          </a:solidFill>
                          <a:effectLst/>
                          <a:latin typeface="Abadi" panose="020B0604020104020204" pitchFamily="34" charset="0"/>
                        </a:rPr>
                        <a:t> Total</a:t>
                      </a:r>
                      <a:endParaRPr lang="es-AR" sz="12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10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a:solidFill>
                            <a:schemeClr val="tx2">
                              <a:lumMod val="75000"/>
                            </a:schemeClr>
                          </a:solidFill>
                          <a:effectLst/>
                          <a:latin typeface="Abadi" panose="020B0604020104020204" pitchFamily="34" charset="0"/>
                        </a:rPr>
                        <a:t>0</a:t>
                      </a:r>
                      <a:endParaRPr lang="es-AR" sz="140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4</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ctr">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tc>
                  <a:txBody>
                    <a:bodyPr/>
                    <a:lstStyle/>
                    <a:p>
                      <a:pPr algn="ctr">
                        <a:lnSpc>
                          <a:spcPct val="115000"/>
                        </a:lnSpc>
                        <a:spcAft>
                          <a:spcPts val="0"/>
                        </a:spcAft>
                      </a:pPr>
                      <a:r>
                        <a:rPr lang="es-ES" sz="1400" dirty="0">
                          <a:solidFill>
                            <a:schemeClr val="tx2">
                              <a:lumMod val="75000"/>
                            </a:schemeClr>
                          </a:solidFill>
                          <a:effectLst/>
                          <a:latin typeface="Abadi" panose="020B0604020104020204" pitchFamily="34" charset="0"/>
                        </a:rPr>
                        <a:t>0</a:t>
                      </a:r>
                      <a:endParaRPr lang="es-AR" sz="1400" dirty="0">
                        <a:solidFill>
                          <a:schemeClr val="tx2">
                            <a:lumMod val="75000"/>
                          </a:schemeClr>
                        </a:solidFill>
                        <a:effectLst/>
                        <a:latin typeface="Abadi" panose="020B0604020104020204" pitchFamily="34" charset="0"/>
                        <a:ea typeface="Calibri" panose="020F0502020204030204" pitchFamily="34" charset="0"/>
                        <a:cs typeface="Times New Roman" panose="02020603050405020304" pitchFamily="18" charset="0"/>
                      </a:endParaRPr>
                    </a:p>
                  </a:txBody>
                  <a:tcPr marL="44450" marR="44450" marT="0" marB="0" anchor="b">
                    <a:lnL w="19050" cap="flat" cmpd="sng" algn="ctr">
                      <a:solidFill>
                        <a:schemeClr val="tx2">
                          <a:lumMod val="75000"/>
                        </a:schemeClr>
                      </a:solidFill>
                      <a:prstDash val="solid"/>
                      <a:round/>
                      <a:headEnd type="none" w="med" len="med"/>
                      <a:tailEnd type="none" w="med" len="med"/>
                    </a:lnL>
                    <a:lnR w="19050" cap="flat" cmpd="sng" algn="ctr">
                      <a:solidFill>
                        <a:schemeClr val="tx2">
                          <a:lumMod val="75000"/>
                        </a:schemeClr>
                      </a:solidFill>
                      <a:prstDash val="solid"/>
                      <a:round/>
                      <a:headEnd type="none" w="med" len="med"/>
                      <a:tailEnd type="none" w="med" len="med"/>
                    </a:lnR>
                    <a:lnT w="19050" cap="flat" cmpd="sng" algn="ctr">
                      <a:solidFill>
                        <a:schemeClr val="tx2">
                          <a:lumMod val="75000"/>
                        </a:schemeClr>
                      </a:solidFill>
                      <a:prstDash val="solid"/>
                      <a:round/>
                      <a:headEnd type="none" w="med" len="med"/>
                      <a:tailEnd type="none" w="med" len="med"/>
                    </a:lnT>
                    <a:lnB w="1905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1802803287"/>
                  </a:ext>
                </a:extLst>
              </a:tr>
            </a:tbl>
          </a:graphicData>
        </a:graphic>
      </p:graphicFrame>
      <p:pic>
        <p:nvPicPr>
          <p:cNvPr id="18" name="Gráfico 17" descr="Calendario giratorio">
            <a:extLst>
              <a:ext uri="{FF2B5EF4-FFF2-40B4-BE49-F238E27FC236}">
                <a16:creationId xmlns:a16="http://schemas.microsoft.com/office/drawing/2014/main" id="{AE2E40F7-0918-4D93-AF07-EFEA21E403D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33597" y="3163703"/>
            <a:ext cx="1280167" cy="1228479"/>
          </a:xfrm>
          <a:prstGeom prst="rect">
            <a:avLst/>
          </a:prstGeom>
        </p:spPr>
      </p:pic>
      <p:sp>
        <p:nvSpPr>
          <p:cNvPr id="19" name="Rectángulo 18">
            <a:extLst>
              <a:ext uri="{FF2B5EF4-FFF2-40B4-BE49-F238E27FC236}">
                <a16:creationId xmlns:a16="http://schemas.microsoft.com/office/drawing/2014/main" id="{769ABD0A-1C92-4EC0-9EB1-8A900FD57EE1}"/>
              </a:ext>
            </a:extLst>
          </p:cNvPr>
          <p:cNvSpPr/>
          <p:nvPr/>
        </p:nvSpPr>
        <p:spPr>
          <a:xfrm>
            <a:off x="4688954" y="3673114"/>
            <a:ext cx="745717" cy="523220"/>
          </a:xfrm>
          <a:prstGeom prst="rect">
            <a:avLst/>
          </a:prstGeom>
        </p:spPr>
        <p:txBody>
          <a:bodyPr wrap="none">
            <a:spAutoFit/>
          </a:bodyPr>
          <a:lstStyle/>
          <a:p>
            <a:pPr algn="ctr"/>
            <a:r>
              <a:rPr lang="es-AR" sz="1400" b="1" dirty="0">
                <a:solidFill>
                  <a:schemeClr val="tx2">
                    <a:lumMod val="75000"/>
                  </a:schemeClr>
                </a:solidFill>
                <a:latin typeface="Abadi" panose="020B0604020104020204" pitchFamily="34" charset="0"/>
                <a:cs typeface="Browallia New" panose="020B0604020202020204" pitchFamily="34" charset="-34"/>
              </a:rPr>
              <a:t>Nov 33</a:t>
            </a:r>
          </a:p>
          <a:p>
            <a:pPr algn="ctr"/>
            <a:r>
              <a:rPr lang="es-AR" sz="1400" b="1" dirty="0">
                <a:solidFill>
                  <a:schemeClr val="tx2">
                    <a:lumMod val="75000"/>
                  </a:schemeClr>
                </a:solidFill>
                <a:latin typeface="Abadi" panose="020B0604020104020204" pitchFamily="34" charset="0"/>
                <a:cs typeface="Browallia New" panose="020B0604020202020204" pitchFamily="34" charset="-34"/>
              </a:rPr>
              <a:t>Dic 34</a:t>
            </a:r>
          </a:p>
        </p:txBody>
      </p:sp>
      <p:sp>
        <p:nvSpPr>
          <p:cNvPr id="15" name="Título 4">
            <a:extLst>
              <a:ext uri="{FF2B5EF4-FFF2-40B4-BE49-F238E27FC236}">
                <a16:creationId xmlns:a16="http://schemas.microsoft.com/office/drawing/2014/main" id="{08594F97-7C07-4F0A-A53A-28F6870DFBAD}"/>
              </a:ext>
            </a:extLst>
          </p:cNvPr>
          <p:cNvSpPr txBox="1">
            <a:spLocks/>
          </p:cNvSpPr>
          <p:nvPr/>
        </p:nvSpPr>
        <p:spPr>
          <a:xfrm>
            <a:off x="-15957" y="-4997"/>
            <a:ext cx="7886700" cy="756439"/>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AR" sz="4400" i="1" dirty="0">
                <a:solidFill>
                  <a:schemeClr val="tx2">
                    <a:lumMod val="75000"/>
                  </a:schemeClr>
                </a:solidFill>
                <a:latin typeface="Abadi" panose="020B0604020104020204" pitchFamily="34" charset="0"/>
                <a:cs typeface="Browallia New" panose="020B0604020202020204" pitchFamily="34" charset="-34"/>
              </a:rPr>
              <a:t>La Caja Conversión</a:t>
            </a:r>
          </a:p>
        </p:txBody>
      </p:sp>
      <p:sp>
        <p:nvSpPr>
          <p:cNvPr id="20" name="Rectángulo: esquinas redondeadas 19">
            <a:extLst>
              <a:ext uri="{FF2B5EF4-FFF2-40B4-BE49-F238E27FC236}">
                <a16:creationId xmlns:a16="http://schemas.microsoft.com/office/drawing/2014/main" id="{353934A9-E308-4FBE-BB97-25A5CA050DDC}"/>
              </a:ext>
            </a:extLst>
          </p:cNvPr>
          <p:cNvSpPr/>
          <p:nvPr/>
        </p:nvSpPr>
        <p:spPr>
          <a:xfrm>
            <a:off x="822960" y="1194730"/>
            <a:ext cx="7498080" cy="482166"/>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lumMod val="20000"/>
                    <a:lumOff val="80000"/>
                  </a:schemeClr>
                </a:solidFill>
                <a:latin typeface="Abadi" panose="020B0604020104020204" pitchFamily="34" charset="0"/>
                <a:cs typeface="Browallia New" panose="020B0604020202020204" pitchFamily="34" charset="-34"/>
              </a:rPr>
              <a:t>BAJO EL CONTROL DE CAMBIOS</a:t>
            </a:r>
          </a:p>
        </p:txBody>
      </p:sp>
      <p:sp>
        <p:nvSpPr>
          <p:cNvPr id="21" name="Rectángulo: esquinas redondeadas 20">
            <a:extLst>
              <a:ext uri="{FF2B5EF4-FFF2-40B4-BE49-F238E27FC236}">
                <a16:creationId xmlns:a16="http://schemas.microsoft.com/office/drawing/2014/main" id="{BDD1A947-3A1B-4C3C-9D5B-EFCBBCF0FB32}"/>
              </a:ext>
            </a:extLst>
          </p:cNvPr>
          <p:cNvSpPr/>
          <p:nvPr/>
        </p:nvSpPr>
        <p:spPr>
          <a:xfrm>
            <a:off x="1979712" y="1997166"/>
            <a:ext cx="5184576" cy="482166"/>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2">
                    <a:lumMod val="75000"/>
                  </a:schemeClr>
                </a:solidFill>
                <a:latin typeface="Abadi" panose="020B0604020104020204" pitchFamily="34" charset="0"/>
                <a:cs typeface="Browallia New" panose="020B0604020202020204" pitchFamily="34" charset="-34"/>
                <a:sym typeface="Wingdings" panose="05000000000000000000" pitchFamily="2" charset="2"/>
              </a:rPr>
              <a:t>RESPONDE A LOS ACTIVOS INTERNOS (Redescuentos, Adelantos al Gobierno)</a:t>
            </a:r>
          </a:p>
        </p:txBody>
      </p:sp>
      <p:pic>
        <p:nvPicPr>
          <p:cNvPr id="22" name="Gráfico 21" descr="Mano con dedo índice apuntando a la derecha ">
            <a:extLst>
              <a:ext uri="{FF2B5EF4-FFF2-40B4-BE49-F238E27FC236}">
                <a16:creationId xmlns:a16="http://schemas.microsoft.com/office/drawing/2014/main" id="{6134906F-1F44-4348-B6D6-E4A7F7C0222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272055">
            <a:off x="1597676" y="3966920"/>
            <a:ext cx="547956" cy="547956"/>
          </a:xfrm>
          <a:prstGeom prst="rect">
            <a:avLst/>
          </a:prstGeom>
        </p:spPr>
      </p:pic>
      <p:pic>
        <p:nvPicPr>
          <p:cNvPr id="23" name="Gráfico 22" descr="Mano con dedo índice apuntando a la derecha ">
            <a:extLst>
              <a:ext uri="{FF2B5EF4-FFF2-40B4-BE49-F238E27FC236}">
                <a16:creationId xmlns:a16="http://schemas.microsoft.com/office/drawing/2014/main" id="{036AFDEC-0A9F-4780-A49B-4F957EABE8E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272055">
            <a:off x="5660650" y="3962976"/>
            <a:ext cx="547956" cy="547956"/>
          </a:xfrm>
          <a:prstGeom prst="rect">
            <a:avLst/>
          </a:prstGeom>
        </p:spPr>
      </p:pic>
    </p:spTree>
    <p:extLst>
      <p:ext uri="{BB962C8B-B14F-4D97-AF65-F5344CB8AC3E}">
        <p14:creationId xmlns:p14="http://schemas.microsoft.com/office/powerpoint/2010/main" val="298030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25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ppt_x"/>
                                          </p:val>
                                        </p:tav>
                                        <p:tav tm="100000">
                                          <p:val>
                                            <p:strVal val="#ppt_x"/>
                                          </p:val>
                                        </p:tav>
                                      </p:tavLst>
                                    </p:anim>
                                    <p:anim calcmode="lin" valueType="num">
                                      <p:cBhvr additive="base">
                                        <p:cTn id="13" dur="500" fill="hold"/>
                                        <p:tgtEl>
                                          <p:spTgt spid="20"/>
                                        </p:tgtEl>
                                        <p:attrNameLst>
                                          <p:attrName>ppt_y</p:attrName>
                                        </p:attrNameLst>
                                      </p:cBhvr>
                                      <p:tavLst>
                                        <p:tav tm="0">
                                          <p:val>
                                            <p:strVal val="0-#ppt_h/2"/>
                                          </p:val>
                                        </p:tav>
                                        <p:tav tm="100000">
                                          <p:val>
                                            <p:strVal val="#ppt_y"/>
                                          </p:val>
                                        </p:tav>
                                      </p:tavLst>
                                    </p:anim>
                                  </p:childTnLst>
                                </p:cTn>
                              </p:par>
                            </p:childTnLst>
                          </p:cTn>
                        </p:par>
                        <p:par>
                          <p:cTn id="14" fill="hold">
                            <p:stCondLst>
                              <p:cond delay="1250"/>
                            </p:stCondLst>
                            <p:childTnLst>
                              <p:par>
                                <p:cTn id="15" presetID="53" presetClass="entr" presetSubtype="16" fill="hold" grpId="0" nodeType="afterEffect">
                                  <p:stCondLst>
                                    <p:cond delay="500"/>
                                  </p:stCondLst>
                                  <p:childTnLst>
                                    <p:set>
                                      <p:cBhvr>
                                        <p:cTn id="16" dur="1" fill="hold">
                                          <p:stCondLst>
                                            <p:cond delay="0"/>
                                          </p:stCondLst>
                                        </p:cTn>
                                        <p:tgtEl>
                                          <p:spTgt spid="21"/>
                                        </p:tgtEl>
                                        <p:attrNameLst>
                                          <p:attrName>style.visibility</p:attrName>
                                        </p:attrNameLst>
                                      </p:cBhvr>
                                      <p:to>
                                        <p:strVal val="visible"/>
                                      </p:to>
                                    </p:set>
                                    <p:anim calcmode="lin" valueType="num">
                                      <p:cBhvr>
                                        <p:cTn id="17" dur="250" fill="hold"/>
                                        <p:tgtEl>
                                          <p:spTgt spid="21"/>
                                        </p:tgtEl>
                                        <p:attrNameLst>
                                          <p:attrName>ppt_w</p:attrName>
                                        </p:attrNameLst>
                                      </p:cBhvr>
                                      <p:tavLst>
                                        <p:tav tm="0">
                                          <p:val>
                                            <p:fltVal val="0"/>
                                          </p:val>
                                        </p:tav>
                                        <p:tav tm="100000">
                                          <p:val>
                                            <p:strVal val="#ppt_w"/>
                                          </p:val>
                                        </p:tav>
                                      </p:tavLst>
                                    </p:anim>
                                    <p:anim calcmode="lin" valueType="num">
                                      <p:cBhvr>
                                        <p:cTn id="18" dur="250" fill="hold"/>
                                        <p:tgtEl>
                                          <p:spTgt spid="21"/>
                                        </p:tgtEl>
                                        <p:attrNameLst>
                                          <p:attrName>ppt_h</p:attrName>
                                        </p:attrNameLst>
                                      </p:cBhvr>
                                      <p:tavLst>
                                        <p:tav tm="0">
                                          <p:val>
                                            <p:fltVal val="0"/>
                                          </p:val>
                                        </p:tav>
                                        <p:tav tm="100000">
                                          <p:val>
                                            <p:strVal val="#ppt_h"/>
                                          </p:val>
                                        </p:tav>
                                      </p:tavLst>
                                    </p:anim>
                                    <p:animEffect transition="in" filter="fade">
                                      <p:cBhvr>
                                        <p:cTn id="19" dur="250"/>
                                        <p:tgtEl>
                                          <p:spTgt spid="21"/>
                                        </p:tgtEl>
                                      </p:cBhvr>
                                    </p:animEffect>
                                  </p:childTnLst>
                                </p:cTn>
                              </p:par>
                            </p:childTnLst>
                          </p:cTn>
                        </p:par>
                        <p:par>
                          <p:cTn id="20" fill="hold">
                            <p:stCondLst>
                              <p:cond delay="2000"/>
                            </p:stCondLst>
                            <p:childTnLst>
                              <p:par>
                                <p:cTn id="21" presetID="2" presetClass="entr" presetSubtype="1" fill="hold" nodeType="afterEffect">
                                  <p:stCondLst>
                                    <p:cond delay="25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25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0-#ppt_h/2"/>
                                          </p:val>
                                        </p:tav>
                                        <p:tav tm="100000">
                                          <p:val>
                                            <p:strVal val="#ppt_y"/>
                                          </p:val>
                                        </p:tav>
                                      </p:tavLst>
                                    </p:anim>
                                  </p:childTnLst>
                                </p:cTn>
                              </p:par>
                            </p:childTnLst>
                          </p:cTn>
                        </p:par>
                        <p:par>
                          <p:cTn id="29" fill="hold">
                            <p:stCondLst>
                              <p:cond delay="2750"/>
                            </p:stCondLst>
                            <p:childTnLst>
                              <p:par>
                                <p:cTn id="30" presetID="42" presetClass="entr" presetSubtype="0" fill="hold" nodeType="afterEffect">
                                  <p:stCondLst>
                                    <p:cond delay="2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p:cTn id="33" dur="500" fill="hold"/>
                                        <p:tgtEl>
                                          <p:spTgt spid="10"/>
                                        </p:tgtEl>
                                        <p:attrNameLst>
                                          <p:attrName>ppt_x</p:attrName>
                                        </p:attrNameLst>
                                      </p:cBhvr>
                                      <p:tavLst>
                                        <p:tav tm="0">
                                          <p:val>
                                            <p:strVal val="#ppt_x"/>
                                          </p:val>
                                        </p:tav>
                                        <p:tav tm="100000">
                                          <p:val>
                                            <p:strVal val="#ppt_x"/>
                                          </p:val>
                                        </p:tav>
                                      </p:tavLst>
                                    </p:anim>
                                    <p:anim calcmode="lin" valueType="num">
                                      <p:cBhvr>
                                        <p:cTn id="34" dur="500" fill="hold"/>
                                        <p:tgtEl>
                                          <p:spTgt spid="10"/>
                                        </p:tgtEl>
                                        <p:attrNameLst>
                                          <p:attrName>ppt_y</p:attrName>
                                        </p:attrNameLst>
                                      </p:cBhvr>
                                      <p:tavLst>
                                        <p:tav tm="0">
                                          <p:val>
                                            <p:strVal val="#ppt_y+.1"/>
                                          </p:val>
                                        </p:tav>
                                        <p:tav tm="100000">
                                          <p:val>
                                            <p:strVal val="#ppt_y"/>
                                          </p:val>
                                        </p:tav>
                                      </p:tavLst>
                                    </p:anim>
                                  </p:childTnLst>
                                </p:cTn>
                              </p:par>
                            </p:childTnLst>
                          </p:cTn>
                        </p:par>
                        <p:par>
                          <p:cTn id="35" fill="hold">
                            <p:stCondLst>
                              <p:cond delay="3500"/>
                            </p:stCondLst>
                            <p:childTnLst>
                              <p:par>
                                <p:cTn id="36" presetID="2" presetClass="entr" presetSubtype="1" fill="hold" nodeType="afterEffect">
                                  <p:stCondLst>
                                    <p:cond delay="25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ppt_x"/>
                                          </p:val>
                                        </p:tav>
                                        <p:tav tm="100000">
                                          <p:val>
                                            <p:strVal val="#ppt_x"/>
                                          </p:val>
                                        </p:tav>
                                      </p:tavLst>
                                    </p:anim>
                                    <p:anim calcmode="lin" valueType="num">
                                      <p:cBhvr additive="base">
                                        <p:cTn id="39" dur="500" fill="hold"/>
                                        <p:tgtEl>
                                          <p:spTgt spid="18"/>
                                        </p:tgtEl>
                                        <p:attrNameLst>
                                          <p:attrName>ppt_y</p:attrName>
                                        </p:attrNameLst>
                                      </p:cBhvr>
                                      <p:tavLst>
                                        <p:tav tm="0">
                                          <p:val>
                                            <p:strVal val="0-#ppt_h/2"/>
                                          </p:val>
                                        </p:tav>
                                        <p:tav tm="100000">
                                          <p:val>
                                            <p:strVal val="#ppt_y"/>
                                          </p:val>
                                        </p:tav>
                                      </p:tavLst>
                                    </p:anim>
                                  </p:childTnLst>
                                </p:cTn>
                              </p:par>
                              <p:par>
                                <p:cTn id="40" presetID="2" presetClass="entr" presetSubtype="1" fill="hold" grpId="0" nodeType="withEffect">
                                  <p:stCondLst>
                                    <p:cond delay="25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ppt_x</p:attrName>
                                        </p:attrNameLst>
                                      </p:cBhvr>
                                      <p:tavLst>
                                        <p:tav tm="0">
                                          <p:val>
                                            <p:strVal val="#ppt_x"/>
                                          </p:val>
                                        </p:tav>
                                        <p:tav tm="100000">
                                          <p:val>
                                            <p:strVal val="#ppt_x"/>
                                          </p:val>
                                        </p:tav>
                                      </p:tavLst>
                                    </p:anim>
                                    <p:anim calcmode="lin" valueType="num">
                                      <p:cBhvr additive="base">
                                        <p:cTn id="43" dur="500" fill="hold"/>
                                        <p:tgtEl>
                                          <p:spTgt spid="19"/>
                                        </p:tgtEl>
                                        <p:attrNameLst>
                                          <p:attrName>ppt_y</p:attrName>
                                        </p:attrNameLst>
                                      </p:cBhvr>
                                      <p:tavLst>
                                        <p:tav tm="0">
                                          <p:val>
                                            <p:strVal val="0-#ppt_h/2"/>
                                          </p:val>
                                        </p:tav>
                                        <p:tav tm="100000">
                                          <p:val>
                                            <p:strVal val="#ppt_y"/>
                                          </p:val>
                                        </p:tav>
                                      </p:tavLst>
                                    </p:anim>
                                  </p:childTnLst>
                                </p:cTn>
                              </p:par>
                            </p:childTnLst>
                          </p:cTn>
                        </p:par>
                        <p:par>
                          <p:cTn id="44" fill="hold">
                            <p:stCondLst>
                              <p:cond delay="4250"/>
                            </p:stCondLst>
                            <p:childTnLst>
                              <p:par>
                                <p:cTn id="45" presetID="42" presetClass="entr" presetSubtype="0" fill="hold" nodeType="afterEffect">
                                  <p:stCondLst>
                                    <p:cond delay="25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anim calcmode="lin" valueType="num">
                                      <p:cBhvr>
                                        <p:cTn id="48" dur="500" fill="hold"/>
                                        <p:tgtEl>
                                          <p:spTgt spid="11"/>
                                        </p:tgtEl>
                                        <p:attrNameLst>
                                          <p:attrName>ppt_x</p:attrName>
                                        </p:attrNameLst>
                                      </p:cBhvr>
                                      <p:tavLst>
                                        <p:tav tm="0">
                                          <p:val>
                                            <p:strVal val="#ppt_x"/>
                                          </p:val>
                                        </p:tav>
                                        <p:tav tm="100000">
                                          <p:val>
                                            <p:strVal val="#ppt_x"/>
                                          </p:val>
                                        </p:tav>
                                      </p:tavLst>
                                    </p:anim>
                                    <p:anim calcmode="lin" valueType="num">
                                      <p:cBhvr>
                                        <p:cTn id="49" dur="500" fill="hold"/>
                                        <p:tgtEl>
                                          <p:spTgt spid="11"/>
                                        </p:tgtEl>
                                        <p:attrNameLst>
                                          <p:attrName>ppt_y</p:attrName>
                                        </p:attrNameLst>
                                      </p:cBhvr>
                                      <p:tavLst>
                                        <p:tav tm="0">
                                          <p:val>
                                            <p:strVal val="#ppt_y+.1"/>
                                          </p:val>
                                        </p:tav>
                                        <p:tav tm="100000">
                                          <p:val>
                                            <p:strVal val="#ppt_y"/>
                                          </p:val>
                                        </p:tav>
                                      </p:tavLst>
                                    </p:anim>
                                  </p:childTnLst>
                                </p:cTn>
                              </p:par>
                            </p:childTnLst>
                          </p:cTn>
                        </p:par>
                        <p:par>
                          <p:cTn id="50" fill="hold">
                            <p:stCondLst>
                              <p:cond delay="5000"/>
                            </p:stCondLst>
                            <p:childTnLst>
                              <p:par>
                                <p:cTn id="51" presetID="53" presetClass="entr" presetSubtype="16" fill="hold" nodeType="afterEffect">
                                  <p:stCondLst>
                                    <p:cond delay="25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5750"/>
                            </p:stCondLst>
                            <p:childTnLst>
                              <p:par>
                                <p:cTn id="57" presetID="53" presetClass="entr" presetSubtype="16" fill="hold" nodeType="afterEffect">
                                  <p:stCondLst>
                                    <p:cond delay="250"/>
                                  </p:stCondLst>
                                  <p:childTnLst>
                                    <p:set>
                                      <p:cBhvr>
                                        <p:cTn id="58" dur="1" fill="hold">
                                          <p:stCondLst>
                                            <p:cond delay="0"/>
                                          </p:stCondLst>
                                        </p:cTn>
                                        <p:tgtEl>
                                          <p:spTgt spid="23"/>
                                        </p:tgtEl>
                                        <p:attrNameLst>
                                          <p:attrName>style.visibility</p:attrName>
                                        </p:attrNameLst>
                                      </p:cBhvr>
                                      <p:to>
                                        <p:strVal val="visible"/>
                                      </p:to>
                                    </p:set>
                                    <p:anim calcmode="lin" valueType="num">
                                      <p:cBhvr>
                                        <p:cTn id="59" dur="500" fill="hold"/>
                                        <p:tgtEl>
                                          <p:spTgt spid="23"/>
                                        </p:tgtEl>
                                        <p:attrNameLst>
                                          <p:attrName>ppt_w</p:attrName>
                                        </p:attrNameLst>
                                      </p:cBhvr>
                                      <p:tavLst>
                                        <p:tav tm="0">
                                          <p:val>
                                            <p:fltVal val="0"/>
                                          </p:val>
                                        </p:tav>
                                        <p:tav tm="100000">
                                          <p:val>
                                            <p:strVal val="#ppt_w"/>
                                          </p:val>
                                        </p:tav>
                                      </p:tavLst>
                                    </p:anim>
                                    <p:anim calcmode="lin" valueType="num">
                                      <p:cBhvr>
                                        <p:cTn id="60" dur="500" fill="hold"/>
                                        <p:tgtEl>
                                          <p:spTgt spid="23"/>
                                        </p:tgtEl>
                                        <p:attrNameLst>
                                          <p:attrName>ppt_h</p:attrName>
                                        </p:attrNameLst>
                                      </p:cBhvr>
                                      <p:tavLst>
                                        <p:tav tm="0">
                                          <p:val>
                                            <p:fltVal val="0"/>
                                          </p:val>
                                        </p:tav>
                                        <p:tav tm="100000">
                                          <p:val>
                                            <p:strVal val="#ppt_h"/>
                                          </p:val>
                                        </p:tav>
                                      </p:tavLst>
                                    </p:anim>
                                    <p:animEffect transition="in" filter="fade">
                                      <p:cBhvr>
                                        <p:cTn id="6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15" grpId="0"/>
      <p:bldP spid="20" grpId="0" animBg="1"/>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ítulo 4">
            <a:extLst>
              <a:ext uri="{FF2B5EF4-FFF2-40B4-BE49-F238E27FC236}">
                <a16:creationId xmlns:a16="http://schemas.microsoft.com/office/drawing/2014/main" id="{08594F97-7C07-4F0A-A53A-28F6870DFBAD}"/>
              </a:ext>
            </a:extLst>
          </p:cNvPr>
          <p:cNvSpPr txBox="1">
            <a:spLocks/>
          </p:cNvSpPr>
          <p:nvPr/>
        </p:nvSpPr>
        <p:spPr>
          <a:xfrm>
            <a:off x="-15957" y="-4997"/>
            <a:ext cx="7886700" cy="756439"/>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AR" sz="4400" i="1" dirty="0">
                <a:solidFill>
                  <a:schemeClr val="tx2">
                    <a:lumMod val="75000"/>
                  </a:schemeClr>
                </a:solidFill>
                <a:latin typeface="Abadi" panose="020B0604020104020204" pitchFamily="34" charset="0"/>
                <a:cs typeface="Browallia New" panose="020B0604020202020204" pitchFamily="34" charset="-34"/>
              </a:rPr>
              <a:t>Gasto Público</a:t>
            </a:r>
          </a:p>
        </p:txBody>
      </p:sp>
      <p:graphicFrame>
        <p:nvGraphicFramePr>
          <p:cNvPr id="13" name="Gráfico 12">
            <a:extLst>
              <a:ext uri="{FF2B5EF4-FFF2-40B4-BE49-F238E27FC236}">
                <a16:creationId xmlns:a16="http://schemas.microsoft.com/office/drawing/2014/main" id="{FBB2FE69-66A2-495D-9F49-1CB4C51CE018}"/>
              </a:ext>
            </a:extLst>
          </p:cNvPr>
          <p:cNvGraphicFramePr>
            <a:graphicFrameLocks/>
          </p:cNvGraphicFramePr>
          <p:nvPr>
            <p:extLst>
              <p:ext uri="{D42A27DB-BD31-4B8C-83A1-F6EECF244321}">
                <p14:modId xmlns:p14="http://schemas.microsoft.com/office/powerpoint/2010/main" val="2898243387"/>
              </p:ext>
            </p:extLst>
          </p:nvPr>
        </p:nvGraphicFramePr>
        <p:xfrm>
          <a:off x="271670" y="1156252"/>
          <a:ext cx="8275982" cy="50987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87430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DDF53502-A6CA-4E09-8CAB-AAB734EFE70B}"/>
              </a:ext>
            </a:extLst>
          </p:cNvPr>
          <p:cNvSpPr/>
          <p:nvPr/>
        </p:nvSpPr>
        <p:spPr>
          <a:xfrm>
            <a:off x="0" y="0"/>
            <a:ext cx="9144000" cy="62068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CONCLUSIONES</a:t>
            </a:r>
          </a:p>
        </p:txBody>
      </p:sp>
      <p:sp>
        <p:nvSpPr>
          <p:cNvPr id="9" name="24 Rectángulo redondeado">
            <a:extLst>
              <a:ext uri="{FF2B5EF4-FFF2-40B4-BE49-F238E27FC236}">
                <a16:creationId xmlns:a16="http://schemas.microsoft.com/office/drawing/2014/main" id="{05A5BA86-D23C-4FAD-A95F-FB868D555A10}"/>
              </a:ext>
            </a:extLst>
          </p:cNvPr>
          <p:cNvSpPr/>
          <p:nvPr/>
        </p:nvSpPr>
        <p:spPr>
          <a:xfrm>
            <a:off x="1833780" y="1539569"/>
            <a:ext cx="6914684" cy="1944216"/>
          </a:xfrm>
          <a:prstGeom prst="roundRect">
            <a:avLst>
              <a:gd name="adj" fmla="val 7984"/>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La industria "moderna" se inicia en los ´20, </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periodo en el que se observa:</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Elevado nivel de inversión industrial y </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de importación de equipos</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 Entrada de numerosas empresas extranjeras.</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(asociado a factores de mercado –oferta y demanda-) </a:t>
            </a:r>
            <a:endParaRPr lang="es-AR" sz="16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0" name="Elipse 9">
            <a:extLst>
              <a:ext uri="{FF2B5EF4-FFF2-40B4-BE49-F238E27FC236}">
                <a16:creationId xmlns:a16="http://schemas.microsoft.com/office/drawing/2014/main" id="{72C91179-E23D-46CE-9F7D-B845C361BF8B}"/>
              </a:ext>
            </a:extLst>
          </p:cNvPr>
          <p:cNvSpPr/>
          <p:nvPr/>
        </p:nvSpPr>
        <p:spPr>
          <a:xfrm>
            <a:off x="340906" y="1539569"/>
            <a:ext cx="1944216" cy="1944216"/>
          </a:xfrm>
          <a:prstGeom prst="ellipse">
            <a:avLst/>
          </a:prstGeom>
          <a:solidFill>
            <a:schemeClr val="accent5">
              <a:lumMod val="50000"/>
            </a:schemeClr>
          </a:solidFill>
          <a:ln w="7620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4400" dirty="0">
                <a:solidFill>
                  <a:schemeClr val="accent5">
                    <a:lumMod val="20000"/>
                    <a:lumOff val="80000"/>
                  </a:schemeClr>
                </a:solidFill>
                <a:latin typeface="Arial" panose="020B0604020202020204" pitchFamily="34" charset="0"/>
                <a:cs typeface="Arial" panose="020B0604020202020204" pitchFamily="34" charset="0"/>
              </a:rPr>
              <a:t>‘20</a:t>
            </a:r>
          </a:p>
        </p:txBody>
      </p:sp>
      <p:sp>
        <p:nvSpPr>
          <p:cNvPr id="11" name="24 Rectángulo redondeado">
            <a:extLst>
              <a:ext uri="{FF2B5EF4-FFF2-40B4-BE49-F238E27FC236}">
                <a16:creationId xmlns:a16="http://schemas.microsoft.com/office/drawing/2014/main" id="{2CE79E9B-981C-4D8B-B7FD-293A06788E3D}"/>
              </a:ext>
            </a:extLst>
          </p:cNvPr>
          <p:cNvSpPr/>
          <p:nvPr/>
        </p:nvSpPr>
        <p:spPr>
          <a:xfrm>
            <a:off x="1835696" y="3974577"/>
            <a:ext cx="6912768" cy="1944216"/>
          </a:xfrm>
          <a:prstGeom prst="roundRect">
            <a:avLst>
              <a:gd name="adj" fmla="val 10154"/>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CONTINUIDAD</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Con la gran depresión:</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1° Mitad: </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Medidas anticíclicas</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2° Mitad: </a:t>
            </a:r>
          </a:p>
          <a:p>
            <a:pPr algn="ctr"/>
            <a:r>
              <a:rPr lang="es-ES" sz="1600" b="1" dirty="0">
                <a:solidFill>
                  <a:schemeClr val="accent5">
                    <a:lumMod val="20000"/>
                    <a:lumOff val="80000"/>
                  </a:schemeClr>
                </a:solidFill>
                <a:latin typeface="Arial" panose="020B0604020202020204" pitchFamily="34" charset="0"/>
                <a:cs typeface="Arial" panose="020B0604020202020204" pitchFamily="34" charset="0"/>
              </a:rPr>
              <a:t>Política Cambiaria.</a:t>
            </a:r>
          </a:p>
        </p:txBody>
      </p:sp>
      <p:sp>
        <p:nvSpPr>
          <p:cNvPr id="12" name="Elipse 11">
            <a:extLst>
              <a:ext uri="{FF2B5EF4-FFF2-40B4-BE49-F238E27FC236}">
                <a16:creationId xmlns:a16="http://schemas.microsoft.com/office/drawing/2014/main" id="{E9A48210-B555-4FC6-B94C-228AB1207E1D}"/>
              </a:ext>
            </a:extLst>
          </p:cNvPr>
          <p:cNvSpPr/>
          <p:nvPr/>
        </p:nvSpPr>
        <p:spPr>
          <a:xfrm>
            <a:off x="321612" y="4005064"/>
            <a:ext cx="1944216" cy="1944216"/>
          </a:xfrm>
          <a:prstGeom prst="ellipse">
            <a:avLst/>
          </a:prstGeom>
          <a:solidFill>
            <a:schemeClr val="accent5">
              <a:lumMod val="50000"/>
            </a:schemeClr>
          </a:solidFill>
          <a:ln w="7620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4400" dirty="0">
                <a:solidFill>
                  <a:schemeClr val="accent5">
                    <a:lumMod val="20000"/>
                    <a:lumOff val="80000"/>
                  </a:schemeClr>
                </a:solidFill>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41938971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5" name="Rectángulo 4"/>
          <p:cNvSpPr/>
          <p:nvPr/>
        </p:nvSpPr>
        <p:spPr>
          <a:xfrm>
            <a:off x="1311965" y="695738"/>
            <a:ext cx="6414052" cy="85476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20000"/>
                    <a:lumOff val="80000"/>
                  </a:schemeClr>
                </a:solidFill>
                <a:latin typeface="Arial" panose="020B0604020202020204" pitchFamily="34" charset="0"/>
                <a:cs typeface="Arial" panose="020B0604020202020204" pitchFamily="34" charset="0"/>
              </a:rPr>
              <a:t>DEBATE SOBRE EL DESARROLLO ARGENTINO</a:t>
            </a:r>
          </a:p>
          <a:p>
            <a:pPr algn="ctr"/>
            <a:r>
              <a:rPr lang="es-AR" sz="1600" b="1">
                <a:solidFill>
                  <a:schemeClr val="accent5">
                    <a:lumMod val="20000"/>
                    <a:lumOff val="80000"/>
                  </a:schemeClr>
                </a:solidFill>
                <a:latin typeface="Arial" panose="020B0604020202020204" pitchFamily="34" charset="0"/>
                <a:cs typeface="Arial" panose="020B0604020202020204" pitchFamily="34" charset="0"/>
              </a:rPr>
              <a:t>Período entreguerras</a:t>
            </a:r>
            <a:endParaRPr lang="es-ES" sz="1600" b="1" dirty="0">
              <a:solidFill>
                <a:schemeClr val="accent5">
                  <a:lumMod val="20000"/>
                  <a:lumOff val="80000"/>
                </a:schemeClr>
              </a:solidFill>
              <a:latin typeface="Arial" panose="020B0604020202020204" pitchFamily="34" charset="0"/>
              <a:cs typeface="Arial" panose="020B0604020202020204" pitchFamily="34" charset="0"/>
            </a:endParaRPr>
          </a:p>
        </p:txBody>
      </p:sp>
      <p:graphicFrame>
        <p:nvGraphicFramePr>
          <p:cNvPr id="2" name="Diagrama 1"/>
          <p:cNvGraphicFramePr/>
          <p:nvPr>
            <p:extLst>
              <p:ext uri="{D42A27DB-BD31-4B8C-83A1-F6EECF244321}">
                <p14:modId xmlns:p14="http://schemas.microsoft.com/office/powerpoint/2010/main" val="3765909915"/>
              </p:ext>
            </p:extLst>
          </p:nvPr>
        </p:nvGraphicFramePr>
        <p:xfrm>
          <a:off x="-1" y="1669774"/>
          <a:ext cx="9143999" cy="51882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00947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530087" y="775252"/>
            <a:ext cx="8229600" cy="44102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20000"/>
                    <a:lumOff val="80000"/>
                  </a:schemeClr>
                </a:solidFill>
                <a:latin typeface="Arial" panose="020B0604020202020204" pitchFamily="34" charset="0"/>
                <a:cs typeface="Arial" panose="020B0604020202020204" pitchFamily="34" charset="0"/>
              </a:rPr>
              <a:t>DIVERSIFICACIÓN DE LA ESTRUCTURA PRODUCTIVA</a:t>
            </a:r>
          </a:p>
        </p:txBody>
      </p:sp>
      <p:graphicFrame>
        <p:nvGraphicFramePr>
          <p:cNvPr id="6" name="Gráfico 5"/>
          <p:cNvGraphicFramePr>
            <a:graphicFrameLocks/>
          </p:cNvGraphicFramePr>
          <p:nvPr>
            <p:extLst>
              <p:ext uri="{D42A27DB-BD31-4B8C-83A1-F6EECF244321}">
                <p14:modId xmlns:p14="http://schemas.microsoft.com/office/powerpoint/2010/main" val="985074103"/>
              </p:ext>
            </p:extLst>
          </p:nvPr>
        </p:nvGraphicFramePr>
        <p:xfrm>
          <a:off x="145773" y="1875181"/>
          <a:ext cx="8706679" cy="4790661"/>
        </p:xfrm>
        <a:graphic>
          <a:graphicData uri="http://schemas.openxmlformats.org/drawingml/2006/chart">
            <c:chart xmlns:c="http://schemas.openxmlformats.org/drawingml/2006/chart" xmlns:r="http://schemas.openxmlformats.org/officeDocument/2006/relationships" r:id="rId2"/>
          </a:graphicData>
        </a:graphic>
      </p:graphicFrame>
      <p:sp>
        <p:nvSpPr>
          <p:cNvPr id="7" name="Flecha: a la derecha 6"/>
          <p:cNvSpPr/>
          <p:nvPr/>
        </p:nvSpPr>
        <p:spPr>
          <a:xfrm rot="20446474">
            <a:off x="3929920" y="2488878"/>
            <a:ext cx="5418840" cy="1824933"/>
          </a:xfrm>
          <a:prstGeom prst="rightArrow">
            <a:avLst/>
          </a:prstGeom>
          <a:solidFill>
            <a:schemeClr val="accent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 name="Conector recto 8">
            <a:extLst>
              <a:ext uri="{FF2B5EF4-FFF2-40B4-BE49-F238E27FC236}">
                <a16:creationId xmlns:a16="http://schemas.microsoft.com/office/drawing/2014/main" id="{34A88CA6-95C8-45EF-A290-2AC6151E186A}"/>
              </a:ext>
            </a:extLst>
          </p:cNvPr>
          <p:cNvCxnSpPr/>
          <p:nvPr/>
        </p:nvCxnSpPr>
        <p:spPr>
          <a:xfrm flipV="1">
            <a:off x="6639339" y="2080591"/>
            <a:ext cx="0" cy="3074505"/>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ADF7FE2C-0F66-4E8D-9711-2F5C0E4D45B1}"/>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grpSp>
        <p:nvGrpSpPr>
          <p:cNvPr id="10" name="Grupo 9">
            <a:extLst>
              <a:ext uri="{FF2B5EF4-FFF2-40B4-BE49-F238E27FC236}">
                <a16:creationId xmlns:a16="http://schemas.microsoft.com/office/drawing/2014/main" id="{6E6F50EB-4D89-4E60-A181-C10FC88E7BC0}"/>
              </a:ext>
            </a:extLst>
          </p:cNvPr>
          <p:cNvGrpSpPr/>
          <p:nvPr/>
        </p:nvGrpSpPr>
        <p:grpSpPr>
          <a:xfrm>
            <a:off x="530087" y="1186460"/>
            <a:ext cx="2650424" cy="805027"/>
            <a:chOff x="-2597420" y="-935564"/>
            <a:chExt cx="2650424" cy="805027"/>
          </a:xfrm>
        </p:grpSpPr>
        <p:sp>
          <p:nvSpPr>
            <p:cNvPr id="11" name="Hexágono 10">
              <a:extLst>
                <a:ext uri="{FF2B5EF4-FFF2-40B4-BE49-F238E27FC236}">
                  <a16:creationId xmlns:a16="http://schemas.microsoft.com/office/drawing/2014/main" id="{D085F35C-C4F8-4A31-9545-C66A21327CCB}"/>
                </a:ext>
              </a:extLst>
            </p:cNvPr>
            <p:cNvSpPr/>
            <p:nvPr/>
          </p:nvSpPr>
          <p:spPr>
            <a:xfrm rot="5400000">
              <a:off x="-1674722" y="-1858262"/>
              <a:ext cx="805027" cy="2650424"/>
            </a:xfrm>
            <a:prstGeom prst="hexagon">
              <a:avLst>
                <a:gd name="adj" fmla="val 25000"/>
                <a:gd name="vf" fmla="val 115470"/>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Hexágono 4">
              <a:extLst>
                <a:ext uri="{FF2B5EF4-FFF2-40B4-BE49-F238E27FC236}">
                  <a16:creationId xmlns:a16="http://schemas.microsoft.com/office/drawing/2014/main" id="{FF86D8FB-A54A-43CC-9D0C-6659CE4013D3}"/>
                </a:ext>
              </a:extLst>
            </p:cNvPr>
            <p:cNvSpPr txBox="1"/>
            <p:nvPr/>
          </p:nvSpPr>
          <p:spPr>
            <a:xfrm>
              <a:off x="-2155684" y="-783528"/>
              <a:ext cx="1766950" cy="5366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ES" sz="2400" b="1" kern="1200" dirty="0">
                  <a:solidFill>
                    <a:schemeClr val="accent5">
                      <a:lumMod val="20000"/>
                      <a:lumOff val="80000"/>
                    </a:schemeClr>
                  </a:solidFill>
                  <a:latin typeface="Arial" panose="020B0604020202020204" pitchFamily="34" charset="0"/>
                  <a:ea typeface="+mn-ea"/>
                  <a:cs typeface="Arial" panose="020B0604020202020204" pitchFamily="34" charset="0"/>
                </a:rPr>
                <a:t>+ Polémica</a:t>
              </a:r>
            </a:p>
          </p:txBody>
        </p:sp>
      </p:grpSp>
      <p:sp>
        <p:nvSpPr>
          <p:cNvPr id="2" name="Rectángulo 1">
            <a:extLst>
              <a:ext uri="{FF2B5EF4-FFF2-40B4-BE49-F238E27FC236}">
                <a16:creationId xmlns:a16="http://schemas.microsoft.com/office/drawing/2014/main" id="{49B3484C-9276-4E48-A158-B26580D15F49}"/>
              </a:ext>
            </a:extLst>
          </p:cNvPr>
          <p:cNvSpPr/>
          <p:nvPr/>
        </p:nvSpPr>
        <p:spPr>
          <a:xfrm>
            <a:off x="4644887" y="4601099"/>
            <a:ext cx="2140221" cy="369332"/>
          </a:xfrm>
          <a:prstGeom prst="rect">
            <a:avLst/>
          </a:prstGeom>
        </p:spPr>
        <p:txBody>
          <a:bodyPr wrap="square">
            <a:spAutoFit/>
          </a:bodyPr>
          <a:lstStyle/>
          <a:p>
            <a:pPr algn="ctr"/>
            <a:r>
              <a:rPr lang="es-AR" b="1" dirty="0">
                <a:solidFill>
                  <a:schemeClr val="accent5">
                    <a:lumMod val="50000"/>
                  </a:schemeClr>
                </a:solidFill>
                <a:latin typeface="Arial" panose="020B0604020202020204" pitchFamily="34" charset="0"/>
                <a:cs typeface="Arial" panose="020B0604020202020204" pitchFamily="34" charset="0"/>
              </a:rPr>
              <a:t>ANTES CRISIS</a:t>
            </a:r>
          </a:p>
        </p:txBody>
      </p:sp>
      <p:sp>
        <p:nvSpPr>
          <p:cNvPr id="13" name="Rectángulo 12">
            <a:extLst>
              <a:ext uri="{FF2B5EF4-FFF2-40B4-BE49-F238E27FC236}">
                <a16:creationId xmlns:a16="http://schemas.microsoft.com/office/drawing/2014/main" id="{4E07D236-F45F-464E-A929-318A40BE9CB0}"/>
              </a:ext>
            </a:extLst>
          </p:cNvPr>
          <p:cNvSpPr/>
          <p:nvPr/>
        </p:nvSpPr>
        <p:spPr>
          <a:xfrm>
            <a:off x="6579323" y="4462599"/>
            <a:ext cx="2140221" cy="646331"/>
          </a:xfrm>
          <a:prstGeom prst="rect">
            <a:avLst/>
          </a:prstGeom>
        </p:spPr>
        <p:txBody>
          <a:bodyPr wrap="square">
            <a:spAutoFit/>
          </a:bodyPr>
          <a:lstStyle/>
          <a:p>
            <a:pPr algn="ctr"/>
            <a:r>
              <a:rPr lang="es-AR" b="1" dirty="0">
                <a:solidFill>
                  <a:schemeClr val="accent5">
                    <a:lumMod val="50000"/>
                  </a:schemeClr>
                </a:solidFill>
                <a:latin typeface="Arial" panose="020B0604020202020204" pitchFamily="34" charset="0"/>
                <a:cs typeface="Arial" panose="020B0604020202020204" pitchFamily="34" charset="0"/>
              </a:rPr>
              <a:t>ACENTUADO POR CRISIS</a:t>
            </a:r>
          </a:p>
        </p:txBody>
      </p:sp>
    </p:spTree>
    <p:extLst>
      <p:ext uri="{BB962C8B-B14F-4D97-AF65-F5344CB8AC3E}">
        <p14:creationId xmlns:p14="http://schemas.microsoft.com/office/powerpoint/2010/main" val="4269806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p:cNvGraphicFramePr/>
          <p:nvPr>
            <p:extLst>
              <p:ext uri="{D42A27DB-BD31-4B8C-83A1-F6EECF244321}">
                <p14:modId xmlns:p14="http://schemas.microsoft.com/office/powerpoint/2010/main" val="808427588"/>
              </p:ext>
            </p:extLst>
          </p:nvPr>
        </p:nvGraphicFramePr>
        <p:xfrm>
          <a:off x="159026" y="569844"/>
          <a:ext cx="6294783" cy="6288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Flecha: hacia abajo 7"/>
          <p:cNvSpPr/>
          <p:nvPr/>
        </p:nvSpPr>
        <p:spPr>
          <a:xfrm>
            <a:off x="6352839" y="2575973"/>
            <a:ext cx="2544417" cy="1717812"/>
          </a:xfrm>
          <a:prstGeom prst="downArrow">
            <a:avLst/>
          </a:prstGeom>
          <a:solidFill>
            <a:srgbClr val="4472C4">
              <a:lumMod val="50000"/>
            </a:srgbClr>
          </a:solidFill>
          <a:ln w="12700" cap="flat" cmpd="sng" algn="ctr">
            <a:solidFill>
              <a:prstClr val="white">
                <a:hueOff val="0"/>
                <a:satOff val="0"/>
                <a:lumOff val="0"/>
                <a:alphaOff val="0"/>
              </a:prstClr>
            </a:solidFill>
            <a:prstDash val="solid"/>
            <a:miter lim="800000"/>
          </a:ln>
          <a:effectLst/>
        </p:spPr>
        <p:txBody>
          <a:bodyPr spcFirstLastPara="0" vert="horz" wrap="square" lIns="91440" tIns="91440" rIns="91440" bIns="91440" numCol="1" spcCol="1270" anchor="ctr" anchorCtr="0">
            <a:noAutofit/>
          </a:bodyPr>
          <a:lstStyle/>
          <a:p>
            <a:pPr algn="ctr"/>
            <a:r>
              <a:rPr lang="es-AR" sz="2000" b="1" i="1">
                <a:solidFill>
                  <a:schemeClr val="accent5">
                    <a:lumMod val="20000"/>
                    <a:lumOff val="80000"/>
                  </a:schemeClr>
                </a:solidFill>
              </a:rPr>
              <a:t>Límites políticos</a:t>
            </a:r>
            <a:endParaRPr lang="es-ES" sz="2000" b="1" i="1" dirty="0">
              <a:solidFill>
                <a:schemeClr val="accent5">
                  <a:lumMod val="20000"/>
                  <a:lumOff val="80000"/>
                </a:schemeClr>
              </a:solidFill>
            </a:endParaRPr>
          </a:p>
        </p:txBody>
      </p:sp>
      <p:sp>
        <p:nvSpPr>
          <p:cNvPr id="12" name="Flecha: hacia abajo 11"/>
          <p:cNvSpPr/>
          <p:nvPr/>
        </p:nvSpPr>
        <p:spPr>
          <a:xfrm>
            <a:off x="6352839" y="4671473"/>
            <a:ext cx="2544417" cy="1717812"/>
          </a:xfrm>
          <a:prstGeom prst="downArrow">
            <a:avLst/>
          </a:prstGeom>
          <a:solidFill>
            <a:srgbClr val="4472C4">
              <a:lumMod val="50000"/>
            </a:srgbClr>
          </a:solidFill>
          <a:ln w="12700" cap="flat" cmpd="sng" algn="ctr">
            <a:solidFill>
              <a:prstClr val="white">
                <a:hueOff val="0"/>
                <a:satOff val="0"/>
                <a:lumOff val="0"/>
                <a:alphaOff val="0"/>
              </a:prstClr>
            </a:solidFill>
            <a:prstDash val="solid"/>
            <a:miter lim="800000"/>
          </a:ln>
          <a:effectLst/>
        </p:spPr>
        <p:txBody>
          <a:bodyPr spcFirstLastPara="0" vert="horz" wrap="square" lIns="91440" tIns="91440" rIns="91440" bIns="91440" numCol="1" spcCol="1270" anchor="ctr" anchorCtr="0">
            <a:noAutofit/>
          </a:bodyPr>
          <a:lstStyle/>
          <a:p>
            <a:pPr algn="ctr"/>
            <a:r>
              <a:rPr lang="es-AR" sz="2000" b="1" i="1" dirty="0">
                <a:solidFill>
                  <a:schemeClr val="accent5">
                    <a:lumMod val="20000"/>
                    <a:lumOff val="80000"/>
                  </a:schemeClr>
                </a:solidFill>
              </a:rPr>
              <a:t>Econ. </a:t>
            </a:r>
            <a:r>
              <a:rPr lang="es-AR" sz="2000" b="1" i="1">
                <a:solidFill>
                  <a:schemeClr val="accent5">
                    <a:lumMod val="20000"/>
                    <a:lumOff val="80000"/>
                  </a:schemeClr>
                </a:solidFill>
              </a:rPr>
              <a:t>no complementarias</a:t>
            </a:r>
            <a:endParaRPr lang="es-ES" sz="2000" b="1" i="1" dirty="0">
              <a:solidFill>
                <a:schemeClr val="accent5">
                  <a:lumMod val="20000"/>
                  <a:lumOff val="80000"/>
                </a:schemeClr>
              </a:solidFill>
            </a:endParaRPr>
          </a:p>
        </p:txBody>
      </p:sp>
      <p:sp>
        <p:nvSpPr>
          <p:cNvPr id="3" name="Rectángulo 2"/>
          <p:cNvSpPr/>
          <p:nvPr/>
        </p:nvSpPr>
        <p:spPr>
          <a:xfrm>
            <a:off x="159026" y="678023"/>
            <a:ext cx="2438400" cy="923330"/>
          </a:xfrm>
          <a:prstGeom prst="rect">
            <a:avLst/>
          </a:prstGeom>
        </p:spPr>
        <p:txBody>
          <a:bodyPr wrap="square">
            <a:spAutoFit/>
          </a:bodyPr>
          <a:lstStyle/>
          <a:p>
            <a:pPr lvl="0"/>
            <a:r>
              <a:rPr lang="es-AR" b="1" dirty="0">
                <a:solidFill>
                  <a:schemeClr val="accent5">
                    <a:lumMod val="50000"/>
                  </a:schemeClr>
                </a:solidFill>
              </a:rPr>
              <a:t>Se dio el </a:t>
            </a:r>
          </a:p>
          <a:p>
            <a:pPr lvl="0"/>
            <a:r>
              <a:rPr lang="es-AR" b="1" dirty="0">
                <a:solidFill>
                  <a:schemeClr val="accent5">
                    <a:lumMod val="50000"/>
                  </a:schemeClr>
                </a:solidFill>
              </a:rPr>
              <a:t>DESARROLLO INTERNO, </a:t>
            </a:r>
          </a:p>
          <a:p>
            <a:pPr lvl="0"/>
            <a:r>
              <a:rPr lang="es-AR" b="1" dirty="0">
                <a:solidFill>
                  <a:schemeClr val="accent5">
                    <a:lumMod val="50000"/>
                  </a:schemeClr>
                </a:solidFill>
              </a:rPr>
              <a:t>incrementando...</a:t>
            </a:r>
          </a:p>
        </p:txBody>
      </p:sp>
      <p:sp>
        <p:nvSpPr>
          <p:cNvPr id="7" name="Rectángulo 6">
            <a:extLst>
              <a:ext uri="{FF2B5EF4-FFF2-40B4-BE49-F238E27FC236}">
                <a16:creationId xmlns:a16="http://schemas.microsoft.com/office/drawing/2014/main" id="{DCEB1DF0-FC7D-48F6-B9EF-99CE07A3B6CA}"/>
              </a:ext>
            </a:extLst>
          </p:cNvPr>
          <p:cNvSpPr/>
          <p:nvPr/>
        </p:nvSpPr>
        <p:spPr>
          <a:xfrm>
            <a:off x="7111525" y="1922592"/>
            <a:ext cx="1027043" cy="369332"/>
          </a:xfrm>
          <a:prstGeom prst="rect">
            <a:avLst/>
          </a:prstGeom>
        </p:spPr>
        <p:txBody>
          <a:bodyPr wrap="square">
            <a:spAutoFit/>
          </a:bodyPr>
          <a:lstStyle/>
          <a:p>
            <a:pPr lvl="0"/>
            <a:r>
              <a:rPr lang="es-AR" b="1" dirty="0">
                <a:solidFill>
                  <a:schemeClr val="accent5">
                    <a:lumMod val="50000"/>
                  </a:schemeClr>
                </a:solidFill>
              </a:rPr>
              <a:t>Pero…</a:t>
            </a:r>
          </a:p>
        </p:txBody>
      </p:sp>
      <p:sp>
        <p:nvSpPr>
          <p:cNvPr id="9" name="Rectángulo 8">
            <a:extLst>
              <a:ext uri="{FF2B5EF4-FFF2-40B4-BE49-F238E27FC236}">
                <a16:creationId xmlns:a16="http://schemas.microsoft.com/office/drawing/2014/main" id="{A0948A16-01EC-48AF-B9F3-D185BF7E0F54}"/>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0236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p:cNvSpPr/>
          <p:nvPr/>
        </p:nvSpPr>
        <p:spPr>
          <a:xfrm>
            <a:off x="849086" y="5710181"/>
            <a:ext cx="4927603" cy="995490"/>
          </a:xfrm>
          <a:prstGeom prst="round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lumMod val="95000"/>
                  <a:lumOff val="5000"/>
                </a:schemeClr>
              </a:solidFill>
            </a:endParaRPr>
          </a:p>
        </p:txBody>
      </p:sp>
      <p:sp>
        <p:nvSpPr>
          <p:cNvPr id="5" name="Rectángulo 4"/>
          <p:cNvSpPr/>
          <p:nvPr/>
        </p:nvSpPr>
        <p:spPr>
          <a:xfrm>
            <a:off x="1311965" y="739281"/>
            <a:ext cx="6414052" cy="88632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latin typeface="Arial" panose="020B0604020202020204" pitchFamily="34" charset="0"/>
                <a:cs typeface="Arial" panose="020B0604020202020204" pitchFamily="34" charset="0"/>
              </a:rPr>
              <a:t>¿VUELTA A LA “NORMALIDAD”?</a:t>
            </a:r>
          </a:p>
          <a:p>
            <a:pPr algn="ctr"/>
            <a:r>
              <a:rPr lang="es-AR" b="1" dirty="0">
                <a:solidFill>
                  <a:schemeClr val="accent5">
                    <a:lumMod val="20000"/>
                    <a:lumOff val="80000"/>
                  </a:schemeClr>
                </a:solidFill>
                <a:latin typeface="Arial" panose="020B0604020202020204" pitchFamily="34" charset="0"/>
                <a:cs typeface="Arial" panose="020B0604020202020204" pitchFamily="34" charset="0"/>
              </a:rPr>
              <a:t>(Comercio exterior </a:t>
            </a:r>
            <a:r>
              <a:rPr lang="es-AR" b="1" dirty="0">
                <a:solidFill>
                  <a:schemeClr val="accent5">
                    <a:lumMod val="20000"/>
                    <a:lumOff val="80000"/>
                  </a:schemeClr>
                </a:solidFill>
                <a:latin typeface="Arial" panose="020B0604020202020204" pitchFamily="34" charset="0"/>
                <a:cs typeface="Arial" panose="020B0604020202020204" pitchFamily="34" charset="0"/>
                <a:sym typeface="Wingdings" panose="05000000000000000000" pitchFamily="2" charset="2"/>
              </a:rPr>
              <a:t> desarrollo)</a:t>
            </a:r>
            <a:endParaRPr lang="es-ES" b="1" dirty="0">
              <a:solidFill>
                <a:schemeClr val="accent5">
                  <a:lumMod val="20000"/>
                  <a:lumOff val="80000"/>
                </a:schemeClr>
              </a:solidFill>
              <a:latin typeface="Arial" panose="020B0604020202020204" pitchFamily="34" charset="0"/>
              <a:cs typeface="Arial" panose="020B0604020202020204" pitchFamily="34" charset="0"/>
            </a:endParaRPr>
          </a:p>
        </p:txBody>
      </p:sp>
      <p:graphicFrame>
        <p:nvGraphicFramePr>
          <p:cNvPr id="8" name="Diagrama 7"/>
          <p:cNvGraphicFramePr/>
          <p:nvPr>
            <p:extLst>
              <p:ext uri="{D42A27DB-BD31-4B8C-83A1-F6EECF244321}">
                <p14:modId xmlns:p14="http://schemas.microsoft.com/office/powerpoint/2010/main" val="729786399"/>
              </p:ext>
            </p:extLst>
          </p:nvPr>
        </p:nvGraphicFramePr>
        <p:xfrm>
          <a:off x="-2104571" y="1669144"/>
          <a:ext cx="10885713" cy="5132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3" name="Gráfico 12"/>
          <p:cNvGraphicFramePr>
            <a:graphicFrameLocks/>
          </p:cNvGraphicFramePr>
          <p:nvPr>
            <p:extLst>
              <p:ext uri="{D42A27DB-BD31-4B8C-83A1-F6EECF244321}">
                <p14:modId xmlns:p14="http://schemas.microsoft.com/office/powerpoint/2010/main" val="436615755"/>
              </p:ext>
            </p:extLst>
          </p:nvPr>
        </p:nvGraphicFramePr>
        <p:xfrm>
          <a:off x="5413829" y="3294743"/>
          <a:ext cx="3730171" cy="2376845"/>
        </p:xfrm>
        <a:graphic>
          <a:graphicData uri="http://schemas.openxmlformats.org/drawingml/2006/chart">
            <c:chart xmlns:c="http://schemas.openxmlformats.org/drawingml/2006/chart" xmlns:r="http://schemas.openxmlformats.org/officeDocument/2006/relationships" r:id="rId7"/>
          </a:graphicData>
        </a:graphic>
      </p:graphicFrame>
      <p:sp>
        <p:nvSpPr>
          <p:cNvPr id="14" name="Flecha: hacia abajo 13"/>
          <p:cNvSpPr/>
          <p:nvPr/>
        </p:nvSpPr>
        <p:spPr>
          <a:xfrm>
            <a:off x="7108371" y="3727176"/>
            <a:ext cx="341086" cy="1016000"/>
          </a:xfrm>
          <a:prstGeom prst="downArrow">
            <a:avLst/>
          </a:prstGeom>
          <a:solidFill>
            <a:schemeClr val="accent2">
              <a:lumMod val="7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lecha: hacia abajo 14"/>
          <p:cNvSpPr/>
          <p:nvPr/>
        </p:nvSpPr>
        <p:spPr>
          <a:xfrm>
            <a:off x="7726017" y="3614057"/>
            <a:ext cx="532612" cy="1364343"/>
          </a:xfrm>
          <a:prstGeom prst="downArrow">
            <a:avLst/>
          </a:prstGeom>
          <a:solidFill>
            <a:schemeClr val="accent2">
              <a:lumMod val="7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Flecha: hacia abajo 15"/>
          <p:cNvSpPr/>
          <p:nvPr/>
        </p:nvSpPr>
        <p:spPr>
          <a:xfrm>
            <a:off x="8344802" y="3727175"/>
            <a:ext cx="761095" cy="1381853"/>
          </a:xfrm>
          <a:prstGeom prst="downArrow">
            <a:avLst/>
          </a:prstGeom>
          <a:solidFill>
            <a:schemeClr val="accent2">
              <a:lumMod val="75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Flecha: a la derecha 1"/>
          <p:cNvSpPr/>
          <p:nvPr/>
        </p:nvSpPr>
        <p:spPr>
          <a:xfrm>
            <a:off x="849086" y="3727175"/>
            <a:ext cx="1867610" cy="1251225"/>
          </a:xfrm>
          <a:prstGeom prst="rightArrow">
            <a:avLst/>
          </a:prstGeom>
          <a:solidFill>
            <a:srgbClr val="4472C4">
              <a:lumMod val="50000"/>
            </a:srgbClr>
          </a:solidFill>
          <a:ln w="12700" cap="flat" cmpd="sng" algn="ctr">
            <a:noFill/>
            <a:prstDash val="solid"/>
            <a:miter lim="800000"/>
          </a:ln>
          <a:effectLst/>
        </p:spPr>
        <p:txBody>
          <a:bodyPr spcFirstLastPara="0" vert="horz" wrap="square" lIns="91440" tIns="91440" rIns="91440" bIns="91440" numCol="1" spcCol="1270" anchor="ctr" anchorCtr="0">
            <a:noAutofit/>
          </a:bodyPr>
          <a:lstStyle/>
          <a:p>
            <a:pPr algn="ctr"/>
            <a:r>
              <a:rPr lang="es-AR" sz="1600" b="1">
                <a:solidFill>
                  <a:schemeClr val="accent5">
                    <a:lumMod val="20000"/>
                    <a:lumOff val="80000"/>
                  </a:schemeClr>
                </a:solidFill>
              </a:rPr>
              <a:t>Nuevo golpe</a:t>
            </a:r>
            <a:endParaRPr lang="es-ES" sz="1600" b="1" dirty="0">
              <a:solidFill>
                <a:schemeClr val="accent5">
                  <a:lumMod val="20000"/>
                  <a:lumOff val="80000"/>
                </a:schemeClr>
              </a:solidFill>
            </a:endParaRPr>
          </a:p>
        </p:txBody>
      </p:sp>
      <p:sp>
        <p:nvSpPr>
          <p:cNvPr id="11" name="Flecha: a la derecha 10">
            <a:extLst>
              <a:ext uri="{FF2B5EF4-FFF2-40B4-BE49-F238E27FC236}">
                <a16:creationId xmlns:a16="http://schemas.microsoft.com/office/drawing/2014/main" id="{BF2CC68E-7394-4C15-84A5-A22D72B10D13}"/>
              </a:ext>
            </a:extLst>
          </p:cNvPr>
          <p:cNvSpPr/>
          <p:nvPr/>
        </p:nvSpPr>
        <p:spPr>
          <a:xfrm rot="19885750">
            <a:off x="799153" y="811831"/>
            <a:ext cx="1237658" cy="886320"/>
          </a:xfrm>
          <a:prstGeom prst="rightArrow">
            <a:avLst/>
          </a:prstGeom>
          <a:solidFill>
            <a:srgbClr val="4472C4">
              <a:lumMod val="50000"/>
            </a:srgbClr>
          </a:solidFill>
          <a:ln w="12700" cap="flat" cmpd="sng" algn="ctr">
            <a:noFill/>
            <a:prstDash val="solid"/>
            <a:miter lim="800000"/>
          </a:ln>
          <a:effectLst/>
        </p:spPr>
        <p:txBody>
          <a:bodyPr spcFirstLastPara="0" vert="horz" wrap="square" lIns="91440" tIns="91440" rIns="91440" bIns="91440" numCol="1" spcCol="1270" anchor="ctr" anchorCtr="0">
            <a:noAutofit/>
          </a:bodyPr>
          <a:lstStyle/>
          <a:p>
            <a:pPr algn="ctr"/>
            <a:r>
              <a:rPr lang="es-AR" sz="1600" b="1" dirty="0">
                <a:solidFill>
                  <a:schemeClr val="accent5">
                    <a:lumMod val="20000"/>
                    <a:lumOff val="80000"/>
                  </a:schemeClr>
                </a:solidFill>
              </a:rPr>
              <a:t>Años </a:t>
            </a:r>
            <a:r>
              <a:rPr lang="es-AR" sz="1600" b="1">
                <a:solidFill>
                  <a:schemeClr val="accent5">
                    <a:lumMod val="20000"/>
                    <a:lumOff val="80000"/>
                  </a:schemeClr>
                </a:solidFill>
              </a:rPr>
              <a:t>‘30</a:t>
            </a:r>
            <a:endParaRPr lang="es-ES" sz="1600" b="1" dirty="0">
              <a:solidFill>
                <a:schemeClr val="accent5">
                  <a:lumMod val="20000"/>
                  <a:lumOff val="80000"/>
                </a:schemeClr>
              </a:solidFill>
            </a:endParaRPr>
          </a:p>
        </p:txBody>
      </p:sp>
      <p:sp>
        <p:nvSpPr>
          <p:cNvPr id="17" name="Rectángulo 16">
            <a:extLst>
              <a:ext uri="{FF2B5EF4-FFF2-40B4-BE49-F238E27FC236}">
                <a16:creationId xmlns:a16="http://schemas.microsoft.com/office/drawing/2014/main" id="{CF72F85B-3EC2-4CF7-9054-2BD94F20B0E1}"/>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grpSp>
        <p:nvGrpSpPr>
          <p:cNvPr id="18" name="Grupo 17">
            <a:extLst>
              <a:ext uri="{FF2B5EF4-FFF2-40B4-BE49-F238E27FC236}">
                <a16:creationId xmlns:a16="http://schemas.microsoft.com/office/drawing/2014/main" id="{9FDAF05D-182B-4605-B648-8493805C9791}"/>
              </a:ext>
            </a:extLst>
          </p:cNvPr>
          <p:cNvGrpSpPr/>
          <p:nvPr/>
        </p:nvGrpSpPr>
        <p:grpSpPr>
          <a:xfrm>
            <a:off x="6293096" y="1856237"/>
            <a:ext cx="2650424" cy="805027"/>
            <a:chOff x="-2597420" y="-935564"/>
            <a:chExt cx="2650424" cy="805027"/>
          </a:xfrm>
        </p:grpSpPr>
        <p:sp>
          <p:nvSpPr>
            <p:cNvPr id="19" name="Hexágono 18">
              <a:extLst>
                <a:ext uri="{FF2B5EF4-FFF2-40B4-BE49-F238E27FC236}">
                  <a16:creationId xmlns:a16="http://schemas.microsoft.com/office/drawing/2014/main" id="{C9E168E0-F6F9-43A1-A9BF-2A8850532BB2}"/>
                </a:ext>
              </a:extLst>
            </p:cNvPr>
            <p:cNvSpPr/>
            <p:nvPr/>
          </p:nvSpPr>
          <p:spPr>
            <a:xfrm rot="5400000">
              <a:off x="-1674722" y="-1858262"/>
              <a:ext cx="805027" cy="2650424"/>
            </a:xfrm>
            <a:prstGeom prst="hexagon">
              <a:avLst>
                <a:gd name="adj" fmla="val 25000"/>
                <a:gd name="vf" fmla="val 115470"/>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Hexágono 4">
              <a:extLst>
                <a:ext uri="{FF2B5EF4-FFF2-40B4-BE49-F238E27FC236}">
                  <a16:creationId xmlns:a16="http://schemas.microsoft.com/office/drawing/2014/main" id="{34993A2A-FF3B-4952-A84B-11A4E13B5C37}"/>
                </a:ext>
              </a:extLst>
            </p:cNvPr>
            <p:cNvSpPr txBox="1"/>
            <p:nvPr/>
          </p:nvSpPr>
          <p:spPr>
            <a:xfrm>
              <a:off x="-2155684" y="-783528"/>
              <a:ext cx="1766950" cy="5366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ES" sz="2400" b="1" dirty="0">
                  <a:solidFill>
                    <a:schemeClr val="accent5">
                      <a:lumMod val="20000"/>
                      <a:lumOff val="80000"/>
                    </a:schemeClr>
                  </a:solidFill>
                  <a:latin typeface="Arial" panose="020B0604020202020204" pitchFamily="34" charset="0"/>
                  <a:cs typeface="Arial" panose="020B0604020202020204" pitchFamily="34" charset="0"/>
                </a:rPr>
                <a:t>Contexto</a:t>
              </a:r>
              <a:endParaRPr lang="es-ES" sz="2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p:txBody>
        </p:sp>
      </p:grpSp>
    </p:spTree>
    <p:extLst>
      <p:ext uri="{BB962C8B-B14F-4D97-AF65-F5344CB8AC3E}">
        <p14:creationId xmlns:p14="http://schemas.microsoft.com/office/powerpoint/2010/main" val="142257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a 8"/>
          <p:cNvGraphicFramePr/>
          <p:nvPr>
            <p:extLst>
              <p:ext uri="{D42A27DB-BD31-4B8C-83A1-F6EECF244321}">
                <p14:modId xmlns:p14="http://schemas.microsoft.com/office/powerpoint/2010/main" val="3646140876"/>
              </p:ext>
            </p:extLst>
          </p:nvPr>
        </p:nvGraphicFramePr>
        <p:xfrm>
          <a:off x="0" y="725715"/>
          <a:ext cx="9144000" cy="5900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lecha: hacia la izquierda 1"/>
          <p:cNvSpPr/>
          <p:nvPr/>
        </p:nvSpPr>
        <p:spPr>
          <a:xfrm rot="2090843">
            <a:off x="5293581" y="5132174"/>
            <a:ext cx="3192424" cy="1324901"/>
          </a:xfrm>
          <a:prstGeom prst="leftArrow">
            <a:avLst/>
          </a:prstGeom>
          <a:solidFill>
            <a:srgbClr val="4472C4">
              <a:lumMod val="50000"/>
            </a:srgbClr>
          </a:solidFill>
          <a:ln w="12700" cap="flat" cmpd="sng" algn="ctr">
            <a:noFill/>
            <a:prstDash val="solid"/>
            <a:miter lim="800000"/>
          </a:ln>
          <a:effectLst/>
        </p:spPr>
        <p:txBody>
          <a:bodyPr spcFirstLastPara="0" vert="horz" wrap="square" lIns="91440" tIns="91440" rIns="91440" bIns="91440" numCol="1" spcCol="1270" anchor="ctr" anchorCtr="0">
            <a:noAutofit/>
          </a:bodyPr>
          <a:lstStyle/>
          <a:p>
            <a:pPr algn="ctr"/>
            <a:r>
              <a:rPr lang="es-AR" sz="1600" b="1" dirty="0">
                <a:solidFill>
                  <a:schemeClr val="accent5">
                    <a:lumMod val="20000"/>
                    <a:lumOff val="80000"/>
                  </a:schemeClr>
                </a:solidFill>
              </a:rPr>
              <a:t>Nuevamente</a:t>
            </a:r>
          </a:p>
          <a:p>
            <a:pPr algn="ctr"/>
            <a:r>
              <a:rPr lang="es-AR" sz="1600" b="1" dirty="0">
                <a:solidFill>
                  <a:schemeClr val="accent5">
                    <a:lumMod val="20000"/>
                    <a:lumOff val="80000"/>
                  </a:schemeClr>
                </a:solidFill>
              </a:rPr>
              <a:t>(como en </a:t>
            </a:r>
          </a:p>
          <a:p>
            <a:pPr algn="ctr"/>
            <a:r>
              <a:rPr lang="es-AR" sz="1600" b="1" dirty="0">
                <a:solidFill>
                  <a:schemeClr val="accent5">
                    <a:lumMod val="20000"/>
                    <a:lumOff val="80000"/>
                  </a:schemeClr>
                </a:solidFill>
              </a:rPr>
              <a:t>1914 y </a:t>
            </a:r>
            <a:r>
              <a:rPr lang="es-AR" sz="1600" b="1">
                <a:solidFill>
                  <a:schemeClr val="accent5">
                    <a:lumMod val="20000"/>
                    <a:lumOff val="80000"/>
                  </a:schemeClr>
                </a:solidFill>
              </a:rPr>
              <a:t>1930)</a:t>
            </a:r>
            <a:endParaRPr lang="es-ES" sz="1600" b="1" dirty="0">
              <a:solidFill>
                <a:schemeClr val="accent5">
                  <a:lumMod val="20000"/>
                  <a:lumOff val="80000"/>
                </a:schemeClr>
              </a:solidFill>
            </a:endParaRPr>
          </a:p>
        </p:txBody>
      </p:sp>
      <p:sp>
        <p:nvSpPr>
          <p:cNvPr id="5" name="Rectángulo 4">
            <a:extLst>
              <a:ext uri="{FF2B5EF4-FFF2-40B4-BE49-F238E27FC236}">
                <a16:creationId xmlns:a16="http://schemas.microsoft.com/office/drawing/2014/main" id="{05424152-6673-4C2B-986B-A20FEF3B779E}"/>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grpSp>
        <p:nvGrpSpPr>
          <p:cNvPr id="6" name="Grupo 5">
            <a:extLst>
              <a:ext uri="{FF2B5EF4-FFF2-40B4-BE49-F238E27FC236}">
                <a16:creationId xmlns:a16="http://schemas.microsoft.com/office/drawing/2014/main" id="{9D21E541-8FB8-4079-BE2A-85C9A966BF67}"/>
              </a:ext>
            </a:extLst>
          </p:cNvPr>
          <p:cNvGrpSpPr/>
          <p:nvPr/>
        </p:nvGrpSpPr>
        <p:grpSpPr>
          <a:xfrm>
            <a:off x="-531773" y="5729771"/>
            <a:ext cx="2650424" cy="805027"/>
            <a:chOff x="-2597420" y="-935564"/>
            <a:chExt cx="2650424" cy="805027"/>
          </a:xfrm>
        </p:grpSpPr>
        <p:sp>
          <p:nvSpPr>
            <p:cNvPr id="7" name="Hexágono 6">
              <a:extLst>
                <a:ext uri="{FF2B5EF4-FFF2-40B4-BE49-F238E27FC236}">
                  <a16:creationId xmlns:a16="http://schemas.microsoft.com/office/drawing/2014/main" id="{E7B9B2B6-5F7A-4043-903A-36FAF135D48A}"/>
                </a:ext>
              </a:extLst>
            </p:cNvPr>
            <p:cNvSpPr/>
            <p:nvPr/>
          </p:nvSpPr>
          <p:spPr>
            <a:xfrm rot="5400000">
              <a:off x="-1674722" y="-1858262"/>
              <a:ext cx="805027" cy="2650424"/>
            </a:xfrm>
            <a:prstGeom prst="hexagon">
              <a:avLst>
                <a:gd name="adj" fmla="val 25000"/>
                <a:gd name="vf" fmla="val 115470"/>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Hexágono 4">
              <a:extLst>
                <a:ext uri="{FF2B5EF4-FFF2-40B4-BE49-F238E27FC236}">
                  <a16:creationId xmlns:a16="http://schemas.microsoft.com/office/drawing/2014/main" id="{499B37DB-1450-4AE1-B8D7-BAECC46841FB}"/>
                </a:ext>
              </a:extLst>
            </p:cNvPr>
            <p:cNvSpPr txBox="1"/>
            <p:nvPr/>
          </p:nvSpPr>
          <p:spPr>
            <a:xfrm>
              <a:off x="-2155684" y="-783528"/>
              <a:ext cx="1766950" cy="5366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ES" sz="2400" b="1" dirty="0">
                  <a:solidFill>
                    <a:schemeClr val="accent5">
                      <a:lumMod val="20000"/>
                      <a:lumOff val="80000"/>
                    </a:schemeClr>
                  </a:solidFill>
                  <a:latin typeface="Arial" panose="020B0604020202020204" pitchFamily="34" charset="0"/>
                  <a:cs typeface="Arial" panose="020B0604020202020204" pitchFamily="34" charset="0"/>
                </a:rPr>
                <a:t>Contexto</a:t>
              </a:r>
              <a:endParaRPr lang="es-ES" sz="2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p:txBody>
        </p:sp>
      </p:grpSp>
    </p:spTree>
    <p:extLst>
      <p:ext uri="{BB962C8B-B14F-4D97-AF65-F5344CB8AC3E}">
        <p14:creationId xmlns:p14="http://schemas.microsoft.com/office/powerpoint/2010/main" val="1399178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a 8"/>
          <p:cNvGraphicFramePr/>
          <p:nvPr>
            <p:extLst>
              <p:ext uri="{D42A27DB-BD31-4B8C-83A1-F6EECF244321}">
                <p14:modId xmlns:p14="http://schemas.microsoft.com/office/powerpoint/2010/main" val="1032130291"/>
              </p:ext>
            </p:extLst>
          </p:nvPr>
        </p:nvGraphicFramePr>
        <p:xfrm>
          <a:off x="0" y="725715"/>
          <a:ext cx="9144000" cy="5900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a:extLst>
              <a:ext uri="{FF2B5EF4-FFF2-40B4-BE49-F238E27FC236}">
                <a16:creationId xmlns:a16="http://schemas.microsoft.com/office/drawing/2014/main" id="{09474DB5-7472-4B3F-8A7A-77A7843E74DC}"/>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grpSp>
        <p:nvGrpSpPr>
          <p:cNvPr id="6" name="Grupo 5">
            <a:extLst>
              <a:ext uri="{FF2B5EF4-FFF2-40B4-BE49-F238E27FC236}">
                <a16:creationId xmlns:a16="http://schemas.microsoft.com/office/drawing/2014/main" id="{9A6E2100-E66A-43C6-B6C8-D7DC8E926A39}"/>
              </a:ext>
            </a:extLst>
          </p:cNvPr>
          <p:cNvGrpSpPr/>
          <p:nvPr/>
        </p:nvGrpSpPr>
        <p:grpSpPr>
          <a:xfrm>
            <a:off x="356122" y="5820744"/>
            <a:ext cx="2650424" cy="805027"/>
            <a:chOff x="-2597420" y="-935564"/>
            <a:chExt cx="2650424" cy="805027"/>
          </a:xfrm>
        </p:grpSpPr>
        <p:sp>
          <p:nvSpPr>
            <p:cNvPr id="7" name="Hexágono 6">
              <a:extLst>
                <a:ext uri="{FF2B5EF4-FFF2-40B4-BE49-F238E27FC236}">
                  <a16:creationId xmlns:a16="http://schemas.microsoft.com/office/drawing/2014/main" id="{165A5CB5-8984-472E-BCE4-CD9B9D1702B9}"/>
                </a:ext>
              </a:extLst>
            </p:cNvPr>
            <p:cNvSpPr/>
            <p:nvPr/>
          </p:nvSpPr>
          <p:spPr>
            <a:xfrm rot="5400000">
              <a:off x="-1674722" y="-1858262"/>
              <a:ext cx="805027" cy="2650424"/>
            </a:xfrm>
            <a:prstGeom prst="hexagon">
              <a:avLst>
                <a:gd name="adj" fmla="val 25000"/>
                <a:gd name="vf" fmla="val 115470"/>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Hexágono 4">
              <a:extLst>
                <a:ext uri="{FF2B5EF4-FFF2-40B4-BE49-F238E27FC236}">
                  <a16:creationId xmlns:a16="http://schemas.microsoft.com/office/drawing/2014/main" id="{CFA603E0-CBCE-44FF-A923-4C6FC06CDA7E}"/>
                </a:ext>
              </a:extLst>
            </p:cNvPr>
            <p:cNvSpPr txBox="1"/>
            <p:nvPr/>
          </p:nvSpPr>
          <p:spPr>
            <a:xfrm>
              <a:off x="-2155684" y="-783528"/>
              <a:ext cx="1766950" cy="5366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ES" sz="2400" b="1" dirty="0">
                  <a:solidFill>
                    <a:schemeClr val="accent5">
                      <a:lumMod val="20000"/>
                      <a:lumOff val="80000"/>
                    </a:schemeClr>
                  </a:solidFill>
                  <a:latin typeface="Arial" panose="020B0604020202020204" pitchFamily="34" charset="0"/>
                  <a:cs typeface="Arial" panose="020B0604020202020204" pitchFamily="34" charset="0"/>
                </a:rPr>
                <a:t>Contexto</a:t>
              </a:r>
              <a:endParaRPr lang="es-ES" sz="2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p:txBody>
        </p:sp>
      </p:grpSp>
    </p:spTree>
    <p:extLst>
      <p:ext uri="{BB962C8B-B14F-4D97-AF65-F5344CB8AC3E}">
        <p14:creationId xmlns:p14="http://schemas.microsoft.com/office/powerpoint/2010/main" val="1453013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a 8"/>
          <p:cNvGraphicFramePr/>
          <p:nvPr>
            <p:extLst>
              <p:ext uri="{D42A27DB-BD31-4B8C-83A1-F6EECF244321}">
                <p14:modId xmlns:p14="http://schemas.microsoft.com/office/powerpoint/2010/main" val="4139095250"/>
              </p:ext>
            </p:extLst>
          </p:nvPr>
        </p:nvGraphicFramePr>
        <p:xfrm>
          <a:off x="0" y="725715"/>
          <a:ext cx="9144000" cy="5900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upo 4">
            <a:extLst>
              <a:ext uri="{FF2B5EF4-FFF2-40B4-BE49-F238E27FC236}">
                <a16:creationId xmlns:a16="http://schemas.microsoft.com/office/drawing/2014/main" id="{3281D07C-A183-468E-A4A8-BA46FDF71250}"/>
              </a:ext>
            </a:extLst>
          </p:cNvPr>
          <p:cNvGrpSpPr/>
          <p:nvPr/>
        </p:nvGrpSpPr>
        <p:grpSpPr>
          <a:xfrm>
            <a:off x="462140" y="5729771"/>
            <a:ext cx="2650424" cy="805027"/>
            <a:chOff x="-2597420" y="-935564"/>
            <a:chExt cx="2650424" cy="805027"/>
          </a:xfrm>
        </p:grpSpPr>
        <p:sp>
          <p:nvSpPr>
            <p:cNvPr id="6" name="Hexágono 5">
              <a:extLst>
                <a:ext uri="{FF2B5EF4-FFF2-40B4-BE49-F238E27FC236}">
                  <a16:creationId xmlns:a16="http://schemas.microsoft.com/office/drawing/2014/main" id="{CEA914CB-57A8-4B2D-97DD-BE72FBAF2ACB}"/>
                </a:ext>
              </a:extLst>
            </p:cNvPr>
            <p:cNvSpPr/>
            <p:nvPr/>
          </p:nvSpPr>
          <p:spPr>
            <a:xfrm rot="5400000">
              <a:off x="-1674722" y="-1858262"/>
              <a:ext cx="805027" cy="2650424"/>
            </a:xfrm>
            <a:prstGeom prst="hexagon">
              <a:avLst>
                <a:gd name="adj" fmla="val 25000"/>
                <a:gd name="vf" fmla="val 115470"/>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Hexágono 4">
              <a:extLst>
                <a:ext uri="{FF2B5EF4-FFF2-40B4-BE49-F238E27FC236}">
                  <a16:creationId xmlns:a16="http://schemas.microsoft.com/office/drawing/2014/main" id="{D7035A20-2D80-4727-80E4-FBE25E3B3486}"/>
                </a:ext>
              </a:extLst>
            </p:cNvPr>
            <p:cNvSpPr txBox="1"/>
            <p:nvPr/>
          </p:nvSpPr>
          <p:spPr>
            <a:xfrm>
              <a:off x="-2155684" y="-783528"/>
              <a:ext cx="1766950" cy="5366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rtlCol="0" anchor="ctr" anchorCtr="0">
              <a:noAutofit/>
            </a:bodyPr>
            <a:lstStyle/>
            <a:p>
              <a:pPr marL="0" lvl="0" indent="0" algn="ctr" defTabSz="457200" rtl="0" eaLnBrk="1" latinLnBrk="0" hangingPunct="1">
                <a:lnSpc>
                  <a:spcPct val="90000"/>
                </a:lnSpc>
                <a:spcBef>
                  <a:spcPct val="0"/>
                </a:spcBef>
                <a:spcAft>
                  <a:spcPct val="35000"/>
                </a:spcAft>
                <a:buNone/>
              </a:pPr>
              <a:r>
                <a:rPr lang="es-ES" sz="2400" b="1" dirty="0">
                  <a:solidFill>
                    <a:schemeClr val="accent5">
                      <a:lumMod val="20000"/>
                      <a:lumOff val="80000"/>
                    </a:schemeClr>
                  </a:solidFill>
                  <a:latin typeface="Arial" panose="020B0604020202020204" pitchFamily="34" charset="0"/>
                  <a:cs typeface="Arial" panose="020B0604020202020204" pitchFamily="34" charset="0"/>
                </a:rPr>
                <a:t>Contexto</a:t>
              </a:r>
              <a:endParaRPr lang="es-ES" sz="2400" b="1" kern="1200" dirty="0">
                <a:solidFill>
                  <a:schemeClr val="accent5">
                    <a:lumMod val="20000"/>
                    <a:lumOff val="80000"/>
                  </a:schemeClr>
                </a:solidFill>
                <a:latin typeface="Arial" panose="020B0604020202020204" pitchFamily="34" charset="0"/>
                <a:ea typeface="+mn-ea"/>
                <a:cs typeface="Arial" panose="020B0604020202020204" pitchFamily="34" charset="0"/>
              </a:endParaRPr>
            </a:p>
          </p:txBody>
        </p:sp>
      </p:grpSp>
      <p:sp>
        <p:nvSpPr>
          <p:cNvPr id="8" name="Rectángulo 7">
            <a:extLst>
              <a:ext uri="{FF2B5EF4-FFF2-40B4-BE49-F238E27FC236}">
                <a16:creationId xmlns:a16="http://schemas.microsoft.com/office/drawing/2014/main" id="{CDBA42FD-3C9C-4E2E-B43B-CF72901126A7}"/>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1780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p:cNvGraphicFramePr/>
          <p:nvPr>
            <p:extLst>
              <p:ext uri="{D42A27DB-BD31-4B8C-83A1-F6EECF244321}">
                <p14:modId xmlns:p14="http://schemas.microsoft.com/office/powerpoint/2010/main" val="4070155104"/>
              </p:ext>
            </p:extLst>
          </p:nvPr>
        </p:nvGraphicFramePr>
        <p:xfrm>
          <a:off x="0" y="569844"/>
          <a:ext cx="9144000" cy="6288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a:extLst>
              <a:ext uri="{FF2B5EF4-FFF2-40B4-BE49-F238E27FC236}">
                <a16:creationId xmlns:a16="http://schemas.microsoft.com/office/drawing/2014/main" id="{2BB5B059-CA45-404D-A0DA-EAF125A4F7F9}"/>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87619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a 4"/>
          <p:cNvGraphicFramePr/>
          <p:nvPr>
            <p:extLst>
              <p:ext uri="{D42A27DB-BD31-4B8C-83A1-F6EECF244321}">
                <p14:modId xmlns:p14="http://schemas.microsoft.com/office/powerpoint/2010/main" val="480341561"/>
              </p:ext>
            </p:extLst>
          </p:nvPr>
        </p:nvGraphicFramePr>
        <p:xfrm>
          <a:off x="0" y="1007164"/>
          <a:ext cx="9144000" cy="58508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lecha: a la derecha 5"/>
          <p:cNvSpPr/>
          <p:nvPr/>
        </p:nvSpPr>
        <p:spPr>
          <a:xfrm>
            <a:off x="397565" y="954159"/>
            <a:ext cx="1696278" cy="1232452"/>
          </a:xfrm>
          <a:prstGeom prst="rightArrow">
            <a:avLst/>
          </a:prstGeom>
          <a:solidFill>
            <a:srgbClr val="4472C4">
              <a:lumMod val="50000"/>
            </a:srgbClr>
          </a:solidFill>
          <a:ln w="12700" cap="flat" cmpd="sng" algn="ctr">
            <a:noFill/>
            <a:prstDash val="solid"/>
            <a:miter lim="800000"/>
          </a:ln>
          <a:effectLst/>
        </p:spPr>
        <p:txBody>
          <a:bodyPr spcFirstLastPara="0" vert="horz" wrap="square" lIns="91440" tIns="91440" rIns="91440" bIns="91440" numCol="1" spcCol="1270" anchor="ctr" anchorCtr="0">
            <a:noAutofit/>
          </a:bodyPr>
          <a:lstStyle/>
          <a:p>
            <a:pPr algn="ctr"/>
            <a:r>
              <a:rPr lang="es-AR" sz="1600" b="1" dirty="0">
                <a:solidFill>
                  <a:schemeClr val="accent5">
                    <a:lumMod val="20000"/>
                    <a:lumOff val="80000"/>
                  </a:schemeClr>
                </a:solidFill>
              </a:rPr>
              <a:t>Origen </a:t>
            </a:r>
            <a:r>
              <a:rPr lang="es-AR" sz="1600" b="1">
                <a:solidFill>
                  <a:schemeClr val="accent5">
                    <a:lumMod val="20000"/>
                    <a:lumOff val="80000"/>
                  </a:schemeClr>
                </a:solidFill>
              </a:rPr>
              <a:t>del plan</a:t>
            </a:r>
            <a:endParaRPr lang="es-ES" sz="1600" b="1" dirty="0">
              <a:solidFill>
                <a:schemeClr val="accent5">
                  <a:lumMod val="20000"/>
                  <a:lumOff val="80000"/>
                </a:schemeClr>
              </a:solidFill>
            </a:endParaRPr>
          </a:p>
        </p:txBody>
      </p:sp>
      <p:sp>
        <p:nvSpPr>
          <p:cNvPr id="7" name="Rectángulo 6">
            <a:extLst>
              <a:ext uri="{FF2B5EF4-FFF2-40B4-BE49-F238E27FC236}">
                <a16:creationId xmlns:a16="http://schemas.microsoft.com/office/drawing/2014/main" id="{8BDF4E6D-4BEF-4848-B339-BFFACCB98945}"/>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 name="Elipse 1">
            <a:extLst>
              <a:ext uri="{FF2B5EF4-FFF2-40B4-BE49-F238E27FC236}">
                <a16:creationId xmlns:a16="http://schemas.microsoft.com/office/drawing/2014/main" id="{079A70AC-27A6-4534-8734-D6CA85517CCA}"/>
              </a:ext>
            </a:extLst>
          </p:cNvPr>
          <p:cNvSpPr/>
          <p:nvPr/>
        </p:nvSpPr>
        <p:spPr>
          <a:xfrm>
            <a:off x="8067607" y="284922"/>
            <a:ext cx="1076393" cy="1093005"/>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rPr>
              <a:t>EL PLAN</a:t>
            </a:r>
          </a:p>
        </p:txBody>
      </p:sp>
    </p:spTree>
    <p:extLst>
      <p:ext uri="{BB962C8B-B14F-4D97-AF65-F5344CB8AC3E}">
        <p14:creationId xmlns:p14="http://schemas.microsoft.com/office/powerpoint/2010/main" val="29011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p:cNvSpPr/>
          <p:nvPr/>
        </p:nvSpPr>
        <p:spPr>
          <a:xfrm>
            <a:off x="463827" y="702365"/>
            <a:ext cx="1855304" cy="1855305"/>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solidFill>
                  <a:schemeClr val="accent5">
                    <a:lumMod val="50000"/>
                  </a:schemeClr>
                </a:solidFill>
              </a:rPr>
              <a:t>Crisis de exportaciones agrarias y generación de exportaciones nuevas</a:t>
            </a:r>
            <a:endParaRPr lang="es-ES" dirty="0">
              <a:solidFill>
                <a:schemeClr val="accent5">
                  <a:lumMod val="50000"/>
                </a:schemeClr>
              </a:solidFill>
            </a:endParaRPr>
          </a:p>
        </p:txBody>
      </p:sp>
      <p:sp>
        <p:nvSpPr>
          <p:cNvPr id="3" name="Elipse 2"/>
          <p:cNvSpPr/>
          <p:nvPr/>
        </p:nvSpPr>
        <p:spPr>
          <a:xfrm>
            <a:off x="2160105" y="927653"/>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7" name="Elipse 6"/>
          <p:cNvSpPr/>
          <p:nvPr/>
        </p:nvSpPr>
        <p:spPr>
          <a:xfrm>
            <a:off x="2160106" y="1769164"/>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graphicFrame>
        <p:nvGraphicFramePr>
          <p:cNvPr id="9" name="Gráfico 8"/>
          <p:cNvGraphicFramePr>
            <a:graphicFrameLocks/>
          </p:cNvGraphicFramePr>
          <p:nvPr>
            <p:extLst>
              <p:ext uri="{D42A27DB-BD31-4B8C-83A1-F6EECF244321}">
                <p14:modId xmlns:p14="http://schemas.microsoft.com/office/powerpoint/2010/main" val="28392376"/>
              </p:ext>
            </p:extLst>
          </p:nvPr>
        </p:nvGraphicFramePr>
        <p:xfrm>
          <a:off x="4658138" y="689111"/>
          <a:ext cx="4485861" cy="3299794"/>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Conector recto de flecha 10"/>
          <p:cNvCxnSpPr>
            <a:cxnSpLocks/>
          </p:cNvCxnSpPr>
          <p:nvPr/>
        </p:nvCxnSpPr>
        <p:spPr>
          <a:xfrm flipV="1">
            <a:off x="5209760" y="1245705"/>
            <a:ext cx="2582518" cy="1612632"/>
          </a:xfrm>
          <a:prstGeom prst="straightConnector1">
            <a:avLst/>
          </a:prstGeom>
          <a:ln w="3810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a:cxnSpLocks/>
          </p:cNvCxnSpPr>
          <p:nvPr/>
        </p:nvCxnSpPr>
        <p:spPr>
          <a:xfrm>
            <a:off x="7792278" y="1277180"/>
            <a:ext cx="1183561" cy="1128088"/>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Rectángulo: esquinas redondeadas 15"/>
          <p:cNvSpPr/>
          <p:nvPr/>
        </p:nvSpPr>
        <p:spPr>
          <a:xfrm>
            <a:off x="463827" y="2729952"/>
            <a:ext cx="1855304" cy="1855305"/>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-Saldos en </a:t>
            </a:r>
            <a:r>
              <a:rPr lang="es-AR" sz="1600" b="1" dirty="0">
                <a:solidFill>
                  <a:schemeClr val="accent5">
                    <a:lumMod val="50000"/>
                  </a:schemeClr>
                </a:solidFill>
              </a:rPr>
              <a:t>libras</a:t>
            </a:r>
            <a:r>
              <a:rPr lang="es-AR" sz="1600" dirty="0">
                <a:solidFill>
                  <a:schemeClr val="accent5">
                    <a:lumMod val="50000"/>
                  </a:schemeClr>
                </a:solidFill>
              </a:rPr>
              <a:t> inconvertibles</a:t>
            </a:r>
          </a:p>
          <a:p>
            <a:pPr algn="ctr"/>
            <a:r>
              <a:rPr lang="es-AR" sz="1600" dirty="0">
                <a:solidFill>
                  <a:schemeClr val="accent5">
                    <a:lumMod val="50000"/>
                  </a:schemeClr>
                </a:solidFill>
              </a:rPr>
              <a:t>-</a:t>
            </a:r>
            <a:r>
              <a:rPr lang="es-AR" sz="1600" b="1" dirty="0">
                <a:solidFill>
                  <a:schemeClr val="accent5">
                    <a:lumMod val="50000"/>
                  </a:schemeClr>
                </a:solidFill>
              </a:rPr>
              <a:t>Déficit</a:t>
            </a:r>
            <a:r>
              <a:rPr lang="es-AR" sz="1600" dirty="0">
                <a:solidFill>
                  <a:schemeClr val="accent5">
                    <a:lumMod val="50000"/>
                  </a:schemeClr>
                </a:solidFill>
              </a:rPr>
              <a:t> con EEUU</a:t>
            </a:r>
          </a:p>
          <a:p>
            <a:pPr algn="ctr"/>
            <a:r>
              <a:rPr lang="es-AR" sz="1600" dirty="0">
                <a:solidFill>
                  <a:schemeClr val="accent5">
                    <a:lumMod val="50000"/>
                  </a:schemeClr>
                </a:solidFill>
              </a:rPr>
              <a:t>-Poco intercambio con la </a:t>
            </a:r>
            <a:r>
              <a:rPr lang="es-AR" sz="1600" b="1" dirty="0">
                <a:solidFill>
                  <a:schemeClr val="accent5">
                    <a:lumMod val="50000"/>
                  </a:schemeClr>
                </a:solidFill>
              </a:rPr>
              <a:t>región</a:t>
            </a:r>
            <a:endParaRPr lang="es-ES" sz="1600" b="1" dirty="0">
              <a:solidFill>
                <a:schemeClr val="accent5">
                  <a:lumMod val="50000"/>
                </a:schemeClr>
              </a:solidFill>
            </a:endParaRPr>
          </a:p>
        </p:txBody>
      </p:sp>
      <p:sp>
        <p:nvSpPr>
          <p:cNvPr id="17" name="Elipse 16"/>
          <p:cNvSpPr/>
          <p:nvPr/>
        </p:nvSpPr>
        <p:spPr>
          <a:xfrm>
            <a:off x="2160105" y="3034743"/>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sp>
        <p:nvSpPr>
          <p:cNvPr id="18" name="Rectángulo: esquinas redondeadas 17"/>
          <p:cNvSpPr/>
          <p:nvPr/>
        </p:nvSpPr>
        <p:spPr>
          <a:xfrm>
            <a:off x="463827" y="5635485"/>
            <a:ext cx="1855304" cy="990602"/>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Necesidad de controlar las importaciones</a:t>
            </a:r>
            <a:endParaRPr lang="es-ES" sz="1600" dirty="0">
              <a:solidFill>
                <a:schemeClr val="accent5">
                  <a:lumMod val="50000"/>
                </a:schemeClr>
              </a:solidFill>
            </a:endParaRPr>
          </a:p>
        </p:txBody>
      </p:sp>
      <p:sp>
        <p:nvSpPr>
          <p:cNvPr id="19" name="Elipse 18"/>
          <p:cNvSpPr/>
          <p:nvPr/>
        </p:nvSpPr>
        <p:spPr>
          <a:xfrm>
            <a:off x="2027582" y="5405242"/>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23" name="Flecha: hacia la izquierda 22"/>
          <p:cNvSpPr/>
          <p:nvPr/>
        </p:nvSpPr>
        <p:spPr>
          <a:xfrm>
            <a:off x="2464905" y="1447801"/>
            <a:ext cx="2166730" cy="2564301"/>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Problemas del sector externo</a:t>
            </a:r>
            <a:endParaRPr lang="es-ES" sz="2400" b="1" dirty="0">
              <a:solidFill>
                <a:schemeClr val="accent5">
                  <a:lumMod val="20000"/>
                  <a:lumOff val="80000"/>
                </a:schemeClr>
              </a:solidFill>
            </a:endParaRPr>
          </a:p>
        </p:txBody>
      </p:sp>
      <p:sp>
        <p:nvSpPr>
          <p:cNvPr id="24" name="Rectángulo: esquinas redondeadas 23"/>
          <p:cNvSpPr/>
          <p:nvPr/>
        </p:nvSpPr>
        <p:spPr>
          <a:xfrm>
            <a:off x="145776" y="4396392"/>
            <a:ext cx="1707562" cy="132690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i="1" dirty="0">
                <a:solidFill>
                  <a:schemeClr val="accent5">
                    <a:lumMod val="50000"/>
                  </a:schemeClr>
                </a:solidFill>
              </a:rPr>
              <a:t>Inglaterra seguía siendo el mayor comprador, pero perdía peso en las importaciones</a:t>
            </a:r>
            <a:endParaRPr lang="es-ES" sz="1400" i="1" dirty="0">
              <a:solidFill>
                <a:schemeClr val="accent5">
                  <a:lumMod val="50000"/>
                </a:schemeClr>
              </a:solidFill>
            </a:endParaRPr>
          </a:p>
        </p:txBody>
      </p:sp>
      <p:graphicFrame>
        <p:nvGraphicFramePr>
          <p:cNvPr id="26" name="Gráfico 25"/>
          <p:cNvGraphicFramePr>
            <a:graphicFrameLocks/>
          </p:cNvGraphicFramePr>
          <p:nvPr>
            <p:extLst>
              <p:ext uri="{D42A27DB-BD31-4B8C-83A1-F6EECF244321}">
                <p14:modId xmlns:p14="http://schemas.microsoft.com/office/powerpoint/2010/main" val="851277437"/>
              </p:ext>
            </p:extLst>
          </p:nvPr>
        </p:nvGraphicFramePr>
        <p:xfrm>
          <a:off x="3564834" y="3988905"/>
          <a:ext cx="5579165" cy="2941984"/>
        </p:xfrm>
        <a:graphic>
          <a:graphicData uri="http://schemas.openxmlformats.org/drawingml/2006/chart">
            <c:chart xmlns:c="http://schemas.openxmlformats.org/drawingml/2006/chart" xmlns:r="http://schemas.openxmlformats.org/officeDocument/2006/relationships" r:id="rId3"/>
          </a:graphicData>
        </a:graphic>
      </p:graphicFrame>
      <p:sp>
        <p:nvSpPr>
          <p:cNvPr id="27" name="Rectángulo 26"/>
          <p:cNvSpPr/>
          <p:nvPr/>
        </p:nvSpPr>
        <p:spPr>
          <a:xfrm>
            <a:off x="7957930" y="4875153"/>
            <a:ext cx="1017909" cy="5300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BACADF85-A888-4EC7-A4A1-DFEB4C2C043B}"/>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22" name="Elipse 21">
            <a:extLst>
              <a:ext uri="{FF2B5EF4-FFF2-40B4-BE49-F238E27FC236}">
                <a16:creationId xmlns:a16="http://schemas.microsoft.com/office/drawing/2014/main" id="{36F6BF55-543B-484F-89A2-5AAA8091A4E2}"/>
              </a:ext>
            </a:extLst>
          </p:cNvPr>
          <p:cNvSpPr/>
          <p:nvPr/>
        </p:nvSpPr>
        <p:spPr>
          <a:xfrm>
            <a:off x="7957930" y="3561669"/>
            <a:ext cx="1076393" cy="1093005"/>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rPr>
              <a:t>EL PLAN</a:t>
            </a:r>
          </a:p>
        </p:txBody>
      </p:sp>
      <p:pic>
        <p:nvPicPr>
          <p:cNvPr id="5" name="Gráfico 4" descr="América del Norte">
            <a:extLst>
              <a:ext uri="{FF2B5EF4-FFF2-40B4-BE49-F238E27FC236}">
                <a16:creationId xmlns:a16="http://schemas.microsoft.com/office/drawing/2014/main" id="{7BAFE8E7-B173-4B63-A91B-E4868DB48E0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14800" y="2971800"/>
            <a:ext cx="914400" cy="914400"/>
          </a:xfrm>
          <a:prstGeom prst="rect">
            <a:avLst/>
          </a:prstGeom>
        </p:spPr>
      </p:pic>
      <p:pic>
        <p:nvPicPr>
          <p:cNvPr id="8" name="Gráfico 7" descr="América del Sur">
            <a:extLst>
              <a:ext uri="{FF2B5EF4-FFF2-40B4-BE49-F238E27FC236}">
                <a16:creationId xmlns:a16="http://schemas.microsoft.com/office/drawing/2014/main" id="{E82CA1E2-F5E1-4919-94E0-540C554B72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64800" y="3121800"/>
            <a:ext cx="914400" cy="914400"/>
          </a:xfrm>
          <a:prstGeom prst="rect">
            <a:avLst/>
          </a:prstGeom>
        </p:spPr>
      </p:pic>
    </p:spTree>
    <p:extLst>
      <p:ext uri="{BB962C8B-B14F-4D97-AF65-F5344CB8AC3E}">
        <p14:creationId xmlns:p14="http://schemas.microsoft.com/office/powerpoint/2010/main" val="31210016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p:cNvSpPr/>
          <p:nvPr/>
        </p:nvSpPr>
        <p:spPr>
          <a:xfrm>
            <a:off x="3538331" y="858069"/>
            <a:ext cx="1620081" cy="1855305"/>
          </a:xfrm>
          <a:prstGeom prst="roundRect">
            <a:avLst>
              <a:gd name="adj" fmla="val 8810"/>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Para paliar la depresión, agregar estímulos. </a:t>
            </a:r>
            <a:endParaRPr lang="es-ES" sz="2400" b="1" dirty="0">
              <a:solidFill>
                <a:schemeClr val="accent5">
                  <a:lumMod val="20000"/>
                  <a:lumOff val="80000"/>
                </a:schemeClr>
              </a:solidFill>
            </a:endParaRPr>
          </a:p>
        </p:txBody>
      </p:sp>
      <p:sp>
        <p:nvSpPr>
          <p:cNvPr id="16" name="Rectángulo: esquinas redondeadas 15"/>
          <p:cNvSpPr/>
          <p:nvPr/>
        </p:nvSpPr>
        <p:spPr>
          <a:xfrm>
            <a:off x="3538332" y="2885657"/>
            <a:ext cx="1855304" cy="1080054"/>
          </a:xfrm>
          <a:prstGeom prst="roundRect">
            <a:avLst>
              <a:gd name="adj" fmla="val 10953"/>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rPr>
              <a:t>Suplir las importaciones </a:t>
            </a:r>
            <a:r>
              <a:rPr lang="es-AR" dirty="0">
                <a:solidFill>
                  <a:schemeClr val="accent5">
                    <a:lumMod val="20000"/>
                    <a:lumOff val="80000"/>
                  </a:schemeClr>
                </a:solidFill>
              </a:rPr>
              <a:t>dificultadas por la 2da guerra</a:t>
            </a:r>
            <a:endParaRPr lang="es-ES" dirty="0">
              <a:solidFill>
                <a:schemeClr val="accent5">
                  <a:lumMod val="20000"/>
                  <a:lumOff val="80000"/>
                </a:schemeClr>
              </a:solidFill>
            </a:endParaRPr>
          </a:p>
        </p:txBody>
      </p:sp>
      <p:sp>
        <p:nvSpPr>
          <p:cNvPr id="21" name="Rectángulo: esquinas redondeadas 20"/>
          <p:cNvSpPr/>
          <p:nvPr/>
        </p:nvSpPr>
        <p:spPr>
          <a:xfrm>
            <a:off x="5582480" y="1891742"/>
            <a:ext cx="2007703" cy="821631"/>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Industria de la </a:t>
            </a:r>
            <a:r>
              <a:rPr lang="es-AR" sz="1600" b="1" dirty="0">
                <a:solidFill>
                  <a:schemeClr val="accent5">
                    <a:lumMod val="50000"/>
                  </a:schemeClr>
                </a:solidFill>
              </a:rPr>
              <a:t>construcción</a:t>
            </a:r>
            <a:r>
              <a:rPr lang="es-AR" sz="1600" dirty="0">
                <a:solidFill>
                  <a:schemeClr val="accent5">
                    <a:lumMod val="50000"/>
                  </a:schemeClr>
                </a:solidFill>
              </a:rPr>
              <a:t> como sustento</a:t>
            </a:r>
            <a:endParaRPr lang="es-ES" sz="1600" dirty="0">
              <a:solidFill>
                <a:schemeClr val="accent5">
                  <a:lumMod val="50000"/>
                </a:schemeClr>
              </a:solidFill>
            </a:endParaRPr>
          </a:p>
        </p:txBody>
      </p:sp>
      <p:sp>
        <p:nvSpPr>
          <p:cNvPr id="23" name="Rectángulo: esquinas redondeadas 22"/>
          <p:cNvSpPr/>
          <p:nvPr/>
        </p:nvSpPr>
        <p:spPr>
          <a:xfrm>
            <a:off x="5569227" y="2892290"/>
            <a:ext cx="2007704" cy="1073419"/>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Mantener y desarrollar la </a:t>
            </a:r>
            <a:r>
              <a:rPr lang="es-AR" sz="1600" b="1" dirty="0">
                <a:solidFill>
                  <a:schemeClr val="accent5">
                    <a:lumMod val="50000"/>
                  </a:schemeClr>
                </a:solidFill>
              </a:rPr>
              <a:t>demanda interna</a:t>
            </a:r>
            <a:endParaRPr lang="es-ES" sz="1600" b="1" dirty="0">
              <a:solidFill>
                <a:schemeClr val="accent5">
                  <a:lumMod val="50000"/>
                </a:schemeClr>
              </a:solidFill>
            </a:endParaRPr>
          </a:p>
        </p:txBody>
      </p:sp>
      <p:sp>
        <p:nvSpPr>
          <p:cNvPr id="25" name="Rectángulo: esquinas redondeadas 24"/>
          <p:cNvSpPr/>
          <p:nvPr/>
        </p:nvSpPr>
        <p:spPr>
          <a:xfrm>
            <a:off x="5582479" y="864695"/>
            <a:ext cx="2007703" cy="815009"/>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Compra de </a:t>
            </a:r>
            <a:r>
              <a:rPr lang="es-AR" sz="1600" b="1" dirty="0">
                <a:solidFill>
                  <a:schemeClr val="accent5">
                    <a:lumMod val="50000"/>
                  </a:schemeClr>
                </a:solidFill>
              </a:rPr>
              <a:t>excedentes</a:t>
            </a:r>
            <a:r>
              <a:rPr lang="es-AR" sz="1600" dirty="0">
                <a:solidFill>
                  <a:schemeClr val="accent5">
                    <a:lumMod val="50000"/>
                  </a:schemeClr>
                </a:solidFill>
              </a:rPr>
              <a:t> agrícolas</a:t>
            </a:r>
            <a:endParaRPr lang="es-ES" sz="1600" dirty="0">
              <a:solidFill>
                <a:schemeClr val="accent5">
                  <a:lumMod val="50000"/>
                </a:schemeClr>
              </a:solidFill>
            </a:endParaRPr>
          </a:p>
        </p:txBody>
      </p:sp>
      <p:sp>
        <p:nvSpPr>
          <p:cNvPr id="15" name="Elipse 14"/>
          <p:cNvSpPr/>
          <p:nvPr/>
        </p:nvSpPr>
        <p:spPr>
          <a:xfrm>
            <a:off x="7474227" y="897830"/>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22" name="Elipse 21"/>
          <p:cNvSpPr/>
          <p:nvPr/>
        </p:nvSpPr>
        <p:spPr>
          <a:xfrm>
            <a:off x="7499075" y="2971797"/>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26" name="Elipse 25"/>
          <p:cNvSpPr/>
          <p:nvPr/>
        </p:nvSpPr>
        <p:spPr>
          <a:xfrm>
            <a:off x="7499074" y="1891746"/>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6" name="Cerrar llave 5"/>
          <p:cNvSpPr/>
          <p:nvPr/>
        </p:nvSpPr>
        <p:spPr>
          <a:xfrm>
            <a:off x="8108674" y="858069"/>
            <a:ext cx="266702" cy="1855304"/>
          </a:xfrm>
          <a:prstGeom prst="rightBrace">
            <a:avLst>
              <a:gd name="adj1" fmla="val 112903"/>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cxnSp>
        <p:nvCxnSpPr>
          <p:cNvPr id="10" name="Conector: angular 9"/>
          <p:cNvCxnSpPr>
            <a:endCxn id="22" idx="6"/>
          </p:cNvCxnSpPr>
          <p:nvPr/>
        </p:nvCxnSpPr>
        <p:spPr>
          <a:xfrm rot="5400000">
            <a:off x="7577757" y="2303387"/>
            <a:ext cx="1517380" cy="45554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r 27"/>
          <p:cNvCxnSpPr>
            <a:cxnSpLocks/>
            <a:stCxn id="20" idx="2"/>
            <a:endCxn id="33" idx="1"/>
          </p:cNvCxnSpPr>
          <p:nvPr/>
        </p:nvCxnSpPr>
        <p:spPr>
          <a:xfrm rot="16200000" flipH="1">
            <a:off x="5469011" y="5734045"/>
            <a:ext cx="884576" cy="31639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Rectángulo: esquinas redondeadas 32"/>
          <p:cNvSpPr/>
          <p:nvPr/>
        </p:nvSpPr>
        <p:spPr>
          <a:xfrm>
            <a:off x="6069496" y="5953534"/>
            <a:ext cx="2014331" cy="761992"/>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solidFill>
                  <a:schemeClr val="accent5">
                    <a:lumMod val="20000"/>
                    <a:lumOff val="80000"/>
                  </a:schemeClr>
                </a:solidFill>
              </a:rPr>
              <a:t>Desarrollo industrial con apertura externa</a:t>
            </a:r>
            <a:endParaRPr lang="es-ES" sz="1600" b="1" dirty="0">
              <a:solidFill>
                <a:schemeClr val="accent5">
                  <a:lumMod val="20000"/>
                  <a:lumOff val="80000"/>
                </a:schemeClr>
              </a:solidFill>
            </a:endParaRPr>
          </a:p>
        </p:txBody>
      </p:sp>
      <p:sp>
        <p:nvSpPr>
          <p:cNvPr id="34" name="Rectángulo: esquinas redondeadas 33"/>
          <p:cNvSpPr/>
          <p:nvPr/>
        </p:nvSpPr>
        <p:spPr>
          <a:xfrm>
            <a:off x="170784" y="5285984"/>
            <a:ext cx="3279012" cy="1229142"/>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NECESARIO: </a:t>
            </a:r>
          </a:p>
          <a:p>
            <a:pPr algn="ctr"/>
            <a:r>
              <a:rPr lang="es-AR" sz="2400" b="1" dirty="0">
                <a:solidFill>
                  <a:schemeClr val="accent5">
                    <a:lumMod val="20000"/>
                    <a:lumOff val="80000"/>
                  </a:schemeClr>
                </a:solidFill>
              </a:rPr>
              <a:t>Financiamiento de LP + estabilidad</a:t>
            </a:r>
            <a:endParaRPr lang="es-ES" sz="2400" b="1" dirty="0">
              <a:solidFill>
                <a:schemeClr val="accent5">
                  <a:lumMod val="20000"/>
                  <a:lumOff val="80000"/>
                </a:schemeClr>
              </a:solidFill>
            </a:endParaRPr>
          </a:p>
        </p:txBody>
      </p:sp>
      <p:sp>
        <p:nvSpPr>
          <p:cNvPr id="35" name="Flecha: curvada hacia abajo 34"/>
          <p:cNvSpPr/>
          <p:nvPr/>
        </p:nvSpPr>
        <p:spPr>
          <a:xfrm flipH="1">
            <a:off x="1749607" y="4395214"/>
            <a:ext cx="2438401" cy="90540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6" name="Abrir llave 35"/>
          <p:cNvSpPr/>
          <p:nvPr/>
        </p:nvSpPr>
        <p:spPr>
          <a:xfrm>
            <a:off x="5355532" y="858069"/>
            <a:ext cx="175595" cy="1855304"/>
          </a:xfrm>
          <a:prstGeom prst="leftBrace">
            <a:avLst>
              <a:gd name="adj1" fmla="val 56526"/>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42" name="Elipse 41"/>
          <p:cNvSpPr/>
          <p:nvPr/>
        </p:nvSpPr>
        <p:spPr>
          <a:xfrm>
            <a:off x="240204" y="4939751"/>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sp>
        <p:nvSpPr>
          <p:cNvPr id="3" name="Elipse 2">
            <a:extLst>
              <a:ext uri="{FF2B5EF4-FFF2-40B4-BE49-F238E27FC236}">
                <a16:creationId xmlns:a16="http://schemas.microsoft.com/office/drawing/2014/main" id="{34CB1D40-DCC1-4A80-961C-819EC2429EF8}"/>
              </a:ext>
            </a:extLst>
          </p:cNvPr>
          <p:cNvSpPr/>
          <p:nvPr/>
        </p:nvSpPr>
        <p:spPr>
          <a:xfrm>
            <a:off x="791529" y="6071179"/>
            <a:ext cx="2037521" cy="44394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29" name="Conector: angular 28">
            <a:extLst>
              <a:ext uri="{FF2B5EF4-FFF2-40B4-BE49-F238E27FC236}">
                <a16:creationId xmlns:a16="http://schemas.microsoft.com/office/drawing/2014/main" id="{F139921C-EA3C-416B-B919-501DA409E547}"/>
              </a:ext>
            </a:extLst>
          </p:cNvPr>
          <p:cNvCxnSpPr>
            <a:cxnSpLocks/>
            <a:stCxn id="23" idx="2"/>
            <a:endCxn id="16" idx="2"/>
          </p:cNvCxnSpPr>
          <p:nvPr/>
        </p:nvCxnSpPr>
        <p:spPr>
          <a:xfrm rot="5400000">
            <a:off x="5519531" y="2912163"/>
            <a:ext cx="2" cy="2107095"/>
          </a:xfrm>
          <a:prstGeom prst="bentConnector3">
            <a:avLst>
              <a:gd name="adj1" fmla="val 114301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Conector: angular 29">
            <a:extLst>
              <a:ext uri="{FF2B5EF4-FFF2-40B4-BE49-F238E27FC236}">
                <a16:creationId xmlns:a16="http://schemas.microsoft.com/office/drawing/2014/main" id="{3F625ABE-BE16-4D79-A9C3-1CBF397505A5}"/>
              </a:ext>
            </a:extLst>
          </p:cNvPr>
          <p:cNvCxnSpPr>
            <a:cxnSpLocks/>
            <a:stCxn id="16" idx="1"/>
            <a:endCxn id="20" idx="1"/>
          </p:cNvCxnSpPr>
          <p:nvPr/>
        </p:nvCxnSpPr>
        <p:spPr>
          <a:xfrm rot="10800000" flipH="1" flipV="1">
            <a:off x="3538332" y="3425683"/>
            <a:ext cx="188844" cy="1620077"/>
          </a:xfrm>
          <a:prstGeom prst="bentConnector3">
            <a:avLst>
              <a:gd name="adj1" fmla="val -12105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7" name="Rectángulo 36">
            <a:extLst>
              <a:ext uri="{FF2B5EF4-FFF2-40B4-BE49-F238E27FC236}">
                <a16:creationId xmlns:a16="http://schemas.microsoft.com/office/drawing/2014/main" id="{88256F87-F8AC-441D-AC96-DBADC344C11A}"/>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38" name="Flecha: hacia la izquierda 37">
            <a:extLst>
              <a:ext uri="{FF2B5EF4-FFF2-40B4-BE49-F238E27FC236}">
                <a16:creationId xmlns:a16="http://schemas.microsoft.com/office/drawing/2014/main" id="{D6085E68-3A59-42F2-881C-F96BA373EF45}"/>
              </a:ext>
            </a:extLst>
          </p:cNvPr>
          <p:cNvSpPr/>
          <p:nvPr/>
        </p:nvSpPr>
        <p:spPr>
          <a:xfrm flipH="1">
            <a:off x="213689" y="288229"/>
            <a:ext cx="3173896" cy="3207025"/>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Excedentes invendibles</a:t>
            </a:r>
          </a:p>
          <a:p>
            <a:pPr algn="ctr"/>
            <a:r>
              <a:rPr lang="es-AR" dirty="0">
                <a:solidFill>
                  <a:schemeClr val="accent5">
                    <a:lumMod val="20000"/>
                    <a:lumOff val="80000"/>
                  </a:schemeClr>
                </a:solidFill>
                <a:sym typeface="Wingdings" panose="05000000000000000000" pitchFamily="2" charset="2"/>
              </a:rPr>
              <a:t> </a:t>
            </a:r>
            <a:r>
              <a:rPr lang="es-AR" dirty="0">
                <a:solidFill>
                  <a:schemeClr val="accent5">
                    <a:lumMod val="20000"/>
                    <a:lumOff val="80000"/>
                  </a:schemeClr>
                </a:solidFill>
              </a:rPr>
              <a:t>Crisis industrial</a:t>
            </a:r>
          </a:p>
          <a:p>
            <a:pPr algn="ctr"/>
            <a:r>
              <a:rPr lang="es-AR" dirty="0">
                <a:solidFill>
                  <a:schemeClr val="accent5">
                    <a:lumMod val="20000"/>
                    <a:lumOff val="80000"/>
                  </a:schemeClr>
                </a:solidFill>
                <a:sym typeface="Wingdings" panose="05000000000000000000" pitchFamily="2" charset="2"/>
              </a:rPr>
              <a:t> </a:t>
            </a:r>
            <a:r>
              <a:rPr lang="es-AR" dirty="0">
                <a:solidFill>
                  <a:schemeClr val="accent5">
                    <a:lumMod val="20000"/>
                    <a:lumOff val="80000"/>
                  </a:schemeClr>
                </a:solidFill>
              </a:rPr>
              <a:t>Desocupación</a:t>
            </a:r>
            <a:endParaRPr lang="es-ES" dirty="0">
              <a:solidFill>
                <a:schemeClr val="accent5">
                  <a:lumMod val="20000"/>
                  <a:lumOff val="80000"/>
                </a:schemeClr>
              </a:solidFill>
            </a:endParaRPr>
          </a:p>
        </p:txBody>
      </p:sp>
      <p:sp>
        <p:nvSpPr>
          <p:cNvPr id="20" name="Rectángulo: esquinas redondeadas 19"/>
          <p:cNvSpPr/>
          <p:nvPr/>
        </p:nvSpPr>
        <p:spPr>
          <a:xfrm>
            <a:off x="3727176" y="4641568"/>
            <a:ext cx="4051851" cy="808386"/>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rPr>
              <a:t>Industria manufacturera</a:t>
            </a:r>
            <a:endParaRPr lang="es-ES" sz="2400" b="1" dirty="0">
              <a:solidFill>
                <a:schemeClr val="accent5">
                  <a:lumMod val="20000"/>
                  <a:lumOff val="80000"/>
                </a:schemeClr>
              </a:solidFill>
            </a:endParaRPr>
          </a:p>
        </p:txBody>
      </p:sp>
      <p:sp>
        <p:nvSpPr>
          <p:cNvPr id="24" name="Elipse 23"/>
          <p:cNvSpPr/>
          <p:nvPr/>
        </p:nvSpPr>
        <p:spPr>
          <a:xfrm>
            <a:off x="7543914" y="4694972"/>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sp>
        <p:nvSpPr>
          <p:cNvPr id="39" name="Elipse 38">
            <a:extLst>
              <a:ext uri="{FF2B5EF4-FFF2-40B4-BE49-F238E27FC236}">
                <a16:creationId xmlns:a16="http://schemas.microsoft.com/office/drawing/2014/main" id="{48CC977B-0E7C-41D2-BE40-0D71C0D7E6F7}"/>
              </a:ext>
            </a:extLst>
          </p:cNvPr>
          <p:cNvSpPr/>
          <p:nvPr/>
        </p:nvSpPr>
        <p:spPr>
          <a:xfrm>
            <a:off x="8067607" y="284922"/>
            <a:ext cx="1076393" cy="1093005"/>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rPr>
              <a:t>EL PLAN</a:t>
            </a:r>
          </a:p>
        </p:txBody>
      </p:sp>
    </p:spTree>
    <p:extLst>
      <p:ext uri="{BB962C8B-B14F-4D97-AF65-F5344CB8AC3E}">
        <p14:creationId xmlns:p14="http://schemas.microsoft.com/office/powerpoint/2010/main" val="1411234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p:cNvSpPr/>
          <p:nvPr/>
        </p:nvSpPr>
        <p:spPr>
          <a:xfrm>
            <a:off x="145776" y="687712"/>
            <a:ext cx="8812693" cy="490330"/>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Plan </a:t>
            </a:r>
            <a:r>
              <a:rPr lang="es-AR" sz="2400" b="1">
                <a:solidFill>
                  <a:schemeClr val="accent5">
                    <a:lumMod val="20000"/>
                    <a:lumOff val="80000"/>
                  </a:schemeClr>
                </a:solidFill>
              </a:rPr>
              <a:t>de financiamiento</a:t>
            </a:r>
            <a:endParaRPr lang="es-ES" sz="2400" b="1" dirty="0">
              <a:solidFill>
                <a:schemeClr val="accent5">
                  <a:lumMod val="20000"/>
                  <a:lumOff val="80000"/>
                </a:schemeClr>
              </a:solidFill>
            </a:endParaRPr>
          </a:p>
        </p:txBody>
      </p:sp>
      <p:sp>
        <p:nvSpPr>
          <p:cNvPr id="3" name="Rectángulo: esquinas redondeadas 2"/>
          <p:cNvSpPr/>
          <p:nvPr/>
        </p:nvSpPr>
        <p:spPr>
          <a:xfrm>
            <a:off x="145777" y="1382762"/>
            <a:ext cx="3225220" cy="684050"/>
          </a:xfrm>
          <a:prstGeom prst="roundRect">
            <a:avLst/>
          </a:prstGeom>
          <a:solidFill>
            <a:schemeClr val="accent5">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2000" b="1" dirty="0">
                <a:solidFill>
                  <a:schemeClr val="accent5">
                    <a:lumMod val="20000"/>
                    <a:lumOff val="80000"/>
                  </a:schemeClr>
                </a:solidFill>
              </a:rPr>
              <a:t>Instrumentos al </a:t>
            </a:r>
          </a:p>
          <a:p>
            <a:pPr lvl="0" algn="ctr"/>
            <a:r>
              <a:rPr lang="es-AR" sz="2000" b="1" dirty="0">
                <a:solidFill>
                  <a:schemeClr val="accent5">
                    <a:lumMod val="20000"/>
                    <a:lumOff val="80000"/>
                  </a:schemeClr>
                </a:solidFill>
              </a:rPr>
              <a:t>Banco Central</a:t>
            </a:r>
            <a:endParaRPr lang="es-ES" sz="2000" b="1" dirty="0">
              <a:solidFill>
                <a:schemeClr val="accent5">
                  <a:lumMod val="20000"/>
                  <a:lumOff val="80000"/>
                </a:schemeClr>
              </a:solidFill>
            </a:endParaRPr>
          </a:p>
        </p:txBody>
      </p:sp>
      <p:sp>
        <p:nvSpPr>
          <p:cNvPr id="7" name="Rectángulo: esquinas redondeadas 6"/>
          <p:cNvSpPr/>
          <p:nvPr/>
        </p:nvSpPr>
        <p:spPr>
          <a:xfrm>
            <a:off x="3521122" y="1371762"/>
            <a:ext cx="5437347" cy="695050"/>
          </a:xfrm>
          <a:prstGeom prst="roundRect">
            <a:avLst/>
          </a:prstGeom>
          <a:solidFill>
            <a:schemeClr val="accent5">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Mercado de capitales de LP</a:t>
            </a:r>
            <a:endParaRPr lang="es-ES" sz="2000" b="1" dirty="0">
              <a:solidFill>
                <a:schemeClr val="accent5">
                  <a:lumMod val="20000"/>
                  <a:lumOff val="80000"/>
                </a:schemeClr>
              </a:solidFill>
            </a:endParaRPr>
          </a:p>
        </p:txBody>
      </p:sp>
      <p:sp>
        <p:nvSpPr>
          <p:cNvPr id="9" name="Rectángulo 8"/>
          <p:cNvSpPr/>
          <p:nvPr/>
        </p:nvSpPr>
        <p:spPr>
          <a:xfrm>
            <a:off x="145776" y="2192293"/>
            <a:ext cx="3225221" cy="285738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dirty="0">
                <a:solidFill>
                  <a:schemeClr val="accent5">
                    <a:lumMod val="50000"/>
                  </a:schemeClr>
                </a:solidFill>
              </a:rPr>
              <a:t>Podría modificar Efectivos mínimos</a:t>
            </a:r>
          </a:p>
          <a:p>
            <a:pPr lvl="0" algn="ctr">
              <a:spcBef>
                <a:spcPts val="600"/>
              </a:spcBef>
            </a:pPr>
            <a:endParaRPr lang="es-AR" dirty="0">
              <a:solidFill>
                <a:schemeClr val="accent5">
                  <a:lumMod val="50000"/>
                </a:schemeClr>
              </a:solidFill>
            </a:endParaRPr>
          </a:p>
          <a:p>
            <a:pPr lvl="0" algn="ctr">
              <a:spcBef>
                <a:spcPts val="600"/>
              </a:spcBef>
            </a:pPr>
            <a:r>
              <a:rPr lang="es-AR" dirty="0">
                <a:solidFill>
                  <a:schemeClr val="accent5">
                    <a:lumMod val="50000"/>
                  </a:schemeClr>
                </a:solidFill>
              </a:rPr>
              <a:t>Operaciones de Mercado abierto</a:t>
            </a:r>
          </a:p>
          <a:p>
            <a:pPr lvl="0" algn="ctr">
              <a:spcBef>
                <a:spcPts val="600"/>
              </a:spcBef>
            </a:pPr>
            <a:endParaRPr lang="es-AR" dirty="0">
              <a:solidFill>
                <a:schemeClr val="accent5">
                  <a:lumMod val="50000"/>
                </a:schemeClr>
              </a:solidFill>
            </a:endParaRPr>
          </a:p>
          <a:p>
            <a:pPr lvl="0" algn="ctr">
              <a:spcBef>
                <a:spcPts val="600"/>
              </a:spcBef>
            </a:pPr>
            <a:r>
              <a:rPr lang="es-AR" dirty="0">
                <a:solidFill>
                  <a:schemeClr val="accent5">
                    <a:lumMod val="50000"/>
                  </a:schemeClr>
                </a:solidFill>
              </a:rPr>
              <a:t>Control de tasas de interés</a:t>
            </a:r>
          </a:p>
        </p:txBody>
      </p:sp>
      <p:sp>
        <p:nvSpPr>
          <p:cNvPr id="12" name="Rectángulo 11"/>
          <p:cNvSpPr/>
          <p:nvPr/>
        </p:nvSpPr>
        <p:spPr>
          <a:xfrm>
            <a:off x="3521122" y="2192291"/>
            <a:ext cx="5437347" cy="2857381"/>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dirty="0">
                <a:solidFill>
                  <a:schemeClr val="accent5">
                    <a:lumMod val="50000"/>
                  </a:schemeClr>
                </a:solidFill>
              </a:rPr>
              <a:t>Estado promotor y garante del financiamiento (alentar modificaciones en la estructura productiva)</a:t>
            </a:r>
          </a:p>
          <a:p>
            <a:pPr lvl="0" algn="ctr">
              <a:spcBef>
                <a:spcPts val="600"/>
              </a:spcBef>
            </a:pPr>
            <a:endParaRPr lang="es-AR" dirty="0">
              <a:solidFill>
                <a:schemeClr val="accent5">
                  <a:lumMod val="50000"/>
                </a:schemeClr>
              </a:solidFill>
            </a:endParaRPr>
          </a:p>
          <a:p>
            <a:pPr lvl="0" algn="ctr">
              <a:spcBef>
                <a:spcPts val="600"/>
              </a:spcBef>
            </a:pPr>
            <a:r>
              <a:rPr lang="es-AR" dirty="0">
                <a:solidFill>
                  <a:schemeClr val="accent5">
                    <a:lumMod val="50000"/>
                  </a:schemeClr>
                </a:solidFill>
              </a:rPr>
              <a:t>Organismo de financiamiento, </a:t>
            </a:r>
          </a:p>
          <a:p>
            <a:pPr lvl="0" algn="ctr">
              <a:spcBef>
                <a:spcPts val="600"/>
              </a:spcBef>
            </a:pPr>
            <a:r>
              <a:rPr lang="es-AR" dirty="0">
                <a:solidFill>
                  <a:schemeClr val="accent5">
                    <a:lumMod val="50000"/>
                  </a:schemeClr>
                </a:solidFill>
              </a:rPr>
              <a:t>convertir </a:t>
            </a:r>
            <a:r>
              <a:rPr lang="es-AR" dirty="0" err="1">
                <a:solidFill>
                  <a:schemeClr val="accent5">
                    <a:lumMod val="50000"/>
                  </a:schemeClr>
                </a:solidFill>
              </a:rPr>
              <a:t>dep</a:t>
            </a:r>
            <a:r>
              <a:rPr lang="es-AR" dirty="0">
                <a:solidFill>
                  <a:schemeClr val="accent5">
                    <a:lumMod val="50000"/>
                  </a:schemeClr>
                </a:solidFill>
              </a:rPr>
              <a:t>. de CP en </a:t>
            </a:r>
            <a:r>
              <a:rPr lang="es-AR" dirty="0" err="1">
                <a:solidFill>
                  <a:schemeClr val="accent5">
                    <a:lumMod val="50000"/>
                  </a:schemeClr>
                </a:solidFill>
              </a:rPr>
              <a:t>prés</a:t>
            </a:r>
            <a:r>
              <a:rPr lang="es-AR" dirty="0">
                <a:solidFill>
                  <a:schemeClr val="accent5">
                    <a:lumMod val="50000"/>
                  </a:schemeClr>
                </a:solidFill>
              </a:rPr>
              <a:t>. de LP</a:t>
            </a:r>
          </a:p>
          <a:p>
            <a:pPr lvl="0" algn="ctr">
              <a:spcBef>
                <a:spcPts val="600"/>
              </a:spcBef>
            </a:pPr>
            <a:endParaRPr lang="es-AR" dirty="0">
              <a:solidFill>
                <a:schemeClr val="accent5">
                  <a:lumMod val="50000"/>
                </a:schemeClr>
              </a:solidFill>
            </a:endParaRPr>
          </a:p>
          <a:p>
            <a:pPr lvl="0" algn="ctr">
              <a:spcBef>
                <a:spcPts val="600"/>
              </a:spcBef>
            </a:pPr>
            <a:r>
              <a:rPr lang="es-AR" dirty="0">
                <a:solidFill>
                  <a:schemeClr val="accent5">
                    <a:lumMod val="50000"/>
                  </a:schemeClr>
                </a:solidFill>
              </a:rPr>
              <a:t>Prioridades: Manufacturas de MP nacionales; construcciones; compras de excedentes</a:t>
            </a:r>
          </a:p>
        </p:txBody>
      </p:sp>
      <p:sp>
        <p:nvSpPr>
          <p:cNvPr id="18" name="Rectángulo: esquinas redondeadas 17"/>
          <p:cNvSpPr/>
          <p:nvPr/>
        </p:nvSpPr>
        <p:spPr>
          <a:xfrm>
            <a:off x="145776" y="5240741"/>
            <a:ext cx="3225221" cy="1344600"/>
          </a:xfrm>
          <a:prstGeom prst="roundRect">
            <a:avLst/>
          </a:prstGeom>
          <a:solidFill>
            <a:schemeClr val="accent5">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Objetivo macro de CP; </a:t>
            </a:r>
          </a:p>
          <a:p>
            <a:pPr algn="ctr"/>
            <a:r>
              <a:rPr lang="es-AR" sz="2000" b="1" dirty="0">
                <a:solidFill>
                  <a:schemeClr val="accent5">
                    <a:lumMod val="20000"/>
                    <a:lumOff val="80000"/>
                  </a:schemeClr>
                </a:solidFill>
              </a:rPr>
              <a:t>pero cambios institucionales de LP</a:t>
            </a:r>
            <a:endParaRPr lang="es-ES" sz="2000" b="1" dirty="0">
              <a:solidFill>
                <a:schemeClr val="accent5">
                  <a:lumMod val="20000"/>
                  <a:lumOff val="80000"/>
                </a:schemeClr>
              </a:solidFill>
            </a:endParaRPr>
          </a:p>
        </p:txBody>
      </p:sp>
      <p:sp>
        <p:nvSpPr>
          <p:cNvPr id="20" name="Rectángulo: esquinas redondeadas 19"/>
          <p:cNvSpPr/>
          <p:nvPr/>
        </p:nvSpPr>
        <p:spPr>
          <a:xfrm>
            <a:off x="3521122" y="5240741"/>
            <a:ext cx="5437347" cy="1344600"/>
          </a:xfrm>
          <a:prstGeom prst="roundRect">
            <a:avLst/>
          </a:prstGeom>
          <a:solidFill>
            <a:schemeClr val="accent5">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Alentar modificaciones en la </a:t>
            </a:r>
            <a:r>
              <a:rPr lang="es-AR" sz="2000" b="1">
                <a:solidFill>
                  <a:schemeClr val="accent5">
                    <a:lumMod val="20000"/>
                    <a:lumOff val="80000"/>
                  </a:schemeClr>
                </a:solidFill>
              </a:rPr>
              <a:t>estructura productiva</a:t>
            </a:r>
            <a:endParaRPr lang="es-ES" sz="2000" b="1" dirty="0">
              <a:solidFill>
                <a:schemeClr val="accent5">
                  <a:lumMod val="20000"/>
                  <a:lumOff val="80000"/>
                </a:schemeClr>
              </a:solidFill>
            </a:endParaRPr>
          </a:p>
        </p:txBody>
      </p:sp>
      <p:sp>
        <p:nvSpPr>
          <p:cNvPr id="10" name="Rectángulo 9">
            <a:extLst>
              <a:ext uri="{FF2B5EF4-FFF2-40B4-BE49-F238E27FC236}">
                <a16:creationId xmlns:a16="http://schemas.microsoft.com/office/drawing/2014/main" id="{BAAD252C-69F0-44E1-950A-4F6F049A40BF}"/>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8507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a 2"/>
          <p:cNvGraphicFramePr/>
          <p:nvPr>
            <p:extLst>
              <p:ext uri="{D42A27DB-BD31-4B8C-83A1-F6EECF244321}">
                <p14:modId xmlns:p14="http://schemas.microsoft.com/office/powerpoint/2010/main" val="3665247025"/>
              </p:ext>
            </p:extLst>
          </p:nvPr>
        </p:nvGraphicFramePr>
        <p:xfrm>
          <a:off x="216280" y="1828802"/>
          <a:ext cx="4598504" cy="4115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9" name="Diagrama 28"/>
          <p:cNvGraphicFramePr/>
          <p:nvPr>
            <p:extLst>
              <p:ext uri="{D42A27DB-BD31-4B8C-83A1-F6EECF244321}">
                <p14:modId xmlns:p14="http://schemas.microsoft.com/office/powerpoint/2010/main" val="991592868"/>
              </p:ext>
            </p:extLst>
          </p:nvPr>
        </p:nvGraphicFramePr>
        <p:xfrm>
          <a:off x="4606995" y="2034208"/>
          <a:ext cx="4598504" cy="41159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0" name="Elipse 29"/>
          <p:cNvSpPr/>
          <p:nvPr/>
        </p:nvSpPr>
        <p:spPr>
          <a:xfrm>
            <a:off x="4969568" y="2241921"/>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sp>
        <p:nvSpPr>
          <p:cNvPr id="31" name="Elipse 30"/>
          <p:cNvSpPr/>
          <p:nvPr/>
        </p:nvSpPr>
        <p:spPr>
          <a:xfrm>
            <a:off x="8103707" y="2241921"/>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32" name="Elipse 31"/>
          <p:cNvSpPr/>
          <p:nvPr/>
        </p:nvSpPr>
        <p:spPr>
          <a:xfrm>
            <a:off x="7620003" y="5514009"/>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37" name="Elipse 36"/>
          <p:cNvSpPr/>
          <p:nvPr/>
        </p:nvSpPr>
        <p:spPr>
          <a:xfrm>
            <a:off x="3097699" y="2034208"/>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38" name="Elipse 37"/>
          <p:cNvSpPr/>
          <p:nvPr/>
        </p:nvSpPr>
        <p:spPr>
          <a:xfrm>
            <a:off x="681971" y="2035312"/>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sp>
        <p:nvSpPr>
          <p:cNvPr id="39" name="Elipse 38"/>
          <p:cNvSpPr/>
          <p:nvPr/>
        </p:nvSpPr>
        <p:spPr>
          <a:xfrm>
            <a:off x="2644483" y="5308603"/>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sp>
        <p:nvSpPr>
          <p:cNvPr id="2" name="Flecha: curvada hacia abajo 1"/>
          <p:cNvSpPr/>
          <p:nvPr/>
        </p:nvSpPr>
        <p:spPr>
          <a:xfrm>
            <a:off x="5579168" y="2034208"/>
            <a:ext cx="2524539" cy="843817"/>
          </a:xfrm>
          <a:prstGeom prst="curvedDownArrow">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4" name="Rectángulo 13">
            <a:extLst>
              <a:ext uri="{FF2B5EF4-FFF2-40B4-BE49-F238E27FC236}">
                <a16:creationId xmlns:a16="http://schemas.microsoft.com/office/drawing/2014/main" id="{6F50C28E-A169-4D16-BA2F-58DD46FEB7E8}"/>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15" name="Elipse 14">
            <a:extLst>
              <a:ext uri="{FF2B5EF4-FFF2-40B4-BE49-F238E27FC236}">
                <a16:creationId xmlns:a16="http://schemas.microsoft.com/office/drawing/2014/main" id="{05EFB0BA-8024-4DF9-B499-9C3F0C2AFFBD}"/>
              </a:ext>
            </a:extLst>
          </p:cNvPr>
          <p:cNvSpPr/>
          <p:nvPr/>
        </p:nvSpPr>
        <p:spPr>
          <a:xfrm>
            <a:off x="8067607" y="284922"/>
            <a:ext cx="1076393" cy="1093005"/>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solidFill>
                  <a:schemeClr val="accent5">
                    <a:lumMod val="20000"/>
                    <a:lumOff val="80000"/>
                  </a:schemeClr>
                </a:solidFill>
              </a:rPr>
              <a:t>EL PLAN</a:t>
            </a:r>
          </a:p>
        </p:txBody>
      </p:sp>
    </p:spTree>
    <p:extLst>
      <p:ext uri="{BB962C8B-B14F-4D97-AF65-F5344CB8AC3E}">
        <p14:creationId xmlns:p14="http://schemas.microsoft.com/office/powerpoint/2010/main" val="28009025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p:cNvSpPr/>
          <p:nvPr/>
        </p:nvSpPr>
        <p:spPr>
          <a:xfrm>
            <a:off x="218662" y="2849218"/>
            <a:ext cx="8706675" cy="1457738"/>
          </a:xfrm>
          <a:prstGeom prst="roundRect">
            <a:avLst/>
          </a:prstGeom>
          <a:solidFill>
            <a:schemeClr val="accent5">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Explicación Extra:</a:t>
            </a:r>
          </a:p>
          <a:p>
            <a:pPr algn="ctr"/>
            <a:r>
              <a:rPr lang="es-AR" sz="2800" b="1" dirty="0">
                <a:solidFill>
                  <a:schemeClr val="accent5">
                    <a:lumMod val="20000"/>
                    <a:lumOff val="80000"/>
                  </a:schemeClr>
                </a:solidFill>
              </a:rPr>
              <a:t>¿Qué pasó con el BCRA desde </a:t>
            </a:r>
            <a:r>
              <a:rPr lang="es-AR" sz="2800" b="1">
                <a:solidFill>
                  <a:schemeClr val="accent5">
                    <a:lumMod val="20000"/>
                    <a:lumOff val="80000"/>
                  </a:schemeClr>
                </a:solidFill>
              </a:rPr>
              <a:t>1940?</a:t>
            </a:r>
            <a:endParaRPr lang="es-ES" sz="2800" b="1" dirty="0">
              <a:solidFill>
                <a:schemeClr val="accent5">
                  <a:lumMod val="20000"/>
                  <a:lumOff val="80000"/>
                </a:schemeClr>
              </a:solidFill>
            </a:endParaRPr>
          </a:p>
        </p:txBody>
      </p:sp>
      <p:sp>
        <p:nvSpPr>
          <p:cNvPr id="5" name="Rectángulo 4">
            <a:extLst>
              <a:ext uri="{FF2B5EF4-FFF2-40B4-BE49-F238E27FC236}">
                <a16:creationId xmlns:a16="http://schemas.microsoft.com/office/drawing/2014/main" id="{11CF5C69-BAB1-4F8B-B2ED-9D16DDAF04BF}"/>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87698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áfico 4">
            <a:extLst>
              <a:ext uri="{FF2B5EF4-FFF2-40B4-BE49-F238E27FC236}">
                <a16:creationId xmlns:a16="http://schemas.microsoft.com/office/drawing/2014/main" id="{C2905F3A-1519-42CD-99E1-5D2F78632BE2}"/>
              </a:ext>
            </a:extLst>
          </p:cNvPr>
          <p:cNvGraphicFramePr/>
          <p:nvPr>
            <p:extLst>
              <p:ext uri="{D42A27DB-BD31-4B8C-83A1-F6EECF244321}">
                <p14:modId xmlns:p14="http://schemas.microsoft.com/office/powerpoint/2010/main" val="1045080502"/>
              </p:ext>
            </p:extLst>
          </p:nvPr>
        </p:nvGraphicFramePr>
        <p:xfrm>
          <a:off x="-1" y="2134644"/>
          <a:ext cx="4571999" cy="4723355"/>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5475EAD7-0B46-45A8-AD20-68BE1EE71179}"/>
              </a:ext>
            </a:extLst>
          </p:cNvPr>
          <p:cNvSpPr/>
          <p:nvPr/>
        </p:nvSpPr>
        <p:spPr>
          <a:xfrm>
            <a:off x="397714" y="887372"/>
            <a:ext cx="8348567" cy="506292"/>
          </a:xfrm>
          <a:prstGeom prst="rect">
            <a:avLst/>
          </a:prstGeom>
        </p:spPr>
        <p:txBody>
          <a:bodyPr wrap="square">
            <a:spAutoFit/>
          </a:bodyPr>
          <a:lstStyle/>
          <a:p>
            <a:pPr algn="ctr">
              <a:lnSpc>
                <a:spcPct val="150000"/>
              </a:lnSpc>
              <a:spcAft>
                <a:spcPts val="600"/>
              </a:spcAft>
            </a:pPr>
            <a:r>
              <a:rPr lang="es-AR" sz="20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Las reservas “a tipo de cambio constante” y la base monetaria. </a:t>
            </a:r>
            <a:endParaRPr lang="es-AR" dirty="0">
              <a:solidFill>
                <a:schemeClr val="accent5">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B8782A90-9562-4287-B584-E087F620418F}"/>
              </a:ext>
            </a:extLst>
          </p:cNvPr>
          <p:cNvGraphicFramePr/>
          <p:nvPr>
            <p:extLst>
              <p:ext uri="{D42A27DB-BD31-4B8C-83A1-F6EECF244321}">
                <p14:modId xmlns:p14="http://schemas.microsoft.com/office/powerpoint/2010/main" val="3870089063"/>
              </p:ext>
            </p:extLst>
          </p:nvPr>
        </p:nvGraphicFramePr>
        <p:xfrm>
          <a:off x="4572001" y="2134644"/>
          <a:ext cx="4572000" cy="472335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E63FFEF4-7DFA-4FAD-902D-714295D63C59}"/>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9648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63FFEF4-7DFA-4FAD-902D-714295D63C59}"/>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pic>
        <p:nvPicPr>
          <p:cNvPr id="11" name="Imagen 10">
            <a:extLst>
              <a:ext uri="{FF2B5EF4-FFF2-40B4-BE49-F238E27FC236}">
                <a16:creationId xmlns:a16="http://schemas.microsoft.com/office/drawing/2014/main" id="{D91CCC2B-4A3F-4868-A4B5-41F355EC680F}"/>
              </a:ext>
            </a:extLst>
          </p:cNvPr>
          <p:cNvPicPr>
            <a:picLocks noChangeAspect="1"/>
          </p:cNvPicPr>
          <p:nvPr/>
        </p:nvPicPr>
        <p:blipFill rotWithShape="1">
          <a:blip r:embed="rId2">
            <a:clrChange>
              <a:clrFrom>
                <a:srgbClr val="FFFFFF"/>
              </a:clrFrom>
              <a:clrTo>
                <a:srgbClr val="FFFFFF">
                  <a:alpha val="0"/>
                </a:srgbClr>
              </a:clrTo>
            </a:clrChange>
          </a:blip>
          <a:srcRect l="23478" t="36918" r="26812" b="21323"/>
          <a:stretch/>
        </p:blipFill>
        <p:spPr>
          <a:xfrm>
            <a:off x="26504" y="1417982"/>
            <a:ext cx="4439479" cy="2096781"/>
          </a:xfrm>
          <a:prstGeom prst="rect">
            <a:avLst/>
          </a:prstGeom>
        </p:spPr>
      </p:pic>
      <p:pic>
        <p:nvPicPr>
          <p:cNvPr id="12" name="Imagen 11">
            <a:extLst>
              <a:ext uri="{FF2B5EF4-FFF2-40B4-BE49-F238E27FC236}">
                <a16:creationId xmlns:a16="http://schemas.microsoft.com/office/drawing/2014/main" id="{A77521CA-EC17-4718-AC3D-95E9218511D7}"/>
              </a:ext>
            </a:extLst>
          </p:cNvPr>
          <p:cNvPicPr>
            <a:picLocks noChangeAspect="1"/>
          </p:cNvPicPr>
          <p:nvPr/>
        </p:nvPicPr>
        <p:blipFill rotWithShape="1">
          <a:blip r:embed="rId3">
            <a:clrChange>
              <a:clrFrom>
                <a:srgbClr val="FFFFFF"/>
              </a:clrFrom>
              <a:clrTo>
                <a:srgbClr val="FFFFFF">
                  <a:alpha val="0"/>
                </a:srgbClr>
              </a:clrTo>
            </a:clrChange>
          </a:blip>
          <a:srcRect l="23188" t="35114" r="22320" b="20549"/>
          <a:stretch/>
        </p:blipFill>
        <p:spPr>
          <a:xfrm>
            <a:off x="4572001" y="1417982"/>
            <a:ext cx="4545496" cy="2079321"/>
          </a:xfrm>
          <a:prstGeom prst="rect">
            <a:avLst/>
          </a:prstGeom>
        </p:spPr>
      </p:pic>
      <p:pic>
        <p:nvPicPr>
          <p:cNvPr id="13" name="Imagen 12">
            <a:extLst>
              <a:ext uri="{FF2B5EF4-FFF2-40B4-BE49-F238E27FC236}">
                <a16:creationId xmlns:a16="http://schemas.microsoft.com/office/drawing/2014/main" id="{D46EB759-F62C-4997-9C63-F831882BC412}"/>
              </a:ext>
            </a:extLst>
          </p:cNvPr>
          <p:cNvPicPr>
            <a:picLocks noChangeAspect="1"/>
          </p:cNvPicPr>
          <p:nvPr/>
        </p:nvPicPr>
        <p:blipFill rotWithShape="1">
          <a:blip r:embed="rId4">
            <a:clrChange>
              <a:clrFrom>
                <a:srgbClr val="FFFFFF"/>
              </a:clrFrom>
              <a:clrTo>
                <a:srgbClr val="FFFFFF">
                  <a:alpha val="0"/>
                </a:srgbClr>
              </a:clrTo>
            </a:clrChange>
          </a:blip>
          <a:srcRect l="22899" t="38207" r="20870" b="21008"/>
          <a:stretch/>
        </p:blipFill>
        <p:spPr>
          <a:xfrm>
            <a:off x="26504" y="4484394"/>
            <a:ext cx="4545496" cy="1853598"/>
          </a:xfrm>
          <a:prstGeom prst="rect">
            <a:avLst/>
          </a:prstGeom>
        </p:spPr>
      </p:pic>
      <p:pic>
        <p:nvPicPr>
          <p:cNvPr id="14" name="Imagen 13">
            <a:extLst>
              <a:ext uri="{FF2B5EF4-FFF2-40B4-BE49-F238E27FC236}">
                <a16:creationId xmlns:a16="http://schemas.microsoft.com/office/drawing/2014/main" id="{30CDB49F-5707-45C4-9B80-8B7FF0EB4D7A}"/>
              </a:ext>
            </a:extLst>
          </p:cNvPr>
          <p:cNvPicPr>
            <a:picLocks noChangeAspect="1"/>
          </p:cNvPicPr>
          <p:nvPr/>
        </p:nvPicPr>
        <p:blipFill rotWithShape="1">
          <a:blip r:embed="rId5">
            <a:clrChange>
              <a:clrFrom>
                <a:srgbClr val="FFFFFF"/>
              </a:clrFrom>
              <a:clrTo>
                <a:srgbClr val="FFFFFF">
                  <a:alpha val="0"/>
                </a:srgbClr>
              </a:clrTo>
            </a:clrChange>
          </a:blip>
          <a:srcRect l="22899" t="33825" r="21159" b="25389"/>
          <a:stretch/>
        </p:blipFill>
        <p:spPr>
          <a:xfrm>
            <a:off x="4598504" y="4430674"/>
            <a:ext cx="4545496" cy="1863202"/>
          </a:xfrm>
          <a:prstGeom prst="rect">
            <a:avLst/>
          </a:prstGeom>
        </p:spPr>
      </p:pic>
      <p:sp>
        <p:nvSpPr>
          <p:cNvPr id="15" name="Rectángulo 14">
            <a:extLst>
              <a:ext uri="{FF2B5EF4-FFF2-40B4-BE49-F238E27FC236}">
                <a16:creationId xmlns:a16="http://schemas.microsoft.com/office/drawing/2014/main" id="{2E660A41-5A6C-4FDC-A341-8F66473A52FD}"/>
              </a:ext>
            </a:extLst>
          </p:cNvPr>
          <p:cNvSpPr/>
          <p:nvPr/>
        </p:nvSpPr>
        <p:spPr>
          <a:xfrm>
            <a:off x="4223186" y="3823642"/>
            <a:ext cx="697627" cy="369332"/>
          </a:xfrm>
          <a:prstGeom prst="rect">
            <a:avLst/>
          </a:prstGeom>
        </p:spPr>
        <p:txBody>
          <a:bodyPr wrap="none">
            <a:spAutoFit/>
          </a:bodyPr>
          <a:lstStyle/>
          <a:p>
            <a:r>
              <a:rPr lang="es-AR" b="1" dirty="0">
                <a:solidFill>
                  <a:schemeClr val="accent5">
                    <a:lumMod val="50000"/>
                  </a:schemeClr>
                </a:solidFill>
                <a:latin typeface="Arial" panose="020B0604020202020204" pitchFamily="34" charset="0"/>
                <a:cs typeface="Arial" panose="020B0604020202020204" pitchFamily="34" charset="0"/>
              </a:rPr>
              <a:t>1940</a:t>
            </a:r>
            <a:endParaRPr lang="es-AR" dirty="0">
              <a:solidFill>
                <a:schemeClr val="accent5">
                  <a:lumMod val="50000"/>
                </a:schemeClr>
              </a:solidFill>
            </a:endParaRPr>
          </a:p>
        </p:txBody>
      </p:sp>
      <p:cxnSp>
        <p:nvCxnSpPr>
          <p:cNvPr id="17" name="Conector recto 16">
            <a:extLst>
              <a:ext uri="{FF2B5EF4-FFF2-40B4-BE49-F238E27FC236}">
                <a16:creationId xmlns:a16="http://schemas.microsoft.com/office/drawing/2014/main" id="{BC5545E6-657A-427B-8E61-2E57F4BCD3F7}"/>
              </a:ext>
            </a:extLst>
          </p:cNvPr>
          <p:cNvCxnSpPr/>
          <p:nvPr/>
        </p:nvCxnSpPr>
        <p:spPr>
          <a:xfrm>
            <a:off x="4920813" y="4008308"/>
            <a:ext cx="4002158" cy="0"/>
          </a:xfrm>
          <a:prstGeom prst="line">
            <a:avLst/>
          </a:prstGeom>
          <a:ln w="38100">
            <a:solidFill>
              <a:schemeClr val="accent5">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676F40A6-7805-4392-A1B0-506C8FE1F199}"/>
              </a:ext>
            </a:extLst>
          </p:cNvPr>
          <p:cNvCxnSpPr/>
          <p:nvPr/>
        </p:nvCxnSpPr>
        <p:spPr>
          <a:xfrm>
            <a:off x="221028" y="4008308"/>
            <a:ext cx="4002158" cy="0"/>
          </a:xfrm>
          <a:prstGeom prst="line">
            <a:avLst/>
          </a:prstGeom>
          <a:ln w="38100">
            <a:solidFill>
              <a:schemeClr val="accent5">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A949FFCE-04A0-4089-929D-EE6D8F04A588}"/>
              </a:ext>
            </a:extLst>
          </p:cNvPr>
          <p:cNvSpPr/>
          <p:nvPr/>
        </p:nvSpPr>
        <p:spPr>
          <a:xfrm>
            <a:off x="2299252" y="860271"/>
            <a:ext cx="481222" cy="584775"/>
          </a:xfrm>
          <a:prstGeom prst="rect">
            <a:avLst/>
          </a:prstGeom>
        </p:spPr>
        <p:txBody>
          <a:bodyPr wrap="none">
            <a:spAutoFit/>
          </a:bodyPr>
          <a:lstStyle/>
          <a:p>
            <a:r>
              <a:rPr lang="es-AR" sz="3200" b="1" dirty="0">
                <a:solidFill>
                  <a:schemeClr val="accent5">
                    <a:lumMod val="50000"/>
                  </a:schemeClr>
                </a:solidFill>
                <a:latin typeface="Arial" panose="020B0604020202020204" pitchFamily="34" charset="0"/>
                <a:cs typeface="Arial" panose="020B0604020202020204" pitchFamily="34" charset="0"/>
              </a:rPr>
              <a:t>R</a:t>
            </a:r>
            <a:endParaRPr lang="es-AR" sz="3200" dirty="0"/>
          </a:p>
        </p:txBody>
      </p:sp>
      <p:sp>
        <p:nvSpPr>
          <p:cNvPr id="20" name="Rectángulo 19">
            <a:extLst>
              <a:ext uri="{FF2B5EF4-FFF2-40B4-BE49-F238E27FC236}">
                <a16:creationId xmlns:a16="http://schemas.microsoft.com/office/drawing/2014/main" id="{DFE62A02-5AD8-43DA-B552-284F39CA0C5B}"/>
              </a:ext>
            </a:extLst>
          </p:cNvPr>
          <p:cNvSpPr/>
          <p:nvPr/>
        </p:nvSpPr>
        <p:spPr>
          <a:xfrm>
            <a:off x="6604138" y="833207"/>
            <a:ext cx="481222" cy="584775"/>
          </a:xfrm>
          <a:prstGeom prst="rect">
            <a:avLst/>
          </a:prstGeom>
        </p:spPr>
        <p:txBody>
          <a:bodyPr wrap="none">
            <a:spAutoFit/>
          </a:bodyPr>
          <a:lstStyle/>
          <a:p>
            <a:r>
              <a:rPr lang="es-AR" sz="3200" b="1" dirty="0">
                <a:solidFill>
                  <a:schemeClr val="accent5">
                    <a:lumMod val="50000"/>
                  </a:schemeClr>
                </a:solidFill>
                <a:latin typeface="Arial" panose="020B0604020202020204" pitchFamily="34" charset="0"/>
                <a:cs typeface="Arial" panose="020B0604020202020204" pitchFamily="34" charset="0"/>
              </a:rPr>
              <a:t>R</a:t>
            </a:r>
            <a:endParaRPr lang="es-AR" sz="3200" dirty="0"/>
          </a:p>
        </p:txBody>
      </p:sp>
      <p:sp>
        <p:nvSpPr>
          <p:cNvPr id="21" name="Triángulo isósceles 20">
            <a:extLst>
              <a:ext uri="{FF2B5EF4-FFF2-40B4-BE49-F238E27FC236}">
                <a16:creationId xmlns:a16="http://schemas.microsoft.com/office/drawing/2014/main" id="{561F27BE-1945-405A-B219-21F8F790A482}"/>
              </a:ext>
            </a:extLst>
          </p:cNvPr>
          <p:cNvSpPr/>
          <p:nvPr/>
        </p:nvSpPr>
        <p:spPr>
          <a:xfrm>
            <a:off x="2210984" y="926240"/>
            <a:ext cx="176536" cy="42577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Triángulo isósceles 21">
            <a:extLst>
              <a:ext uri="{FF2B5EF4-FFF2-40B4-BE49-F238E27FC236}">
                <a16:creationId xmlns:a16="http://schemas.microsoft.com/office/drawing/2014/main" id="{5599BA44-0D69-4CAC-9388-39808768E90B}"/>
              </a:ext>
            </a:extLst>
          </p:cNvPr>
          <p:cNvSpPr/>
          <p:nvPr/>
        </p:nvSpPr>
        <p:spPr>
          <a:xfrm flipV="1">
            <a:off x="6507265" y="926240"/>
            <a:ext cx="176536" cy="42577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5" name="Rectángulo 24">
            <a:extLst>
              <a:ext uri="{FF2B5EF4-FFF2-40B4-BE49-F238E27FC236}">
                <a16:creationId xmlns:a16="http://schemas.microsoft.com/office/drawing/2014/main" id="{F940C32D-58BB-4AF7-872F-C5EBF5B7C1BD}"/>
              </a:ext>
            </a:extLst>
          </p:cNvPr>
          <p:cNvSpPr/>
          <p:nvPr/>
        </p:nvSpPr>
        <p:spPr>
          <a:xfrm>
            <a:off x="2210984" y="6323329"/>
            <a:ext cx="481222" cy="584775"/>
          </a:xfrm>
          <a:prstGeom prst="rect">
            <a:avLst/>
          </a:prstGeom>
        </p:spPr>
        <p:txBody>
          <a:bodyPr wrap="none">
            <a:spAutoFit/>
          </a:bodyPr>
          <a:lstStyle/>
          <a:p>
            <a:r>
              <a:rPr lang="es-AR" sz="3200" b="1" dirty="0">
                <a:solidFill>
                  <a:schemeClr val="accent5">
                    <a:lumMod val="50000"/>
                  </a:schemeClr>
                </a:solidFill>
                <a:latin typeface="Arial" panose="020B0604020202020204" pitchFamily="34" charset="0"/>
                <a:cs typeface="Arial" panose="020B0604020202020204" pitchFamily="34" charset="0"/>
              </a:rPr>
              <a:t>R</a:t>
            </a:r>
            <a:endParaRPr lang="es-AR" sz="3200" dirty="0"/>
          </a:p>
        </p:txBody>
      </p:sp>
      <p:sp>
        <p:nvSpPr>
          <p:cNvPr id="26" name="Triángulo isósceles 25">
            <a:extLst>
              <a:ext uri="{FF2B5EF4-FFF2-40B4-BE49-F238E27FC236}">
                <a16:creationId xmlns:a16="http://schemas.microsoft.com/office/drawing/2014/main" id="{A368C6F6-1E8E-45D3-9E6A-1C1442DCC98C}"/>
              </a:ext>
            </a:extLst>
          </p:cNvPr>
          <p:cNvSpPr/>
          <p:nvPr/>
        </p:nvSpPr>
        <p:spPr>
          <a:xfrm>
            <a:off x="2122716" y="6389298"/>
            <a:ext cx="176536" cy="42577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7" name="Rectángulo 26">
            <a:extLst>
              <a:ext uri="{FF2B5EF4-FFF2-40B4-BE49-F238E27FC236}">
                <a16:creationId xmlns:a16="http://schemas.microsoft.com/office/drawing/2014/main" id="{6776A69D-1EB8-4618-8744-922812F91A79}"/>
              </a:ext>
            </a:extLst>
          </p:cNvPr>
          <p:cNvSpPr/>
          <p:nvPr/>
        </p:nvSpPr>
        <p:spPr>
          <a:xfrm>
            <a:off x="6752099" y="6296261"/>
            <a:ext cx="481222" cy="584775"/>
          </a:xfrm>
          <a:prstGeom prst="rect">
            <a:avLst/>
          </a:prstGeom>
        </p:spPr>
        <p:txBody>
          <a:bodyPr wrap="none">
            <a:spAutoFit/>
          </a:bodyPr>
          <a:lstStyle/>
          <a:p>
            <a:r>
              <a:rPr lang="es-AR" sz="3200" b="1" dirty="0">
                <a:solidFill>
                  <a:schemeClr val="accent5">
                    <a:lumMod val="50000"/>
                  </a:schemeClr>
                </a:solidFill>
                <a:latin typeface="Arial" panose="020B0604020202020204" pitchFamily="34" charset="0"/>
                <a:cs typeface="Arial" panose="020B0604020202020204" pitchFamily="34" charset="0"/>
              </a:rPr>
              <a:t>R</a:t>
            </a:r>
            <a:endParaRPr lang="es-AR" sz="3200" dirty="0"/>
          </a:p>
        </p:txBody>
      </p:sp>
      <p:sp>
        <p:nvSpPr>
          <p:cNvPr id="28" name="Triángulo isósceles 27">
            <a:extLst>
              <a:ext uri="{FF2B5EF4-FFF2-40B4-BE49-F238E27FC236}">
                <a16:creationId xmlns:a16="http://schemas.microsoft.com/office/drawing/2014/main" id="{2E9366F9-0A11-428E-A5D5-2B5587ACD1FE}"/>
              </a:ext>
            </a:extLst>
          </p:cNvPr>
          <p:cNvSpPr/>
          <p:nvPr/>
        </p:nvSpPr>
        <p:spPr>
          <a:xfrm>
            <a:off x="6663831" y="6362230"/>
            <a:ext cx="176536" cy="42577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876776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p:cNvSpPr/>
          <p:nvPr/>
        </p:nvSpPr>
        <p:spPr>
          <a:xfrm>
            <a:off x="218662" y="715618"/>
            <a:ext cx="8706675" cy="569844"/>
          </a:xfrm>
          <a:prstGeom prst="roundRect">
            <a:avLst/>
          </a:prstGeom>
          <a:solidFill>
            <a:schemeClr val="accent5">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a:solidFill>
                  <a:schemeClr val="accent5">
                    <a:lumMod val="20000"/>
                    <a:lumOff val="80000"/>
                  </a:schemeClr>
                </a:solidFill>
              </a:rPr>
              <a:t>El Estado</a:t>
            </a:r>
            <a:endParaRPr lang="es-ES" sz="2800" b="1" dirty="0">
              <a:solidFill>
                <a:schemeClr val="accent5">
                  <a:lumMod val="20000"/>
                  <a:lumOff val="80000"/>
                </a:schemeClr>
              </a:solidFill>
            </a:endParaRPr>
          </a:p>
        </p:txBody>
      </p:sp>
      <p:sp>
        <p:nvSpPr>
          <p:cNvPr id="6" name="Rectángulo 5">
            <a:extLst>
              <a:ext uri="{FF2B5EF4-FFF2-40B4-BE49-F238E27FC236}">
                <a16:creationId xmlns:a16="http://schemas.microsoft.com/office/drawing/2014/main" id="{5594E657-BF84-4812-847A-800FE5038D1B}"/>
              </a:ext>
            </a:extLst>
          </p:cNvPr>
          <p:cNvSpPr/>
          <p:nvPr/>
        </p:nvSpPr>
        <p:spPr>
          <a:xfrm>
            <a:off x="125896" y="1424333"/>
            <a:ext cx="8799441" cy="967957"/>
          </a:xfrm>
          <a:prstGeom prst="rect">
            <a:avLst/>
          </a:prstGeom>
        </p:spPr>
        <p:txBody>
          <a:bodyPr wrap="square">
            <a:spAutoFit/>
          </a:bodyPr>
          <a:lstStyle/>
          <a:p>
            <a:pPr algn="ctr">
              <a:lnSpc>
                <a:spcPct val="150000"/>
              </a:lnSpc>
              <a:spcAft>
                <a:spcPts val="600"/>
              </a:spcAft>
            </a:pPr>
            <a:r>
              <a:rPr lang="es-AR" sz="20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Ingresos y gastos de la administración pública nacional en millones de </a:t>
            </a:r>
            <a:r>
              <a:rPr lang="es-AR" sz="2000" b="1"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m$n</a:t>
            </a:r>
            <a:r>
              <a:rPr lang="es-AR" sz="20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y saldo como % del PIB</a:t>
            </a:r>
            <a:endParaRPr lang="es-AR" dirty="0">
              <a:solidFill>
                <a:schemeClr val="accent5">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Gráfico 6">
            <a:extLst>
              <a:ext uri="{FF2B5EF4-FFF2-40B4-BE49-F238E27FC236}">
                <a16:creationId xmlns:a16="http://schemas.microsoft.com/office/drawing/2014/main" id="{02607390-53FE-495D-8DC5-8108EBA934C0}"/>
              </a:ext>
            </a:extLst>
          </p:cNvPr>
          <p:cNvGraphicFramePr/>
          <p:nvPr>
            <p:extLst>
              <p:ext uri="{D42A27DB-BD31-4B8C-83A1-F6EECF244321}">
                <p14:modId xmlns:p14="http://schemas.microsoft.com/office/powerpoint/2010/main" val="1817454652"/>
              </p:ext>
            </p:extLst>
          </p:nvPr>
        </p:nvGraphicFramePr>
        <p:xfrm>
          <a:off x="-1" y="2623930"/>
          <a:ext cx="4571999" cy="42340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7">
            <a:extLst>
              <a:ext uri="{FF2B5EF4-FFF2-40B4-BE49-F238E27FC236}">
                <a16:creationId xmlns:a16="http://schemas.microsoft.com/office/drawing/2014/main" id="{E7AA9FD1-6599-4235-AEE3-61C26DF18D18}"/>
              </a:ext>
            </a:extLst>
          </p:cNvPr>
          <p:cNvGraphicFramePr/>
          <p:nvPr>
            <p:extLst>
              <p:ext uri="{D42A27DB-BD31-4B8C-83A1-F6EECF244321}">
                <p14:modId xmlns:p14="http://schemas.microsoft.com/office/powerpoint/2010/main" val="2796016000"/>
              </p:ext>
            </p:extLst>
          </p:nvPr>
        </p:nvGraphicFramePr>
        <p:xfrm>
          <a:off x="4572001" y="2623930"/>
          <a:ext cx="4572000" cy="423407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ángulo 8">
            <a:extLst>
              <a:ext uri="{FF2B5EF4-FFF2-40B4-BE49-F238E27FC236}">
                <a16:creationId xmlns:a16="http://schemas.microsoft.com/office/drawing/2014/main" id="{C5662AB6-C75F-4C02-A980-77D230BE48D3}"/>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43236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5594E657-BF84-4812-847A-800FE5038D1B}"/>
              </a:ext>
            </a:extLst>
          </p:cNvPr>
          <p:cNvSpPr/>
          <p:nvPr/>
        </p:nvSpPr>
        <p:spPr>
          <a:xfrm>
            <a:off x="172279" y="2303467"/>
            <a:ext cx="8799441" cy="2251065"/>
          </a:xfrm>
          <a:prstGeom prst="rect">
            <a:avLst/>
          </a:prstGeom>
        </p:spPr>
        <p:txBody>
          <a:bodyPr wrap="square">
            <a:spAutoFit/>
          </a:bodyPr>
          <a:lstStyle/>
          <a:p>
            <a:pPr algn="ctr">
              <a:lnSpc>
                <a:spcPct val="150000"/>
              </a:lnSpc>
              <a:spcAft>
                <a:spcPts val="600"/>
              </a:spcAft>
            </a:pPr>
            <a:r>
              <a:rPr lang="es-AR" sz="24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El BANCO CENTRAL dejó de cumplir sus objetivos de política económica fruto principalmente de una fuerte incidencia del Estado, surgida desde 1939 con la intervención para paliar los efectos de la Guerra</a:t>
            </a:r>
            <a:endParaRPr lang="es-AR" sz="2000" dirty="0">
              <a:solidFill>
                <a:schemeClr val="accent5">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8B9EC9FB-8E04-43B8-B177-D679E0B54A61}"/>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19127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p:cNvSpPr/>
          <p:nvPr/>
        </p:nvSpPr>
        <p:spPr>
          <a:xfrm>
            <a:off x="145776" y="715618"/>
            <a:ext cx="8706675" cy="490330"/>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rPr>
              <a:t>Industrialización exportadora</a:t>
            </a:r>
            <a:endParaRPr lang="es-ES" sz="2400" b="1" dirty="0">
              <a:solidFill>
                <a:schemeClr val="accent5">
                  <a:lumMod val="20000"/>
                  <a:lumOff val="80000"/>
                </a:schemeClr>
              </a:solidFill>
            </a:endParaRPr>
          </a:p>
        </p:txBody>
      </p:sp>
      <p:sp>
        <p:nvSpPr>
          <p:cNvPr id="3" name="Rectángulo: esquinas redondeadas 2"/>
          <p:cNvSpPr/>
          <p:nvPr/>
        </p:nvSpPr>
        <p:spPr>
          <a:xfrm>
            <a:off x="145777" y="1351723"/>
            <a:ext cx="4280452" cy="49033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2000" b="1" dirty="0">
                <a:solidFill>
                  <a:schemeClr val="accent5">
                    <a:lumMod val="20000"/>
                    <a:lumOff val="80000"/>
                  </a:schemeClr>
                </a:solidFill>
              </a:rPr>
              <a:t>Control selectivo de importaciones</a:t>
            </a:r>
            <a:endParaRPr lang="es-ES" sz="2000" b="1" dirty="0">
              <a:solidFill>
                <a:schemeClr val="accent5">
                  <a:lumMod val="20000"/>
                  <a:lumOff val="80000"/>
                </a:schemeClr>
              </a:solidFill>
            </a:endParaRPr>
          </a:p>
        </p:txBody>
      </p:sp>
      <p:sp>
        <p:nvSpPr>
          <p:cNvPr id="7" name="Rectángulo: esquinas redondeadas 6"/>
          <p:cNvSpPr/>
          <p:nvPr/>
        </p:nvSpPr>
        <p:spPr>
          <a:xfrm>
            <a:off x="145777" y="2023824"/>
            <a:ext cx="4280452" cy="525819"/>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Industria local para sustituirlas</a:t>
            </a:r>
            <a:endParaRPr lang="es-ES" sz="2000" b="1" dirty="0">
              <a:solidFill>
                <a:schemeClr val="accent5">
                  <a:lumMod val="20000"/>
                  <a:lumOff val="80000"/>
                </a:schemeClr>
              </a:solidFill>
            </a:endParaRPr>
          </a:p>
        </p:txBody>
      </p:sp>
      <p:sp>
        <p:nvSpPr>
          <p:cNvPr id="9" name="Rectángulo 8"/>
          <p:cNvSpPr/>
          <p:nvPr/>
        </p:nvSpPr>
        <p:spPr>
          <a:xfrm>
            <a:off x="4572000" y="1351722"/>
            <a:ext cx="4280452" cy="49033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dirty="0">
                <a:solidFill>
                  <a:schemeClr val="accent5">
                    <a:lumMod val="50000"/>
                  </a:schemeClr>
                </a:solidFill>
              </a:rPr>
              <a:t>Prohibiciones, cuotas, control de cambios</a:t>
            </a:r>
          </a:p>
        </p:txBody>
      </p:sp>
      <p:sp>
        <p:nvSpPr>
          <p:cNvPr id="11" name="Rectángulo 10"/>
          <p:cNvSpPr/>
          <p:nvPr/>
        </p:nvSpPr>
        <p:spPr>
          <a:xfrm>
            <a:off x="331304" y="3913514"/>
            <a:ext cx="4585253" cy="803524"/>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dirty="0">
                <a:solidFill>
                  <a:schemeClr val="accent5">
                    <a:lumMod val="50000"/>
                  </a:schemeClr>
                </a:solidFill>
              </a:rPr>
              <a:t>Desarrollo de industria exportadora especializada en materias primas locales.</a:t>
            </a:r>
          </a:p>
        </p:txBody>
      </p:sp>
      <p:sp>
        <p:nvSpPr>
          <p:cNvPr id="12" name="Rectángulo 11"/>
          <p:cNvSpPr/>
          <p:nvPr/>
        </p:nvSpPr>
        <p:spPr>
          <a:xfrm>
            <a:off x="4571999" y="2054086"/>
            <a:ext cx="4280452" cy="495557"/>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dirty="0">
                <a:solidFill>
                  <a:schemeClr val="accent5">
                    <a:lumMod val="50000"/>
                  </a:schemeClr>
                </a:solidFill>
              </a:rPr>
              <a:t>“…aunque sea de manera precaria”</a:t>
            </a:r>
          </a:p>
        </p:txBody>
      </p:sp>
      <p:sp>
        <p:nvSpPr>
          <p:cNvPr id="13" name="Rectángulo: esquinas redondeadas 12"/>
          <p:cNvSpPr/>
          <p:nvPr/>
        </p:nvSpPr>
        <p:spPr>
          <a:xfrm>
            <a:off x="145777" y="2731414"/>
            <a:ext cx="4280452" cy="797928"/>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PREOCUPACIÓN: “industrialización exagerada”</a:t>
            </a:r>
            <a:endParaRPr lang="es-ES" sz="2000" b="1" dirty="0">
              <a:solidFill>
                <a:schemeClr val="accent5">
                  <a:lumMod val="20000"/>
                  <a:lumOff val="80000"/>
                </a:schemeClr>
              </a:solidFill>
            </a:endParaRPr>
          </a:p>
        </p:txBody>
      </p:sp>
      <p:sp>
        <p:nvSpPr>
          <p:cNvPr id="14" name="Rectángulo 13"/>
          <p:cNvSpPr/>
          <p:nvPr/>
        </p:nvSpPr>
        <p:spPr>
          <a:xfrm>
            <a:off x="4571999" y="2731414"/>
            <a:ext cx="4280452" cy="7895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dirty="0">
                <a:solidFill>
                  <a:schemeClr val="accent5">
                    <a:lumMod val="50000"/>
                  </a:schemeClr>
                </a:solidFill>
              </a:rPr>
              <a:t>Mirada </a:t>
            </a:r>
            <a:r>
              <a:rPr lang="es-AR" i="1" dirty="0">
                <a:solidFill>
                  <a:schemeClr val="accent5">
                    <a:lumMod val="50000"/>
                  </a:schemeClr>
                </a:solidFill>
              </a:rPr>
              <a:t>bilateral. </a:t>
            </a:r>
            <a:r>
              <a:rPr lang="es-AR" dirty="0">
                <a:solidFill>
                  <a:schemeClr val="accent5">
                    <a:lumMod val="50000"/>
                  </a:schemeClr>
                </a:solidFill>
              </a:rPr>
              <a:t>Seguir IMPORTANDO, mientras se pueda EXPORTAR</a:t>
            </a:r>
          </a:p>
        </p:txBody>
      </p:sp>
      <p:cxnSp>
        <p:nvCxnSpPr>
          <p:cNvPr id="16" name="Conector: angular 15"/>
          <p:cNvCxnSpPr>
            <a:stCxn id="13" idx="2"/>
            <a:endCxn id="11" idx="1"/>
          </p:cNvCxnSpPr>
          <p:nvPr/>
        </p:nvCxnSpPr>
        <p:spPr>
          <a:xfrm rot="5400000">
            <a:off x="915687" y="2944960"/>
            <a:ext cx="785934" cy="1954699"/>
          </a:xfrm>
          <a:prstGeom prst="bentConnector4">
            <a:avLst>
              <a:gd name="adj1" fmla="val 24440"/>
              <a:gd name="adj2" fmla="val 111695"/>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Rectángulo 18"/>
          <p:cNvSpPr/>
          <p:nvPr/>
        </p:nvSpPr>
        <p:spPr>
          <a:xfrm>
            <a:off x="4770781" y="3975317"/>
            <a:ext cx="4280452" cy="67379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“INDUSTRIAS </a:t>
            </a:r>
            <a:r>
              <a:rPr lang="es-AR" sz="2800" b="1">
                <a:solidFill>
                  <a:schemeClr val="accent5">
                    <a:lumMod val="20000"/>
                    <a:lumOff val="80000"/>
                  </a:schemeClr>
                </a:solidFill>
              </a:rPr>
              <a:t>NATURALES”</a:t>
            </a:r>
            <a:endParaRPr lang="es-ES" sz="2800" b="1" dirty="0">
              <a:solidFill>
                <a:schemeClr val="accent5">
                  <a:lumMod val="20000"/>
                  <a:lumOff val="80000"/>
                </a:schemeClr>
              </a:solidFill>
            </a:endParaRPr>
          </a:p>
        </p:txBody>
      </p:sp>
      <p:sp>
        <p:nvSpPr>
          <p:cNvPr id="23" name="Rectángulo 22"/>
          <p:cNvSpPr/>
          <p:nvPr/>
        </p:nvSpPr>
        <p:spPr>
          <a:xfrm>
            <a:off x="331304" y="4820688"/>
            <a:ext cx="6202019" cy="1716919"/>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Intercambio con países vecinos</a:t>
            </a:r>
          </a:p>
          <a:p>
            <a:pPr algn="ctr"/>
            <a:r>
              <a:rPr lang="es-AR" sz="1600" dirty="0">
                <a:solidFill>
                  <a:schemeClr val="accent5">
                    <a:lumMod val="50000"/>
                  </a:schemeClr>
                </a:solidFill>
              </a:rPr>
              <a:t>Incentivos (cambiarios) a exportaciones industriales</a:t>
            </a:r>
          </a:p>
          <a:p>
            <a:pPr algn="ctr"/>
            <a:r>
              <a:rPr lang="es-AR" sz="1600" dirty="0">
                <a:solidFill>
                  <a:schemeClr val="accent5">
                    <a:lumMod val="50000"/>
                  </a:schemeClr>
                </a:solidFill>
              </a:rPr>
              <a:t>“</a:t>
            </a:r>
            <a:r>
              <a:rPr lang="es-AR" sz="1600" dirty="0" err="1">
                <a:solidFill>
                  <a:schemeClr val="accent5">
                    <a:lumMod val="50000"/>
                  </a:schemeClr>
                </a:solidFill>
              </a:rPr>
              <a:t>Draw</a:t>
            </a:r>
            <a:r>
              <a:rPr lang="es-AR" sz="1600" dirty="0">
                <a:solidFill>
                  <a:schemeClr val="accent5">
                    <a:lumMod val="50000"/>
                  </a:schemeClr>
                </a:solidFill>
              </a:rPr>
              <a:t>-Back” (devolución de aranceles a insumos si exportan)</a:t>
            </a:r>
          </a:p>
          <a:p>
            <a:pPr algn="ctr"/>
            <a:r>
              <a:rPr lang="es-AR" sz="1600" dirty="0">
                <a:solidFill>
                  <a:schemeClr val="accent5">
                    <a:lumMod val="50000"/>
                  </a:schemeClr>
                </a:solidFill>
              </a:rPr>
              <a:t>Facilidades financieras y protección</a:t>
            </a:r>
          </a:p>
          <a:p>
            <a:pPr algn="ctr"/>
            <a:r>
              <a:rPr lang="es-AR" sz="1600" dirty="0">
                <a:solidFill>
                  <a:schemeClr val="accent5">
                    <a:lumMod val="50000"/>
                  </a:schemeClr>
                </a:solidFill>
              </a:rPr>
              <a:t>Evitar la protección efectiva negativa</a:t>
            </a:r>
          </a:p>
          <a:p>
            <a:pPr algn="ctr"/>
            <a:r>
              <a:rPr lang="es-AR" sz="1600" dirty="0">
                <a:solidFill>
                  <a:schemeClr val="accent5">
                    <a:lumMod val="50000"/>
                  </a:schemeClr>
                </a:solidFill>
              </a:rPr>
              <a:t>Diversificar mercados externos (EEUU)</a:t>
            </a:r>
          </a:p>
        </p:txBody>
      </p:sp>
      <p:cxnSp>
        <p:nvCxnSpPr>
          <p:cNvPr id="25" name="Conector: angular 24"/>
          <p:cNvCxnSpPr>
            <a:stCxn id="19" idx="2"/>
            <a:endCxn id="23" idx="3"/>
          </p:cNvCxnSpPr>
          <p:nvPr/>
        </p:nvCxnSpPr>
        <p:spPr>
          <a:xfrm rot="5400000">
            <a:off x="6207149" y="4975290"/>
            <a:ext cx="1030032" cy="37768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Rectángulo 28"/>
          <p:cNvSpPr/>
          <p:nvPr/>
        </p:nvSpPr>
        <p:spPr>
          <a:xfrm>
            <a:off x="1457739" y="6149010"/>
            <a:ext cx="3869635" cy="309085"/>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lipse 17"/>
          <p:cNvSpPr/>
          <p:nvPr/>
        </p:nvSpPr>
        <p:spPr>
          <a:xfrm>
            <a:off x="0" y="1126780"/>
            <a:ext cx="649356" cy="38194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20" name="Elipse 19"/>
          <p:cNvSpPr/>
          <p:nvPr/>
        </p:nvSpPr>
        <p:spPr>
          <a:xfrm>
            <a:off x="7500733" y="4513497"/>
            <a:ext cx="649356" cy="381945"/>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sp>
        <p:nvSpPr>
          <p:cNvPr id="5" name="Elipse 4">
            <a:extLst>
              <a:ext uri="{FF2B5EF4-FFF2-40B4-BE49-F238E27FC236}">
                <a16:creationId xmlns:a16="http://schemas.microsoft.com/office/drawing/2014/main" id="{2FFF7B5B-97C0-4FBB-A735-8A4DB80B8760}"/>
              </a:ext>
            </a:extLst>
          </p:cNvPr>
          <p:cNvSpPr/>
          <p:nvPr/>
        </p:nvSpPr>
        <p:spPr>
          <a:xfrm>
            <a:off x="7401345" y="5334539"/>
            <a:ext cx="1497488" cy="53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i="1" dirty="0"/>
              <a:t>Ver p 525</a:t>
            </a:r>
            <a:endParaRPr lang="es-ES" i="1" dirty="0"/>
          </a:p>
        </p:txBody>
      </p:sp>
      <p:sp>
        <p:nvSpPr>
          <p:cNvPr id="21" name="Rectángulo 20">
            <a:extLst>
              <a:ext uri="{FF2B5EF4-FFF2-40B4-BE49-F238E27FC236}">
                <a16:creationId xmlns:a16="http://schemas.microsoft.com/office/drawing/2014/main" id="{CC84EA6D-1BF1-4685-8405-C57E7C7BC081}"/>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15896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7" y="863406"/>
            <a:ext cx="4280452" cy="85937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Corporación para la Promoción del Intercambio (CPI)</a:t>
            </a:r>
            <a:endParaRPr lang="es-ES" sz="2000" b="1" dirty="0">
              <a:solidFill>
                <a:schemeClr val="accent5">
                  <a:lumMod val="20000"/>
                  <a:lumOff val="80000"/>
                </a:schemeClr>
              </a:solidFill>
            </a:endParaRPr>
          </a:p>
        </p:txBody>
      </p:sp>
      <p:sp>
        <p:nvSpPr>
          <p:cNvPr id="7" name="Rectángulo: esquinas redondeadas 6"/>
          <p:cNvSpPr/>
          <p:nvPr/>
        </p:nvSpPr>
        <p:spPr>
          <a:xfrm>
            <a:off x="4817162" y="892374"/>
            <a:ext cx="4280452" cy="525819"/>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err="1">
                <a:solidFill>
                  <a:schemeClr val="accent5">
                    <a:lumMod val="20000"/>
                    <a:lumOff val="80000"/>
                  </a:schemeClr>
                </a:solidFill>
              </a:rPr>
              <a:t>Armour</a:t>
            </a:r>
            <a:r>
              <a:rPr lang="es-AR" sz="2000" b="1">
                <a:solidFill>
                  <a:schemeClr val="accent5">
                    <a:lumMod val="20000"/>
                    <a:lumOff val="80000"/>
                  </a:schemeClr>
                </a:solidFill>
              </a:rPr>
              <a:t> Foundation</a:t>
            </a:r>
            <a:endParaRPr lang="es-ES" sz="2000" b="1" dirty="0">
              <a:solidFill>
                <a:schemeClr val="accent5">
                  <a:lumMod val="20000"/>
                  <a:lumOff val="80000"/>
                </a:schemeClr>
              </a:solidFill>
            </a:endParaRPr>
          </a:p>
        </p:txBody>
      </p:sp>
      <p:sp>
        <p:nvSpPr>
          <p:cNvPr id="9" name="Rectángulo 8"/>
          <p:cNvSpPr/>
          <p:nvPr/>
        </p:nvSpPr>
        <p:spPr>
          <a:xfrm>
            <a:off x="145777" y="2317773"/>
            <a:ext cx="4280452" cy="1303457"/>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Normas cambiarias para promover </a:t>
            </a:r>
          </a:p>
          <a:p>
            <a:pPr algn="ctr"/>
            <a:r>
              <a:rPr lang="es-AR" sz="1600" dirty="0">
                <a:solidFill>
                  <a:schemeClr val="accent5">
                    <a:lumMod val="50000"/>
                  </a:schemeClr>
                </a:solidFill>
              </a:rPr>
              <a:t>exportaciones nuevas.</a:t>
            </a:r>
          </a:p>
          <a:p>
            <a:pPr algn="ctr"/>
            <a:r>
              <a:rPr lang="es-AR" sz="1600" dirty="0">
                <a:solidFill>
                  <a:schemeClr val="accent5">
                    <a:lumMod val="50000"/>
                  </a:schemeClr>
                </a:solidFill>
              </a:rPr>
              <a:t>Liberar algunas importaciones restringidas (principalmente EEUU)</a:t>
            </a:r>
          </a:p>
        </p:txBody>
      </p:sp>
      <p:sp>
        <p:nvSpPr>
          <p:cNvPr id="12" name="Rectángulo 11"/>
          <p:cNvSpPr/>
          <p:nvPr/>
        </p:nvSpPr>
        <p:spPr>
          <a:xfrm>
            <a:off x="4817162" y="3824297"/>
            <a:ext cx="4222476" cy="135068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dirty="0">
                <a:solidFill>
                  <a:schemeClr val="accent5">
                    <a:lumMod val="50000"/>
                  </a:schemeClr>
                </a:solidFill>
              </a:rPr>
              <a:t>“Incrementar la competitividad externa de la industria argentina, desmontar la pequeña industria ineficiente y promover líneas de producción con mayores ventajas ‘</a:t>
            </a:r>
            <a:r>
              <a:rPr lang="es-AR" sz="1600">
                <a:solidFill>
                  <a:schemeClr val="accent5">
                    <a:lumMod val="50000"/>
                  </a:schemeClr>
                </a:solidFill>
              </a:rPr>
              <a:t>naturales’ (…)”</a:t>
            </a:r>
            <a:endParaRPr lang="es-AR" sz="1600" dirty="0">
              <a:solidFill>
                <a:schemeClr val="accent5">
                  <a:lumMod val="50000"/>
                </a:schemeClr>
              </a:solidFill>
            </a:endParaRPr>
          </a:p>
        </p:txBody>
      </p:sp>
      <p:sp>
        <p:nvSpPr>
          <p:cNvPr id="18" name="Rectángulo: esquinas redondeadas 17"/>
          <p:cNvSpPr/>
          <p:nvPr/>
        </p:nvSpPr>
        <p:spPr>
          <a:xfrm>
            <a:off x="2007706" y="1689788"/>
            <a:ext cx="2312502" cy="475060"/>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sz="1400" i="1" dirty="0">
                <a:solidFill>
                  <a:schemeClr val="accent5">
                    <a:lumMod val="50000"/>
                  </a:schemeClr>
                </a:solidFill>
              </a:rPr>
              <a:t>Única medida que se llevó a </a:t>
            </a:r>
            <a:r>
              <a:rPr lang="es-AR" sz="1400" i="1">
                <a:solidFill>
                  <a:schemeClr val="accent5">
                    <a:lumMod val="50000"/>
                  </a:schemeClr>
                </a:solidFill>
              </a:rPr>
              <a:t>cabo inmediatamente</a:t>
            </a:r>
            <a:endParaRPr lang="es-ES" sz="1400" i="1" dirty="0">
              <a:solidFill>
                <a:schemeClr val="accent5">
                  <a:lumMod val="50000"/>
                </a:schemeClr>
              </a:solidFill>
            </a:endParaRPr>
          </a:p>
        </p:txBody>
      </p:sp>
      <p:sp>
        <p:nvSpPr>
          <p:cNvPr id="20" name="Rectángulo 19"/>
          <p:cNvSpPr/>
          <p:nvPr/>
        </p:nvSpPr>
        <p:spPr>
          <a:xfrm>
            <a:off x="145777" y="3562754"/>
            <a:ext cx="4280452" cy="781877"/>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sz="1600" dirty="0">
                <a:solidFill>
                  <a:schemeClr val="accent5">
                    <a:lumMod val="20000"/>
                    <a:lumOff val="80000"/>
                  </a:schemeClr>
                </a:solidFill>
              </a:rPr>
              <a:t>Evitar que el alto precio de la divisa estimulara actividades no competitivas</a:t>
            </a:r>
          </a:p>
        </p:txBody>
      </p:sp>
      <p:sp>
        <p:nvSpPr>
          <p:cNvPr id="22" name="Rectángulo: esquinas redondeadas 21"/>
          <p:cNvSpPr/>
          <p:nvPr/>
        </p:nvSpPr>
        <p:spPr>
          <a:xfrm>
            <a:off x="354496" y="5472525"/>
            <a:ext cx="1653210" cy="1277331"/>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400" b="1" dirty="0">
                <a:solidFill>
                  <a:schemeClr val="accent5">
                    <a:lumMod val="20000"/>
                    <a:lumOff val="80000"/>
                  </a:schemeClr>
                </a:solidFill>
              </a:rPr>
              <a:t>No funcionó:</a:t>
            </a:r>
          </a:p>
          <a:p>
            <a:pPr algn="ctr"/>
            <a:r>
              <a:rPr lang="es-AR" sz="1400" b="1" dirty="0">
                <a:solidFill>
                  <a:schemeClr val="accent5">
                    <a:lumMod val="20000"/>
                    <a:lumOff val="80000"/>
                  </a:schemeClr>
                </a:solidFill>
              </a:rPr>
              <a:t>Limitaciones externas al comercio por </a:t>
            </a:r>
            <a:r>
              <a:rPr lang="es-AR" sz="1400" b="1">
                <a:solidFill>
                  <a:schemeClr val="accent5">
                    <a:lumMod val="20000"/>
                    <a:lumOff val="80000"/>
                  </a:schemeClr>
                </a:solidFill>
              </a:rPr>
              <a:t>la guerra</a:t>
            </a:r>
            <a:endParaRPr lang="es-ES" sz="1400" b="1" dirty="0">
              <a:solidFill>
                <a:schemeClr val="accent5">
                  <a:lumMod val="20000"/>
                  <a:lumOff val="80000"/>
                </a:schemeClr>
              </a:solidFill>
            </a:endParaRPr>
          </a:p>
        </p:txBody>
      </p:sp>
      <p:sp>
        <p:nvSpPr>
          <p:cNvPr id="21" name="Elipse 20"/>
          <p:cNvSpPr/>
          <p:nvPr/>
        </p:nvSpPr>
        <p:spPr>
          <a:xfrm>
            <a:off x="1816380" y="5793138"/>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CP</a:t>
            </a:r>
            <a:endParaRPr lang="es-ES" b="1" dirty="0"/>
          </a:p>
        </p:txBody>
      </p:sp>
      <p:sp>
        <p:nvSpPr>
          <p:cNvPr id="24" name="Rectángulo: esquinas redondeadas 23"/>
          <p:cNvSpPr/>
          <p:nvPr/>
        </p:nvSpPr>
        <p:spPr>
          <a:xfrm>
            <a:off x="4787341" y="2057563"/>
            <a:ext cx="1653210" cy="1277331"/>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Estudios de </a:t>
            </a:r>
            <a:r>
              <a:rPr lang="es-AR" sz="2400" b="1">
                <a:solidFill>
                  <a:schemeClr val="accent5">
                    <a:lumMod val="20000"/>
                    <a:lumOff val="80000"/>
                  </a:schemeClr>
                </a:solidFill>
              </a:rPr>
              <a:t>largo plazo</a:t>
            </a:r>
            <a:endParaRPr lang="es-ES" sz="2400" b="1" dirty="0">
              <a:solidFill>
                <a:schemeClr val="accent5">
                  <a:lumMod val="20000"/>
                  <a:lumOff val="80000"/>
                </a:schemeClr>
              </a:solidFill>
            </a:endParaRPr>
          </a:p>
        </p:txBody>
      </p:sp>
      <p:sp>
        <p:nvSpPr>
          <p:cNvPr id="26" name="Elipse 25"/>
          <p:cNvSpPr/>
          <p:nvPr/>
        </p:nvSpPr>
        <p:spPr>
          <a:xfrm>
            <a:off x="5309146" y="1522816"/>
            <a:ext cx="609600" cy="6361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a:t>LP</a:t>
            </a:r>
            <a:endParaRPr lang="es-ES" b="1" dirty="0"/>
          </a:p>
        </p:txBody>
      </p:sp>
      <p:cxnSp>
        <p:nvCxnSpPr>
          <p:cNvPr id="27" name="Conector: angular 26"/>
          <p:cNvCxnSpPr>
            <a:cxnSpLocks/>
            <a:stCxn id="7" idx="2"/>
            <a:endCxn id="24" idx="3"/>
          </p:cNvCxnSpPr>
          <p:nvPr/>
        </p:nvCxnSpPr>
        <p:spPr>
          <a:xfrm rot="5400000">
            <a:off x="6059952" y="1798793"/>
            <a:ext cx="1278036" cy="51683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Elipse 13">
            <a:extLst>
              <a:ext uri="{FF2B5EF4-FFF2-40B4-BE49-F238E27FC236}">
                <a16:creationId xmlns:a16="http://schemas.microsoft.com/office/drawing/2014/main" id="{2EBC0561-7871-4128-A0D1-B45C6ADC24AE}"/>
              </a:ext>
            </a:extLst>
          </p:cNvPr>
          <p:cNvSpPr/>
          <p:nvPr/>
        </p:nvSpPr>
        <p:spPr>
          <a:xfrm>
            <a:off x="4179395" y="6111190"/>
            <a:ext cx="1497488" cy="53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i="1" dirty="0"/>
              <a:t>Ver p 528</a:t>
            </a:r>
            <a:endParaRPr lang="es-ES" i="1" dirty="0"/>
          </a:p>
        </p:txBody>
      </p:sp>
      <p:sp>
        <p:nvSpPr>
          <p:cNvPr id="15" name="Rectángulo: esquinas redondeadas 14">
            <a:extLst>
              <a:ext uri="{FF2B5EF4-FFF2-40B4-BE49-F238E27FC236}">
                <a16:creationId xmlns:a16="http://schemas.microsoft.com/office/drawing/2014/main" id="{F3C9007E-9BB3-4C21-AD9E-6BCBF58BC62B}"/>
              </a:ext>
            </a:extLst>
          </p:cNvPr>
          <p:cNvSpPr/>
          <p:nvPr/>
        </p:nvSpPr>
        <p:spPr>
          <a:xfrm>
            <a:off x="118436" y="4436525"/>
            <a:ext cx="4280452" cy="738454"/>
          </a:xfrm>
          <a:prstGeom prst="roundRect">
            <a:avLst/>
          </a:prstGeom>
          <a:solidFill>
            <a:schemeClr val="accent5">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2000" b="1" i="1" dirty="0">
                <a:solidFill>
                  <a:schemeClr val="accent5">
                    <a:lumMod val="50000"/>
                  </a:schemeClr>
                </a:solidFill>
              </a:rPr>
              <a:t>Terminaría siendo el IAPI, TODO LO CONTRARIO</a:t>
            </a:r>
            <a:endParaRPr lang="es-ES" sz="2000" b="1" i="1" dirty="0">
              <a:solidFill>
                <a:schemeClr val="accent5">
                  <a:lumMod val="50000"/>
                </a:schemeClr>
              </a:solidFill>
            </a:endParaRPr>
          </a:p>
        </p:txBody>
      </p:sp>
      <p:sp>
        <p:nvSpPr>
          <p:cNvPr id="16" name="Rectángulo 15">
            <a:extLst>
              <a:ext uri="{FF2B5EF4-FFF2-40B4-BE49-F238E27FC236}">
                <a16:creationId xmlns:a16="http://schemas.microsoft.com/office/drawing/2014/main" id="{B5EF0D40-47A0-4646-B148-03057588441E}"/>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8435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863406"/>
            <a:ext cx="8693423" cy="480361"/>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600" b="1" dirty="0">
                <a:solidFill>
                  <a:schemeClr val="accent5">
                    <a:lumMod val="20000"/>
                    <a:lumOff val="80000"/>
                  </a:schemeClr>
                </a:solidFill>
              </a:rPr>
              <a:t>Derrota política </a:t>
            </a:r>
            <a:r>
              <a:rPr lang="es-AR" sz="3600" b="1">
                <a:solidFill>
                  <a:schemeClr val="accent5">
                    <a:lumMod val="20000"/>
                    <a:lumOff val="80000"/>
                  </a:schemeClr>
                </a:solidFill>
              </a:rPr>
              <a:t>del Plan</a:t>
            </a:r>
            <a:endParaRPr lang="es-ES" sz="3600" b="1" dirty="0">
              <a:solidFill>
                <a:schemeClr val="accent5">
                  <a:lumMod val="20000"/>
                  <a:lumOff val="80000"/>
                </a:schemeClr>
              </a:solidFill>
            </a:endParaRPr>
          </a:p>
        </p:txBody>
      </p:sp>
      <p:sp>
        <p:nvSpPr>
          <p:cNvPr id="7" name="Rectángulo: esquinas redondeadas 6"/>
          <p:cNvSpPr/>
          <p:nvPr/>
        </p:nvSpPr>
        <p:spPr>
          <a:xfrm>
            <a:off x="145777" y="1851546"/>
            <a:ext cx="4280452" cy="772386"/>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Algunos “</a:t>
            </a:r>
            <a:r>
              <a:rPr lang="es-AR" sz="2000" b="1">
                <a:solidFill>
                  <a:schemeClr val="accent5">
                    <a:lumMod val="20000"/>
                    <a:lumOff val="80000"/>
                  </a:schemeClr>
                </a:solidFill>
              </a:rPr>
              <a:t>éxitos”</a:t>
            </a:r>
            <a:endParaRPr lang="es-ES" sz="2000" b="1" dirty="0">
              <a:solidFill>
                <a:schemeClr val="accent5">
                  <a:lumMod val="20000"/>
                  <a:lumOff val="80000"/>
                </a:schemeClr>
              </a:solidFill>
            </a:endParaRPr>
          </a:p>
        </p:txBody>
      </p:sp>
      <p:sp>
        <p:nvSpPr>
          <p:cNvPr id="12" name="Rectángulo 11"/>
          <p:cNvSpPr/>
          <p:nvPr/>
        </p:nvSpPr>
        <p:spPr>
          <a:xfrm>
            <a:off x="4558747" y="1851546"/>
            <a:ext cx="4280452" cy="7723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dirty="0"/>
              <a:t>De la mano de las “</a:t>
            </a:r>
            <a:r>
              <a:rPr lang="es-AR" sz="2400" b="1" dirty="0"/>
              <a:t>circunstancias</a:t>
            </a:r>
            <a:r>
              <a:rPr lang="es-AR" dirty="0"/>
              <a:t> especiales” de la Guerra</a:t>
            </a:r>
          </a:p>
        </p:txBody>
      </p:sp>
      <p:graphicFrame>
        <p:nvGraphicFramePr>
          <p:cNvPr id="2" name="Tabla 1"/>
          <p:cNvGraphicFramePr>
            <a:graphicFrameLocks noGrp="1"/>
          </p:cNvGraphicFramePr>
          <p:nvPr>
            <p:extLst>
              <p:ext uri="{D42A27DB-BD31-4B8C-83A1-F6EECF244321}">
                <p14:modId xmlns:p14="http://schemas.microsoft.com/office/powerpoint/2010/main" val="1155200560"/>
              </p:ext>
            </p:extLst>
          </p:nvPr>
        </p:nvGraphicFramePr>
        <p:xfrm>
          <a:off x="238537" y="2898970"/>
          <a:ext cx="2252870" cy="2987040"/>
        </p:xfrm>
        <a:graphic>
          <a:graphicData uri="http://schemas.openxmlformats.org/drawingml/2006/table">
            <a:tbl>
              <a:tblPr firstRow="1" bandRow="1">
                <a:tableStyleId>{5C22544A-7EE6-4342-B048-85BDC9FD1C3A}</a:tableStyleId>
              </a:tblPr>
              <a:tblGrid>
                <a:gridCol w="1000443">
                  <a:extLst>
                    <a:ext uri="{9D8B030D-6E8A-4147-A177-3AD203B41FA5}">
                      <a16:colId xmlns:a16="http://schemas.microsoft.com/office/drawing/2014/main" val="2216205960"/>
                    </a:ext>
                  </a:extLst>
                </a:gridCol>
                <a:gridCol w="1252427">
                  <a:extLst>
                    <a:ext uri="{9D8B030D-6E8A-4147-A177-3AD203B41FA5}">
                      <a16:colId xmlns:a16="http://schemas.microsoft.com/office/drawing/2014/main" val="286553562"/>
                    </a:ext>
                  </a:extLst>
                </a:gridCol>
              </a:tblGrid>
              <a:tr h="574793">
                <a:tc>
                  <a:txBody>
                    <a:bodyPr/>
                    <a:lstStyle/>
                    <a:p>
                      <a:pPr algn="ctr"/>
                      <a:r>
                        <a:rPr lang="es-AR" sz="1400" dirty="0"/>
                        <a:t>Año</a:t>
                      </a:r>
                      <a:endParaRPr lang="es-ES" sz="1400" dirty="0"/>
                    </a:p>
                  </a:txBody>
                  <a:tcPr anchor="ctr"/>
                </a:tc>
                <a:tc>
                  <a:txBody>
                    <a:bodyPr/>
                    <a:lstStyle/>
                    <a:p>
                      <a:pPr algn="ctr"/>
                      <a:r>
                        <a:rPr lang="es-AR" sz="1400" dirty="0"/>
                        <a:t>% exportaciones</a:t>
                      </a:r>
                      <a:r>
                        <a:rPr lang="es-AR" sz="1400" baseline="0" dirty="0"/>
                        <a:t> no tradicionales en las totales</a:t>
                      </a:r>
                      <a:endParaRPr lang="es-ES" sz="1400" dirty="0"/>
                    </a:p>
                  </a:txBody>
                  <a:tcPr anchor="ctr"/>
                </a:tc>
                <a:extLst>
                  <a:ext uri="{0D108BD9-81ED-4DB2-BD59-A6C34878D82A}">
                    <a16:rowId xmlns:a16="http://schemas.microsoft.com/office/drawing/2014/main" val="3531067781"/>
                  </a:ext>
                </a:extLst>
              </a:tr>
              <a:tr h="184035">
                <a:tc>
                  <a:txBody>
                    <a:bodyPr/>
                    <a:lstStyle/>
                    <a:p>
                      <a:pPr algn="ctr"/>
                      <a:r>
                        <a:rPr lang="es-AR" sz="1400" dirty="0"/>
                        <a:t>1934-36</a:t>
                      </a:r>
                      <a:endParaRPr lang="es-ES" sz="1400" dirty="0"/>
                    </a:p>
                  </a:txBody>
                  <a:tcPr/>
                </a:tc>
                <a:tc>
                  <a:txBody>
                    <a:bodyPr/>
                    <a:lstStyle/>
                    <a:p>
                      <a:pPr algn="ctr"/>
                      <a:r>
                        <a:rPr lang="es-AR" sz="1400" dirty="0"/>
                        <a:t>1,4%</a:t>
                      </a:r>
                      <a:endParaRPr lang="es-ES" sz="1400" dirty="0"/>
                    </a:p>
                  </a:txBody>
                  <a:tcPr/>
                </a:tc>
                <a:extLst>
                  <a:ext uri="{0D108BD9-81ED-4DB2-BD59-A6C34878D82A}">
                    <a16:rowId xmlns:a16="http://schemas.microsoft.com/office/drawing/2014/main" val="1807584485"/>
                  </a:ext>
                </a:extLst>
              </a:tr>
              <a:tr h="184035">
                <a:tc>
                  <a:txBody>
                    <a:bodyPr/>
                    <a:lstStyle/>
                    <a:p>
                      <a:pPr algn="ctr"/>
                      <a:r>
                        <a:rPr lang="es-AR" sz="1400" dirty="0"/>
                        <a:t>1937-39</a:t>
                      </a:r>
                      <a:endParaRPr lang="es-ES" sz="1400" dirty="0"/>
                    </a:p>
                  </a:txBody>
                  <a:tcPr/>
                </a:tc>
                <a:tc>
                  <a:txBody>
                    <a:bodyPr/>
                    <a:lstStyle/>
                    <a:p>
                      <a:pPr algn="ctr"/>
                      <a:r>
                        <a:rPr lang="es-AR" sz="1400" dirty="0"/>
                        <a:t>1,9%</a:t>
                      </a:r>
                      <a:endParaRPr lang="es-ES" sz="1400" dirty="0"/>
                    </a:p>
                  </a:txBody>
                  <a:tcPr/>
                </a:tc>
                <a:extLst>
                  <a:ext uri="{0D108BD9-81ED-4DB2-BD59-A6C34878D82A}">
                    <a16:rowId xmlns:a16="http://schemas.microsoft.com/office/drawing/2014/main" val="861944347"/>
                  </a:ext>
                </a:extLst>
              </a:tr>
              <a:tr h="184035">
                <a:tc>
                  <a:txBody>
                    <a:bodyPr/>
                    <a:lstStyle/>
                    <a:p>
                      <a:pPr algn="ctr"/>
                      <a:r>
                        <a:rPr lang="es-AR" sz="1400" dirty="0"/>
                        <a:t>1942</a:t>
                      </a:r>
                      <a:endParaRPr lang="es-ES" sz="1400" dirty="0"/>
                    </a:p>
                  </a:txBody>
                  <a:tcPr/>
                </a:tc>
                <a:tc>
                  <a:txBody>
                    <a:bodyPr/>
                    <a:lstStyle/>
                    <a:p>
                      <a:pPr algn="ctr"/>
                      <a:r>
                        <a:rPr lang="es-AR" sz="1400" dirty="0"/>
                        <a:t>13,0%</a:t>
                      </a:r>
                      <a:endParaRPr lang="es-ES" sz="1400" dirty="0"/>
                    </a:p>
                  </a:txBody>
                  <a:tcPr/>
                </a:tc>
                <a:extLst>
                  <a:ext uri="{0D108BD9-81ED-4DB2-BD59-A6C34878D82A}">
                    <a16:rowId xmlns:a16="http://schemas.microsoft.com/office/drawing/2014/main" val="2256338461"/>
                  </a:ext>
                </a:extLst>
              </a:tr>
              <a:tr h="184035">
                <a:tc>
                  <a:txBody>
                    <a:bodyPr/>
                    <a:lstStyle/>
                    <a:p>
                      <a:pPr algn="ctr"/>
                      <a:r>
                        <a:rPr lang="es-AR" sz="1400" dirty="0"/>
                        <a:t>1943</a:t>
                      </a:r>
                      <a:endParaRPr lang="es-ES" sz="1400" dirty="0"/>
                    </a:p>
                  </a:txBody>
                  <a:tcPr/>
                </a:tc>
                <a:tc>
                  <a:txBody>
                    <a:bodyPr/>
                    <a:lstStyle/>
                    <a:p>
                      <a:pPr algn="ctr"/>
                      <a:r>
                        <a:rPr lang="es-AR" sz="1400" dirty="0"/>
                        <a:t>19,4%</a:t>
                      </a:r>
                      <a:endParaRPr lang="es-ES" sz="1400" dirty="0"/>
                    </a:p>
                  </a:txBody>
                  <a:tcPr/>
                </a:tc>
                <a:extLst>
                  <a:ext uri="{0D108BD9-81ED-4DB2-BD59-A6C34878D82A}">
                    <a16:rowId xmlns:a16="http://schemas.microsoft.com/office/drawing/2014/main" val="478051432"/>
                  </a:ext>
                </a:extLst>
              </a:tr>
              <a:tr h="184035">
                <a:tc>
                  <a:txBody>
                    <a:bodyPr/>
                    <a:lstStyle/>
                    <a:p>
                      <a:pPr algn="ctr"/>
                      <a:r>
                        <a:rPr lang="es-AR" sz="1400" dirty="0"/>
                        <a:t>1946</a:t>
                      </a:r>
                      <a:endParaRPr lang="es-ES" sz="1400" dirty="0"/>
                    </a:p>
                  </a:txBody>
                  <a:tcPr/>
                </a:tc>
                <a:tc>
                  <a:txBody>
                    <a:bodyPr/>
                    <a:lstStyle/>
                    <a:p>
                      <a:pPr algn="ctr"/>
                      <a:r>
                        <a:rPr lang="es-AR" sz="1400" dirty="0"/>
                        <a:t>11,4%</a:t>
                      </a:r>
                      <a:endParaRPr lang="es-ES" sz="1400" dirty="0"/>
                    </a:p>
                  </a:txBody>
                  <a:tcPr/>
                </a:tc>
                <a:extLst>
                  <a:ext uri="{0D108BD9-81ED-4DB2-BD59-A6C34878D82A}">
                    <a16:rowId xmlns:a16="http://schemas.microsoft.com/office/drawing/2014/main" val="1103825017"/>
                  </a:ext>
                </a:extLst>
              </a:tr>
              <a:tr h="184035">
                <a:tc>
                  <a:txBody>
                    <a:bodyPr/>
                    <a:lstStyle/>
                    <a:p>
                      <a:pPr algn="ctr"/>
                      <a:r>
                        <a:rPr lang="es-AR" sz="1400" dirty="0"/>
                        <a:t>1947</a:t>
                      </a:r>
                      <a:endParaRPr lang="es-ES" sz="1400" dirty="0"/>
                    </a:p>
                  </a:txBody>
                  <a:tcPr/>
                </a:tc>
                <a:tc>
                  <a:txBody>
                    <a:bodyPr/>
                    <a:lstStyle/>
                    <a:p>
                      <a:pPr algn="ctr"/>
                      <a:r>
                        <a:rPr lang="es-AR" sz="1400" dirty="0"/>
                        <a:t>5,5%</a:t>
                      </a:r>
                      <a:endParaRPr lang="es-ES" sz="1400" dirty="0"/>
                    </a:p>
                  </a:txBody>
                  <a:tcPr/>
                </a:tc>
                <a:extLst>
                  <a:ext uri="{0D108BD9-81ED-4DB2-BD59-A6C34878D82A}">
                    <a16:rowId xmlns:a16="http://schemas.microsoft.com/office/drawing/2014/main" val="2494124374"/>
                  </a:ext>
                </a:extLst>
              </a:tr>
            </a:tbl>
          </a:graphicData>
        </a:graphic>
      </p:graphicFrame>
      <p:sp>
        <p:nvSpPr>
          <p:cNvPr id="5" name="Triángulo isósceles 4"/>
          <p:cNvSpPr/>
          <p:nvPr/>
        </p:nvSpPr>
        <p:spPr>
          <a:xfrm>
            <a:off x="2279372" y="4214195"/>
            <a:ext cx="331305" cy="887895"/>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Triángulo isósceles 15"/>
          <p:cNvSpPr/>
          <p:nvPr/>
        </p:nvSpPr>
        <p:spPr>
          <a:xfrm flipV="1">
            <a:off x="2279372" y="5141845"/>
            <a:ext cx="331305" cy="609601"/>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6" name="Tabla 5"/>
          <p:cNvGraphicFramePr>
            <a:graphicFrameLocks noGrp="1"/>
          </p:cNvGraphicFramePr>
          <p:nvPr>
            <p:extLst>
              <p:ext uri="{D42A27DB-BD31-4B8C-83A1-F6EECF244321}">
                <p14:modId xmlns:p14="http://schemas.microsoft.com/office/powerpoint/2010/main" val="3688476332"/>
              </p:ext>
            </p:extLst>
          </p:nvPr>
        </p:nvGraphicFramePr>
        <p:xfrm>
          <a:off x="3916016" y="2898970"/>
          <a:ext cx="4861560" cy="2575560"/>
        </p:xfrm>
        <a:graphic>
          <a:graphicData uri="http://schemas.openxmlformats.org/drawingml/2006/table">
            <a:tbl>
              <a:tblPr firstRow="1" bandRow="1">
                <a:tableStyleId>{5C22544A-7EE6-4342-B048-85BDC9FD1C3A}</a:tableStyleId>
              </a:tblPr>
              <a:tblGrid>
                <a:gridCol w="2260092">
                  <a:extLst>
                    <a:ext uri="{9D8B030D-6E8A-4147-A177-3AD203B41FA5}">
                      <a16:colId xmlns:a16="http://schemas.microsoft.com/office/drawing/2014/main" val="3975912916"/>
                    </a:ext>
                  </a:extLst>
                </a:gridCol>
                <a:gridCol w="584518">
                  <a:extLst>
                    <a:ext uri="{9D8B030D-6E8A-4147-A177-3AD203B41FA5}">
                      <a16:colId xmlns:a16="http://schemas.microsoft.com/office/drawing/2014/main" val="1858421023"/>
                    </a:ext>
                  </a:extLst>
                </a:gridCol>
                <a:gridCol w="716216">
                  <a:extLst>
                    <a:ext uri="{9D8B030D-6E8A-4147-A177-3AD203B41FA5}">
                      <a16:colId xmlns:a16="http://schemas.microsoft.com/office/drawing/2014/main" val="3830028924"/>
                    </a:ext>
                  </a:extLst>
                </a:gridCol>
                <a:gridCol w="584518">
                  <a:extLst>
                    <a:ext uri="{9D8B030D-6E8A-4147-A177-3AD203B41FA5}">
                      <a16:colId xmlns:a16="http://schemas.microsoft.com/office/drawing/2014/main" val="2078731396"/>
                    </a:ext>
                  </a:extLst>
                </a:gridCol>
                <a:gridCol w="716216">
                  <a:extLst>
                    <a:ext uri="{9D8B030D-6E8A-4147-A177-3AD203B41FA5}">
                      <a16:colId xmlns:a16="http://schemas.microsoft.com/office/drawing/2014/main" val="2306465070"/>
                    </a:ext>
                  </a:extLst>
                </a:gridCol>
              </a:tblGrid>
              <a:tr h="370840">
                <a:tc>
                  <a:txBody>
                    <a:bodyPr/>
                    <a:lstStyle/>
                    <a:p>
                      <a:endParaRPr lang="es-ES" sz="1400" dirty="0"/>
                    </a:p>
                  </a:txBody>
                  <a:tcPr/>
                </a:tc>
                <a:tc gridSpan="2">
                  <a:txBody>
                    <a:bodyPr/>
                    <a:lstStyle/>
                    <a:p>
                      <a:pPr algn="ctr"/>
                      <a:r>
                        <a:rPr lang="es-AR" sz="1400" dirty="0"/>
                        <a:t>% s/ </a:t>
                      </a:r>
                    </a:p>
                    <a:p>
                      <a:pPr algn="ctr"/>
                      <a:r>
                        <a:rPr lang="es-AR" sz="1400" dirty="0"/>
                        <a:t>exportaciones </a:t>
                      </a:r>
                    </a:p>
                    <a:p>
                      <a:pPr algn="ctr"/>
                      <a:r>
                        <a:rPr lang="es-AR" sz="1400" dirty="0"/>
                        <a:t>totales</a:t>
                      </a:r>
                      <a:endParaRPr lang="es-ES" sz="1400" dirty="0"/>
                    </a:p>
                  </a:txBody>
                  <a:tcPr/>
                </a:tc>
                <a:tc hMerge="1">
                  <a:txBody>
                    <a:bodyPr/>
                    <a:lstStyle/>
                    <a:p>
                      <a:endParaRPr lang="es-ES"/>
                    </a:p>
                  </a:txBody>
                  <a:tcPr/>
                </a:tc>
                <a:tc gridSpan="2">
                  <a:txBody>
                    <a:bodyPr/>
                    <a:lstStyle/>
                    <a:p>
                      <a:pPr algn="ctr"/>
                      <a:r>
                        <a:rPr lang="es-AR" sz="1400" dirty="0"/>
                        <a:t>% s/ </a:t>
                      </a:r>
                    </a:p>
                    <a:p>
                      <a:pPr algn="ctr"/>
                      <a:r>
                        <a:rPr lang="es-AR" sz="1400" dirty="0"/>
                        <a:t>exportaciones </a:t>
                      </a:r>
                    </a:p>
                    <a:p>
                      <a:pPr algn="ctr"/>
                      <a:r>
                        <a:rPr lang="es-AR" sz="1400" dirty="0"/>
                        <a:t>de </a:t>
                      </a:r>
                    </a:p>
                    <a:p>
                      <a:pPr algn="ctr"/>
                      <a:r>
                        <a:rPr lang="es-AR" sz="1400" dirty="0"/>
                        <a:t>manufacturas</a:t>
                      </a:r>
                      <a:endParaRPr lang="es-ES" sz="1400" dirty="0"/>
                    </a:p>
                  </a:txBody>
                  <a:tcPr/>
                </a:tc>
                <a:tc hMerge="1">
                  <a:txBody>
                    <a:bodyPr/>
                    <a:lstStyle/>
                    <a:p>
                      <a:endParaRPr lang="es-ES"/>
                    </a:p>
                  </a:txBody>
                  <a:tcPr/>
                </a:tc>
                <a:extLst>
                  <a:ext uri="{0D108BD9-81ED-4DB2-BD59-A6C34878D82A}">
                    <a16:rowId xmlns:a16="http://schemas.microsoft.com/office/drawing/2014/main" val="438974223"/>
                  </a:ext>
                </a:extLst>
              </a:tr>
              <a:tr h="370840">
                <a:tc>
                  <a:txBody>
                    <a:bodyPr/>
                    <a:lstStyle/>
                    <a:p>
                      <a:endParaRPr lang="es-ES" sz="1400" dirty="0"/>
                    </a:p>
                  </a:txBody>
                  <a:tcPr/>
                </a:tc>
                <a:tc>
                  <a:txBody>
                    <a:bodyPr/>
                    <a:lstStyle/>
                    <a:p>
                      <a:pPr algn="ctr"/>
                      <a:r>
                        <a:rPr lang="es-AR" sz="1400" dirty="0"/>
                        <a:t>1939</a:t>
                      </a:r>
                      <a:endParaRPr lang="es-ES" sz="1400" dirty="0"/>
                    </a:p>
                  </a:txBody>
                  <a:tcPr/>
                </a:tc>
                <a:tc>
                  <a:txBody>
                    <a:bodyPr/>
                    <a:lstStyle/>
                    <a:p>
                      <a:pPr algn="ctr"/>
                      <a:r>
                        <a:rPr lang="es-AR" sz="1400" dirty="0"/>
                        <a:t>1943</a:t>
                      </a:r>
                      <a:endParaRPr lang="es-ES" sz="1400" dirty="0"/>
                    </a:p>
                  </a:txBody>
                  <a:tcPr/>
                </a:tc>
                <a:tc>
                  <a:txBody>
                    <a:bodyPr/>
                    <a:lstStyle/>
                    <a:p>
                      <a:pPr algn="ctr"/>
                      <a:r>
                        <a:rPr lang="es-AR" sz="1400" dirty="0"/>
                        <a:t>1939</a:t>
                      </a:r>
                      <a:endParaRPr lang="es-ES" sz="1400" dirty="0"/>
                    </a:p>
                  </a:txBody>
                  <a:tcPr/>
                </a:tc>
                <a:tc>
                  <a:txBody>
                    <a:bodyPr/>
                    <a:lstStyle/>
                    <a:p>
                      <a:pPr algn="ctr"/>
                      <a:r>
                        <a:rPr lang="es-AR" sz="1400" dirty="0"/>
                        <a:t>1943</a:t>
                      </a:r>
                      <a:endParaRPr lang="es-ES" sz="1400" dirty="0"/>
                    </a:p>
                  </a:txBody>
                  <a:tcPr/>
                </a:tc>
                <a:extLst>
                  <a:ext uri="{0D108BD9-81ED-4DB2-BD59-A6C34878D82A}">
                    <a16:rowId xmlns:a16="http://schemas.microsoft.com/office/drawing/2014/main" val="574113756"/>
                  </a:ext>
                </a:extLst>
              </a:tr>
              <a:tr h="370840">
                <a:tc>
                  <a:txBody>
                    <a:bodyPr/>
                    <a:lstStyle/>
                    <a:p>
                      <a:r>
                        <a:rPr lang="es-AR" sz="1400" i="1" dirty="0"/>
                        <a:t>Alimentos-textiles-químicos-</a:t>
                      </a:r>
                    </a:p>
                    <a:p>
                      <a:r>
                        <a:rPr lang="es-AR" sz="1400" i="1" dirty="0"/>
                        <a:t>confecciones-cueros</a:t>
                      </a:r>
                      <a:endParaRPr lang="es-ES" sz="1400" i="1" dirty="0"/>
                    </a:p>
                  </a:txBody>
                  <a:tcPr anchor="ctr"/>
                </a:tc>
                <a:tc>
                  <a:txBody>
                    <a:bodyPr/>
                    <a:lstStyle/>
                    <a:p>
                      <a:pPr algn="ctr"/>
                      <a:r>
                        <a:rPr lang="es-AR" sz="1400" dirty="0"/>
                        <a:t>2%</a:t>
                      </a:r>
                      <a:endParaRPr lang="es-E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AR" sz="1400" dirty="0"/>
                        <a:t>18%</a:t>
                      </a:r>
                      <a:endParaRPr lang="es-ES" sz="1400" dirty="0"/>
                    </a:p>
                  </a:txBody>
                  <a:tcPr anchor="ctr"/>
                </a:tc>
                <a:tc>
                  <a:txBody>
                    <a:bodyPr/>
                    <a:lstStyle/>
                    <a:p>
                      <a:pPr algn="ctr"/>
                      <a:r>
                        <a:rPr lang="es-AR" sz="1400" dirty="0"/>
                        <a:t>63%</a:t>
                      </a:r>
                      <a:endParaRPr lang="es-E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AR" sz="1400" dirty="0"/>
                        <a:t>81%</a:t>
                      </a:r>
                      <a:endParaRPr lang="es-ES" sz="1400" dirty="0"/>
                    </a:p>
                  </a:txBody>
                  <a:tcPr anchor="ctr"/>
                </a:tc>
                <a:extLst>
                  <a:ext uri="{0D108BD9-81ED-4DB2-BD59-A6C34878D82A}">
                    <a16:rowId xmlns:a16="http://schemas.microsoft.com/office/drawing/2014/main" val="39518789"/>
                  </a:ext>
                </a:extLst>
              </a:tr>
              <a:tr h="370840">
                <a:tc>
                  <a:txBody>
                    <a:bodyPr/>
                    <a:lstStyle/>
                    <a:p>
                      <a:r>
                        <a:rPr lang="es-AR" sz="1400" dirty="0"/>
                        <a:t>Otras industrias</a:t>
                      </a:r>
                      <a:endParaRPr lang="es-ES" sz="1400" dirty="0"/>
                    </a:p>
                  </a:txBody>
                  <a:tcPr anchor="ctr"/>
                </a:tc>
                <a:tc>
                  <a:txBody>
                    <a:bodyPr/>
                    <a:lstStyle/>
                    <a:p>
                      <a:pPr algn="ctr"/>
                      <a:r>
                        <a:rPr lang="es-AR" sz="1400" dirty="0"/>
                        <a:t>1%</a:t>
                      </a:r>
                      <a:endParaRPr lang="es-ES" sz="1400" dirty="0"/>
                    </a:p>
                  </a:txBody>
                  <a:tcPr anchor="ctr"/>
                </a:tc>
                <a:tc>
                  <a:txBody>
                    <a:bodyPr/>
                    <a:lstStyle/>
                    <a:p>
                      <a:pPr algn="ctr"/>
                      <a:r>
                        <a:rPr lang="es-AR" sz="1400" dirty="0"/>
                        <a:t>2%</a:t>
                      </a:r>
                      <a:endParaRPr lang="es-ES" sz="1400" dirty="0"/>
                    </a:p>
                  </a:txBody>
                  <a:tcPr anchor="ctr"/>
                </a:tc>
                <a:tc>
                  <a:txBody>
                    <a:bodyPr/>
                    <a:lstStyle/>
                    <a:p>
                      <a:pPr algn="ctr"/>
                      <a:r>
                        <a:rPr lang="es-AR" sz="1400" dirty="0"/>
                        <a:t>32%</a:t>
                      </a:r>
                      <a:endParaRPr lang="es-ES" sz="1400" dirty="0"/>
                    </a:p>
                  </a:txBody>
                  <a:tcPr anchor="ctr"/>
                </a:tc>
                <a:tc>
                  <a:txBody>
                    <a:bodyPr/>
                    <a:lstStyle/>
                    <a:p>
                      <a:pPr algn="ctr"/>
                      <a:r>
                        <a:rPr lang="es-AR" sz="1400" dirty="0"/>
                        <a:t>19%</a:t>
                      </a:r>
                      <a:endParaRPr lang="es-ES" sz="1400" dirty="0"/>
                    </a:p>
                  </a:txBody>
                  <a:tcPr anchor="ctr"/>
                </a:tc>
                <a:extLst>
                  <a:ext uri="{0D108BD9-81ED-4DB2-BD59-A6C34878D82A}">
                    <a16:rowId xmlns:a16="http://schemas.microsoft.com/office/drawing/2014/main" val="3988834700"/>
                  </a:ext>
                </a:extLst>
              </a:tr>
              <a:tr h="370840">
                <a:tc>
                  <a:txBody>
                    <a:bodyPr/>
                    <a:lstStyle/>
                    <a:p>
                      <a:r>
                        <a:rPr lang="es-AR" sz="1400" dirty="0"/>
                        <a:t>Total</a:t>
                      </a:r>
                      <a:endParaRPr lang="es-ES" sz="1400" dirty="0"/>
                    </a:p>
                  </a:txBody>
                  <a:tcPr anchor="ctr"/>
                </a:tc>
                <a:tc>
                  <a:txBody>
                    <a:bodyPr/>
                    <a:lstStyle/>
                    <a:p>
                      <a:pPr algn="ctr"/>
                      <a:r>
                        <a:rPr lang="es-AR" sz="1400" dirty="0"/>
                        <a:t>3%</a:t>
                      </a:r>
                      <a:endParaRPr lang="es-ES" sz="1400" dirty="0"/>
                    </a:p>
                  </a:txBody>
                  <a:tcPr anchor="ctr"/>
                </a:tc>
                <a:tc>
                  <a:txBody>
                    <a:bodyPr/>
                    <a:lstStyle/>
                    <a:p>
                      <a:pPr algn="ctr"/>
                      <a:r>
                        <a:rPr lang="es-AR" sz="1400" dirty="0"/>
                        <a:t>20%</a:t>
                      </a:r>
                      <a:endParaRPr lang="es-ES" sz="1400" dirty="0"/>
                    </a:p>
                  </a:txBody>
                  <a:tcPr anchor="ctr"/>
                </a:tc>
                <a:tc gridSpan="2">
                  <a:txBody>
                    <a:bodyPr/>
                    <a:lstStyle/>
                    <a:p>
                      <a:pPr algn="ctr"/>
                      <a:endParaRPr lang="es-ES" sz="1400" dirty="0"/>
                    </a:p>
                  </a:txBody>
                  <a:tcPr anchor="ctr"/>
                </a:tc>
                <a:tc hMerge="1">
                  <a:txBody>
                    <a:bodyPr/>
                    <a:lstStyle/>
                    <a:p>
                      <a:endParaRPr lang="es-ES"/>
                    </a:p>
                  </a:txBody>
                  <a:tcPr/>
                </a:tc>
                <a:extLst>
                  <a:ext uri="{0D108BD9-81ED-4DB2-BD59-A6C34878D82A}">
                    <a16:rowId xmlns:a16="http://schemas.microsoft.com/office/drawing/2014/main" val="646530541"/>
                  </a:ext>
                </a:extLst>
              </a:tr>
            </a:tbl>
          </a:graphicData>
        </a:graphic>
      </p:graphicFrame>
      <p:sp>
        <p:nvSpPr>
          <p:cNvPr id="8" name="Flecha: curvada hacia arriba 7"/>
          <p:cNvSpPr/>
          <p:nvPr/>
        </p:nvSpPr>
        <p:spPr>
          <a:xfrm>
            <a:off x="6427304" y="5446645"/>
            <a:ext cx="874644" cy="43936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0" name="Rectángulo 9"/>
          <p:cNvSpPr/>
          <p:nvPr/>
        </p:nvSpPr>
        <p:spPr>
          <a:xfrm>
            <a:off x="2994990" y="4386473"/>
            <a:ext cx="987286" cy="29154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dirty="0" err="1"/>
              <a:t>Armour</a:t>
            </a:r>
            <a:endParaRPr lang="es-ES" b="1" dirty="0"/>
          </a:p>
        </p:txBody>
      </p:sp>
      <p:sp>
        <p:nvSpPr>
          <p:cNvPr id="23" name="Rectángulo: esquinas redondeadas 22"/>
          <p:cNvSpPr/>
          <p:nvPr/>
        </p:nvSpPr>
        <p:spPr>
          <a:xfrm>
            <a:off x="238536" y="5982309"/>
            <a:ext cx="8539039" cy="325726"/>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¿El plan hubiera funcionado en la </a:t>
            </a:r>
            <a:r>
              <a:rPr lang="es-AR" sz="2000" b="1">
                <a:solidFill>
                  <a:schemeClr val="accent5">
                    <a:lumMod val="20000"/>
                    <a:lumOff val="80000"/>
                  </a:schemeClr>
                </a:solidFill>
              </a:rPr>
              <a:t>posguerra?</a:t>
            </a:r>
            <a:endParaRPr lang="es-ES" sz="2000" b="1" dirty="0">
              <a:solidFill>
                <a:schemeClr val="accent5">
                  <a:lumMod val="20000"/>
                  <a:lumOff val="80000"/>
                </a:schemeClr>
              </a:solidFill>
            </a:endParaRPr>
          </a:p>
        </p:txBody>
      </p:sp>
      <p:sp>
        <p:nvSpPr>
          <p:cNvPr id="25" name="Rectángulo: esquinas redondeadas 24"/>
          <p:cNvSpPr/>
          <p:nvPr/>
        </p:nvSpPr>
        <p:spPr>
          <a:xfrm>
            <a:off x="238536" y="6417315"/>
            <a:ext cx="8539039" cy="325726"/>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solidFill>
                  <a:schemeClr val="accent5">
                    <a:lumMod val="20000"/>
                    <a:lumOff val="80000"/>
                  </a:schemeClr>
                </a:solidFill>
              </a:rPr>
              <a:t>Fundamental para el LP: relación con EEUU. Pero ganaba el “</a:t>
            </a:r>
            <a:r>
              <a:rPr lang="es-AR" sz="2000" b="1">
                <a:solidFill>
                  <a:schemeClr val="accent5">
                    <a:lumMod val="20000"/>
                    <a:lumOff val="80000"/>
                  </a:schemeClr>
                </a:solidFill>
              </a:rPr>
              <a:t>neutralismo”</a:t>
            </a:r>
            <a:endParaRPr lang="es-ES" sz="2000" b="1" dirty="0">
              <a:solidFill>
                <a:schemeClr val="accent5">
                  <a:lumMod val="20000"/>
                  <a:lumOff val="80000"/>
                </a:schemeClr>
              </a:solidFill>
            </a:endParaRPr>
          </a:p>
        </p:txBody>
      </p:sp>
      <p:sp>
        <p:nvSpPr>
          <p:cNvPr id="14" name="Elipse 13">
            <a:extLst>
              <a:ext uri="{FF2B5EF4-FFF2-40B4-BE49-F238E27FC236}">
                <a16:creationId xmlns:a16="http://schemas.microsoft.com/office/drawing/2014/main" id="{816A8BD2-0551-416F-AF15-411368F6C2AC}"/>
              </a:ext>
            </a:extLst>
          </p:cNvPr>
          <p:cNvSpPr/>
          <p:nvPr/>
        </p:nvSpPr>
        <p:spPr>
          <a:xfrm>
            <a:off x="2491407" y="3112634"/>
            <a:ext cx="1497488" cy="53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i="1" dirty="0"/>
              <a:t>Ver p 532</a:t>
            </a:r>
            <a:endParaRPr lang="es-ES" i="1" dirty="0"/>
          </a:p>
        </p:txBody>
      </p:sp>
      <p:sp>
        <p:nvSpPr>
          <p:cNvPr id="15" name="Rectángulo 14">
            <a:extLst>
              <a:ext uri="{FF2B5EF4-FFF2-40B4-BE49-F238E27FC236}">
                <a16:creationId xmlns:a16="http://schemas.microsoft.com/office/drawing/2014/main" id="{165267F9-6788-497C-B50D-8ECB1E5087AA}"/>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4258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9"/>
            <a:ext cx="8865701" cy="459502"/>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3200" b="1" dirty="0">
                <a:solidFill>
                  <a:schemeClr val="accent5">
                    <a:lumMod val="20000"/>
                    <a:lumOff val="80000"/>
                  </a:schemeClr>
                </a:solidFill>
              </a:rPr>
              <a:t>La discusión sobre el grado de </a:t>
            </a:r>
            <a:r>
              <a:rPr lang="es-AR" sz="3200" b="1">
                <a:solidFill>
                  <a:schemeClr val="accent5">
                    <a:lumMod val="20000"/>
                    <a:lumOff val="80000"/>
                  </a:schemeClr>
                </a:solidFill>
              </a:rPr>
              <a:t>desarrollo industrial</a:t>
            </a:r>
            <a:endParaRPr lang="es-ES" sz="3200" b="1" dirty="0">
              <a:solidFill>
                <a:schemeClr val="accent5">
                  <a:lumMod val="20000"/>
                  <a:lumOff val="80000"/>
                </a:schemeClr>
              </a:solidFill>
            </a:endParaRPr>
          </a:p>
        </p:txBody>
      </p:sp>
      <p:sp>
        <p:nvSpPr>
          <p:cNvPr id="14" name="Rectángulo: esquinas redondeadas 13"/>
          <p:cNvSpPr/>
          <p:nvPr/>
        </p:nvSpPr>
        <p:spPr>
          <a:xfrm>
            <a:off x="238544" y="1669771"/>
            <a:ext cx="1749284" cy="799742"/>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2400" b="1" dirty="0">
                <a:solidFill>
                  <a:schemeClr val="accent5">
                    <a:lumMod val="20000"/>
                    <a:lumOff val="80000"/>
                  </a:schemeClr>
                </a:solidFill>
              </a:rPr>
              <a:t>UIA</a:t>
            </a:r>
            <a:endParaRPr lang="es-ES" sz="2400" b="1" dirty="0">
              <a:solidFill>
                <a:schemeClr val="accent5">
                  <a:lumMod val="20000"/>
                  <a:lumOff val="80000"/>
                </a:schemeClr>
              </a:solidFill>
            </a:endParaRPr>
          </a:p>
        </p:txBody>
      </p:sp>
      <p:sp>
        <p:nvSpPr>
          <p:cNvPr id="15" name="Rectángulo: esquinas redondeadas 14"/>
          <p:cNvSpPr/>
          <p:nvPr/>
        </p:nvSpPr>
        <p:spPr>
          <a:xfrm>
            <a:off x="536718" y="2283982"/>
            <a:ext cx="1610136" cy="980662"/>
          </a:xfrm>
          <a:prstGeom prst="roundRect">
            <a:avLst/>
          </a:prstGeom>
          <a:solidFill>
            <a:schemeClr val="accent5">
              <a:lumMod val="60000"/>
              <a:lumOff val="4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1600" b="1" i="1" dirty="0">
                <a:solidFill>
                  <a:schemeClr val="accent5">
                    <a:lumMod val="50000"/>
                  </a:schemeClr>
                </a:solidFill>
              </a:rPr>
              <a:t>Industria establecida, principalmente de </a:t>
            </a:r>
            <a:r>
              <a:rPr lang="es-AR" sz="1600" b="1" i="1" dirty="0" err="1">
                <a:solidFill>
                  <a:schemeClr val="accent5">
                    <a:lumMod val="50000"/>
                  </a:schemeClr>
                </a:solidFill>
              </a:rPr>
              <a:t>BsAs</a:t>
            </a:r>
            <a:endParaRPr lang="es-ES" sz="1600" b="1" i="1" dirty="0">
              <a:solidFill>
                <a:schemeClr val="accent5">
                  <a:lumMod val="50000"/>
                </a:schemeClr>
              </a:solidFill>
            </a:endParaRPr>
          </a:p>
        </p:txBody>
      </p:sp>
      <p:sp>
        <p:nvSpPr>
          <p:cNvPr id="17" name="Rectángulo 16"/>
          <p:cNvSpPr/>
          <p:nvPr/>
        </p:nvSpPr>
        <p:spPr>
          <a:xfrm>
            <a:off x="2286003" y="1669771"/>
            <a:ext cx="4790658" cy="159487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sz="1600" b="1" dirty="0">
                <a:solidFill>
                  <a:schemeClr val="accent5">
                    <a:lumMod val="50000"/>
                  </a:schemeClr>
                </a:solidFill>
              </a:rPr>
              <a:t>Promover ramas industriales EXISTENTES</a:t>
            </a:r>
          </a:p>
          <a:p>
            <a:pPr lvl="0" algn="ctr">
              <a:spcBef>
                <a:spcPts val="600"/>
              </a:spcBef>
            </a:pPr>
            <a:r>
              <a:rPr lang="es-AR" sz="1600" b="1" dirty="0">
                <a:solidFill>
                  <a:schemeClr val="accent5">
                    <a:lumMod val="50000"/>
                  </a:schemeClr>
                </a:solidFill>
              </a:rPr>
              <a:t>Proteccionista e “Industrias artificiales”</a:t>
            </a:r>
          </a:p>
          <a:p>
            <a:pPr lvl="0" algn="ctr">
              <a:spcBef>
                <a:spcPts val="600"/>
              </a:spcBef>
            </a:pPr>
            <a:r>
              <a:rPr lang="es-AR" sz="1600" b="1" dirty="0">
                <a:solidFill>
                  <a:schemeClr val="accent5">
                    <a:lumMod val="50000"/>
                  </a:schemeClr>
                </a:solidFill>
              </a:rPr>
              <a:t>Más tarde se alejarían un poco del “mercado-internismo”</a:t>
            </a:r>
          </a:p>
        </p:txBody>
      </p:sp>
      <p:sp>
        <p:nvSpPr>
          <p:cNvPr id="18" name="Rectángulo: esquinas redondeadas 17"/>
          <p:cNvSpPr/>
          <p:nvPr/>
        </p:nvSpPr>
        <p:spPr>
          <a:xfrm>
            <a:off x="238544" y="3465732"/>
            <a:ext cx="1749284" cy="799742"/>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2400" b="1" dirty="0">
                <a:solidFill>
                  <a:schemeClr val="accent5">
                    <a:lumMod val="20000"/>
                    <a:lumOff val="80000"/>
                  </a:schemeClr>
                </a:solidFill>
              </a:rPr>
              <a:t>Otros industriales</a:t>
            </a:r>
            <a:endParaRPr lang="es-ES" sz="2400" b="1" dirty="0">
              <a:solidFill>
                <a:schemeClr val="accent5">
                  <a:lumMod val="20000"/>
                  <a:lumOff val="80000"/>
                </a:schemeClr>
              </a:solidFill>
            </a:endParaRPr>
          </a:p>
        </p:txBody>
      </p:sp>
      <p:sp>
        <p:nvSpPr>
          <p:cNvPr id="19" name="Rectángulo: esquinas redondeadas 18"/>
          <p:cNvSpPr/>
          <p:nvPr/>
        </p:nvSpPr>
        <p:spPr>
          <a:xfrm>
            <a:off x="576476" y="4221107"/>
            <a:ext cx="1610136" cy="580789"/>
          </a:xfrm>
          <a:prstGeom prst="roundRect">
            <a:avLst/>
          </a:prstGeom>
          <a:solidFill>
            <a:schemeClr val="accent5">
              <a:lumMod val="60000"/>
              <a:lumOff val="4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1600" b="1" i="1" dirty="0">
                <a:solidFill>
                  <a:schemeClr val="accent5">
                    <a:lumMod val="50000"/>
                  </a:schemeClr>
                </a:solidFill>
              </a:rPr>
              <a:t>Nuevos y sin representación</a:t>
            </a:r>
            <a:endParaRPr lang="es-ES" sz="1600" b="1" i="1" dirty="0">
              <a:solidFill>
                <a:schemeClr val="accent5">
                  <a:lumMod val="50000"/>
                </a:schemeClr>
              </a:solidFill>
            </a:endParaRPr>
          </a:p>
        </p:txBody>
      </p:sp>
      <p:sp>
        <p:nvSpPr>
          <p:cNvPr id="20" name="Rectángulo 19"/>
          <p:cNvSpPr/>
          <p:nvPr/>
        </p:nvSpPr>
        <p:spPr>
          <a:xfrm>
            <a:off x="2286001" y="3465733"/>
            <a:ext cx="4750901" cy="1336164"/>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sz="1600" b="1" dirty="0">
                <a:solidFill>
                  <a:schemeClr val="accent5">
                    <a:lumMod val="50000"/>
                  </a:schemeClr>
                </a:solidFill>
              </a:rPr>
              <a:t>Del interior, pequeños y medianos, </a:t>
            </a:r>
            <a:r>
              <a:rPr lang="es-AR" sz="1600" b="1" dirty="0" err="1">
                <a:solidFill>
                  <a:schemeClr val="accent5">
                    <a:lumMod val="50000"/>
                  </a:schemeClr>
                </a:solidFill>
              </a:rPr>
              <a:t>etc</a:t>
            </a:r>
            <a:endParaRPr lang="es-AR" sz="1600" b="1" dirty="0">
              <a:solidFill>
                <a:schemeClr val="accent5">
                  <a:lumMod val="50000"/>
                </a:schemeClr>
              </a:solidFill>
            </a:endParaRPr>
          </a:p>
          <a:p>
            <a:pPr lvl="0" algn="ctr">
              <a:spcBef>
                <a:spcPts val="600"/>
              </a:spcBef>
            </a:pPr>
            <a:r>
              <a:rPr lang="es-AR" sz="1600" b="1" dirty="0">
                <a:solidFill>
                  <a:schemeClr val="accent5">
                    <a:lumMod val="50000"/>
                  </a:schemeClr>
                </a:solidFill>
              </a:rPr>
              <a:t>Más proclive al desarrollo del mercado interno</a:t>
            </a:r>
          </a:p>
        </p:txBody>
      </p:sp>
      <p:sp>
        <p:nvSpPr>
          <p:cNvPr id="21" name="Rectángulo 20"/>
          <p:cNvSpPr/>
          <p:nvPr/>
        </p:nvSpPr>
        <p:spPr>
          <a:xfrm>
            <a:off x="7235687" y="1680612"/>
            <a:ext cx="1603514" cy="4433249"/>
          </a:xfrm>
          <a:prstGeom prst="rect">
            <a:avLst/>
          </a:prstGeom>
          <a:solidFill>
            <a:schemeClr val="accent5">
              <a:lumMod val="60000"/>
              <a:lumOff val="4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b="1" dirty="0">
                <a:solidFill>
                  <a:schemeClr val="accent5">
                    <a:lumMod val="50000"/>
                  </a:schemeClr>
                </a:solidFill>
              </a:rPr>
              <a:t>Más adelante surgiría la idea de que el </a:t>
            </a:r>
          </a:p>
          <a:p>
            <a:pPr lvl="0" algn="ctr"/>
            <a:r>
              <a:rPr lang="es-AR" b="1" u="sng" dirty="0">
                <a:solidFill>
                  <a:schemeClr val="accent5">
                    <a:lumMod val="50000"/>
                  </a:schemeClr>
                </a:solidFill>
              </a:rPr>
              <a:t>mercado interno </a:t>
            </a:r>
          </a:p>
          <a:p>
            <a:pPr lvl="0" algn="ctr"/>
            <a:r>
              <a:rPr lang="es-AR" b="1" dirty="0">
                <a:solidFill>
                  <a:schemeClr val="accent5">
                    <a:lumMod val="50000"/>
                  </a:schemeClr>
                </a:solidFill>
              </a:rPr>
              <a:t>era </a:t>
            </a:r>
          </a:p>
          <a:p>
            <a:pPr lvl="0" algn="ctr"/>
            <a:r>
              <a:rPr lang="es-AR" b="1" dirty="0">
                <a:solidFill>
                  <a:schemeClr val="accent5">
                    <a:lumMod val="50000"/>
                  </a:schemeClr>
                </a:solidFill>
              </a:rPr>
              <a:t>“enemigo” </a:t>
            </a:r>
          </a:p>
          <a:p>
            <a:pPr lvl="0" algn="ctr"/>
            <a:r>
              <a:rPr lang="es-AR" b="1" dirty="0">
                <a:solidFill>
                  <a:schemeClr val="accent5">
                    <a:lumMod val="50000"/>
                  </a:schemeClr>
                </a:solidFill>
              </a:rPr>
              <a:t>de las </a:t>
            </a:r>
            <a:r>
              <a:rPr lang="es-AR" b="1" u="sng" dirty="0">
                <a:solidFill>
                  <a:schemeClr val="accent5">
                    <a:lumMod val="50000"/>
                  </a:schemeClr>
                </a:solidFill>
              </a:rPr>
              <a:t>exportaciones</a:t>
            </a:r>
            <a:endParaRPr lang="es-ES" b="1" u="sng" dirty="0">
              <a:solidFill>
                <a:schemeClr val="accent5">
                  <a:lumMod val="50000"/>
                </a:schemeClr>
              </a:solidFill>
            </a:endParaRPr>
          </a:p>
        </p:txBody>
      </p:sp>
      <p:sp>
        <p:nvSpPr>
          <p:cNvPr id="22" name="Rectángulo: esquinas redondeadas 21"/>
          <p:cNvSpPr/>
          <p:nvPr/>
        </p:nvSpPr>
        <p:spPr>
          <a:xfrm>
            <a:off x="238544" y="5020849"/>
            <a:ext cx="1749284" cy="799742"/>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2400" b="1" dirty="0">
                <a:solidFill>
                  <a:schemeClr val="accent5">
                    <a:lumMod val="20000"/>
                    <a:lumOff val="80000"/>
                  </a:schemeClr>
                </a:solidFill>
              </a:rPr>
              <a:t>Fuerzas armadas</a:t>
            </a:r>
            <a:endParaRPr lang="es-ES" sz="2400" b="1" dirty="0">
              <a:solidFill>
                <a:schemeClr val="accent5">
                  <a:lumMod val="20000"/>
                  <a:lumOff val="80000"/>
                </a:schemeClr>
              </a:solidFill>
            </a:endParaRPr>
          </a:p>
        </p:txBody>
      </p:sp>
      <p:sp>
        <p:nvSpPr>
          <p:cNvPr id="24" name="Rectángulo 23"/>
          <p:cNvSpPr/>
          <p:nvPr/>
        </p:nvSpPr>
        <p:spPr>
          <a:xfrm>
            <a:off x="2286000" y="5022861"/>
            <a:ext cx="4750901" cy="109100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sz="1600" b="1" dirty="0">
                <a:solidFill>
                  <a:schemeClr val="accent5">
                    <a:lumMod val="50000"/>
                  </a:schemeClr>
                </a:solidFill>
              </a:rPr>
              <a:t>Redefinición de la “industria natural” (defensa)</a:t>
            </a:r>
          </a:p>
          <a:p>
            <a:pPr lvl="0" algn="ctr">
              <a:spcBef>
                <a:spcPts val="600"/>
              </a:spcBef>
            </a:pPr>
            <a:r>
              <a:rPr lang="es-AR" sz="1600" b="1" dirty="0">
                <a:solidFill>
                  <a:schemeClr val="accent5">
                    <a:lumMod val="50000"/>
                  </a:schemeClr>
                </a:solidFill>
              </a:rPr>
              <a:t>Mayor control estatal o “nacional” (nacionalismo)</a:t>
            </a:r>
          </a:p>
          <a:p>
            <a:pPr lvl="0" algn="ctr">
              <a:spcBef>
                <a:spcPts val="600"/>
              </a:spcBef>
            </a:pPr>
            <a:r>
              <a:rPr lang="es-AR" sz="1600" b="1" dirty="0">
                <a:solidFill>
                  <a:schemeClr val="accent5">
                    <a:lumMod val="50000"/>
                  </a:schemeClr>
                </a:solidFill>
              </a:rPr>
              <a:t>Concepto de “orden social” (mejoras sociales)</a:t>
            </a:r>
          </a:p>
        </p:txBody>
      </p:sp>
      <p:sp>
        <p:nvSpPr>
          <p:cNvPr id="13" name="Rectángulo 12">
            <a:extLst>
              <a:ext uri="{FF2B5EF4-FFF2-40B4-BE49-F238E27FC236}">
                <a16:creationId xmlns:a16="http://schemas.microsoft.com/office/drawing/2014/main" id="{F39E5011-5A14-4AE4-BFE7-AD3746FC6C64}"/>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92011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8"/>
            <a:ext cx="8865701" cy="439917"/>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Continuidad, pero inicios del “</a:t>
            </a:r>
            <a:r>
              <a:rPr lang="es-AR" sz="2800" b="1">
                <a:solidFill>
                  <a:schemeClr val="accent5">
                    <a:lumMod val="20000"/>
                    <a:lumOff val="80000"/>
                  </a:schemeClr>
                </a:solidFill>
              </a:rPr>
              <a:t>mercado-internismo”</a:t>
            </a:r>
            <a:endParaRPr lang="es-ES" sz="2800" b="1" dirty="0">
              <a:solidFill>
                <a:schemeClr val="accent5">
                  <a:lumMod val="20000"/>
                  <a:lumOff val="80000"/>
                </a:schemeClr>
              </a:solidFill>
            </a:endParaRPr>
          </a:p>
        </p:txBody>
      </p:sp>
      <p:sp>
        <p:nvSpPr>
          <p:cNvPr id="14" name="Rectángulo: esquinas redondeadas 13"/>
          <p:cNvSpPr/>
          <p:nvPr/>
        </p:nvSpPr>
        <p:spPr>
          <a:xfrm>
            <a:off x="702368" y="2301266"/>
            <a:ext cx="1749284" cy="799742"/>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1940-1942</a:t>
            </a:r>
            <a:endParaRPr lang="es-ES" sz="2400" b="1" dirty="0">
              <a:solidFill>
                <a:schemeClr val="accent5">
                  <a:lumMod val="20000"/>
                  <a:lumOff val="80000"/>
                </a:schemeClr>
              </a:solidFill>
            </a:endParaRPr>
          </a:p>
        </p:txBody>
      </p:sp>
      <p:sp>
        <p:nvSpPr>
          <p:cNvPr id="15" name="Rectángulo: esquinas redondeadas 14"/>
          <p:cNvSpPr/>
          <p:nvPr/>
        </p:nvSpPr>
        <p:spPr>
          <a:xfrm>
            <a:off x="1000542" y="2915477"/>
            <a:ext cx="1610136" cy="980662"/>
          </a:xfrm>
          <a:prstGeom prst="roundRect">
            <a:avLst/>
          </a:prstGeom>
          <a:solidFill>
            <a:schemeClr val="accent5">
              <a:lumMod val="60000"/>
              <a:lumOff val="4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i="1" dirty="0">
                <a:solidFill>
                  <a:schemeClr val="accent5">
                    <a:lumMod val="50000"/>
                  </a:schemeClr>
                </a:solidFill>
              </a:rPr>
              <a:t>Final del </a:t>
            </a:r>
            <a:r>
              <a:rPr lang="es-AR" sz="1600" b="1" i="1" err="1">
                <a:solidFill>
                  <a:schemeClr val="accent5">
                    <a:lumMod val="50000"/>
                  </a:schemeClr>
                </a:solidFill>
              </a:rPr>
              <a:t>gob</a:t>
            </a:r>
            <a:r>
              <a:rPr lang="es-AR" sz="1600" b="1" i="1">
                <a:solidFill>
                  <a:schemeClr val="accent5">
                    <a:lumMod val="50000"/>
                  </a:schemeClr>
                </a:solidFill>
              </a:rPr>
              <a:t> conservador</a:t>
            </a:r>
            <a:endParaRPr lang="es-ES" sz="1600" b="1" i="1" dirty="0">
              <a:solidFill>
                <a:schemeClr val="accent5">
                  <a:lumMod val="50000"/>
                </a:schemeClr>
              </a:solidFill>
            </a:endParaRPr>
          </a:p>
        </p:txBody>
      </p:sp>
      <p:sp>
        <p:nvSpPr>
          <p:cNvPr id="17" name="Rectángulo 16"/>
          <p:cNvSpPr/>
          <p:nvPr/>
        </p:nvSpPr>
        <p:spPr>
          <a:xfrm>
            <a:off x="2749827" y="2301266"/>
            <a:ext cx="5638798" cy="159487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b="1" dirty="0">
                <a:solidFill>
                  <a:schemeClr val="accent5">
                    <a:lumMod val="50000"/>
                  </a:schemeClr>
                </a:solidFill>
              </a:rPr>
              <a:t>Medidas inspiradas en el Plan Pinedo</a:t>
            </a:r>
          </a:p>
          <a:p>
            <a:pPr algn="ctr">
              <a:spcBef>
                <a:spcPts val="600"/>
              </a:spcBef>
            </a:pPr>
            <a:r>
              <a:rPr lang="es-AR" b="1" dirty="0">
                <a:solidFill>
                  <a:schemeClr val="accent5">
                    <a:lumMod val="50000"/>
                  </a:schemeClr>
                </a:solidFill>
              </a:rPr>
              <a:t>Otras orientadas al mercado-internismo</a:t>
            </a:r>
          </a:p>
          <a:p>
            <a:pPr algn="ctr">
              <a:spcBef>
                <a:spcPts val="600"/>
              </a:spcBef>
            </a:pPr>
            <a:r>
              <a:rPr lang="es-AR" b="1" dirty="0">
                <a:solidFill>
                  <a:schemeClr val="accent5">
                    <a:lumMod val="50000"/>
                  </a:schemeClr>
                </a:solidFill>
              </a:rPr>
              <a:t>Cambiarias, CPI, Comité de Exportación, Flota Mercante del Estado, Ley de Fabricaciones militares</a:t>
            </a:r>
          </a:p>
        </p:txBody>
      </p:sp>
      <p:sp>
        <p:nvSpPr>
          <p:cNvPr id="18" name="Rectángulo: esquinas redondeadas 17"/>
          <p:cNvSpPr/>
          <p:nvPr/>
        </p:nvSpPr>
        <p:spPr>
          <a:xfrm>
            <a:off x="702368" y="4097227"/>
            <a:ext cx="1749284" cy="799742"/>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1943-1945</a:t>
            </a:r>
            <a:endParaRPr lang="es-ES" sz="2400" b="1" dirty="0">
              <a:solidFill>
                <a:schemeClr val="accent5">
                  <a:lumMod val="20000"/>
                  <a:lumOff val="80000"/>
                </a:schemeClr>
              </a:solidFill>
            </a:endParaRPr>
          </a:p>
        </p:txBody>
      </p:sp>
      <p:sp>
        <p:nvSpPr>
          <p:cNvPr id="19" name="Rectángulo: esquinas redondeadas 18"/>
          <p:cNvSpPr/>
          <p:nvPr/>
        </p:nvSpPr>
        <p:spPr>
          <a:xfrm>
            <a:off x="1040300" y="4852602"/>
            <a:ext cx="1610136" cy="580789"/>
          </a:xfrm>
          <a:prstGeom prst="roundRect">
            <a:avLst/>
          </a:prstGeom>
          <a:solidFill>
            <a:schemeClr val="accent5">
              <a:lumMod val="60000"/>
              <a:lumOff val="4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i="1">
                <a:solidFill>
                  <a:schemeClr val="accent5">
                    <a:lumMod val="50000"/>
                  </a:schemeClr>
                </a:solidFill>
              </a:rPr>
              <a:t>Revolución Argentina</a:t>
            </a:r>
            <a:endParaRPr lang="es-ES" sz="1600" b="1" i="1" dirty="0">
              <a:solidFill>
                <a:schemeClr val="accent5">
                  <a:lumMod val="50000"/>
                </a:schemeClr>
              </a:solidFill>
            </a:endParaRPr>
          </a:p>
        </p:txBody>
      </p:sp>
      <p:sp>
        <p:nvSpPr>
          <p:cNvPr id="20" name="Rectángulo 19"/>
          <p:cNvSpPr/>
          <p:nvPr/>
        </p:nvSpPr>
        <p:spPr>
          <a:xfrm>
            <a:off x="2749825" y="4097228"/>
            <a:ext cx="5638800" cy="1336164"/>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b="1" dirty="0">
                <a:solidFill>
                  <a:schemeClr val="accent5">
                    <a:lumMod val="50000"/>
                  </a:schemeClr>
                </a:solidFill>
              </a:rPr>
              <a:t>“…Sustituir importaciones, sin hacer referencia alguna a las exportaciones industriales o a las industrias artificiales”</a:t>
            </a:r>
          </a:p>
        </p:txBody>
      </p:sp>
      <p:sp>
        <p:nvSpPr>
          <p:cNvPr id="11" name="Rectángulo 10">
            <a:extLst>
              <a:ext uri="{FF2B5EF4-FFF2-40B4-BE49-F238E27FC236}">
                <a16:creationId xmlns:a16="http://schemas.microsoft.com/office/drawing/2014/main" id="{27DB49A0-BA52-4310-BE00-3C0F66C5409F}"/>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04097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8"/>
            <a:ext cx="8865701" cy="42205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Peronismo </a:t>
            </a:r>
            <a:r>
              <a:rPr lang="es-AR" sz="2800" b="1" dirty="0">
                <a:solidFill>
                  <a:schemeClr val="accent5">
                    <a:lumMod val="20000"/>
                    <a:lumOff val="80000"/>
                  </a:schemeClr>
                </a:solidFill>
                <a:sym typeface="Wingdings" panose="05000000000000000000" pitchFamily="2" charset="2"/>
              </a:rPr>
              <a:t> Consolidación del </a:t>
            </a:r>
            <a:r>
              <a:rPr lang="es-AR" sz="2800" b="1">
                <a:solidFill>
                  <a:schemeClr val="accent5">
                    <a:lumMod val="20000"/>
                    <a:lumOff val="80000"/>
                  </a:schemeClr>
                </a:solidFill>
                <a:sym typeface="Wingdings" panose="05000000000000000000" pitchFamily="2" charset="2"/>
              </a:rPr>
              <a:t>Mercado Interno</a:t>
            </a:r>
            <a:endParaRPr lang="es-ES" sz="2800" b="1" dirty="0">
              <a:solidFill>
                <a:schemeClr val="accent5">
                  <a:lumMod val="20000"/>
                  <a:lumOff val="80000"/>
                </a:schemeClr>
              </a:solidFill>
            </a:endParaRPr>
          </a:p>
        </p:txBody>
      </p:sp>
      <p:sp>
        <p:nvSpPr>
          <p:cNvPr id="10" name="Rectángulo: esquinas redondeadas 9"/>
          <p:cNvSpPr/>
          <p:nvPr/>
        </p:nvSpPr>
        <p:spPr>
          <a:xfrm>
            <a:off x="145776" y="1810934"/>
            <a:ext cx="1749284" cy="799742"/>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rPr>
              <a:t>1946-1955</a:t>
            </a:r>
            <a:endParaRPr lang="es-ES" sz="2400" b="1" dirty="0">
              <a:solidFill>
                <a:schemeClr val="accent5">
                  <a:lumMod val="20000"/>
                  <a:lumOff val="80000"/>
                </a:schemeClr>
              </a:solidFill>
            </a:endParaRPr>
          </a:p>
        </p:txBody>
      </p:sp>
      <p:sp>
        <p:nvSpPr>
          <p:cNvPr id="11" name="Rectángulo 10"/>
          <p:cNvSpPr/>
          <p:nvPr/>
        </p:nvSpPr>
        <p:spPr>
          <a:xfrm>
            <a:off x="2213113" y="1821141"/>
            <a:ext cx="6732104" cy="2353292"/>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sz="2000" b="1" dirty="0">
                <a:solidFill>
                  <a:schemeClr val="accent5">
                    <a:lumMod val="50000"/>
                  </a:schemeClr>
                </a:solidFill>
              </a:rPr>
              <a:t>La industria continuó desarrollándose como una primera etapa de sustitución de importaciones</a:t>
            </a:r>
          </a:p>
          <a:p>
            <a:pPr algn="ctr">
              <a:spcBef>
                <a:spcPts val="600"/>
              </a:spcBef>
            </a:pPr>
            <a:endParaRPr lang="es-AR" sz="2000" b="1" dirty="0">
              <a:solidFill>
                <a:schemeClr val="accent5">
                  <a:lumMod val="50000"/>
                </a:schemeClr>
              </a:solidFill>
            </a:endParaRPr>
          </a:p>
          <a:p>
            <a:pPr algn="ctr">
              <a:spcBef>
                <a:spcPts val="600"/>
              </a:spcBef>
            </a:pPr>
            <a:r>
              <a:rPr lang="es-AR" sz="2000" b="1" dirty="0">
                <a:solidFill>
                  <a:schemeClr val="accent5">
                    <a:lumMod val="50000"/>
                  </a:schemeClr>
                </a:solidFill>
              </a:rPr>
              <a:t>Se dejó de lado el camino exportador surgido en la 2da guerra </a:t>
            </a:r>
          </a:p>
        </p:txBody>
      </p:sp>
      <p:sp>
        <p:nvSpPr>
          <p:cNvPr id="12" name="Rectángulo 11"/>
          <p:cNvSpPr/>
          <p:nvPr/>
        </p:nvSpPr>
        <p:spPr>
          <a:xfrm>
            <a:off x="2213113" y="4377338"/>
            <a:ext cx="6725478" cy="1559634"/>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sz="2000" b="1" dirty="0">
                <a:solidFill>
                  <a:schemeClr val="accent5">
                    <a:lumMod val="50000"/>
                  </a:schemeClr>
                </a:solidFill>
              </a:rPr>
              <a:t>Economía política del Peronismo:</a:t>
            </a:r>
          </a:p>
          <a:p>
            <a:pPr algn="ctr">
              <a:spcBef>
                <a:spcPts val="600"/>
              </a:spcBef>
            </a:pPr>
            <a:r>
              <a:rPr lang="es-AR" sz="2000" dirty="0">
                <a:solidFill>
                  <a:schemeClr val="accent5">
                    <a:lumMod val="50000"/>
                  </a:schemeClr>
                </a:solidFill>
              </a:rPr>
              <a:t>“Nuevo” papel del Estado en la economía</a:t>
            </a:r>
          </a:p>
          <a:p>
            <a:pPr algn="ctr">
              <a:spcBef>
                <a:spcPts val="600"/>
              </a:spcBef>
            </a:pPr>
            <a:r>
              <a:rPr lang="es-AR" sz="2000" dirty="0">
                <a:solidFill>
                  <a:schemeClr val="accent5">
                    <a:lumMod val="50000"/>
                  </a:schemeClr>
                </a:solidFill>
              </a:rPr>
              <a:t>Políticas sociales y de ingreso</a:t>
            </a:r>
          </a:p>
          <a:p>
            <a:pPr algn="ctr">
              <a:spcBef>
                <a:spcPts val="600"/>
              </a:spcBef>
            </a:pPr>
            <a:r>
              <a:rPr lang="es-AR" sz="2000" dirty="0">
                <a:solidFill>
                  <a:schemeClr val="accent5">
                    <a:lumMod val="50000"/>
                  </a:schemeClr>
                </a:solidFill>
              </a:rPr>
              <a:t>“Independencia” económica y “soberanía” política</a:t>
            </a:r>
            <a:endParaRPr lang="es-ES" sz="2000" dirty="0">
              <a:solidFill>
                <a:schemeClr val="accent5">
                  <a:lumMod val="50000"/>
                </a:schemeClr>
              </a:solidFill>
            </a:endParaRPr>
          </a:p>
        </p:txBody>
      </p:sp>
      <p:sp>
        <p:nvSpPr>
          <p:cNvPr id="7" name="Rectángulo 6">
            <a:extLst>
              <a:ext uri="{FF2B5EF4-FFF2-40B4-BE49-F238E27FC236}">
                <a16:creationId xmlns:a16="http://schemas.microsoft.com/office/drawing/2014/main" id="{C2A0841C-E57F-4111-81C7-D49314D80741}"/>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57792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8"/>
            <a:ext cx="8865701" cy="42205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Peronismo </a:t>
            </a:r>
            <a:r>
              <a:rPr lang="es-AR" sz="2800" b="1" dirty="0">
                <a:solidFill>
                  <a:schemeClr val="accent5">
                    <a:lumMod val="20000"/>
                    <a:lumOff val="80000"/>
                  </a:schemeClr>
                </a:solidFill>
                <a:sym typeface="Wingdings" panose="05000000000000000000" pitchFamily="2" charset="2"/>
              </a:rPr>
              <a:t> Consolidación del </a:t>
            </a:r>
            <a:r>
              <a:rPr lang="es-AR" sz="2800" b="1">
                <a:solidFill>
                  <a:schemeClr val="accent5">
                    <a:lumMod val="20000"/>
                    <a:lumOff val="80000"/>
                  </a:schemeClr>
                </a:solidFill>
                <a:sym typeface="Wingdings" panose="05000000000000000000" pitchFamily="2" charset="2"/>
              </a:rPr>
              <a:t>Mercado Interno</a:t>
            </a:r>
            <a:endParaRPr lang="es-ES" sz="2800" b="1" dirty="0">
              <a:solidFill>
                <a:schemeClr val="accent5">
                  <a:lumMod val="20000"/>
                  <a:lumOff val="80000"/>
                </a:schemeClr>
              </a:solidFill>
            </a:endParaRPr>
          </a:p>
        </p:txBody>
      </p:sp>
      <p:sp>
        <p:nvSpPr>
          <p:cNvPr id="10" name="Rectángulo: esquinas redondeadas 9"/>
          <p:cNvSpPr/>
          <p:nvPr/>
        </p:nvSpPr>
        <p:spPr>
          <a:xfrm>
            <a:off x="3710611" y="2121329"/>
            <a:ext cx="1749284" cy="799742"/>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2400" b="1" dirty="0">
                <a:solidFill>
                  <a:schemeClr val="accent5">
                    <a:lumMod val="20000"/>
                    <a:lumOff val="80000"/>
                  </a:schemeClr>
                </a:solidFill>
              </a:rPr>
              <a:t>Perón</a:t>
            </a:r>
            <a:endParaRPr lang="es-ES" sz="2400" b="1" dirty="0">
              <a:solidFill>
                <a:schemeClr val="accent5">
                  <a:lumMod val="20000"/>
                  <a:lumOff val="80000"/>
                </a:schemeClr>
              </a:solidFill>
            </a:endParaRPr>
          </a:p>
        </p:txBody>
      </p:sp>
      <p:sp>
        <p:nvSpPr>
          <p:cNvPr id="11" name="Rectángulo 10"/>
          <p:cNvSpPr/>
          <p:nvPr/>
        </p:nvSpPr>
        <p:spPr>
          <a:xfrm>
            <a:off x="1298713" y="2121329"/>
            <a:ext cx="2040836" cy="7895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r>
              <a:rPr lang="es-AR" sz="2400" b="1" dirty="0">
                <a:solidFill>
                  <a:schemeClr val="accent5">
                    <a:lumMod val="50000"/>
                  </a:schemeClr>
                </a:solidFill>
              </a:rPr>
              <a:t>“</a:t>
            </a:r>
            <a:r>
              <a:rPr lang="es-AR" sz="2400" b="1" dirty="0" err="1">
                <a:solidFill>
                  <a:schemeClr val="accent5">
                    <a:lumMod val="50000"/>
                  </a:schemeClr>
                </a:solidFill>
              </a:rPr>
              <a:t>pinedismo</a:t>
            </a:r>
            <a:r>
              <a:rPr lang="es-AR" sz="2400" b="1" dirty="0">
                <a:solidFill>
                  <a:schemeClr val="accent5">
                    <a:lumMod val="50000"/>
                  </a:schemeClr>
                </a:solidFill>
              </a:rPr>
              <a:t>”</a:t>
            </a:r>
          </a:p>
        </p:txBody>
      </p:sp>
      <p:sp>
        <p:nvSpPr>
          <p:cNvPr id="12" name="Rectángulo 11"/>
          <p:cNvSpPr/>
          <p:nvPr/>
        </p:nvSpPr>
        <p:spPr>
          <a:xfrm>
            <a:off x="5830957" y="2111122"/>
            <a:ext cx="2040836" cy="799742"/>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sz="2400" b="1">
                <a:solidFill>
                  <a:schemeClr val="accent5">
                    <a:lumMod val="50000"/>
                  </a:schemeClr>
                </a:solidFill>
              </a:rPr>
              <a:t>autarquismo</a:t>
            </a:r>
            <a:endParaRPr lang="es-ES" sz="2400" b="1" dirty="0">
              <a:solidFill>
                <a:schemeClr val="accent5">
                  <a:lumMod val="50000"/>
                </a:schemeClr>
              </a:solidFill>
            </a:endParaRPr>
          </a:p>
        </p:txBody>
      </p:sp>
      <p:sp>
        <p:nvSpPr>
          <p:cNvPr id="2" name="Flecha: curvada hacia arriba 1"/>
          <p:cNvSpPr/>
          <p:nvPr/>
        </p:nvSpPr>
        <p:spPr>
          <a:xfrm>
            <a:off x="4472609" y="2805013"/>
            <a:ext cx="2716695" cy="861392"/>
          </a:xfrm>
          <a:prstGeom prst="curvedUpArrow">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8" name="Rectángulo: esquinas redondeadas 7"/>
          <p:cNvSpPr/>
          <p:nvPr/>
        </p:nvSpPr>
        <p:spPr>
          <a:xfrm>
            <a:off x="4903310" y="3513392"/>
            <a:ext cx="1749284" cy="342403"/>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AR" sz="1600" b="1" dirty="0">
                <a:solidFill>
                  <a:schemeClr val="accent5">
                    <a:lumMod val="50000"/>
                  </a:schemeClr>
                </a:solidFill>
              </a:rPr>
              <a:t>Paulatinamente</a:t>
            </a:r>
            <a:endParaRPr lang="es-ES" sz="1600" b="1" dirty="0">
              <a:solidFill>
                <a:schemeClr val="accent5">
                  <a:lumMod val="50000"/>
                </a:schemeClr>
              </a:solidFill>
            </a:endParaRPr>
          </a:p>
        </p:txBody>
      </p:sp>
      <p:sp>
        <p:nvSpPr>
          <p:cNvPr id="9" name="Rectángulo 8"/>
          <p:cNvSpPr/>
          <p:nvPr/>
        </p:nvSpPr>
        <p:spPr>
          <a:xfrm>
            <a:off x="278295" y="4142285"/>
            <a:ext cx="2928729" cy="78953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Políticas Sociales</a:t>
            </a:r>
          </a:p>
        </p:txBody>
      </p:sp>
      <p:sp>
        <p:nvSpPr>
          <p:cNvPr id="13" name="Rectángulo 12"/>
          <p:cNvSpPr/>
          <p:nvPr/>
        </p:nvSpPr>
        <p:spPr>
          <a:xfrm>
            <a:off x="278295" y="5097423"/>
            <a:ext cx="2928729" cy="111597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dirty="0">
                <a:solidFill>
                  <a:schemeClr val="accent5">
                    <a:lumMod val="20000"/>
                    <a:lumOff val="80000"/>
                  </a:schemeClr>
                </a:solidFill>
              </a:rPr>
              <a:t>Cuestiones externas</a:t>
            </a:r>
          </a:p>
        </p:txBody>
      </p:sp>
      <p:sp>
        <p:nvSpPr>
          <p:cNvPr id="14" name="Rectángulo 13"/>
          <p:cNvSpPr/>
          <p:nvPr/>
        </p:nvSpPr>
        <p:spPr>
          <a:xfrm>
            <a:off x="3339549" y="4167363"/>
            <a:ext cx="5526155" cy="78953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b="1" dirty="0">
                <a:solidFill>
                  <a:schemeClr val="accent5">
                    <a:lumMod val="50000"/>
                  </a:schemeClr>
                </a:solidFill>
              </a:rPr>
              <a:t>Altos ingresos (limitar aumentos de </a:t>
            </a:r>
            <a:r>
              <a:rPr lang="es-AR" b="1" dirty="0" err="1">
                <a:solidFill>
                  <a:schemeClr val="accent5">
                    <a:lumMod val="50000"/>
                  </a:schemeClr>
                </a:solidFill>
              </a:rPr>
              <a:t>prod</a:t>
            </a:r>
            <a:r>
              <a:rPr lang="es-AR" b="1" dirty="0">
                <a:solidFill>
                  <a:schemeClr val="accent5">
                    <a:lumMod val="50000"/>
                  </a:schemeClr>
                </a:solidFill>
              </a:rPr>
              <a:t>. Agrícolas)</a:t>
            </a:r>
          </a:p>
          <a:p>
            <a:pPr algn="ctr">
              <a:spcBef>
                <a:spcPts val="600"/>
              </a:spcBef>
            </a:pPr>
            <a:r>
              <a:rPr lang="es-AR" b="1" dirty="0">
                <a:solidFill>
                  <a:schemeClr val="accent5">
                    <a:lumMod val="50000"/>
                  </a:schemeClr>
                </a:solidFill>
              </a:rPr>
              <a:t>Plena ocupación (sustitución de importaciones)</a:t>
            </a:r>
          </a:p>
        </p:txBody>
      </p:sp>
      <p:sp>
        <p:nvSpPr>
          <p:cNvPr id="15" name="Rectángulo 14"/>
          <p:cNvSpPr/>
          <p:nvPr/>
        </p:nvSpPr>
        <p:spPr>
          <a:xfrm>
            <a:off x="3339548" y="5097422"/>
            <a:ext cx="5526155" cy="111597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s-AR" b="1" dirty="0">
                <a:solidFill>
                  <a:schemeClr val="accent5">
                    <a:lumMod val="50000"/>
                  </a:schemeClr>
                </a:solidFill>
              </a:rPr>
              <a:t>Limitaciones de importaciones </a:t>
            </a:r>
          </a:p>
          <a:p>
            <a:pPr algn="ctr">
              <a:spcBef>
                <a:spcPts val="600"/>
              </a:spcBef>
            </a:pPr>
            <a:r>
              <a:rPr lang="es-AR" b="1" dirty="0">
                <a:solidFill>
                  <a:schemeClr val="accent5">
                    <a:lumMod val="50000"/>
                  </a:schemeClr>
                </a:solidFill>
              </a:rPr>
              <a:t>Alejamiento de los Aliados (especialmente EEUU)</a:t>
            </a:r>
          </a:p>
          <a:p>
            <a:pPr algn="ctr">
              <a:spcBef>
                <a:spcPts val="600"/>
              </a:spcBef>
            </a:pPr>
            <a:r>
              <a:rPr lang="es-AR" b="1" dirty="0">
                <a:solidFill>
                  <a:schemeClr val="accent5">
                    <a:lumMod val="50000"/>
                  </a:schemeClr>
                </a:solidFill>
              </a:rPr>
              <a:t>Problemas por especializarse en ganadería (libras </a:t>
            </a:r>
            <a:r>
              <a:rPr lang="es-AR" b="1" dirty="0" err="1">
                <a:solidFill>
                  <a:schemeClr val="accent5">
                    <a:lumMod val="50000"/>
                  </a:schemeClr>
                </a:solidFill>
              </a:rPr>
              <a:t>bloq</a:t>
            </a:r>
            <a:r>
              <a:rPr lang="es-AR" b="1" dirty="0">
                <a:solidFill>
                  <a:schemeClr val="accent5">
                    <a:lumMod val="50000"/>
                  </a:schemeClr>
                </a:solidFill>
              </a:rPr>
              <a:t>)</a:t>
            </a:r>
          </a:p>
        </p:txBody>
      </p:sp>
      <p:sp>
        <p:nvSpPr>
          <p:cNvPr id="16" name="Rectángulo 15">
            <a:extLst>
              <a:ext uri="{FF2B5EF4-FFF2-40B4-BE49-F238E27FC236}">
                <a16:creationId xmlns:a16="http://schemas.microsoft.com/office/drawing/2014/main" id="{C0949BEF-FA11-4BDB-98AC-DA139C5D8FBD}"/>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62454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8"/>
            <a:ext cx="8865701" cy="42205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La visión del Mundo… (un ejemplo)</a:t>
            </a:r>
            <a:endParaRPr lang="es-ES" sz="2800" b="1" dirty="0">
              <a:solidFill>
                <a:schemeClr val="accent5">
                  <a:lumMod val="20000"/>
                  <a:lumOff val="80000"/>
                </a:schemeClr>
              </a:solidFill>
            </a:endParaRPr>
          </a:p>
        </p:txBody>
      </p:sp>
      <p:sp>
        <p:nvSpPr>
          <p:cNvPr id="16" name="Rectángulo 15">
            <a:extLst>
              <a:ext uri="{FF2B5EF4-FFF2-40B4-BE49-F238E27FC236}">
                <a16:creationId xmlns:a16="http://schemas.microsoft.com/office/drawing/2014/main" id="{C0949BEF-FA11-4BDB-98AC-DA139C5D8FBD}"/>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07BC8F8-8BF8-4AA3-85DE-E972C18B50CC}"/>
              </a:ext>
            </a:extLst>
          </p:cNvPr>
          <p:cNvSpPr/>
          <p:nvPr/>
        </p:nvSpPr>
        <p:spPr>
          <a:xfrm>
            <a:off x="6520070" y="6027003"/>
            <a:ext cx="2743199" cy="830997"/>
          </a:xfrm>
          <a:prstGeom prst="rect">
            <a:avLst/>
          </a:prstGeom>
        </p:spPr>
        <p:txBody>
          <a:bodyPr wrap="square">
            <a:spAutoFit/>
          </a:bodyPr>
          <a:lstStyle/>
          <a:p>
            <a:r>
              <a:rPr lang="es-AR" sz="1200" dirty="0">
                <a:hlinkClick r:id="rId2"/>
              </a:rPr>
              <a:t>http://digicoll.library.wisc.edu/cgi-bin/FRUS/FRUS-idx?type=turn&amp;entity=FRUS.FRUS1945.p0643&amp;id=FRUS.FRUS1945&amp;isize=M</a:t>
            </a:r>
            <a:endParaRPr lang="es-AR" sz="1200" dirty="0"/>
          </a:p>
        </p:txBody>
      </p:sp>
      <p:pic>
        <p:nvPicPr>
          <p:cNvPr id="5" name="Imagen 4">
            <a:extLst>
              <a:ext uri="{FF2B5EF4-FFF2-40B4-BE49-F238E27FC236}">
                <a16:creationId xmlns:a16="http://schemas.microsoft.com/office/drawing/2014/main" id="{290E906B-498C-44F9-9617-513B8B44454D}"/>
              </a:ext>
            </a:extLst>
          </p:cNvPr>
          <p:cNvPicPr>
            <a:picLocks noChangeAspect="1"/>
          </p:cNvPicPr>
          <p:nvPr/>
        </p:nvPicPr>
        <p:blipFill rotWithShape="1">
          <a:blip r:embed="rId3"/>
          <a:srcRect l="3044" t="19646" r="69855" b="68754"/>
          <a:stretch/>
        </p:blipFill>
        <p:spPr>
          <a:xfrm>
            <a:off x="6652592" y="5430656"/>
            <a:ext cx="2478154" cy="596347"/>
          </a:xfrm>
          <a:prstGeom prst="rect">
            <a:avLst/>
          </a:prstGeom>
        </p:spPr>
      </p:pic>
      <p:pic>
        <p:nvPicPr>
          <p:cNvPr id="6" name="Imagen 5">
            <a:extLst>
              <a:ext uri="{FF2B5EF4-FFF2-40B4-BE49-F238E27FC236}">
                <a16:creationId xmlns:a16="http://schemas.microsoft.com/office/drawing/2014/main" id="{C798A9F1-7CF4-442E-A48D-00EC9098CA8B}"/>
              </a:ext>
            </a:extLst>
          </p:cNvPr>
          <p:cNvPicPr>
            <a:picLocks noChangeAspect="1"/>
          </p:cNvPicPr>
          <p:nvPr/>
        </p:nvPicPr>
        <p:blipFill rotWithShape="1">
          <a:blip r:embed="rId4"/>
          <a:srcRect l="26846" t="17706" r="34876" b="9922"/>
          <a:stretch/>
        </p:blipFill>
        <p:spPr>
          <a:xfrm>
            <a:off x="145776" y="1166190"/>
            <a:ext cx="5300867" cy="5634625"/>
          </a:xfrm>
          <a:prstGeom prst="rect">
            <a:avLst/>
          </a:prstGeom>
        </p:spPr>
      </p:pic>
    </p:spTree>
    <p:extLst>
      <p:ext uri="{BB962C8B-B14F-4D97-AF65-F5344CB8AC3E}">
        <p14:creationId xmlns:p14="http://schemas.microsoft.com/office/powerpoint/2010/main" val="36267578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8"/>
            <a:ext cx="8865701" cy="42205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La visión del Mundo… (un ejemplo)</a:t>
            </a:r>
            <a:endParaRPr lang="es-ES" sz="2800" b="1" dirty="0">
              <a:solidFill>
                <a:schemeClr val="accent5">
                  <a:lumMod val="20000"/>
                  <a:lumOff val="80000"/>
                </a:schemeClr>
              </a:solidFill>
            </a:endParaRPr>
          </a:p>
        </p:txBody>
      </p:sp>
      <p:sp>
        <p:nvSpPr>
          <p:cNvPr id="16" name="Rectángulo 15">
            <a:extLst>
              <a:ext uri="{FF2B5EF4-FFF2-40B4-BE49-F238E27FC236}">
                <a16:creationId xmlns:a16="http://schemas.microsoft.com/office/drawing/2014/main" id="{C0949BEF-FA11-4BDB-98AC-DA139C5D8FBD}"/>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pic>
        <p:nvPicPr>
          <p:cNvPr id="2" name="Imagen 1">
            <a:extLst>
              <a:ext uri="{FF2B5EF4-FFF2-40B4-BE49-F238E27FC236}">
                <a16:creationId xmlns:a16="http://schemas.microsoft.com/office/drawing/2014/main" id="{CC4A412A-1336-4127-94BE-426EFF8E7355}"/>
              </a:ext>
            </a:extLst>
          </p:cNvPr>
          <p:cNvPicPr>
            <a:picLocks noChangeAspect="1"/>
          </p:cNvPicPr>
          <p:nvPr/>
        </p:nvPicPr>
        <p:blipFill rotWithShape="1">
          <a:blip r:embed="rId2"/>
          <a:srcRect l="25217" t="19389" r="27246" b="19003"/>
          <a:stretch/>
        </p:blipFill>
        <p:spPr>
          <a:xfrm>
            <a:off x="145775" y="1166191"/>
            <a:ext cx="6547349" cy="4770783"/>
          </a:xfrm>
          <a:prstGeom prst="rect">
            <a:avLst/>
          </a:prstGeom>
        </p:spPr>
      </p:pic>
      <p:sp>
        <p:nvSpPr>
          <p:cNvPr id="7" name="Rectángulo 6">
            <a:extLst>
              <a:ext uri="{FF2B5EF4-FFF2-40B4-BE49-F238E27FC236}">
                <a16:creationId xmlns:a16="http://schemas.microsoft.com/office/drawing/2014/main" id="{477C581E-66E7-41F5-9176-DA6A50381754}"/>
              </a:ext>
            </a:extLst>
          </p:cNvPr>
          <p:cNvSpPr/>
          <p:nvPr/>
        </p:nvSpPr>
        <p:spPr>
          <a:xfrm>
            <a:off x="3829878" y="6147567"/>
            <a:ext cx="5426765" cy="738664"/>
          </a:xfrm>
          <a:prstGeom prst="rect">
            <a:avLst/>
          </a:prstGeom>
        </p:spPr>
        <p:txBody>
          <a:bodyPr wrap="square">
            <a:spAutoFit/>
          </a:bodyPr>
          <a:lstStyle/>
          <a:p>
            <a:r>
              <a:rPr lang="es-ES" sz="1400" dirty="0" err="1">
                <a:solidFill>
                  <a:srgbClr val="222222"/>
                </a:solidFill>
                <a:latin typeface="Arial" panose="020B0604020202020204" pitchFamily="34" charset="0"/>
              </a:rPr>
              <a:t>Speaking</a:t>
            </a:r>
            <a:r>
              <a:rPr lang="es-ES" sz="1400" dirty="0">
                <a:solidFill>
                  <a:srgbClr val="222222"/>
                </a:solidFill>
                <a:latin typeface="Arial" panose="020B0604020202020204" pitchFamily="34" charset="0"/>
              </a:rPr>
              <a:t> </a:t>
            </a:r>
            <a:r>
              <a:rPr lang="es-ES" sz="1400" dirty="0" err="1">
                <a:solidFill>
                  <a:srgbClr val="222222"/>
                </a:solidFill>
                <a:latin typeface="Arial" panose="020B0604020202020204" pitchFamily="34" charset="0"/>
              </a:rPr>
              <a:t>Frankly</a:t>
            </a:r>
            <a:r>
              <a:rPr lang="es-ES" sz="1400" dirty="0">
                <a:solidFill>
                  <a:srgbClr val="222222"/>
                </a:solidFill>
                <a:latin typeface="Arial" panose="020B0604020202020204" pitchFamily="34" charset="0"/>
              </a:rPr>
              <a:t> “hablando francamente”, pp. 38/39 memorias del Ex Secretario de Estado James F. Byrnes (Editado por Harper &amp; </a:t>
            </a:r>
            <a:r>
              <a:rPr lang="es-ES" sz="1400" dirty="0" err="1">
                <a:solidFill>
                  <a:srgbClr val="222222"/>
                </a:solidFill>
                <a:latin typeface="Arial" panose="020B0604020202020204" pitchFamily="34" charset="0"/>
              </a:rPr>
              <a:t>Brothers</a:t>
            </a:r>
            <a:r>
              <a:rPr lang="es-ES" sz="1400" dirty="0">
                <a:solidFill>
                  <a:srgbClr val="222222"/>
                </a:solidFill>
                <a:latin typeface="Arial" panose="020B0604020202020204" pitchFamily="34" charset="0"/>
              </a:rPr>
              <a:t> </a:t>
            </a:r>
            <a:r>
              <a:rPr lang="es-ES" sz="1400" dirty="0" err="1">
                <a:solidFill>
                  <a:srgbClr val="222222"/>
                </a:solidFill>
                <a:latin typeface="Arial" panose="020B0604020202020204" pitchFamily="34" charset="0"/>
              </a:rPr>
              <a:t>Publishers</a:t>
            </a:r>
            <a:r>
              <a:rPr lang="es-ES" sz="1400" dirty="0">
                <a:solidFill>
                  <a:srgbClr val="222222"/>
                </a:solidFill>
                <a:latin typeface="Arial" panose="020B0604020202020204" pitchFamily="34" charset="0"/>
              </a:rPr>
              <a:t>, New York, EE. UU., Año 1947)</a:t>
            </a:r>
            <a:endParaRPr lang="es-AR" sz="1400" dirty="0"/>
          </a:p>
        </p:txBody>
      </p:sp>
    </p:spTree>
    <p:extLst>
      <p:ext uri="{BB962C8B-B14F-4D97-AF65-F5344CB8AC3E}">
        <p14:creationId xmlns:p14="http://schemas.microsoft.com/office/powerpoint/2010/main" val="42927343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8"/>
            <a:ext cx="8865701" cy="422053"/>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800" b="1" dirty="0">
                <a:solidFill>
                  <a:schemeClr val="accent5">
                    <a:lumMod val="20000"/>
                    <a:lumOff val="80000"/>
                  </a:schemeClr>
                </a:solidFill>
              </a:rPr>
              <a:t>La visión del Mundo… (un ejemplo)</a:t>
            </a:r>
            <a:endParaRPr lang="es-ES" sz="2800" b="1" dirty="0">
              <a:solidFill>
                <a:schemeClr val="accent5">
                  <a:lumMod val="20000"/>
                  <a:lumOff val="80000"/>
                </a:schemeClr>
              </a:solidFill>
            </a:endParaRPr>
          </a:p>
        </p:txBody>
      </p:sp>
      <p:sp>
        <p:nvSpPr>
          <p:cNvPr id="16" name="Rectángulo 15">
            <a:extLst>
              <a:ext uri="{FF2B5EF4-FFF2-40B4-BE49-F238E27FC236}">
                <a16:creationId xmlns:a16="http://schemas.microsoft.com/office/drawing/2014/main" id="{C0949BEF-FA11-4BDB-98AC-DA139C5D8FBD}"/>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E80B1C43-808B-447D-AD11-96AB2FFFA01A}"/>
              </a:ext>
            </a:extLst>
          </p:cNvPr>
          <p:cNvSpPr/>
          <p:nvPr/>
        </p:nvSpPr>
        <p:spPr>
          <a:xfrm>
            <a:off x="0" y="1166191"/>
            <a:ext cx="9144000" cy="5447645"/>
          </a:xfrm>
          <a:prstGeom prst="rect">
            <a:avLst/>
          </a:prstGeom>
        </p:spPr>
        <p:txBody>
          <a:bodyPr wrap="square">
            <a:spAutoFit/>
          </a:bodyPr>
          <a:lstStyle/>
          <a:p>
            <a:r>
              <a:rPr lang="es-ES" sz="1200" b="1" dirty="0">
                <a:solidFill>
                  <a:srgbClr val="222222"/>
                </a:solidFill>
                <a:latin typeface="Arial" panose="020B0604020202020204" pitchFamily="34" charset="0"/>
              </a:rPr>
              <a:t>El Presidente (Roosevelt):</a:t>
            </a:r>
            <a:r>
              <a:rPr lang="es-ES" sz="1200" dirty="0">
                <a:solidFill>
                  <a:srgbClr val="222222"/>
                </a:solidFill>
                <a:latin typeface="Arial" panose="020B0604020202020204" pitchFamily="34" charset="0"/>
              </a:rPr>
              <a:t> ... "Esta cuestión (porqué no de­clararon la guerra a Alemania las repúblicas sudamericanas en su totalidad) envuelve un hecho histórico que debe explicarse: Hace cuatro años (se refiere a la conferencia de Río de Janeiro) el Secretario de Estado Adjunto, Sr. </a:t>
            </a:r>
            <a:r>
              <a:rPr lang="es-ES" sz="1200" dirty="0" err="1">
                <a:solidFill>
                  <a:srgbClr val="222222"/>
                </a:solidFill>
                <a:latin typeface="Arial" panose="020B0604020202020204" pitchFamily="34" charset="0"/>
              </a:rPr>
              <a:t>Surnner</a:t>
            </a:r>
            <a:r>
              <a:rPr lang="es-ES" sz="1200" dirty="0">
                <a:solidFill>
                  <a:srgbClr val="222222"/>
                </a:solidFill>
                <a:latin typeface="Arial" panose="020B0604020202020204" pitchFamily="34" charset="0"/>
              </a:rPr>
              <a:t> Welles, no les dijo a las repúblicas sudamericanas que debían declarar la guerra a Alema­nia, y solamente que cortaran relaciones diplomáticas. Por eso hay cinco o seis repúblicas que deben ser invitadas (a las futuras Na­ciones Unidas) pues cumplieron la orden de los Estados Unidos. Es­ta circunstancia fue llevada a mi atención hace un mes. En conse­cuencia escribí a los presidentes de esas seis repúblicas que deberían declarar la guerra, para concurrir a la conferencia de las Naciones Unidas. Creo que una, Ecuador, ya lo ha hecho. Paraguay va a hacer lo mismo dentro de una semana o diez días. Perú y Uruguay, tam­bién van a declarar la guerra. Sería embarazoso para mí si, después de declarar la guerra, no fuesen admitidas a participar en la reu­nión. Francamente fue un error del Sr. Welles no decirles que debían declarar la guerra, y solamente que rompieran relaciones.</a:t>
            </a:r>
            <a:br>
              <a:rPr lang="es-ES" sz="1200" dirty="0"/>
            </a:br>
            <a:r>
              <a:rPr lang="es-ES" sz="1200" dirty="0">
                <a:solidFill>
                  <a:srgbClr val="222222"/>
                </a:solidFill>
                <a:latin typeface="Arial" panose="020B0604020202020204" pitchFamily="34" charset="0"/>
              </a:rPr>
              <a:t>Esas naciones nos han ayudado en la guerra. Una gran parte de las materias primas para la manufactura de municiones provino de ellas. En consecuencia de esto, yo me encontraría en una situación difícil. Porque además de las naciones que </a:t>
            </a:r>
            <a:r>
              <a:rPr lang="es-ES" sz="1200" b="1" dirty="0">
                <a:solidFill>
                  <a:srgbClr val="222222"/>
                </a:solidFill>
                <a:highlight>
                  <a:srgbClr val="FFFF00"/>
                </a:highlight>
                <a:latin typeface="Arial" panose="020B0604020202020204" pitchFamily="34" charset="0"/>
              </a:rPr>
              <a:t>firmaron hay un cierto número que pueden llamarse "naciones asociadas", que trabajaron para nosotros. Rompieron relaciones diplomáticas, pero no decla­raron la guerra."</a:t>
            </a:r>
            <a:br>
              <a:rPr lang="es-ES" sz="1200" dirty="0"/>
            </a:br>
            <a:r>
              <a:rPr lang="es-ES" sz="1200" b="1" dirty="0">
                <a:solidFill>
                  <a:srgbClr val="222222"/>
                </a:solidFill>
                <a:latin typeface="Arial" panose="020B0604020202020204" pitchFamily="34" charset="0"/>
              </a:rPr>
              <a:t>El Mariscal (Stalin):</a:t>
            </a:r>
            <a:r>
              <a:rPr lang="es-ES" sz="1200" dirty="0">
                <a:solidFill>
                  <a:srgbClr val="222222"/>
                </a:solidFill>
                <a:latin typeface="Arial" panose="020B0604020202020204" pitchFamily="34" charset="0"/>
              </a:rPr>
              <a:t> </a:t>
            </a:r>
            <a:r>
              <a:rPr lang="es-ES" sz="1200" b="1" dirty="0">
                <a:solidFill>
                  <a:srgbClr val="222222"/>
                </a:solidFill>
                <a:highlight>
                  <a:srgbClr val="FFFF00"/>
                </a:highlight>
                <a:latin typeface="Arial" panose="020B0604020202020204" pitchFamily="34" charset="0"/>
              </a:rPr>
              <a:t>"¿Qué hay con la Argentina?</a:t>
            </a:r>
            <a:br>
              <a:rPr lang="es-ES" sz="1200" b="1" dirty="0">
                <a:highlight>
                  <a:srgbClr val="FFFF00"/>
                </a:highlight>
              </a:rPr>
            </a:br>
            <a:r>
              <a:rPr lang="es-ES" sz="1200" b="1" dirty="0">
                <a:solidFill>
                  <a:srgbClr val="222222"/>
                </a:solidFill>
                <a:latin typeface="Arial" panose="020B0604020202020204" pitchFamily="34" charset="0"/>
              </a:rPr>
              <a:t>El Presidente (Roosevelt):</a:t>
            </a:r>
            <a:r>
              <a:rPr lang="es-ES" sz="1200" dirty="0">
                <a:solidFill>
                  <a:srgbClr val="222222"/>
                </a:solidFill>
                <a:latin typeface="Arial" panose="020B0604020202020204" pitchFamily="34" charset="0"/>
              </a:rPr>
              <a:t> </a:t>
            </a:r>
            <a:r>
              <a:rPr lang="es-ES" sz="1200" b="1" dirty="0">
                <a:solidFill>
                  <a:srgbClr val="222222"/>
                </a:solidFill>
                <a:highlight>
                  <a:srgbClr val="FFFF00"/>
                </a:highlight>
                <a:latin typeface="Arial" panose="020B0604020202020204" pitchFamily="34" charset="0"/>
              </a:rPr>
              <a:t>"Los argentinos no están en esa posición".</a:t>
            </a:r>
            <a:br>
              <a:rPr lang="es-ES" sz="1200" dirty="0"/>
            </a:br>
            <a:r>
              <a:rPr lang="es-ES" sz="1200" b="1" dirty="0">
                <a:solidFill>
                  <a:srgbClr val="222222"/>
                </a:solidFill>
                <a:latin typeface="Arial" panose="020B0604020202020204" pitchFamily="34" charset="0"/>
              </a:rPr>
              <a:t>El Mariscal (Stalin):</a:t>
            </a:r>
            <a:r>
              <a:rPr lang="es-ES" sz="1200" dirty="0">
                <a:solidFill>
                  <a:srgbClr val="222222"/>
                </a:solidFill>
                <a:latin typeface="Arial" panose="020B0604020202020204" pitchFamily="34" charset="0"/>
              </a:rPr>
              <a:t> </a:t>
            </a:r>
            <a:r>
              <a:rPr lang="es-ES" sz="1200" b="1" dirty="0">
                <a:solidFill>
                  <a:srgbClr val="222222"/>
                </a:solidFill>
                <a:highlight>
                  <a:srgbClr val="FFFF00"/>
                </a:highlight>
                <a:latin typeface="Arial" panose="020B0604020202020204" pitchFamily="34" charset="0"/>
              </a:rPr>
              <a:t>"¿Pero los argentinos rompieron relacio­nes con Alemania?".</a:t>
            </a:r>
            <a:br>
              <a:rPr lang="es-ES" sz="1200" dirty="0"/>
            </a:br>
            <a:r>
              <a:rPr lang="es-ES" sz="1200" b="1" dirty="0">
                <a:solidFill>
                  <a:srgbClr val="222222"/>
                </a:solidFill>
                <a:latin typeface="Arial" panose="020B0604020202020204" pitchFamily="34" charset="0"/>
              </a:rPr>
              <a:t>El Presidente (Roosevelt):</a:t>
            </a:r>
            <a:r>
              <a:rPr lang="es-ES" sz="1200" dirty="0">
                <a:solidFill>
                  <a:srgbClr val="222222"/>
                </a:solidFill>
                <a:latin typeface="Arial" panose="020B0604020202020204" pitchFamily="34" charset="0"/>
              </a:rPr>
              <a:t> </a:t>
            </a:r>
            <a:r>
              <a:rPr lang="es-ES" sz="1200" b="1" dirty="0">
                <a:solidFill>
                  <a:srgbClr val="222222"/>
                </a:solidFill>
                <a:highlight>
                  <a:srgbClr val="FFFF00"/>
                </a:highlight>
                <a:latin typeface="Arial" panose="020B0604020202020204" pitchFamily="34" charset="0"/>
              </a:rPr>
              <a:t>"Pero no los hemos aceptado como nación asociada".</a:t>
            </a:r>
            <a:br>
              <a:rPr lang="es-ES" sz="1200" b="1" dirty="0">
                <a:highlight>
                  <a:srgbClr val="FFFF00"/>
                </a:highlight>
              </a:rPr>
            </a:br>
            <a:r>
              <a:rPr lang="es-ES" sz="1200" b="1" dirty="0">
                <a:solidFill>
                  <a:srgbClr val="222222"/>
                </a:solidFill>
                <a:latin typeface="Arial" panose="020B0604020202020204" pitchFamily="34" charset="0"/>
              </a:rPr>
              <a:t>El Mariscal (Stalin):</a:t>
            </a:r>
            <a:r>
              <a:rPr lang="es-ES" sz="1200" dirty="0">
                <a:solidFill>
                  <a:srgbClr val="222222"/>
                </a:solidFill>
                <a:latin typeface="Arial" panose="020B0604020202020204" pitchFamily="34" charset="0"/>
              </a:rPr>
              <a:t> "Yo no estoy a favor de los argentinos. No me gustan; pero deseo que no haya una contradicción lógica. Si invitamos a las naciones que declararon la guerra y también a las naciones asociadas que rompieron relaciones, </a:t>
            </a:r>
            <a:r>
              <a:rPr lang="es-ES" sz="1200" dirty="0">
                <a:solidFill>
                  <a:srgbClr val="222222"/>
                </a:solidFill>
                <a:highlight>
                  <a:srgbClr val="FFFF00"/>
                </a:highlight>
                <a:latin typeface="Arial" panose="020B0604020202020204" pitchFamily="34" charset="0"/>
              </a:rPr>
              <a:t>quedaría una catego­ría de naciones como la Argentina</a:t>
            </a:r>
            <a:r>
              <a:rPr lang="es-ES" sz="1200" dirty="0">
                <a:solidFill>
                  <a:srgbClr val="222222"/>
                </a:solidFill>
                <a:latin typeface="Arial" panose="020B0604020202020204" pitchFamily="34" charset="0"/>
              </a:rPr>
              <a:t>. Eso significaría que Turquía y algunos otros países podrían venir. </a:t>
            </a:r>
            <a:r>
              <a:rPr lang="es-ES" sz="1200" dirty="0">
                <a:solidFill>
                  <a:srgbClr val="222222"/>
                </a:solidFill>
                <a:highlight>
                  <a:srgbClr val="FFFF00"/>
                </a:highlight>
                <a:latin typeface="Arial" panose="020B0604020202020204" pitchFamily="34" charset="0"/>
              </a:rPr>
              <a:t>Pienso que las naciones que efectivamente declararon la guerra, no se sentirían muy a gusto con aquellas otras naciones que no declararon la guerra y esperaron el tiempo, especulando en quién habría de ganar, las cuales no fueron generalmente correctas en su conducta".</a:t>
            </a:r>
            <a:br>
              <a:rPr lang="es-ES" sz="1200" dirty="0">
                <a:highlight>
                  <a:srgbClr val="FFFF00"/>
                </a:highlight>
              </a:rPr>
            </a:br>
            <a:r>
              <a:rPr lang="es-ES" sz="1200" b="1" dirty="0">
                <a:solidFill>
                  <a:srgbClr val="222222"/>
                </a:solidFill>
                <a:latin typeface="Arial" panose="020B0604020202020204" pitchFamily="34" charset="0"/>
              </a:rPr>
              <a:t>El Presidente (Roosevelt):</a:t>
            </a:r>
            <a:r>
              <a:rPr lang="es-ES" sz="1200" dirty="0">
                <a:solidFill>
                  <a:srgbClr val="222222"/>
                </a:solidFill>
                <a:latin typeface="Arial" panose="020B0604020202020204" pitchFamily="34" charset="0"/>
              </a:rPr>
              <a:t> </a:t>
            </a:r>
            <a:r>
              <a:rPr lang="es-ES" sz="1200" b="1" dirty="0">
                <a:solidFill>
                  <a:srgbClr val="222222"/>
                </a:solidFill>
                <a:highlight>
                  <a:srgbClr val="FFFF00"/>
                </a:highlight>
                <a:latin typeface="Arial" panose="020B0604020202020204" pitchFamily="34" charset="0"/>
              </a:rPr>
              <a:t>"Mi idea es la de invitar únicamente a aquellas naciones asociadas que nos ayudaron, bajo la condición de que declaren la guerra."</a:t>
            </a:r>
            <a:br>
              <a:rPr lang="es-ES" sz="1200" dirty="0"/>
            </a:br>
            <a:r>
              <a:rPr lang="es-ES" sz="1200" b="1" dirty="0">
                <a:solidFill>
                  <a:srgbClr val="222222"/>
                </a:solidFill>
                <a:latin typeface="Arial" panose="020B0604020202020204" pitchFamily="34" charset="0"/>
              </a:rPr>
              <a:t>El Mariscal (Stalin):</a:t>
            </a:r>
            <a:r>
              <a:rPr lang="es-ES" sz="1200" dirty="0">
                <a:solidFill>
                  <a:srgbClr val="222222"/>
                </a:solidFill>
                <a:latin typeface="Arial" panose="020B0604020202020204" pitchFamily="34" charset="0"/>
              </a:rPr>
              <a:t> "¿Cuándo lo harían?"</a:t>
            </a:r>
            <a:br>
              <a:rPr lang="es-ES" sz="1200" dirty="0"/>
            </a:br>
            <a:r>
              <a:rPr lang="es-ES" sz="1200" b="1" dirty="0">
                <a:solidFill>
                  <a:srgbClr val="222222"/>
                </a:solidFill>
                <a:latin typeface="Arial" panose="020B0604020202020204" pitchFamily="34" charset="0"/>
              </a:rPr>
              <a:t>El Presidente (Roosevelt):</a:t>
            </a:r>
            <a:r>
              <a:rPr lang="es-ES" sz="1200" dirty="0">
                <a:solidFill>
                  <a:srgbClr val="222222"/>
                </a:solidFill>
                <a:latin typeface="Arial" panose="020B0604020202020204" pitchFamily="34" charset="0"/>
              </a:rPr>
              <a:t> "De inmediato. Ponga un tiempo, límite."</a:t>
            </a:r>
            <a:br>
              <a:rPr lang="es-ES" sz="1200" dirty="0"/>
            </a:br>
            <a:r>
              <a:rPr lang="es-ES" sz="1200" b="1" dirty="0">
                <a:solidFill>
                  <a:srgbClr val="222222"/>
                </a:solidFill>
                <a:latin typeface="Arial" panose="020B0604020202020204" pitchFamily="34" charset="0"/>
              </a:rPr>
              <a:t>El Mariscal (Stalin):</a:t>
            </a:r>
            <a:r>
              <a:rPr lang="es-ES" sz="1200" dirty="0">
                <a:solidFill>
                  <a:srgbClr val="222222"/>
                </a:solidFill>
                <a:latin typeface="Arial" panose="020B0604020202020204" pitchFamily="34" charset="0"/>
              </a:rPr>
              <a:t> "Digamos ello de marzo."</a:t>
            </a:r>
            <a:br>
              <a:rPr lang="es-ES" sz="1200" dirty="0"/>
            </a:br>
            <a:r>
              <a:rPr lang="es-ES" sz="1200" b="1" dirty="0">
                <a:solidFill>
                  <a:srgbClr val="222222"/>
                </a:solidFill>
                <a:latin typeface="Arial" panose="020B0604020202020204" pitchFamily="34" charset="0"/>
              </a:rPr>
              <a:t>El Presidente (Roosevelt):</a:t>
            </a:r>
            <a:r>
              <a:rPr lang="es-ES" sz="1200" dirty="0">
                <a:solidFill>
                  <a:srgbClr val="222222"/>
                </a:solidFill>
                <a:latin typeface="Arial" panose="020B0604020202020204" pitchFamily="34" charset="0"/>
              </a:rPr>
              <a:t> </a:t>
            </a:r>
            <a:r>
              <a:rPr lang="es-ES" sz="1200" dirty="0">
                <a:solidFill>
                  <a:srgbClr val="222222"/>
                </a:solidFill>
                <a:highlight>
                  <a:srgbClr val="FFFF00"/>
                </a:highlight>
                <a:latin typeface="Arial" panose="020B0604020202020204" pitchFamily="34" charset="0"/>
              </a:rPr>
              <a:t>"Muy bien: el 1º de marzo.</a:t>
            </a:r>
            <a:endParaRPr lang="es-AR" sz="1200" dirty="0">
              <a:highlight>
                <a:srgbClr val="FFFF00"/>
              </a:highlight>
            </a:endParaRPr>
          </a:p>
        </p:txBody>
      </p:sp>
    </p:spTree>
    <p:extLst>
      <p:ext uri="{BB962C8B-B14F-4D97-AF65-F5344CB8AC3E}">
        <p14:creationId xmlns:p14="http://schemas.microsoft.com/office/powerpoint/2010/main" val="28988469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p:cNvSpPr/>
          <p:nvPr/>
        </p:nvSpPr>
        <p:spPr>
          <a:xfrm>
            <a:off x="145776" y="744138"/>
            <a:ext cx="3551581" cy="1402714"/>
          </a:xfrm>
          <a:prstGeom prst="roundRect">
            <a:avLst/>
          </a:prstGeom>
          <a:solidFill>
            <a:schemeClr val="accent6">
              <a:lumMod val="75000"/>
            </a:schemeClr>
          </a:solid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s-AR" sz="2400" b="1" dirty="0"/>
              <a:t>Plan Pinedo</a:t>
            </a:r>
            <a:endParaRPr lang="es-ES" sz="2400" b="1" dirty="0"/>
          </a:p>
        </p:txBody>
      </p:sp>
      <p:sp>
        <p:nvSpPr>
          <p:cNvPr id="16" name="Rectángulo: esquinas redondeadas 15"/>
          <p:cNvSpPr/>
          <p:nvPr/>
        </p:nvSpPr>
        <p:spPr>
          <a:xfrm>
            <a:off x="5334002" y="744138"/>
            <a:ext cx="3551581" cy="1402714"/>
          </a:xfrm>
          <a:prstGeom prst="roundRect">
            <a:avLst/>
          </a:prstGeom>
          <a:solidFill>
            <a:schemeClr val="accent2">
              <a:lumMod val="75000"/>
            </a:schemeClr>
          </a:solidFill>
          <a:ln>
            <a:solidFill>
              <a:schemeClr val="accent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s-AR" sz="2400" b="1" dirty="0"/>
              <a:t>“Mercado-internismo” </a:t>
            </a:r>
          </a:p>
          <a:p>
            <a:pPr algn="ctr"/>
            <a:r>
              <a:rPr lang="es-AR" sz="2400" b="1" dirty="0"/>
              <a:t> peronismo</a:t>
            </a:r>
            <a:endParaRPr lang="es-ES" sz="2400" b="1" dirty="0"/>
          </a:p>
        </p:txBody>
      </p:sp>
      <p:sp>
        <p:nvSpPr>
          <p:cNvPr id="18" name="Rectángulo: esquinas redondeadas 17"/>
          <p:cNvSpPr/>
          <p:nvPr/>
        </p:nvSpPr>
        <p:spPr>
          <a:xfrm>
            <a:off x="145776" y="4850296"/>
            <a:ext cx="3869633" cy="1828799"/>
          </a:xfrm>
          <a:prstGeom prst="roundRect">
            <a:avLst>
              <a:gd name="adj" fmla="val 5137"/>
            </a:avLst>
          </a:prstGeom>
          <a:solidFill>
            <a:schemeClr val="accent5">
              <a:lumMod val="75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t>Fracaso:</a:t>
            </a:r>
          </a:p>
          <a:p>
            <a:pPr algn="ctr"/>
            <a:r>
              <a:rPr lang="es-AR" sz="1600" b="1" dirty="0"/>
              <a:t>Acercamiento a EEUU necesario, pero dificultoso</a:t>
            </a:r>
          </a:p>
          <a:p>
            <a:pPr algn="ctr"/>
            <a:r>
              <a:rPr lang="es-AR" sz="1600" b="1" dirty="0"/>
              <a:t>Vacilante: no se descartaba la “vuelta a la normalidad”</a:t>
            </a:r>
          </a:p>
          <a:p>
            <a:pPr algn="ctr"/>
            <a:r>
              <a:rPr lang="es-AR" sz="1600" b="1" dirty="0"/>
              <a:t>Debilidad de apoyos políticos</a:t>
            </a:r>
          </a:p>
        </p:txBody>
      </p:sp>
      <p:sp>
        <p:nvSpPr>
          <p:cNvPr id="19" name="Rectángulo: esquinas redondeadas 18"/>
          <p:cNvSpPr/>
          <p:nvPr/>
        </p:nvSpPr>
        <p:spPr>
          <a:xfrm>
            <a:off x="4956314" y="4850296"/>
            <a:ext cx="3929270" cy="1828799"/>
          </a:xfrm>
          <a:prstGeom prst="roundRect">
            <a:avLst>
              <a:gd name="adj" fmla="val 5549"/>
            </a:avLst>
          </a:prstGeom>
          <a:solidFill>
            <a:schemeClr val="accent5">
              <a:lumMod val="75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t>Fracaso:</a:t>
            </a:r>
          </a:p>
          <a:p>
            <a:pPr algn="ctr"/>
            <a:r>
              <a:rPr lang="es-AR" sz="1600" b="1" dirty="0"/>
              <a:t>43-45: mercado interno y apertura</a:t>
            </a:r>
          </a:p>
          <a:p>
            <a:pPr algn="ctr"/>
            <a:r>
              <a:rPr lang="es-AR" sz="1600" b="1" dirty="0"/>
              <a:t>46-49: por objetivos </a:t>
            </a:r>
            <a:r>
              <a:rPr lang="es-AR" sz="1600" b="1" dirty="0">
                <a:sym typeface="Wingdings" panose="05000000000000000000" pitchFamily="2" charset="2"/>
              </a:rPr>
              <a:t> economía cerrada</a:t>
            </a:r>
          </a:p>
          <a:p>
            <a:pPr algn="ctr"/>
            <a:r>
              <a:rPr lang="es-AR" sz="1600" b="1" dirty="0">
                <a:sym typeface="Wingdings" panose="05000000000000000000" pitchFamily="2" charset="2"/>
              </a:rPr>
              <a:t>Imposible basar la estrategia exclusivamente en el mercado interno</a:t>
            </a:r>
            <a:endParaRPr lang="es-ES" sz="1600" b="1" dirty="0"/>
          </a:p>
        </p:txBody>
      </p:sp>
      <p:sp>
        <p:nvSpPr>
          <p:cNvPr id="20" name="Rectángulo: esquinas redondeadas 19"/>
          <p:cNvSpPr/>
          <p:nvPr/>
        </p:nvSpPr>
        <p:spPr>
          <a:xfrm>
            <a:off x="145775" y="2868088"/>
            <a:ext cx="3869633" cy="1254927"/>
          </a:xfrm>
          <a:prstGeom prst="roundRect">
            <a:avLst>
              <a:gd name="adj" fmla="val 5137"/>
            </a:avLst>
          </a:prstGeom>
          <a:solidFill>
            <a:schemeClr val="accent5">
              <a:lumMod val="75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t>Mantener la economía abierta y desarrollar materias primas locales. </a:t>
            </a:r>
          </a:p>
        </p:txBody>
      </p:sp>
      <p:sp>
        <p:nvSpPr>
          <p:cNvPr id="21" name="Rectángulo: esquinas redondeadas 20"/>
          <p:cNvSpPr/>
          <p:nvPr/>
        </p:nvSpPr>
        <p:spPr>
          <a:xfrm>
            <a:off x="4956313" y="2868088"/>
            <a:ext cx="3929269" cy="1254927"/>
          </a:xfrm>
          <a:prstGeom prst="roundRect">
            <a:avLst>
              <a:gd name="adj" fmla="val 5549"/>
            </a:avLst>
          </a:prstGeom>
          <a:solidFill>
            <a:schemeClr val="accent5">
              <a:lumMod val="75000"/>
            </a:schemeClr>
          </a:solidFill>
          <a:ln>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600" b="1" dirty="0"/>
              <a:t>“</a:t>
            </a:r>
            <a:r>
              <a:rPr lang="es-AR" sz="1600" b="1" dirty="0" err="1"/>
              <a:t>Mercadointernismo</a:t>
            </a:r>
            <a:r>
              <a:rPr lang="es-AR" sz="1600" b="1" dirty="0"/>
              <a:t>” gana terreno entre militares, industriales, obreros e intelectuales. </a:t>
            </a:r>
          </a:p>
          <a:p>
            <a:pPr algn="ctr"/>
            <a:r>
              <a:rPr lang="es-AR" sz="1600" b="1" dirty="0"/>
              <a:t>Nacionalismo (neutralidad y presiones de EEUU)</a:t>
            </a:r>
            <a:endParaRPr lang="es-ES" sz="1600" b="1" dirty="0"/>
          </a:p>
        </p:txBody>
      </p:sp>
      <p:sp>
        <p:nvSpPr>
          <p:cNvPr id="22" name="Rectángulo: esquinas redondeadas 21"/>
          <p:cNvSpPr/>
          <p:nvPr/>
        </p:nvSpPr>
        <p:spPr>
          <a:xfrm>
            <a:off x="2898915" y="1217397"/>
            <a:ext cx="1470990" cy="1054556"/>
          </a:xfrm>
          <a:prstGeom prst="roundRect">
            <a:avLst/>
          </a:prstGeom>
          <a:solidFill>
            <a:schemeClr val="accent6">
              <a:lumMod val="50000"/>
            </a:schemeClr>
          </a:solid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t>La política le ganó a la economía</a:t>
            </a:r>
            <a:endParaRPr lang="es-ES" b="1" i="1" dirty="0"/>
          </a:p>
        </p:txBody>
      </p:sp>
      <p:sp>
        <p:nvSpPr>
          <p:cNvPr id="23" name="Rectángulo: esquinas redondeadas 22"/>
          <p:cNvSpPr/>
          <p:nvPr/>
        </p:nvSpPr>
        <p:spPr>
          <a:xfrm>
            <a:off x="4598507" y="1217397"/>
            <a:ext cx="1470990" cy="1054556"/>
          </a:xfrm>
          <a:prstGeom prst="roundRect">
            <a:avLst/>
          </a:prstGeom>
          <a:solidFill>
            <a:schemeClr val="accent2">
              <a:lumMod val="50000"/>
            </a:schemeClr>
          </a:solid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t>La economía le ganó a la política</a:t>
            </a:r>
            <a:endParaRPr lang="es-ES" b="1" i="1" dirty="0"/>
          </a:p>
        </p:txBody>
      </p:sp>
      <p:sp>
        <p:nvSpPr>
          <p:cNvPr id="12" name="Rectángulo: esquinas redondeadas 11">
            <a:extLst>
              <a:ext uri="{FF2B5EF4-FFF2-40B4-BE49-F238E27FC236}">
                <a16:creationId xmlns:a16="http://schemas.microsoft.com/office/drawing/2014/main" id="{12FDFEEF-16D2-4BC1-8439-53B7B028A7DB}"/>
              </a:ext>
            </a:extLst>
          </p:cNvPr>
          <p:cNvSpPr/>
          <p:nvPr/>
        </p:nvSpPr>
        <p:spPr>
          <a:xfrm>
            <a:off x="145775" y="1690078"/>
            <a:ext cx="2219737" cy="462818"/>
          </a:xfrm>
          <a:prstGeom prst="roundRect">
            <a:avLst/>
          </a:prstGeom>
          <a:solidFill>
            <a:schemeClr val="accent6">
              <a:lumMod val="50000"/>
            </a:schemeClr>
          </a:solid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t>Plan “pro aliado”</a:t>
            </a:r>
            <a:endParaRPr lang="es-ES" b="1" i="1" dirty="0"/>
          </a:p>
        </p:txBody>
      </p:sp>
      <p:sp>
        <p:nvSpPr>
          <p:cNvPr id="14" name="Rectángulo: esquinas redondeadas 13">
            <a:extLst>
              <a:ext uri="{FF2B5EF4-FFF2-40B4-BE49-F238E27FC236}">
                <a16:creationId xmlns:a16="http://schemas.microsoft.com/office/drawing/2014/main" id="{D47B14CA-ED30-423F-B8D2-9AEFFBE384A9}"/>
              </a:ext>
            </a:extLst>
          </p:cNvPr>
          <p:cNvSpPr/>
          <p:nvPr/>
        </p:nvSpPr>
        <p:spPr>
          <a:xfrm>
            <a:off x="6602895" y="1630812"/>
            <a:ext cx="2282687" cy="476285"/>
          </a:xfrm>
          <a:prstGeom prst="roundRect">
            <a:avLst/>
          </a:prstGeom>
          <a:solidFill>
            <a:schemeClr val="accent2">
              <a:lumMod val="50000"/>
            </a:schemeClr>
          </a:solidFill>
          <a:ln>
            <a:solidFill>
              <a:schemeClr val="accent6">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b="1" i="1" dirty="0"/>
              <a:t>“Neutralismo”</a:t>
            </a:r>
            <a:endParaRPr lang="es-ES" b="1" i="1" dirty="0"/>
          </a:p>
        </p:txBody>
      </p:sp>
      <p:sp>
        <p:nvSpPr>
          <p:cNvPr id="15" name="Rectángulo 14">
            <a:extLst>
              <a:ext uri="{FF2B5EF4-FFF2-40B4-BE49-F238E27FC236}">
                <a16:creationId xmlns:a16="http://schemas.microsoft.com/office/drawing/2014/main" id="{E2933769-4D76-4D79-A4E7-489EF8180CB9}"/>
              </a:ext>
            </a:extLst>
          </p:cNvPr>
          <p:cNvSpPr/>
          <p:nvPr/>
        </p:nvSpPr>
        <p:spPr>
          <a:xfrm>
            <a:off x="0" y="0"/>
            <a:ext cx="9144000" cy="56984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400" b="1">
                <a:solidFill>
                  <a:schemeClr val="accent5">
                    <a:lumMod val="20000"/>
                    <a:lumOff val="80000"/>
                  </a:schemeClr>
                </a:solidFill>
                <a:latin typeface="Arial" panose="020B0604020202020204" pitchFamily="34" charset="0"/>
                <a:cs typeface="Arial" panose="020B0604020202020204" pitchFamily="34" charset="0"/>
              </a:rPr>
              <a:t>PLAN PINEDO</a:t>
            </a:r>
            <a:endParaRPr lang="es-ES" sz="2400" b="1" dirty="0">
              <a:solidFill>
                <a:schemeClr val="accent5">
                  <a:lumMod val="20000"/>
                  <a:lumOff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803667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2533</TotalTime>
  <Words>3448</Words>
  <Application>Microsoft Office PowerPoint</Application>
  <PresentationFormat>Presentación en pantalla (4:3)</PresentationFormat>
  <Paragraphs>685</Paragraphs>
  <Slides>60</Slides>
  <Notes>29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60</vt:i4>
      </vt:variant>
    </vt:vector>
  </HeadingPairs>
  <TitlesOfParts>
    <vt:vector size="65" baseType="lpstr">
      <vt:lpstr>Abadi</vt: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Lucas</dc:creator>
  <cp:lastModifiedBy>Lucas Tossolini</cp:lastModifiedBy>
  <cp:revision>62</cp:revision>
  <dcterms:created xsi:type="dcterms:W3CDTF">2016-09-05T23:49:21Z</dcterms:created>
  <dcterms:modified xsi:type="dcterms:W3CDTF">2020-05-29T15:13:44Z</dcterms:modified>
</cp:coreProperties>
</file>