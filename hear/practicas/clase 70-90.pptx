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drawings/drawing1.xml" ContentType="application/vnd.openxmlformats-officedocument.drawingml.chartshapes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drawings/drawing2.xml" ContentType="application/vnd.openxmlformats-officedocument.drawingml.chartshapes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2.xml" ContentType="application/vnd.openxmlformats-officedocument.presentationml.notes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3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3.xml" ContentType="application/vnd.openxmlformats-officedocument.presentationml.notesSlide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6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7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8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9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30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31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2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3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4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86" r:id="rId3"/>
    <p:sldId id="287" r:id="rId4"/>
    <p:sldId id="257" r:id="rId5"/>
    <p:sldId id="285" r:id="rId6"/>
    <p:sldId id="258" r:id="rId7"/>
    <p:sldId id="271" r:id="rId8"/>
    <p:sldId id="259" r:id="rId9"/>
    <p:sldId id="260" r:id="rId10"/>
    <p:sldId id="261" r:id="rId11"/>
    <p:sldId id="262" r:id="rId12"/>
    <p:sldId id="264" r:id="rId13"/>
    <p:sldId id="263" r:id="rId14"/>
    <p:sldId id="289" r:id="rId15"/>
    <p:sldId id="290" r:id="rId16"/>
    <p:sldId id="266" r:id="rId17"/>
    <p:sldId id="267" r:id="rId18"/>
    <p:sldId id="268" r:id="rId19"/>
    <p:sldId id="288" r:id="rId20"/>
    <p:sldId id="278" r:id="rId21"/>
    <p:sldId id="269" r:id="rId22"/>
    <p:sldId id="270" r:id="rId23"/>
    <p:sldId id="272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ownloads\388.2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ownloads\388.2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esktop\clase%20fina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7.2%20-%20Sector%20Financiero%20-%20Valores.xls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esktop\clase%20final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C&#225;tedra\Presentaciones%20-%202do%20Sem%20-%202012\con%20Mart&#237;n%202017\datos%202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esktop\clase%20final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esktop\clase%20final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esktop\clase%20final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esktop\clase%20final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esktop\clase%20final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7.2%20-%20Sector%20Financiero%20-%20Valores.xls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nuevas\series%20planes.xls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nuevas\series%20planes.xls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6.2%20-%20Sector%20Publico%20-%20Valores.xls" TargetMode="External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chartUserShapes" Target="../drawings/drawing1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6.2%20-%20Sector%20Publico%20-%20Valores.xls" TargetMode="External"/><Relationship Id="rId2" Type="http://schemas.microsoft.com/office/2011/relationships/chartColorStyle" Target="colors17.xml"/><Relationship Id="rId1" Type="http://schemas.microsoft.com/office/2011/relationships/chartStyle" Target="style17.xml"/><Relationship Id="rId4" Type="http://schemas.openxmlformats.org/officeDocument/2006/relationships/chartUserShapes" Target="../drawings/drawing2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esktop\clase%20final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ownloads\388.2.csv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ownloads\388.2.csv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ropbox\HEAnuevo\Datos\Dos%20Siglos%20completo\fscommand\C7.2%20-%20Sector%20Financiero%20-%20Valores.xls" TargetMode="Externa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esktop\clase%20final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esktop\clase%20final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Planes%20antiinflacionarios\infla%20filtrada%20mensual.xls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Planes%20antiinflacionarios\infla%20filtrada%20mensual.xls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nuevas\DATOS%2080-90.xlsx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nuevas\DATOS%2080-90.xlsx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nuevas\DATOS%2080-90.xlsx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nuevas\DATOS%2080-90.xlsx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nuevas\DATOS%2080-90.xlsx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nuevas\DATOS%2080-90.xlsx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nuevas\DATOS%2080-90.xlsx" TargetMode="External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nuevas\DATOS%2080-90.xlsx" TargetMode="External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Comportamiento del PIB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1"/>
          <c:tx>
            <c:v>Var IA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630-43A0-9CF5-93428A89FBF9}"/>
              </c:ext>
            </c:extLst>
          </c:dPt>
          <c:dPt>
            <c:idx val="8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B630-43A0-9CF5-93428A89FBF9}"/>
              </c:ext>
            </c:extLst>
          </c:dPt>
          <c:dPt>
            <c:idx val="1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630-43A0-9CF5-93428A89FBF9}"/>
              </c:ext>
            </c:extLst>
          </c:dPt>
          <c:dPt>
            <c:idx val="1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B630-43A0-9CF5-93428A89FBF9}"/>
              </c:ext>
            </c:extLst>
          </c:dPt>
          <c:dPt>
            <c:idx val="15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630-43A0-9CF5-93428A89FBF9}"/>
              </c:ext>
            </c:extLst>
          </c:dPt>
          <c:dPt>
            <c:idx val="18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B630-43A0-9CF5-93428A89FBF9}"/>
              </c:ext>
            </c:extLst>
          </c:dPt>
          <c:dPt>
            <c:idx val="1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630-43A0-9CF5-93428A89FBF9}"/>
              </c:ext>
            </c:extLst>
          </c:dPt>
          <c:dPt>
            <c:idx val="2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B630-43A0-9CF5-93428A89FBF9}"/>
              </c:ext>
            </c:extLst>
          </c:dPt>
          <c:val>
            <c:numRef>
              <c:f>Hoja1!$C$16:$C$36</c:f>
              <c:numCache>
                <c:formatCode>#,##0.00\ \ </c:formatCode>
                <c:ptCount val="21"/>
                <c:pt idx="0">
                  <c:v>5.3832415335114661</c:v>
                </c:pt>
                <c:pt idx="1">
                  <c:v>3.7620377229471842</c:v>
                </c:pt>
                <c:pt idx="2">
                  <c:v>2.0769720800474403</c:v>
                </c:pt>
                <c:pt idx="3">
                  <c:v>3.7455480594380788</c:v>
                </c:pt>
                <c:pt idx="4">
                  <c:v>5.4056296542139677</c:v>
                </c:pt>
                <c:pt idx="5" formatCode="#,##0.000\ \ ">
                  <c:v>-0.59332874151331794</c:v>
                </c:pt>
                <c:pt idx="6" formatCode="#,##0.0000\ \ ">
                  <c:v>-1.1878012808480776E-2</c:v>
                </c:pt>
                <c:pt idx="7">
                  <c:v>6.3861802702569008</c:v>
                </c:pt>
                <c:pt idx="8">
                  <c:v>-3.2224145311075318</c:v>
                </c:pt>
                <c:pt idx="9">
                  <c:v>6.9363383748545857</c:v>
                </c:pt>
                <c:pt idx="10">
                  <c:v>1.5301167986908411</c:v>
                </c:pt>
                <c:pt idx="11">
                  <c:v>-5.4220902128651005</c:v>
                </c:pt>
                <c:pt idx="12">
                  <c:v>-3.1589642538255305</c:v>
                </c:pt>
                <c:pt idx="13">
                  <c:v>4.1130151866806841</c:v>
                </c:pt>
                <c:pt idx="14">
                  <c:v>2.000203583061861</c:v>
                </c:pt>
                <c:pt idx="15">
                  <c:v>-6.951748914724817</c:v>
                </c:pt>
                <c:pt idx="16">
                  <c:v>7.1386437005973988</c:v>
                </c:pt>
                <c:pt idx="17">
                  <c:v>2.5907202562690799</c:v>
                </c:pt>
                <c:pt idx="18">
                  <c:v>-1.8959242020627585</c:v>
                </c:pt>
                <c:pt idx="19">
                  <c:v>-6.9355480405808692</c:v>
                </c:pt>
                <c:pt idx="20">
                  <c:v>-1.8307736702042519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30-43A0-9CF5-93428A89FB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8550408"/>
        <c:axId val="468552704"/>
      </c:barChart>
      <c:lineChart>
        <c:grouping val="standard"/>
        <c:varyColors val="0"/>
        <c:ser>
          <c:idx val="1"/>
          <c:order val="0"/>
          <c:tx>
            <c:v>PIB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Hoja1!$A$16:$A$36</c:f>
              <c:numCache>
                <c:formatCode>General</c:formatCode>
                <c:ptCount val="21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</c:numCache>
            </c:numRef>
          </c:cat>
          <c:val>
            <c:numRef>
              <c:f>Hoja1!$B$16:$B$36</c:f>
              <c:numCache>
                <c:formatCode>#,##0\ \ </c:formatCode>
                <c:ptCount val="21"/>
                <c:pt idx="0">
                  <c:v>160860.95636173122</c:v>
                </c:pt>
                <c:pt idx="1">
                  <c:v>166912.60622155317</c:v>
                </c:pt>
                <c:pt idx="2">
                  <c:v>170379.33445085437</c:v>
                </c:pt>
                <c:pt idx="3">
                  <c:v>176760.97430606186</c:v>
                </c:pt>
                <c:pt idx="4">
                  <c:v>186316.01795022786</c:v>
                </c:pt>
                <c:pt idx="5">
                  <c:v>185210.55146568603</c:v>
                </c:pt>
                <c:pt idx="6">
                  <c:v>185188.55213266029</c:v>
                </c:pt>
                <c:pt idx="7">
                  <c:v>197015.02691173065</c:v>
                </c:pt>
                <c:pt idx="8">
                  <c:v>190666.38605606163</c:v>
                </c:pt>
                <c:pt idx="9">
                  <c:v>203891.65176001663</c:v>
                </c:pt>
                <c:pt idx="10">
                  <c:v>207011.43217472488</c:v>
                </c:pt>
                <c:pt idx="11">
                  <c:v>195787.08557126726</c:v>
                </c:pt>
                <c:pt idx="12">
                  <c:v>189602.24152446413</c:v>
                </c:pt>
                <c:pt idx="13">
                  <c:v>197400.61051265232</c:v>
                </c:pt>
                <c:pt idx="14">
                  <c:v>201349.02459711238</c:v>
                </c:pt>
                <c:pt idx="15">
                  <c:v>187351.74596487361</c:v>
                </c:pt>
                <c:pt idx="16">
                  <c:v>200726.11957615431</c:v>
                </c:pt>
                <c:pt idx="17">
                  <c:v>205926.37181563661</c:v>
                </c:pt>
                <c:pt idx="18">
                  <c:v>202022.16389395422</c:v>
                </c:pt>
                <c:pt idx="19">
                  <c:v>188010.819664468</c:v>
                </c:pt>
                <c:pt idx="20">
                  <c:v>184568.76708091571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630-43A0-9CF5-93428A89FB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8715568"/>
        <c:axId val="388717208"/>
      </c:lineChart>
      <c:lineChart>
        <c:grouping val="standard"/>
        <c:varyColors val="0"/>
        <c:ser>
          <c:idx val="0"/>
          <c:order val="2"/>
          <c:tx>
            <c:v>0</c:v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Hoja1!$D$16:$D$36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630-43A0-9CF5-93428A89FB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8550408"/>
        <c:axId val="468552704"/>
      </c:lineChart>
      <c:catAx>
        <c:axId val="388715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388717208"/>
        <c:crosses val="autoZero"/>
        <c:auto val="1"/>
        <c:lblAlgn val="ctr"/>
        <c:lblOffset val="100"/>
        <c:noMultiLvlLbl val="0"/>
      </c:catAx>
      <c:valAx>
        <c:axId val="388717208"/>
        <c:scaling>
          <c:orientation val="minMax"/>
        </c:scaling>
        <c:delete val="0"/>
        <c:axPos val="l"/>
        <c:numFmt formatCode="#,##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388715568"/>
        <c:crosses val="autoZero"/>
        <c:crossBetween val="between"/>
      </c:valAx>
      <c:valAx>
        <c:axId val="468552704"/>
        <c:scaling>
          <c:orientation val="minMax"/>
        </c:scaling>
        <c:delete val="0"/>
        <c:axPos val="r"/>
        <c:numFmt formatCode="#,##0.00\ \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68550408"/>
        <c:crosses val="max"/>
        <c:crossBetween val="between"/>
      </c:valAx>
      <c:catAx>
        <c:axId val="468550408"/>
        <c:scaling>
          <c:orientation val="minMax"/>
        </c:scaling>
        <c:delete val="1"/>
        <c:axPos val="b"/>
        <c:majorTickMark val="out"/>
        <c:minorTickMark val="none"/>
        <c:tickLblPos val="nextTo"/>
        <c:crossAx val="46855270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 dirty="0"/>
              <a:t>PIB por sectores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'388.2'!$F$1</c:f>
              <c:strCache>
                <c:ptCount val="1"/>
                <c:pt idx="0">
                  <c:v>pib_agric_caza_silv_pes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'388.2'!$A$2:$A$45</c:f>
              <c:numCache>
                <c:formatCode>m/d/yyyy</c:formatCode>
                <c:ptCount val="44"/>
                <c:pt idx="0">
                  <c:v>25569</c:v>
                </c:pt>
                <c:pt idx="1">
                  <c:v>25659</c:v>
                </c:pt>
                <c:pt idx="2">
                  <c:v>25750</c:v>
                </c:pt>
                <c:pt idx="3">
                  <c:v>25842</c:v>
                </c:pt>
                <c:pt idx="4">
                  <c:v>25934</c:v>
                </c:pt>
                <c:pt idx="5">
                  <c:v>26024</c:v>
                </c:pt>
                <c:pt idx="6">
                  <c:v>26115</c:v>
                </c:pt>
                <c:pt idx="7">
                  <c:v>26207</c:v>
                </c:pt>
                <c:pt idx="8">
                  <c:v>26299</c:v>
                </c:pt>
                <c:pt idx="9">
                  <c:v>26390</c:v>
                </c:pt>
                <c:pt idx="10">
                  <c:v>26481</c:v>
                </c:pt>
                <c:pt idx="11">
                  <c:v>26573</c:v>
                </c:pt>
                <c:pt idx="12">
                  <c:v>26665</c:v>
                </c:pt>
                <c:pt idx="13">
                  <c:v>26755</c:v>
                </c:pt>
                <c:pt idx="14">
                  <c:v>26846</c:v>
                </c:pt>
                <c:pt idx="15">
                  <c:v>26938</c:v>
                </c:pt>
                <c:pt idx="16">
                  <c:v>27030</c:v>
                </c:pt>
                <c:pt idx="17">
                  <c:v>27120</c:v>
                </c:pt>
                <c:pt idx="18">
                  <c:v>27211</c:v>
                </c:pt>
                <c:pt idx="19">
                  <c:v>27303</c:v>
                </c:pt>
                <c:pt idx="20">
                  <c:v>27395</c:v>
                </c:pt>
                <c:pt idx="21">
                  <c:v>27485</c:v>
                </c:pt>
                <c:pt idx="22">
                  <c:v>27576</c:v>
                </c:pt>
                <c:pt idx="23">
                  <c:v>27668</c:v>
                </c:pt>
                <c:pt idx="24">
                  <c:v>27760</c:v>
                </c:pt>
                <c:pt idx="25">
                  <c:v>27851</c:v>
                </c:pt>
                <c:pt idx="26">
                  <c:v>27942</c:v>
                </c:pt>
                <c:pt idx="27">
                  <c:v>28034</c:v>
                </c:pt>
                <c:pt idx="28">
                  <c:v>28126</c:v>
                </c:pt>
                <c:pt idx="29">
                  <c:v>28216</c:v>
                </c:pt>
                <c:pt idx="30">
                  <c:v>28307</c:v>
                </c:pt>
                <c:pt idx="31">
                  <c:v>28399</c:v>
                </c:pt>
                <c:pt idx="32">
                  <c:v>28491</c:v>
                </c:pt>
                <c:pt idx="33">
                  <c:v>28581</c:v>
                </c:pt>
                <c:pt idx="34">
                  <c:v>28672</c:v>
                </c:pt>
                <c:pt idx="35">
                  <c:v>28764</c:v>
                </c:pt>
                <c:pt idx="36">
                  <c:v>28856</c:v>
                </c:pt>
                <c:pt idx="37">
                  <c:v>28946</c:v>
                </c:pt>
                <c:pt idx="38">
                  <c:v>29037</c:v>
                </c:pt>
                <c:pt idx="39">
                  <c:v>29129</c:v>
                </c:pt>
                <c:pt idx="40">
                  <c:v>29221</c:v>
                </c:pt>
                <c:pt idx="41">
                  <c:v>29312</c:v>
                </c:pt>
                <c:pt idx="42">
                  <c:v>29403</c:v>
                </c:pt>
                <c:pt idx="43">
                  <c:v>29495</c:v>
                </c:pt>
              </c:numCache>
            </c:numRef>
          </c:cat>
          <c:val>
            <c:numRef>
              <c:f>'388.2'!$F$2:$F$45</c:f>
              <c:numCache>
                <c:formatCode>General</c:formatCode>
                <c:ptCount val="44"/>
                <c:pt idx="0">
                  <c:v>1574</c:v>
                </c:pt>
                <c:pt idx="1">
                  <c:v>1971</c:v>
                </c:pt>
                <c:pt idx="2">
                  <c:v>1757</c:v>
                </c:pt>
                <c:pt idx="3">
                  <c:v>1580</c:v>
                </c:pt>
                <c:pt idx="4">
                  <c:v>1553</c:v>
                </c:pt>
                <c:pt idx="5">
                  <c:v>1924</c:v>
                </c:pt>
                <c:pt idx="6">
                  <c:v>1776</c:v>
                </c:pt>
                <c:pt idx="7">
                  <c:v>1618</c:v>
                </c:pt>
                <c:pt idx="8">
                  <c:v>1611</c:v>
                </c:pt>
                <c:pt idx="9">
                  <c:v>1813</c:v>
                </c:pt>
                <c:pt idx="10">
                  <c:v>1874</c:v>
                </c:pt>
                <c:pt idx="11">
                  <c:v>1666</c:v>
                </c:pt>
                <c:pt idx="12">
                  <c:v>1719</c:v>
                </c:pt>
                <c:pt idx="13">
                  <c:v>2131</c:v>
                </c:pt>
                <c:pt idx="14">
                  <c:v>1998</c:v>
                </c:pt>
                <c:pt idx="15">
                  <c:v>1827</c:v>
                </c:pt>
                <c:pt idx="16">
                  <c:v>1879</c:v>
                </c:pt>
                <c:pt idx="17">
                  <c:v>2233</c:v>
                </c:pt>
                <c:pt idx="18">
                  <c:v>2069</c:v>
                </c:pt>
                <c:pt idx="19">
                  <c:v>1833</c:v>
                </c:pt>
                <c:pt idx="20">
                  <c:v>1866</c:v>
                </c:pt>
                <c:pt idx="21">
                  <c:v>2123</c:v>
                </c:pt>
                <c:pt idx="22">
                  <c:v>2076</c:v>
                </c:pt>
                <c:pt idx="23">
                  <c:v>1826</c:v>
                </c:pt>
                <c:pt idx="24">
                  <c:v>2020</c:v>
                </c:pt>
                <c:pt idx="25">
                  <c:v>2115</c:v>
                </c:pt>
                <c:pt idx="26">
                  <c:v>2139</c:v>
                </c:pt>
                <c:pt idx="27">
                  <c:v>1933</c:v>
                </c:pt>
                <c:pt idx="28">
                  <c:v>1987</c:v>
                </c:pt>
                <c:pt idx="29">
                  <c:v>2307</c:v>
                </c:pt>
                <c:pt idx="30">
                  <c:v>2143</c:v>
                </c:pt>
                <c:pt idx="31">
                  <c:v>1873</c:v>
                </c:pt>
                <c:pt idx="32">
                  <c:v>2063</c:v>
                </c:pt>
                <c:pt idx="33">
                  <c:v>2324</c:v>
                </c:pt>
                <c:pt idx="34">
                  <c:v>2153</c:v>
                </c:pt>
                <c:pt idx="35">
                  <c:v>1914</c:v>
                </c:pt>
                <c:pt idx="36">
                  <c:v>2311</c:v>
                </c:pt>
                <c:pt idx="37">
                  <c:v>2351</c:v>
                </c:pt>
                <c:pt idx="38">
                  <c:v>2150</c:v>
                </c:pt>
                <c:pt idx="39">
                  <c:v>1993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2A-4108-A974-C8B77DFDA7FE}"/>
            </c:ext>
          </c:extLst>
        </c:ser>
        <c:ser>
          <c:idx val="1"/>
          <c:order val="1"/>
          <c:tx>
            <c:strRef>
              <c:f>'388.2'!$N$1</c:f>
              <c:strCache>
                <c:ptCount val="1"/>
                <c:pt idx="0">
                  <c:v>pib_construcciones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'388.2'!$A$2:$A$45</c:f>
              <c:numCache>
                <c:formatCode>m/d/yyyy</c:formatCode>
                <c:ptCount val="44"/>
                <c:pt idx="0">
                  <c:v>25569</c:v>
                </c:pt>
                <c:pt idx="1">
                  <c:v>25659</c:v>
                </c:pt>
                <c:pt idx="2">
                  <c:v>25750</c:v>
                </c:pt>
                <c:pt idx="3">
                  <c:v>25842</c:v>
                </c:pt>
                <c:pt idx="4">
                  <c:v>25934</c:v>
                </c:pt>
                <c:pt idx="5">
                  <c:v>26024</c:v>
                </c:pt>
                <c:pt idx="6">
                  <c:v>26115</c:v>
                </c:pt>
                <c:pt idx="7">
                  <c:v>26207</c:v>
                </c:pt>
                <c:pt idx="8">
                  <c:v>26299</c:v>
                </c:pt>
                <c:pt idx="9">
                  <c:v>26390</c:v>
                </c:pt>
                <c:pt idx="10">
                  <c:v>26481</c:v>
                </c:pt>
                <c:pt idx="11">
                  <c:v>26573</c:v>
                </c:pt>
                <c:pt idx="12">
                  <c:v>26665</c:v>
                </c:pt>
                <c:pt idx="13">
                  <c:v>26755</c:v>
                </c:pt>
                <c:pt idx="14">
                  <c:v>26846</c:v>
                </c:pt>
                <c:pt idx="15">
                  <c:v>26938</c:v>
                </c:pt>
                <c:pt idx="16">
                  <c:v>27030</c:v>
                </c:pt>
                <c:pt idx="17">
                  <c:v>27120</c:v>
                </c:pt>
                <c:pt idx="18">
                  <c:v>27211</c:v>
                </c:pt>
                <c:pt idx="19">
                  <c:v>27303</c:v>
                </c:pt>
                <c:pt idx="20">
                  <c:v>27395</c:v>
                </c:pt>
                <c:pt idx="21">
                  <c:v>27485</c:v>
                </c:pt>
                <c:pt idx="22">
                  <c:v>27576</c:v>
                </c:pt>
                <c:pt idx="23">
                  <c:v>27668</c:v>
                </c:pt>
                <c:pt idx="24">
                  <c:v>27760</c:v>
                </c:pt>
                <c:pt idx="25">
                  <c:v>27851</c:v>
                </c:pt>
                <c:pt idx="26">
                  <c:v>27942</c:v>
                </c:pt>
                <c:pt idx="27">
                  <c:v>28034</c:v>
                </c:pt>
                <c:pt idx="28">
                  <c:v>28126</c:v>
                </c:pt>
                <c:pt idx="29">
                  <c:v>28216</c:v>
                </c:pt>
                <c:pt idx="30">
                  <c:v>28307</c:v>
                </c:pt>
                <c:pt idx="31">
                  <c:v>28399</c:v>
                </c:pt>
                <c:pt idx="32">
                  <c:v>28491</c:v>
                </c:pt>
                <c:pt idx="33">
                  <c:v>28581</c:v>
                </c:pt>
                <c:pt idx="34">
                  <c:v>28672</c:v>
                </c:pt>
                <c:pt idx="35">
                  <c:v>28764</c:v>
                </c:pt>
                <c:pt idx="36">
                  <c:v>28856</c:v>
                </c:pt>
                <c:pt idx="37">
                  <c:v>28946</c:v>
                </c:pt>
                <c:pt idx="38">
                  <c:v>29037</c:v>
                </c:pt>
                <c:pt idx="39">
                  <c:v>29129</c:v>
                </c:pt>
                <c:pt idx="40">
                  <c:v>29221</c:v>
                </c:pt>
                <c:pt idx="41">
                  <c:v>29312</c:v>
                </c:pt>
                <c:pt idx="42">
                  <c:v>29403</c:v>
                </c:pt>
                <c:pt idx="43">
                  <c:v>29495</c:v>
                </c:pt>
              </c:numCache>
            </c:numRef>
          </c:cat>
          <c:val>
            <c:numRef>
              <c:f>'388.2'!$N$2:$N$45</c:f>
              <c:numCache>
                <c:formatCode>General</c:formatCode>
                <c:ptCount val="44"/>
                <c:pt idx="0">
                  <c:v>4841</c:v>
                </c:pt>
                <c:pt idx="1">
                  <c:v>5056</c:v>
                </c:pt>
                <c:pt idx="2">
                  <c:v>4703</c:v>
                </c:pt>
                <c:pt idx="3">
                  <c:v>5502</c:v>
                </c:pt>
                <c:pt idx="4">
                  <c:v>4987</c:v>
                </c:pt>
                <c:pt idx="5">
                  <c:v>5757</c:v>
                </c:pt>
                <c:pt idx="6">
                  <c:v>5190</c:v>
                </c:pt>
                <c:pt idx="7">
                  <c:v>5436</c:v>
                </c:pt>
                <c:pt idx="8">
                  <c:v>4515</c:v>
                </c:pt>
                <c:pt idx="9">
                  <c:v>5212</c:v>
                </c:pt>
                <c:pt idx="10">
                  <c:v>5075</c:v>
                </c:pt>
                <c:pt idx="11">
                  <c:v>6364</c:v>
                </c:pt>
                <c:pt idx="12">
                  <c:v>4773</c:v>
                </c:pt>
                <c:pt idx="13">
                  <c:v>4436</c:v>
                </c:pt>
                <c:pt idx="14">
                  <c:v>4062</c:v>
                </c:pt>
                <c:pt idx="15">
                  <c:v>5414</c:v>
                </c:pt>
                <c:pt idx="16">
                  <c:v>4894</c:v>
                </c:pt>
                <c:pt idx="17">
                  <c:v>4598</c:v>
                </c:pt>
                <c:pt idx="18">
                  <c:v>4633</c:v>
                </c:pt>
                <c:pt idx="19">
                  <c:v>6041</c:v>
                </c:pt>
                <c:pt idx="20">
                  <c:v>4989</c:v>
                </c:pt>
                <c:pt idx="21">
                  <c:v>4620</c:v>
                </c:pt>
                <c:pt idx="22">
                  <c:v>4709</c:v>
                </c:pt>
                <c:pt idx="23">
                  <c:v>6772</c:v>
                </c:pt>
                <c:pt idx="24">
                  <c:v>5307</c:v>
                </c:pt>
                <c:pt idx="25">
                  <c:v>6093</c:v>
                </c:pt>
                <c:pt idx="26">
                  <c:v>6000</c:v>
                </c:pt>
                <c:pt idx="27">
                  <c:v>6334</c:v>
                </c:pt>
                <c:pt idx="28">
                  <c:v>6100</c:v>
                </c:pt>
                <c:pt idx="29">
                  <c:v>7180</c:v>
                </c:pt>
                <c:pt idx="30">
                  <c:v>6771</c:v>
                </c:pt>
                <c:pt idx="31">
                  <c:v>6889</c:v>
                </c:pt>
                <c:pt idx="32">
                  <c:v>6505</c:v>
                </c:pt>
                <c:pt idx="33">
                  <c:v>6566</c:v>
                </c:pt>
                <c:pt idx="34">
                  <c:v>6265</c:v>
                </c:pt>
                <c:pt idx="35">
                  <c:v>7036</c:v>
                </c:pt>
                <c:pt idx="36">
                  <c:v>7187</c:v>
                </c:pt>
                <c:pt idx="37">
                  <c:v>7173</c:v>
                </c:pt>
                <c:pt idx="38">
                  <c:v>6565</c:v>
                </c:pt>
                <c:pt idx="39">
                  <c:v>7188</c:v>
                </c:pt>
                <c:pt idx="40">
                  <c:v>7401</c:v>
                </c:pt>
                <c:pt idx="41">
                  <c:v>7737</c:v>
                </c:pt>
                <c:pt idx="42">
                  <c:v>7346</c:v>
                </c:pt>
                <c:pt idx="43">
                  <c:v>7852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42A-4108-A974-C8B77DFDA7FE}"/>
            </c:ext>
          </c:extLst>
        </c:ser>
        <c:ser>
          <c:idx val="2"/>
          <c:order val="2"/>
          <c:tx>
            <c:strRef>
              <c:f>'388.2'!$Q$1</c:f>
              <c:strCache>
                <c:ptCount val="1"/>
                <c:pt idx="0">
                  <c:v>pib_ind_manuf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'388.2'!$A$2:$A$45</c:f>
              <c:numCache>
                <c:formatCode>m/d/yyyy</c:formatCode>
                <c:ptCount val="44"/>
                <c:pt idx="0">
                  <c:v>25569</c:v>
                </c:pt>
                <c:pt idx="1">
                  <c:v>25659</c:v>
                </c:pt>
                <c:pt idx="2">
                  <c:v>25750</c:v>
                </c:pt>
                <c:pt idx="3">
                  <c:v>25842</c:v>
                </c:pt>
                <c:pt idx="4">
                  <c:v>25934</c:v>
                </c:pt>
                <c:pt idx="5">
                  <c:v>26024</c:v>
                </c:pt>
                <c:pt idx="6">
                  <c:v>26115</c:v>
                </c:pt>
                <c:pt idx="7">
                  <c:v>26207</c:v>
                </c:pt>
                <c:pt idx="8">
                  <c:v>26299</c:v>
                </c:pt>
                <c:pt idx="9">
                  <c:v>26390</c:v>
                </c:pt>
                <c:pt idx="10">
                  <c:v>26481</c:v>
                </c:pt>
                <c:pt idx="11">
                  <c:v>26573</c:v>
                </c:pt>
                <c:pt idx="12">
                  <c:v>26665</c:v>
                </c:pt>
                <c:pt idx="13">
                  <c:v>26755</c:v>
                </c:pt>
                <c:pt idx="14">
                  <c:v>26846</c:v>
                </c:pt>
                <c:pt idx="15">
                  <c:v>26938</c:v>
                </c:pt>
                <c:pt idx="16">
                  <c:v>27030</c:v>
                </c:pt>
                <c:pt idx="17">
                  <c:v>27120</c:v>
                </c:pt>
                <c:pt idx="18">
                  <c:v>27211</c:v>
                </c:pt>
                <c:pt idx="19">
                  <c:v>27303</c:v>
                </c:pt>
                <c:pt idx="20">
                  <c:v>27395</c:v>
                </c:pt>
                <c:pt idx="21">
                  <c:v>27485</c:v>
                </c:pt>
                <c:pt idx="22">
                  <c:v>27576</c:v>
                </c:pt>
                <c:pt idx="23">
                  <c:v>27668</c:v>
                </c:pt>
                <c:pt idx="24">
                  <c:v>27760</c:v>
                </c:pt>
                <c:pt idx="25">
                  <c:v>27851</c:v>
                </c:pt>
                <c:pt idx="26">
                  <c:v>27942</c:v>
                </c:pt>
                <c:pt idx="27">
                  <c:v>28034</c:v>
                </c:pt>
                <c:pt idx="28">
                  <c:v>28126</c:v>
                </c:pt>
                <c:pt idx="29">
                  <c:v>28216</c:v>
                </c:pt>
                <c:pt idx="30">
                  <c:v>28307</c:v>
                </c:pt>
                <c:pt idx="31">
                  <c:v>28399</c:v>
                </c:pt>
                <c:pt idx="32">
                  <c:v>28491</c:v>
                </c:pt>
                <c:pt idx="33">
                  <c:v>28581</c:v>
                </c:pt>
                <c:pt idx="34">
                  <c:v>28672</c:v>
                </c:pt>
                <c:pt idx="35">
                  <c:v>28764</c:v>
                </c:pt>
                <c:pt idx="36">
                  <c:v>28856</c:v>
                </c:pt>
                <c:pt idx="37">
                  <c:v>28946</c:v>
                </c:pt>
                <c:pt idx="38">
                  <c:v>29037</c:v>
                </c:pt>
                <c:pt idx="39">
                  <c:v>29129</c:v>
                </c:pt>
                <c:pt idx="40">
                  <c:v>29221</c:v>
                </c:pt>
                <c:pt idx="41">
                  <c:v>29312</c:v>
                </c:pt>
                <c:pt idx="42">
                  <c:v>29403</c:v>
                </c:pt>
                <c:pt idx="43">
                  <c:v>29495</c:v>
                </c:pt>
              </c:numCache>
            </c:numRef>
          </c:cat>
          <c:val>
            <c:numRef>
              <c:f>'388.2'!$Q$2:$Q$45</c:f>
              <c:numCache>
                <c:formatCode>General</c:formatCode>
                <c:ptCount val="44"/>
                <c:pt idx="0">
                  <c:v>4537</c:v>
                </c:pt>
                <c:pt idx="1">
                  <c:v>5084</c:v>
                </c:pt>
                <c:pt idx="2">
                  <c:v>5111</c:v>
                </c:pt>
                <c:pt idx="3">
                  <c:v>5180</c:v>
                </c:pt>
                <c:pt idx="4">
                  <c:v>4772</c:v>
                </c:pt>
                <c:pt idx="5">
                  <c:v>5432</c:v>
                </c:pt>
                <c:pt idx="6">
                  <c:v>5672</c:v>
                </c:pt>
                <c:pt idx="7">
                  <c:v>5958</c:v>
                </c:pt>
                <c:pt idx="8">
                  <c:v>5195</c:v>
                </c:pt>
                <c:pt idx="9">
                  <c:v>5844</c:v>
                </c:pt>
                <c:pt idx="10">
                  <c:v>5967</c:v>
                </c:pt>
                <c:pt idx="11">
                  <c:v>6130</c:v>
                </c:pt>
                <c:pt idx="12">
                  <c:v>5578</c:v>
                </c:pt>
                <c:pt idx="13">
                  <c:v>6230</c:v>
                </c:pt>
                <c:pt idx="14">
                  <c:v>6242</c:v>
                </c:pt>
                <c:pt idx="15">
                  <c:v>6556</c:v>
                </c:pt>
                <c:pt idx="16">
                  <c:v>5755</c:v>
                </c:pt>
                <c:pt idx="17">
                  <c:v>6687</c:v>
                </c:pt>
                <c:pt idx="18">
                  <c:v>6646</c:v>
                </c:pt>
                <c:pt idx="19">
                  <c:v>7015</c:v>
                </c:pt>
                <c:pt idx="20">
                  <c:v>5920</c:v>
                </c:pt>
                <c:pt idx="21">
                  <c:v>6783</c:v>
                </c:pt>
                <c:pt idx="22">
                  <c:v>6277</c:v>
                </c:pt>
                <c:pt idx="23">
                  <c:v>6391</c:v>
                </c:pt>
                <c:pt idx="24">
                  <c:v>5521</c:v>
                </c:pt>
                <c:pt idx="25">
                  <c:v>6354</c:v>
                </c:pt>
                <c:pt idx="26">
                  <c:v>6097</c:v>
                </c:pt>
                <c:pt idx="27">
                  <c:v>6264</c:v>
                </c:pt>
                <c:pt idx="28">
                  <c:v>5513</c:v>
                </c:pt>
                <c:pt idx="29">
                  <c:v>6503</c:v>
                </c:pt>
                <c:pt idx="30">
                  <c:v>6729</c:v>
                </c:pt>
                <c:pt idx="31">
                  <c:v>6510</c:v>
                </c:pt>
                <c:pt idx="32">
                  <c:v>4878</c:v>
                </c:pt>
                <c:pt idx="33">
                  <c:v>5936</c:v>
                </c:pt>
                <c:pt idx="34">
                  <c:v>6112</c:v>
                </c:pt>
                <c:pt idx="35">
                  <c:v>6322</c:v>
                </c:pt>
                <c:pt idx="36">
                  <c:v>5687</c:v>
                </c:pt>
                <c:pt idx="37">
                  <c:v>6704</c:v>
                </c:pt>
                <c:pt idx="38">
                  <c:v>6751</c:v>
                </c:pt>
                <c:pt idx="39">
                  <c:v>6663</c:v>
                </c:pt>
                <c:pt idx="40">
                  <c:v>5864</c:v>
                </c:pt>
                <c:pt idx="41">
                  <c:v>6243</c:v>
                </c:pt>
                <c:pt idx="42">
                  <c:v>6386</c:v>
                </c:pt>
                <c:pt idx="43">
                  <c:v>6336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42A-4108-A974-C8B77DFDA7FE}"/>
            </c:ext>
          </c:extLst>
        </c:ser>
        <c:ser>
          <c:idx val="3"/>
          <c:order val="3"/>
          <c:tx>
            <c:strRef>
              <c:f>'388.2'!$Z$1</c:f>
              <c:strCache>
                <c:ptCount val="1"/>
                <c:pt idx="0">
                  <c:v>pib_com_mayor_menor_rest_hoteles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'388.2'!$A$2:$A$45</c:f>
              <c:numCache>
                <c:formatCode>m/d/yyyy</c:formatCode>
                <c:ptCount val="44"/>
                <c:pt idx="0">
                  <c:v>25569</c:v>
                </c:pt>
                <c:pt idx="1">
                  <c:v>25659</c:v>
                </c:pt>
                <c:pt idx="2">
                  <c:v>25750</c:v>
                </c:pt>
                <c:pt idx="3">
                  <c:v>25842</c:v>
                </c:pt>
                <c:pt idx="4">
                  <c:v>25934</c:v>
                </c:pt>
                <c:pt idx="5">
                  <c:v>26024</c:v>
                </c:pt>
                <c:pt idx="6">
                  <c:v>26115</c:v>
                </c:pt>
                <c:pt idx="7">
                  <c:v>26207</c:v>
                </c:pt>
                <c:pt idx="8">
                  <c:v>26299</c:v>
                </c:pt>
                <c:pt idx="9">
                  <c:v>26390</c:v>
                </c:pt>
                <c:pt idx="10">
                  <c:v>26481</c:v>
                </c:pt>
                <c:pt idx="11">
                  <c:v>26573</c:v>
                </c:pt>
                <c:pt idx="12">
                  <c:v>26665</c:v>
                </c:pt>
                <c:pt idx="13">
                  <c:v>26755</c:v>
                </c:pt>
                <c:pt idx="14">
                  <c:v>26846</c:v>
                </c:pt>
                <c:pt idx="15">
                  <c:v>26938</c:v>
                </c:pt>
                <c:pt idx="16">
                  <c:v>27030</c:v>
                </c:pt>
                <c:pt idx="17">
                  <c:v>27120</c:v>
                </c:pt>
                <c:pt idx="18">
                  <c:v>27211</c:v>
                </c:pt>
                <c:pt idx="19">
                  <c:v>27303</c:v>
                </c:pt>
                <c:pt idx="20">
                  <c:v>27395</c:v>
                </c:pt>
                <c:pt idx="21">
                  <c:v>27485</c:v>
                </c:pt>
                <c:pt idx="22">
                  <c:v>27576</c:v>
                </c:pt>
                <c:pt idx="23">
                  <c:v>27668</c:v>
                </c:pt>
                <c:pt idx="24">
                  <c:v>27760</c:v>
                </c:pt>
                <c:pt idx="25">
                  <c:v>27851</c:v>
                </c:pt>
                <c:pt idx="26">
                  <c:v>27942</c:v>
                </c:pt>
                <c:pt idx="27">
                  <c:v>28034</c:v>
                </c:pt>
                <c:pt idx="28">
                  <c:v>28126</c:v>
                </c:pt>
                <c:pt idx="29">
                  <c:v>28216</c:v>
                </c:pt>
                <c:pt idx="30">
                  <c:v>28307</c:v>
                </c:pt>
                <c:pt idx="31">
                  <c:v>28399</c:v>
                </c:pt>
                <c:pt idx="32">
                  <c:v>28491</c:v>
                </c:pt>
                <c:pt idx="33">
                  <c:v>28581</c:v>
                </c:pt>
                <c:pt idx="34">
                  <c:v>28672</c:v>
                </c:pt>
                <c:pt idx="35">
                  <c:v>28764</c:v>
                </c:pt>
                <c:pt idx="36">
                  <c:v>28856</c:v>
                </c:pt>
                <c:pt idx="37">
                  <c:v>28946</c:v>
                </c:pt>
                <c:pt idx="38">
                  <c:v>29037</c:v>
                </c:pt>
                <c:pt idx="39">
                  <c:v>29129</c:v>
                </c:pt>
                <c:pt idx="40">
                  <c:v>29221</c:v>
                </c:pt>
                <c:pt idx="41">
                  <c:v>29312</c:v>
                </c:pt>
                <c:pt idx="42">
                  <c:v>29403</c:v>
                </c:pt>
                <c:pt idx="43">
                  <c:v>29495</c:v>
                </c:pt>
              </c:numCache>
            </c:numRef>
          </c:cat>
          <c:val>
            <c:numRef>
              <c:f>'388.2'!$Z$2:$Z$45</c:f>
              <c:numCache>
                <c:formatCode>General</c:formatCode>
                <c:ptCount val="44"/>
                <c:pt idx="0">
                  <c:v>2417</c:v>
                </c:pt>
                <c:pt idx="1">
                  <c:v>2541</c:v>
                </c:pt>
                <c:pt idx="2">
                  <c:v>2514</c:v>
                </c:pt>
                <c:pt idx="3">
                  <c:v>2543</c:v>
                </c:pt>
                <c:pt idx="4">
                  <c:v>2494</c:v>
                </c:pt>
                <c:pt idx="5">
                  <c:v>2668</c:v>
                </c:pt>
                <c:pt idx="6">
                  <c:v>2740</c:v>
                </c:pt>
                <c:pt idx="7">
                  <c:v>2778</c:v>
                </c:pt>
                <c:pt idx="8">
                  <c:v>2659</c:v>
                </c:pt>
                <c:pt idx="9">
                  <c:v>2759</c:v>
                </c:pt>
                <c:pt idx="10">
                  <c:v>2785</c:v>
                </c:pt>
                <c:pt idx="11">
                  <c:v>2871</c:v>
                </c:pt>
                <c:pt idx="12">
                  <c:v>2744</c:v>
                </c:pt>
                <c:pt idx="13">
                  <c:v>2829</c:v>
                </c:pt>
                <c:pt idx="14">
                  <c:v>2760</c:v>
                </c:pt>
                <c:pt idx="15">
                  <c:v>3039</c:v>
                </c:pt>
                <c:pt idx="16">
                  <c:v>2831</c:v>
                </c:pt>
                <c:pt idx="17">
                  <c:v>3096</c:v>
                </c:pt>
                <c:pt idx="18">
                  <c:v>3040</c:v>
                </c:pt>
                <c:pt idx="19">
                  <c:v>3341</c:v>
                </c:pt>
                <c:pt idx="20">
                  <c:v>3043</c:v>
                </c:pt>
                <c:pt idx="21">
                  <c:v>3185</c:v>
                </c:pt>
                <c:pt idx="22">
                  <c:v>2937</c:v>
                </c:pt>
                <c:pt idx="23">
                  <c:v>3017</c:v>
                </c:pt>
                <c:pt idx="24">
                  <c:v>2801</c:v>
                </c:pt>
                <c:pt idx="25">
                  <c:v>2886</c:v>
                </c:pt>
                <c:pt idx="26">
                  <c:v>2862</c:v>
                </c:pt>
                <c:pt idx="27">
                  <c:v>2935</c:v>
                </c:pt>
                <c:pt idx="28">
                  <c:v>2801</c:v>
                </c:pt>
                <c:pt idx="29">
                  <c:v>2886</c:v>
                </c:pt>
                <c:pt idx="30">
                  <c:v>2862</c:v>
                </c:pt>
                <c:pt idx="31">
                  <c:v>2935</c:v>
                </c:pt>
                <c:pt idx="32">
                  <c:v>2801</c:v>
                </c:pt>
                <c:pt idx="33">
                  <c:v>2886</c:v>
                </c:pt>
                <c:pt idx="34">
                  <c:v>2862</c:v>
                </c:pt>
                <c:pt idx="35">
                  <c:v>2935</c:v>
                </c:pt>
                <c:pt idx="36">
                  <c:v>2965</c:v>
                </c:pt>
                <c:pt idx="37">
                  <c:v>3190</c:v>
                </c:pt>
                <c:pt idx="38">
                  <c:v>3277</c:v>
                </c:pt>
                <c:pt idx="39">
                  <c:v>3240</c:v>
                </c:pt>
                <c:pt idx="40">
                  <c:v>3084</c:v>
                </c:pt>
                <c:pt idx="41">
                  <c:v>3044</c:v>
                </c:pt>
                <c:pt idx="42">
                  <c:v>3243</c:v>
                </c:pt>
                <c:pt idx="43">
                  <c:v>3239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42A-4108-A974-C8B77DFDA7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8103184"/>
        <c:axId val="462299792"/>
      </c:lineChart>
      <c:dateAx>
        <c:axId val="468103184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62299792"/>
        <c:crosses val="autoZero"/>
        <c:auto val="1"/>
        <c:lblOffset val="100"/>
        <c:baseTimeUnit val="months"/>
      </c:dateAx>
      <c:valAx>
        <c:axId val="4622997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68103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 dirty="0"/>
              <a:t>Tasas de crecimiento IA PIB por sectores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'388.2'!$B$5</c:f>
              <c:strCache>
                <c:ptCount val="1"/>
                <c:pt idx="0">
                  <c:v>Agro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'388.2'!$A$6:$A$45</c:f>
              <c:numCache>
                <c:formatCode>m/d/yyyy</c:formatCode>
                <c:ptCount val="40"/>
                <c:pt idx="0">
                  <c:v>25934</c:v>
                </c:pt>
                <c:pt idx="1">
                  <c:v>26024</c:v>
                </c:pt>
                <c:pt idx="2">
                  <c:v>26115</c:v>
                </c:pt>
                <c:pt idx="3">
                  <c:v>26207</c:v>
                </c:pt>
                <c:pt idx="4">
                  <c:v>26299</c:v>
                </c:pt>
                <c:pt idx="5">
                  <c:v>26390</c:v>
                </c:pt>
                <c:pt idx="6">
                  <c:v>26481</c:v>
                </c:pt>
                <c:pt idx="7">
                  <c:v>26573</c:v>
                </c:pt>
                <c:pt idx="8">
                  <c:v>26665</c:v>
                </c:pt>
                <c:pt idx="9">
                  <c:v>26755</c:v>
                </c:pt>
                <c:pt idx="10">
                  <c:v>26846</c:v>
                </c:pt>
                <c:pt idx="11">
                  <c:v>26938</c:v>
                </c:pt>
                <c:pt idx="12">
                  <c:v>27030</c:v>
                </c:pt>
                <c:pt idx="13">
                  <c:v>27120</c:v>
                </c:pt>
                <c:pt idx="14">
                  <c:v>27211</c:v>
                </c:pt>
                <c:pt idx="15">
                  <c:v>27303</c:v>
                </c:pt>
                <c:pt idx="16">
                  <c:v>27395</c:v>
                </c:pt>
                <c:pt idx="17">
                  <c:v>27485</c:v>
                </c:pt>
                <c:pt idx="18">
                  <c:v>27576</c:v>
                </c:pt>
                <c:pt idx="19">
                  <c:v>27668</c:v>
                </c:pt>
                <c:pt idx="20">
                  <c:v>27760</c:v>
                </c:pt>
                <c:pt idx="21">
                  <c:v>27851</c:v>
                </c:pt>
                <c:pt idx="22">
                  <c:v>27942</c:v>
                </c:pt>
                <c:pt idx="23">
                  <c:v>28034</c:v>
                </c:pt>
                <c:pt idx="24">
                  <c:v>28126</c:v>
                </c:pt>
                <c:pt idx="25">
                  <c:v>28216</c:v>
                </c:pt>
                <c:pt idx="26">
                  <c:v>28307</c:v>
                </c:pt>
                <c:pt idx="27">
                  <c:v>28399</c:v>
                </c:pt>
                <c:pt idx="28">
                  <c:v>28491</c:v>
                </c:pt>
                <c:pt idx="29">
                  <c:v>28581</c:v>
                </c:pt>
                <c:pt idx="30">
                  <c:v>28672</c:v>
                </c:pt>
                <c:pt idx="31">
                  <c:v>28764</c:v>
                </c:pt>
                <c:pt idx="32">
                  <c:v>28856</c:v>
                </c:pt>
                <c:pt idx="33">
                  <c:v>28946</c:v>
                </c:pt>
                <c:pt idx="34">
                  <c:v>29037</c:v>
                </c:pt>
                <c:pt idx="35">
                  <c:v>29129</c:v>
                </c:pt>
                <c:pt idx="36">
                  <c:v>29221</c:v>
                </c:pt>
                <c:pt idx="37">
                  <c:v>29312</c:v>
                </c:pt>
                <c:pt idx="38">
                  <c:v>29403</c:v>
                </c:pt>
                <c:pt idx="39">
                  <c:v>29495</c:v>
                </c:pt>
              </c:numCache>
            </c:numRef>
          </c:cat>
          <c:val>
            <c:numRef>
              <c:f>'388.2'!$B$6:$B$45</c:f>
              <c:numCache>
                <c:formatCode>0%</c:formatCode>
                <c:ptCount val="40"/>
                <c:pt idx="0">
                  <c:v>-1.3341804320203265E-2</c:v>
                </c:pt>
                <c:pt idx="1">
                  <c:v>-2.3845763571791023E-2</c:v>
                </c:pt>
                <c:pt idx="2">
                  <c:v>1.0813887307911108E-2</c:v>
                </c:pt>
                <c:pt idx="3">
                  <c:v>2.4050632911392311E-2</c:v>
                </c:pt>
                <c:pt idx="4">
                  <c:v>3.7347070186735332E-2</c:v>
                </c:pt>
                <c:pt idx="5">
                  <c:v>-5.7692307692307709E-2</c:v>
                </c:pt>
                <c:pt idx="6">
                  <c:v>5.5180180180180116E-2</c:v>
                </c:pt>
                <c:pt idx="7">
                  <c:v>2.9666254635352329E-2</c:v>
                </c:pt>
                <c:pt idx="8">
                  <c:v>6.7039106145251326E-2</c:v>
                </c:pt>
                <c:pt idx="9">
                  <c:v>0.17539988968560394</c:v>
                </c:pt>
                <c:pt idx="10">
                  <c:v>6.6168623265741688E-2</c:v>
                </c:pt>
                <c:pt idx="11">
                  <c:v>9.6638655462184975E-2</c:v>
                </c:pt>
                <c:pt idx="12">
                  <c:v>9.3077370564281559E-2</c:v>
                </c:pt>
                <c:pt idx="13">
                  <c:v>4.7864852182074147E-2</c:v>
                </c:pt>
                <c:pt idx="14">
                  <c:v>3.5535535535535567E-2</c:v>
                </c:pt>
                <c:pt idx="15">
                  <c:v>3.284072249589487E-3</c:v>
                </c:pt>
                <c:pt idx="16">
                  <c:v>-6.9185737094199506E-3</c:v>
                </c:pt>
                <c:pt idx="17">
                  <c:v>-4.9261083743842415E-2</c:v>
                </c:pt>
                <c:pt idx="18">
                  <c:v>3.383276945384317E-3</c:v>
                </c:pt>
                <c:pt idx="19">
                  <c:v>-3.818876159301654E-3</c:v>
                </c:pt>
                <c:pt idx="20">
                  <c:v>8.2529474812433001E-2</c:v>
                </c:pt>
                <c:pt idx="21">
                  <c:v>-3.7682524729156786E-3</c:v>
                </c:pt>
                <c:pt idx="22">
                  <c:v>3.0346820809248554E-2</c:v>
                </c:pt>
                <c:pt idx="23">
                  <c:v>5.8598028477546471E-2</c:v>
                </c:pt>
                <c:pt idx="24">
                  <c:v>-1.6336633663366351E-2</c:v>
                </c:pt>
                <c:pt idx="25">
                  <c:v>9.078014184397154E-2</c:v>
                </c:pt>
                <c:pt idx="26">
                  <c:v>1.8700327255727345E-3</c:v>
                </c:pt>
                <c:pt idx="27">
                  <c:v>-3.1039834454216209E-2</c:v>
                </c:pt>
                <c:pt idx="28">
                  <c:v>3.824861600402607E-2</c:v>
                </c:pt>
                <c:pt idx="29">
                  <c:v>7.3688773298656862E-3</c:v>
                </c:pt>
                <c:pt idx="30">
                  <c:v>4.6663555762949116E-3</c:v>
                </c:pt>
                <c:pt idx="31">
                  <c:v>2.1890016017084957E-2</c:v>
                </c:pt>
                <c:pt idx="32">
                  <c:v>0.12021328162869604</c:v>
                </c:pt>
                <c:pt idx="33">
                  <c:v>1.1617900172117057E-2</c:v>
                </c:pt>
                <c:pt idx="34">
                  <c:v>-1.3934045517881577E-3</c:v>
                </c:pt>
                <c:pt idx="35">
                  <c:v>4.1274817136886188E-2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E6-45F6-B9BB-9F518A975AE2}"/>
            </c:ext>
          </c:extLst>
        </c:ser>
        <c:ser>
          <c:idx val="1"/>
          <c:order val="1"/>
          <c:tx>
            <c:strRef>
              <c:f>'388.2'!$C$5</c:f>
              <c:strCache>
                <c:ptCount val="1"/>
                <c:pt idx="0">
                  <c:v>Constr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'388.2'!$A$6:$A$45</c:f>
              <c:numCache>
                <c:formatCode>m/d/yyyy</c:formatCode>
                <c:ptCount val="40"/>
                <c:pt idx="0">
                  <c:v>25934</c:v>
                </c:pt>
                <c:pt idx="1">
                  <c:v>26024</c:v>
                </c:pt>
                <c:pt idx="2">
                  <c:v>26115</c:v>
                </c:pt>
                <c:pt idx="3">
                  <c:v>26207</c:v>
                </c:pt>
                <c:pt idx="4">
                  <c:v>26299</c:v>
                </c:pt>
                <c:pt idx="5">
                  <c:v>26390</c:v>
                </c:pt>
                <c:pt idx="6">
                  <c:v>26481</c:v>
                </c:pt>
                <c:pt idx="7">
                  <c:v>26573</c:v>
                </c:pt>
                <c:pt idx="8">
                  <c:v>26665</c:v>
                </c:pt>
                <c:pt idx="9">
                  <c:v>26755</c:v>
                </c:pt>
                <c:pt idx="10">
                  <c:v>26846</c:v>
                </c:pt>
                <c:pt idx="11">
                  <c:v>26938</c:v>
                </c:pt>
                <c:pt idx="12">
                  <c:v>27030</c:v>
                </c:pt>
                <c:pt idx="13">
                  <c:v>27120</c:v>
                </c:pt>
                <c:pt idx="14">
                  <c:v>27211</c:v>
                </c:pt>
                <c:pt idx="15">
                  <c:v>27303</c:v>
                </c:pt>
                <c:pt idx="16">
                  <c:v>27395</c:v>
                </c:pt>
                <c:pt idx="17">
                  <c:v>27485</c:v>
                </c:pt>
                <c:pt idx="18">
                  <c:v>27576</c:v>
                </c:pt>
                <c:pt idx="19">
                  <c:v>27668</c:v>
                </c:pt>
                <c:pt idx="20">
                  <c:v>27760</c:v>
                </c:pt>
                <c:pt idx="21">
                  <c:v>27851</c:v>
                </c:pt>
                <c:pt idx="22">
                  <c:v>27942</c:v>
                </c:pt>
                <c:pt idx="23">
                  <c:v>28034</c:v>
                </c:pt>
                <c:pt idx="24">
                  <c:v>28126</c:v>
                </c:pt>
                <c:pt idx="25">
                  <c:v>28216</c:v>
                </c:pt>
                <c:pt idx="26">
                  <c:v>28307</c:v>
                </c:pt>
                <c:pt idx="27">
                  <c:v>28399</c:v>
                </c:pt>
                <c:pt idx="28">
                  <c:v>28491</c:v>
                </c:pt>
                <c:pt idx="29">
                  <c:v>28581</c:v>
                </c:pt>
                <c:pt idx="30">
                  <c:v>28672</c:v>
                </c:pt>
                <c:pt idx="31">
                  <c:v>28764</c:v>
                </c:pt>
                <c:pt idx="32">
                  <c:v>28856</c:v>
                </c:pt>
                <c:pt idx="33">
                  <c:v>28946</c:v>
                </c:pt>
                <c:pt idx="34">
                  <c:v>29037</c:v>
                </c:pt>
                <c:pt idx="35">
                  <c:v>29129</c:v>
                </c:pt>
                <c:pt idx="36">
                  <c:v>29221</c:v>
                </c:pt>
                <c:pt idx="37">
                  <c:v>29312</c:v>
                </c:pt>
                <c:pt idx="38">
                  <c:v>29403</c:v>
                </c:pt>
                <c:pt idx="39">
                  <c:v>29495</c:v>
                </c:pt>
              </c:numCache>
            </c:numRef>
          </c:cat>
          <c:val>
            <c:numRef>
              <c:f>'388.2'!$C$6:$C$45</c:f>
              <c:numCache>
                <c:formatCode>0%</c:formatCode>
                <c:ptCount val="40"/>
                <c:pt idx="0">
                  <c:v>3.0159058045858389E-2</c:v>
                </c:pt>
                <c:pt idx="1">
                  <c:v>0.13864715189873422</c:v>
                </c:pt>
                <c:pt idx="2">
                  <c:v>0.10355092494152673</c:v>
                </c:pt>
                <c:pt idx="3">
                  <c:v>-1.199563794983638E-2</c:v>
                </c:pt>
                <c:pt idx="4">
                  <c:v>-9.4646079807499506E-2</c:v>
                </c:pt>
                <c:pt idx="5">
                  <c:v>-9.4667361472989375E-2</c:v>
                </c:pt>
                <c:pt idx="6">
                  <c:v>-2.2157996146435432E-2</c:v>
                </c:pt>
                <c:pt idx="7">
                  <c:v>0.17071376011773354</c:v>
                </c:pt>
                <c:pt idx="8">
                  <c:v>5.7142857142857162E-2</c:v>
                </c:pt>
                <c:pt idx="9">
                  <c:v>-0.14888718342287033</c:v>
                </c:pt>
                <c:pt idx="10">
                  <c:v>-0.19960591133004923</c:v>
                </c:pt>
                <c:pt idx="11">
                  <c:v>-0.14927718416090507</c:v>
                </c:pt>
                <c:pt idx="12">
                  <c:v>2.5350932327676601E-2</c:v>
                </c:pt>
                <c:pt idx="13">
                  <c:v>3.6519386834986456E-2</c:v>
                </c:pt>
                <c:pt idx="14">
                  <c:v>0.14057114721811925</c:v>
                </c:pt>
                <c:pt idx="15">
                  <c:v>0.11581086073143698</c:v>
                </c:pt>
                <c:pt idx="16">
                  <c:v>1.9411524315488426E-2</c:v>
                </c:pt>
                <c:pt idx="17">
                  <c:v>4.7846889952152249E-3</c:v>
                </c:pt>
                <c:pt idx="18">
                  <c:v>1.6404057845888165E-2</c:v>
                </c:pt>
                <c:pt idx="19">
                  <c:v>0.1210064558847872</c:v>
                </c:pt>
                <c:pt idx="20">
                  <c:v>6.3740228502705998E-2</c:v>
                </c:pt>
                <c:pt idx="21">
                  <c:v>0.31883116883116891</c:v>
                </c:pt>
                <c:pt idx="22">
                  <c:v>0.27415587173497569</c:v>
                </c:pt>
                <c:pt idx="23">
                  <c:v>-6.4678086237448307E-2</c:v>
                </c:pt>
                <c:pt idx="24">
                  <c:v>0.14942528735632177</c:v>
                </c:pt>
                <c:pt idx="25">
                  <c:v>0.17840144428032167</c:v>
                </c:pt>
                <c:pt idx="26">
                  <c:v>0.12850000000000006</c:v>
                </c:pt>
                <c:pt idx="27">
                  <c:v>8.7622355541521868E-2</c:v>
                </c:pt>
                <c:pt idx="28">
                  <c:v>6.6393442622950882E-2</c:v>
                </c:pt>
                <c:pt idx="29">
                  <c:v>-8.5515320334261791E-2</c:v>
                </c:pt>
                <c:pt idx="30">
                  <c:v>-7.4730468173091147E-2</c:v>
                </c:pt>
                <c:pt idx="31">
                  <c:v>2.1338365510233714E-2</c:v>
                </c:pt>
                <c:pt idx="32">
                  <c:v>0.10484242890084561</c:v>
                </c:pt>
                <c:pt idx="33">
                  <c:v>9.2445933597319563E-2</c:v>
                </c:pt>
                <c:pt idx="34">
                  <c:v>4.7885075818036693E-2</c:v>
                </c:pt>
                <c:pt idx="35">
                  <c:v>2.1603183627060929E-2</c:v>
                </c:pt>
                <c:pt idx="36">
                  <c:v>2.9775984416307244E-2</c:v>
                </c:pt>
                <c:pt idx="37">
                  <c:v>7.8628189042241781E-2</c:v>
                </c:pt>
                <c:pt idx="38">
                  <c:v>0.11896420411271902</c:v>
                </c:pt>
                <c:pt idx="39">
                  <c:v>9.2376182526432871E-2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E6-45F6-B9BB-9F518A975AE2}"/>
            </c:ext>
          </c:extLst>
        </c:ser>
        <c:ser>
          <c:idx val="2"/>
          <c:order val="2"/>
          <c:tx>
            <c:strRef>
              <c:f>'388.2'!$D$5</c:f>
              <c:strCache>
                <c:ptCount val="1"/>
                <c:pt idx="0">
                  <c:v>manuf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'388.2'!$A$6:$A$45</c:f>
              <c:numCache>
                <c:formatCode>m/d/yyyy</c:formatCode>
                <c:ptCount val="40"/>
                <c:pt idx="0">
                  <c:v>25934</c:v>
                </c:pt>
                <c:pt idx="1">
                  <c:v>26024</c:v>
                </c:pt>
                <c:pt idx="2">
                  <c:v>26115</c:v>
                </c:pt>
                <c:pt idx="3">
                  <c:v>26207</c:v>
                </c:pt>
                <c:pt idx="4">
                  <c:v>26299</c:v>
                </c:pt>
                <c:pt idx="5">
                  <c:v>26390</c:v>
                </c:pt>
                <c:pt idx="6">
                  <c:v>26481</c:v>
                </c:pt>
                <c:pt idx="7">
                  <c:v>26573</c:v>
                </c:pt>
                <c:pt idx="8">
                  <c:v>26665</c:v>
                </c:pt>
                <c:pt idx="9">
                  <c:v>26755</c:v>
                </c:pt>
                <c:pt idx="10">
                  <c:v>26846</c:v>
                </c:pt>
                <c:pt idx="11">
                  <c:v>26938</c:v>
                </c:pt>
                <c:pt idx="12">
                  <c:v>27030</c:v>
                </c:pt>
                <c:pt idx="13">
                  <c:v>27120</c:v>
                </c:pt>
                <c:pt idx="14">
                  <c:v>27211</c:v>
                </c:pt>
                <c:pt idx="15">
                  <c:v>27303</c:v>
                </c:pt>
                <c:pt idx="16">
                  <c:v>27395</c:v>
                </c:pt>
                <c:pt idx="17">
                  <c:v>27485</c:v>
                </c:pt>
                <c:pt idx="18">
                  <c:v>27576</c:v>
                </c:pt>
                <c:pt idx="19">
                  <c:v>27668</c:v>
                </c:pt>
                <c:pt idx="20">
                  <c:v>27760</c:v>
                </c:pt>
                <c:pt idx="21">
                  <c:v>27851</c:v>
                </c:pt>
                <c:pt idx="22">
                  <c:v>27942</c:v>
                </c:pt>
                <c:pt idx="23">
                  <c:v>28034</c:v>
                </c:pt>
                <c:pt idx="24">
                  <c:v>28126</c:v>
                </c:pt>
                <c:pt idx="25">
                  <c:v>28216</c:v>
                </c:pt>
                <c:pt idx="26">
                  <c:v>28307</c:v>
                </c:pt>
                <c:pt idx="27">
                  <c:v>28399</c:v>
                </c:pt>
                <c:pt idx="28">
                  <c:v>28491</c:v>
                </c:pt>
                <c:pt idx="29">
                  <c:v>28581</c:v>
                </c:pt>
                <c:pt idx="30">
                  <c:v>28672</c:v>
                </c:pt>
                <c:pt idx="31">
                  <c:v>28764</c:v>
                </c:pt>
                <c:pt idx="32">
                  <c:v>28856</c:v>
                </c:pt>
                <c:pt idx="33">
                  <c:v>28946</c:v>
                </c:pt>
                <c:pt idx="34">
                  <c:v>29037</c:v>
                </c:pt>
                <c:pt idx="35">
                  <c:v>29129</c:v>
                </c:pt>
                <c:pt idx="36">
                  <c:v>29221</c:v>
                </c:pt>
                <c:pt idx="37">
                  <c:v>29312</c:v>
                </c:pt>
                <c:pt idx="38">
                  <c:v>29403</c:v>
                </c:pt>
                <c:pt idx="39">
                  <c:v>29495</c:v>
                </c:pt>
              </c:numCache>
            </c:numRef>
          </c:cat>
          <c:val>
            <c:numRef>
              <c:f>'388.2'!$D$6:$D$45</c:f>
              <c:numCache>
                <c:formatCode>0%</c:formatCode>
                <c:ptCount val="40"/>
                <c:pt idx="0">
                  <c:v>5.1796341194622064E-2</c:v>
                </c:pt>
                <c:pt idx="1">
                  <c:v>6.8450039339102986E-2</c:v>
                </c:pt>
                <c:pt idx="2">
                  <c:v>0.10976325572295043</c:v>
                </c:pt>
                <c:pt idx="3">
                  <c:v>0.15019305019305018</c:v>
                </c:pt>
                <c:pt idx="4">
                  <c:v>8.8642078792958934E-2</c:v>
                </c:pt>
                <c:pt idx="5">
                  <c:v>7.5846833578792294E-2</c:v>
                </c:pt>
                <c:pt idx="6">
                  <c:v>5.2009873060648859E-2</c:v>
                </c:pt>
                <c:pt idx="7">
                  <c:v>2.8868747901980463E-2</c:v>
                </c:pt>
                <c:pt idx="8">
                  <c:v>7.3724735322425516E-2</c:v>
                </c:pt>
                <c:pt idx="9">
                  <c:v>6.6050650239561914E-2</c:v>
                </c:pt>
                <c:pt idx="10">
                  <c:v>4.6086810792693056E-2</c:v>
                </c:pt>
                <c:pt idx="11">
                  <c:v>6.9494290375203827E-2</c:v>
                </c:pt>
                <c:pt idx="12">
                  <c:v>3.1731803513804335E-2</c:v>
                </c:pt>
                <c:pt idx="13">
                  <c:v>7.3354735152487915E-2</c:v>
                </c:pt>
                <c:pt idx="14">
                  <c:v>6.4722845241909743E-2</c:v>
                </c:pt>
                <c:pt idx="15">
                  <c:v>7.001220256253804E-2</c:v>
                </c:pt>
                <c:pt idx="16">
                  <c:v>2.8670721112076469E-2</c:v>
                </c:pt>
                <c:pt idx="17">
                  <c:v>1.4356213548676555E-2</c:v>
                </c:pt>
                <c:pt idx="18">
                  <c:v>-5.5522118567559398E-2</c:v>
                </c:pt>
                <c:pt idx="19">
                  <c:v>-8.8952245188881007E-2</c:v>
                </c:pt>
                <c:pt idx="20">
                  <c:v>-6.739864864864864E-2</c:v>
                </c:pt>
                <c:pt idx="21">
                  <c:v>-6.3246351172047799E-2</c:v>
                </c:pt>
                <c:pt idx="22">
                  <c:v>-2.8676119165206293E-2</c:v>
                </c:pt>
                <c:pt idx="23">
                  <c:v>-1.9871694570489762E-2</c:v>
                </c:pt>
                <c:pt idx="24">
                  <c:v>-1.4490128599891072E-3</c:v>
                </c:pt>
                <c:pt idx="25">
                  <c:v>2.3449795404469675E-2</c:v>
                </c:pt>
                <c:pt idx="26">
                  <c:v>0.10365753649335741</c:v>
                </c:pt>
                <c:pt idx="27">
                  <c:v>3.9272030651340994E-2</c:v>
                </c:pt>
                <c:pt idx="28">
                  <c:v>-0.11518229639035005</c:v>
                </c:pt>
                <c:pt idx="29">
                  <c:v>-8.7190527448869792E-2</c:v>
                </c:pt>
                <c:pt idx="30">
                  <c:v>-9.1692673502749344E-2</c:v>
                </c:pt>
                <c:pt idx="31">
                  <c:v>-2.8878648233486959E-2</c:v>
                </c:pt>
                <c:pt idx="32">
                  <c:v>0.16584665846658475</c:v>
                </c:pt>
                <c:pt idx="33">
                  <c:v>0.12938005390835583</c:v>
                </c:pt>
                <c:pt idx="34">
                  <c:v>0.10454842931937169</c:v>
                </c:pt>
                <c:pt idx="35">
                  <c:v>5.3938627016766771E-2</c:v>
                </c:pt>
                <c:pt idx="36">
                  <c:v>3.1123615262880211E-2</c:v>
                </c:pt>
                <c:pt idx="37">
                  <c:v>-6.8764916467780379E-2</c:v>
                </c:pt>
                <c:pt idx="38">
                  <c:v>-5.4066064286772297E-2</c:v>
                </c:pt>
                <c:pt idx="39">
                  <c:v>-4.9076992345790216E-2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3E6-45F6-B9BB-9F518A975AE2}"/>
            </c:ext>
          </c:extLst>
        </c:ser>
        <c:ser>
          <c:idx val="3"/>
          <c:order val="3"/>
          <c:tx>
            <c:strRef>
              <c:f>'388.2'!$E$5</c:f>
              <c:strCache>
                <c:ptCount val="1"/>
                <c:pt idx="0">
                  <c:v>comer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'388.2'!$A$6:$A$45</c:f>
              <c:numCache>
                <c:formatCode>m/d/yyyy</c:formatCode>
                <c:ptCount val="40"/>
                <c:pt idx="0">
                  <c:v>25934</c:v>
                </c:pt>
                <c:pt idx="1">
                  <c:v>26024</c:v>
                </c:pt>
                <c:pt idx="2">
                  <c:v>26115</c:v>
                </c:pt>
                <c:pt idx="3">
                  <c:v>26207</c:v>
                </c:pt>
                <c:pt idx="4">
                  <c:v>26299</c:v>
                </c:pt>
                <c:pt idx="5">
                  <c:v>26390</c:v>
                </c:pt>
                <c:pt idx="6">
                  <c:v>26481</c:v>
                </c:pt>
                <c:pt idx="7">
                  <c:v>26573</c:v>
                </c:pt>
                <c:pt idx="8">
                  <c:v>26665</c:v>
                </c:pt>
                <c:pt idx="9">
                  <c:v>26755</c:v>
                </c:pt>
                <c:pt idx="10">
                  <c:v>26846</c:v>
                </c:pt>
                <c:pt idx="11">
                  <c:v>26938</c:v>
                </c:pt>
                <c:pt idx="12">
                  <c:v>27030</c:v>
                </c:pt>
                <c:pt idx="13">
                  <c:v>27120</c:v>
                </c:pt>
                <c:pt idx="14">
                  <c:v>27211</c:v>
                </c:pt>
                <c:pt idx="15">
                  <c:v>27303</c:v>
                </c:pt>
                <c:pt idx="16">
                  <c:v>27395</c:v>
                </c:pt>
                <c:pt idx="17">
                  <c:v>27485</c:v>
                </c:pt>
                <c:pt idx="18">
                  <c:v>27576</c:v>
                </c:pt>
                <c:pt idx="19">
                  <c:v>27668</c:v>
                </c:pt>
                <c:pt idx="20">
                  <c:v>27760</c:v>
                </c:pt>
                <c:pt idx="21">
                  <c:v>27851</c:v>
                </c:pt>
                <c:pt idx="22">
                  <c:v>27942</c:v>
                </c:pt>
                <c:pt idx="23">
                  <c:v>28034</c:v>
                </c:pt>
                <c:pt idx="24">
                  <c:v>28126</c:v>
                </c:pt>
                <c:pt idx="25">
                  <c:v>28216</c:v>
                </c:pt>
                <c:pt idx="26">
                  <c:v>28307</c:v>
                </c:pt>
                <c:pt idx="27">
                  <c:v>28399</c:v>
                </c:pt>
                <c:pt idx="28">
                  <c:v>28491</c:v>
                </c:pt>
                <c:pt idx="29">
                  <c:v>28581</c:v>
                </c:pt>
                <c:pt idx="30">
                  <c:v>28672</c:v>
                </c:pt>
                <c:pt idx="31">
                  <c:v>28764</c:v>
                </c:pt>
                <c:pt idx="32">
                  <c:v>28856</c:v>
                </c:pt>
                <c:pt idx="33">
                  <c:v>28946</c:v>
                </c:pt>
                <c:pt idx="34">
                  <c:v>29037</c:v>
                </c:pt>
                <c:pt idx="35">
                  <c:v>29129</c:v>
                </c:pt>
                <c:pt idx="36">
                  <c:v>29221</c:v>
                </c:pt>
                <c:pt idx="37">
                  <c:v>29312</c:v>
                </c:pt>
                <c:pt idx="38">
                  <c:v>29403</c:v>
                </c:pt>
                <c:pt idx="39">
                  <c:v>29495</c:v>
                </c:pt>
              </c:numCache>
            </c:numRef>
          </c:cat>
          <c:val>
            <c:numRef>
              <c:f>'388.2'!$E$6:$E$45</c:f>
              <c:numCache>
                <c:formatCode>0%</c:formatCode>
                <c:ptCount val="40"/>
                <c:pt idx="0">
                  <c:v>3.1857674803475344E-2</c:v>
                </c:pt>
                <c:pt idx="1">
                  <c:v>4.9980322707595448E-2</c:v>
                </c:pt>
                <c:pt idx="2">
                  <c:v>8.9896579156722334E-2</c:v>
                </c:pt>
                <c:pt idx="3">
                  <c:v>9.2410538733779024E-2</c:v>
                </c:pt>
                <c:pt idx="4">
                  <c:v>6.6158781074578954E-2</c:v>
                </c:pt>
                <c:pt idx="5">
                  <c:v>3.4107946026986413E-2</c:v>
                </c:pt>
                <c:pt idx="6">
                  <c:v>1.642335766423364E-2</c:v>
                </c:pt>
                <c:pt idx="7">
                  <c:v>3.3477321814254779E-2</c:v>
                </c:pt>
                <c:pt idx="8">
                  <c:v>3.196690485144793E-2</c:v>
                </c:pt>
                <c:pt idx="9">
                  <c:v>2.5371511417180193E-2</c:v>
                </c:pt>
                <c:pt idx="10">
                  <c:v>-8.9766606822262451E-3</c:v>
                </c:pt>
                <c:pt idx="11">
                  <c:v>5.8516196447230939E-2</c:v>
                </c:pt>
                <c:pt idx="12">
                  <c:v>3.1705539358600543E-2</c:v>
                </c:pt>
                <c:pt idx="13">
                  <c:v>9.4379639448568309E-2</c:v>
                </c:pt>
                <c:pt idx="14">
                  <c:v>0.10144927536231885</c:v>
                </c:pt>
                <c:pt idx="15">
                  <c:v>9.9374794340243433E-2</c:v>
                </c:pt>
                <c:pt idx="16">
                  <c:v>7.4885199576121497E-2</c:v>
                </c:pt>
                <c:pt idx="17">
                  <c:v>2.8746770025839696E-2</c:v>
                </c:pt>
                <c:pt idx="18">
                  <c:v>-3.3881578947368429E-2</c:v>
                </c:pt>
                <c:pt idx="19">
                  <c:v>-9.6976953008081401E-2</c:v>
                </c:pt>
                <c:pt idx="20">
                  <c:v>-7.9526782780151128E-2</c:v>
                </c:pt>
                <c:pt idx="21">
                  <c:v>-9.3877551020408179E-2</c:v>
                </c:pt>
                <c:pt idx="22">
                  <c:v>-2.5536261491317713E-2</c:v>
                </c:pt>
                <c:pt idx="23">
                  <c:v>-2.7179317202519093E-2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5.8550517672259828E-2</c:v>
                </c:pt>
                <c:pt idx="33">
                  <c:v>0.10533610533610527</c:v>
                </c:pt>
                <c:pt idx="34">
                  <c:v>0.14500349406009794</c:v>
                </c:pt>
                <c:pt idx="35">
                  <c:v>0.10391822827938668</c:v>
                </c:pt>
                <c:pt idx="36">
                  <c:v>4.0134907251264673E-2</c:v>
                </c:pt>
                <c:pt idx="37">
                  <c:v>-4.5768025078369856E-2</c:v>
                </c:pt>
                <c:pt idx="38">
                  <c:v>-1.0375343301800455E-2</c:v>
                </c:pt>
                <c:pt idx="39">
                  <c:v>-3.0864197530866555E-4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3E6-45F6-B9BB-9F518A975A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18711360"/>
        <c:axId val="462297712"/>
      </c:barChart>
      <c:dateAx>
        <c:axId val="518711360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62297712"/>
        <c:crosses val="autoZero"/>
        <c:auto val="1"/>
        <c:lblOffset val="100"/>
        <c:baseTimeUnit val="months"/>
      </c:dateAx>
      <c:valAx>
        <c:axId val="462297712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18711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Participación del sector </a:t>
            </a:r>
            <a:r>
              <a:rPr lang="es-ES" dirty="0" err="1"/>
              <a:t>manuf</a:t>
            </a:r>
            <a:endParaRPr lang="es-E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38100" cap="rnd">
                <a:solidFill>
                  <a:schemeClr val="tx2">
                    <a:lumMod val="50000"/>
                  </a:schemeClr>
                </a:solidFill>
                <a:prstDash val="sysDot"/>
              </a:ln>
              <a:effectLst/>
            </c:spPr>
            <c:trendlineType val="poly"/>
            <c:order val="2"/>
            <c:dispRSqr val="0"/>
            <c:dispEq val="0"/>
          </c:trendline>
          <c:cat>
            <c:numRef>
              <c:f>Hoja1!$A$6:$A$36</c:f>
              <c:numCache>
                <c:formatCode>0</c:formatCode>
                <c:ptCount val="31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 formatCode="General">
                  <c:v>1970</c:v>
                </c:pt>
                <c:pt idx="11" formatCode="General">
                  <c:v>1971</c:v>
                </c:pt>
                <c:pt idx="12" formatCode="General">
                  <c:v>1972</c:v>
                </c:pt>
                <c:pt idx="13" formatCode="General">
                  <c:v>1973</c:v>
                </c:pt>
                <c:pt idx="14" formatCode="General">
                  <c:v>1974</c:v>
                </c:pt>
                <c:pt idx="15" formatCode="General">
                  <c:v>1975</c:v>
                </c:pt>
                <c:pt idx="16" formatCode="General">
                  <c:v>1976</c:v>
                </c:pt>
                <c:pt idx="17" formatCode="General">
                  <c:v>1977</c:v>
                </c:pt>
                <c:pt idx="18" formatCode="General">
                  <c:v>1978</c:v>
                </c:pt>
                <c:pt idx="19" formatCode="General">
                  <c:v>1979</c:v>
                </c:pt>
                <c:pt idx="20" formatCode="General">
                  <c:v>1980</c:v>
                </c:pt>
                <c:pt idx="21" formatCode="General">
                  <c:v>1981</c:v>
                </c:pt>
                <c:pt idx="22" formatCode="General">
                  <c:v>1982</c:v>
                </c:pt>
                <c:pt idx="23" formatCode="General">
                  <c:v>1983</c:v>
                </c:pt>
                <c:pt idx="24" formatCode="General">
                  <c:v>1984</c:v>
                </c:pt>
                <c:pt idx="25" formatCode="General">
                  <c:v>1985</c:v>
                </c:pt>
                <c:pt idx="26" formatCode="General">
                  <c:v>1986</c:v>
                </c:pt>
                <c:pt idx="27" formatCode="General">
                  <c:v>1987</c:v>
                </c:pt>
                <c:pt idx="28" formatCode="General">
                  <c:v>1988</c:v>
                </c:pt>
                <c:pt idx="29" formatCode="General">
                  <c:v>1989</c:v>
                </c:pt>
                <c:pt idx="30" formatCode="General">
                  <c:v>1990</c:v>
                </c:pt>
              </c:numCache>
            </c:numRef>
          </c:cat>
          <c:val>
            <c:numRef>
              <c:f>Hoja1!$E$6:$E$36</c:f>
              <c:numCache>
                <c:formatCode>#,##0.00\ \ </c:formatCode>
                <c:ptCount val="31"/>
                <c:pt idx="0">
                  <c:v>28.692572566962664</c:v>
                </c:pt>
                <c:pt idx="1">
                  <c:v>29.952149737251538</c:v>
                </c:pt>
                <c:pt idx="2">
                  <c:v>27.83226356351199</c:v>
                </c:pt>
                <c:pt idx="3">
                  <c:v>27.401308191124357</c:v>
                </c:pt>
                <c:pt idx="4">
                  <c:v>29.094081341680411</c:v>
                </c:pt>
                <c:pt idx="5">
                  <c:v>31.054654763573016</c:v>
                </c:pt>
                <c:pt idx="6">
                  <c:v>29.648298748973261</c:v>
                </c:pt>
                <c:pt idx="7">
                  <c:v>27.709258566392798</c:v>
                </c:pt>
                <c:pt idx="8">
                  <c:v>27.063257065948861</c:v>
                </c:pt>
                <c:pt idx="9">
                  <c:v>27.084766231312642</c:v>
                </c:pt>
                <c:pt idx="10">
                  <c:v>30.021598272138228</c:v>
                </c:pt>
                <c:pt idx="11">
                  <c:v>30.116134582297839</c:v>
                </c:pt>
                <c:pt idx="12">
                  <c:v>30.41626340350911</c:v>
                </c:pt>
                <c:pt idx="13">
                  <c:v>28.437023152818718</c:v>
                </c:pt>
                <c:pt idx="14">
                  <c:v>28.521640842085432</c:v>
                </c:pt>
                <c:pt idx="15">
                  <c:v>31.931293576957888</c:v>
                </c:pt>
                <c:pt idx="16">
                  <c:v>33.203588263334559</c:v>
                </c:pt>
                <c:pt idx="17">
                  <c:v>31.158526131031337</c:v>
                </c:pt>
                <c:pt idx="18">
                  <c:v>29.148040335177534</c:v>
                </c:pt>
                <c:pt idx="19">
                  <c:v>28.380857798865812</c:v>
                </c:pt>
                <c:pt idx="20">
                  <c:v>29.479166666666668</c:v>
                </c:pt>
                <c:pt idx="21">
                  <c:v>28.766390152528764</c:v>
                </c:pt>
                <c:pt idx="22">
                  <c:v>31.360973823906278</c:v>
                </c:pt>
                <c:pt idx="23">
                  <c:v>30.666666666666664</c:v>
                </c:pt>
                <c:pt idx="24">
                  <c:v>29.708440803115359</c:v>
                </c:pt>
                <c:pt idx="25">
                  <c:v>29.641847313854853</c:v>
                </c:pt>
                <c:pt idx="26">
                  <c:v>27.419597159483576</c:v>
                </c:pt>
                <c:pt idx="27">
                  <c:v>27.496646280049546</c:v>
                </c:pt>
                <c:pt idx="28">
                  <c:v>27.999675856728672</c:v>
                </c:pt>
                <c:pt idx="29">
                  <c:v>30.949416546317948</c:v>
                </c:pt>
                <c:pt idx="30">
                  <c:v>26.789396124683872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15-4487-BC8A-AFAFB2197A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8548440"/>
        <c:axId val="468550736"/>
      </c:lineChart>
      <c:catAx>
        <c:axId val="468548440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68550736"/>
        <c:crosses val="autoZero"/>
        <c:auto val="1"/>
        <c:lblAlgn val="ctr"/>
        <c:lblOffset val="100"/>
        <c:noMultiLvlLbl val="0"/>
      </c:catAx>
      <c:valAx>
        <c:axId val="468550736"/>
        <c:scaling>
          <c:orientation val="minMax"/>
          <c:min val="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68548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s-A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Tasa de interés activa real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'7.1.6'!$A$97:$A$124</c:f>
              <c:numCache>
                <c:formatCode>@</c:formatCode>
                <c:ptCount val="28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</c:numCache>
            </c:numRef>
          </c:cat>
          <c:val>
            <c:numRef>
              <c:f>'7.1.6'!$L$97:$L$124</c:f>
              <c:numCache>
                <c:formatCode>#,##0.00\ \ </c:formatCode>
                <c:ptCount val="28"/>
                <c:pt idx="0">
                  <c:v>-12.950688631411234</c:v>
                </c:pt>
                <c:pt idx="1">
                  <c:v>-2.3908893585306457</c:v>
                </c:pt>
                <c:pt idx="2">
                  <c:v>-11.236607054999048</c:v>
                </c:pt>
                <c:pt idx="3">
                  <c:v>-5.8062197057412561</c:v>
                </c:pt>
                <c:pt idx="4">
                  <c:v>-4.3130067886066996</c:v>
                </c:pt>
                <c:pt idx="5">
                  <c:v>-9.11067833749164</c:v>
                </c:pt>
                <c:pt idx="6">
                  <c:v>-11.369072854092611</c:v>
                </c:pt>
                <c:pt idx="7">
                  <c:v>-9.5615726991519772</c:v>
                </c:pt>
                <c:pt idx="8">
                  <c:v>6.257308545499507</c:v>
                </c:pt>
                <c:pt idx="9">
                  <c:v>13.59170986469065</c:v>
                </c:pt>
                <c:pt idx="10">
                  <c:v>9.7047208212309499</c:v>
                </c:pt>
                <c:pt idx="11">
                  <c:v>-6.698249390211652</c:v>
                </c:pt>
                <c:pt idx="12">
                  <c:v>-17.326677999975271</c:v>
                </c:pt>
                <c:pt idx="13">
                  <c:v>-18.965921251507535</c:v>
                </c:pt>
                <c:pt idx="14">
                  <c:v>2.4042997003676181</c:v>
                </c:pt>
                <c:pt idx="15">
                  <c:v>-49.080512163817289</c:v>
                </c:pt>
                <c:pt idx="16">
                  <c:v>-66.361148656326066</c:v>
                </c:pt>
                <c:pt idx="17">
                  <c:v>-25.225779517858292</c:v>
                </c:pt>
                <c:pt idx="18">
                  <c:v>-26.717646576210818</c:v>
                </c:pt>
                <c:pt idx="19">
                  <c:v>-28.326481529357462</c:v>
                </c:pt>
                <c:pt idx="20">
                  <c:v>-17.615152104028631</c:v>
                </c:pt>
                <c:pt idx="21">
                  <c:v>7.787836804852577</c:v>
                </c:pt>
                <c:pt idx="22">
                  <c:v>-24.238061281537004</c:v>
                </c:pt>
                <c:pt idx="23">
                  <c:v>-40.898016517519643</c:v>
                </c:pt>
                <c:pt idx="24">
                  <c:v>-55.485019898657306</c:v>
                </c:pt>
                <c:pt idx="25">
                  <c:v>-61.964818383415299</c:v>
                </c:pt>
                <c:pt idx="26">
                  <c:v>-7.2562071092694307</c:v>
                </c:pt>
                <c:pt idx="27">
                  <c:v>-1.4399186574618694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CE-414B-AF9A-D044337E3C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20146792"/>
        <c:axId val="520142200"/>
      </c:barChart>
      <c:catAx>
        <c:axId val="520146792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20142200"/>
        <c:crosses val="autoZero"/>
        <c:auto val="1"/>
        <c:lblAlgn val="ctr"/>
        <c:lblOffset val="100"/>
        <c:noMultiLvlLbl val="0"/>
      </c:catAx>
      <c:valAx>
        <c:axId val="520142200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20146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Precios de comercio exterior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Hoja2!$J$1</c:f>
              <c:strCache>
                <c:ptCount val="1"/>
                <c:pt idx="0">
                  <c:v>Términos de Intercambio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Hoja2!$J$6:$J$36</c:f>
              <c:numCache>
                <c:formatCode>#,##0.00\ \ </c:formatCode>
                <c:ptCount val="31"/>
                <c:pt idx="0">
                  <c:v>97.376714062490294</c:v>
                </c:pt>
                <c:pt idx="1">
                  <c:v>96.902657068487102</c:v>
                </c:pt>
                <c:pt idx="2">
                  <c:v>88.609867474816582</c:v>
                </c:pt>
                <c:pt idx="3">
                  <c:v>95.075199061073121</c:v>
                </c:pt>
                <c:pt idx="4">
                  <c:v>108.39734719514664</c:v>
                </c:pt>
                <c:pt idx="5">
                  <c:v>107.55122530026817</c:v>
                </c:pt>
                <c:pt idx="6">
                  <c:v>105.61500449180237</c:v>
                </c:pt>
                <c:pt idx="7">
                  <c:v>101.5057899060676</c:v>
                </c:pt>
                <c:pt idx="8">
                  <c:v>100.29672029097185</c:v>
                </c:pt>
                <c:pt idx="9">
                  <c:v>95.04448978854839</c:v>
                </c:pt>
                <c:pt idx="10">
                  <c:v>94.531290599625322</c:v>
                </c:pt>
                <c:pt idx="11">
                  <c:v>112.73716103670705</c:v>
                </c:pt>
                <c:pt idx="12">
                  <c:v>114.10454198509213</c:v>
                </c:pt>
                <c:pt idx="13">
                  <c:v>143.07567682519093</c:v>
                </c:pt>
                <c:pt idx="14">
                  <c:v>111.53689126385578</c:v>
                </c:pt>
                <c:pt idx="15">
                  <c:v>92.867881676031999</c:v>
                </c:pt>
                <c:pt idx="16">
                  <c:v>90.99978704850767</c:v>
                </c:pt>
                <c:pt idx="17">
                  <c:v>98.560597163291803</c:v>
                </c:pt>
                <c:pt idx="18">
                  <c:v>96.197076141167813</c:v>
                </c:pt>
                <c:pt idx="19">
                  <c:v>104.80334023850422</c:v>
                </c:pt>
                <c:pt idx="20">
                  <c:v>117.30524885799984</c:v>
                </c:pt>
                <c:pt idx="21">
                  <c:v>125.5369657989921</c:v>
                </c:pt>
                <c:pt idx="22">
                  <c:v>105.43736289451428</c:v>
                </c:pt>
                <c:pt idx="23">
                  <c:v>105.56323971685447</c:v>
                </c:pt>
                <c:pt idx="24">
                  <c:v>115.74613332835607</c:v>
                </c:pt>
                <c:pt idx="25">
                  <c:v>98.876041946759869</c:v>
                </c:pt>
                <c:pt idx="26">
                  <c:v>85.237967195482668</c:v>
                </c:pt>
                <c:pt idx="27">
                  <c:v>85.138997142114832</c:v>
                </c:pt>
                <c:pt idx="28">
                  <c:v>92.04269771955363</c:v>
                </c:pt>
                <c:pt idx="29">
                  <c:v>89.826589595375708</c:v>
                </c:pt>
                <c:pt idx="30">
                  <c:v>90.198339483394832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99-4EEE-A546-0BEB8FAE84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88729344"/>
        <c:axId val="388725408"/>
      </c:barChart>
      <c:lineChart>
        <c:grouping val="standard"/>
        <c:varyColors val="0"/>
        <c:ser>
          <c:idx val="0"/>
          <c:order val="0"/>
          <c:tx>
            <c:strRef>
              <c:f>Hoja2!$H$1</c:f>
              <c:strCache>
                <c:ptCount val="1"/>
                <c:pt idx="0">
                  <c:v>Precios de Exportac.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Hoja2!$A$6:$A$36</c:f>
              <c:numCache>
                <c:formatCode>General</c:formatCode>
                <c:ptCount val="31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</c:numCache>
            </c:numRef>
          </c:cat>
          <c:val>
            <c:numRef>
              <c:f>Hoja2!$H$6:$H$36</c:f>
              <c:numCache>
                <c:formatCode>#,##0.00\ \ </c:formatCode>
                <c:ptCount val="31"/>
                <c:pt idx="0">
                  <c:v>32.127300680300756</c:v>
                </c:pt>
                <c:pt idx="1">
                  <c:v>31.258055532024223</c:v>
                </c:pt>
                <c:pt idx="2">
                  <c:v>29.137097370229473</c:v>
                </c:pt>
                <c:pt idx="3">
                  <c:v>30.388810383747686</c:v>
                </c:pt>
                <c:pt idx="4">
                  <c:v>34.248258842095503</c:v>
                </c:pt>
                <c:pt idx="5">
                  <c:v>34.178719230233376</c:v>
                </c:pt>
                <c:pt idx="6">
                  <c:v>34.456877677681867</c:v>
                </c:pt>
                <c:pt idx="7">
                  <c:v>32.892236410784101</c:v>
                </c:pt>
                <c:pt idx="8">
                  <c:v>32.057761068438623</c:v>
                </c:pt>
                <c:pt idx="9">
                  <c:v>32.196840292162875</c:v>
                </c:pt>
                <c:pt idx="10">
                  <c:v>34.76980593106142</c:v>
                </c:pt>
                <c:pt idx="11">
                  <c:v>40.777347637358268</c:v>
                </c:pt>
                <c:pt idx="12">
                  <c:v>44.663692441868868</c:v>
                </c:pt>
                <c:pt idx="13">
                  <c:v>64.80583127517933</c:v>
                </c:pt>
                <c:pt idx="14">
                  <c:v>80.930377135621953</c:v>
                </c:pt>
                <c:pt idx="15">
                  <c:v>73.094915100451686</c:v>
                </c:pt>
                <c:pt idx="16">
                  <c:v>66.760883653005692</c:v>
                </c:pt>
                <c:pt idx="17">
                  <c:v>71.053705425236643</c:v>
                </c:pt>
                <c:pt idx="18">
                  <c:v>73.387745774730831</c:v>
                </c:pt>
                <c:pt idx="19">
                  <c:v>95.579668111635797</c:v>
                </c:pt>
                <c:pt idx="20">
                  <c:v>112.77275000000002</c:v>
                </c:pt>
                <c:pt idx="21">
                  <c:v>115.78424999999999</c:v>
                </c:pt>
                <c:pt idx="22">
                  <c:v>95.971749999999986</c:v>
                </c:pt>
                <c:pt idx="23">
                  <c:v>91.375249999999994</c:v>
                </c:pt>
                <c:pt idx="24">
                  <c:v>99.221000000000004</c:v>
                </c:pt>
                <c:pt idx="25">
                  <c:v>85.035249999999991</c:v>
                </c:pt>
                <c:pt idx="26">
                  <c:v>79.25</c:v>
                </c:pt>
                <c:pt idx="27">
                  <c:v>81.924999999999997</c:v>
                </c:pt>
                <c:pt idx="28">
                  <c:v>94.85</c:v>
                </c:pt>
                <c:pt idx="29">
                  <c:v>97.125</c:v>
                </c:pt>
                <c:pt idx="30">
                  <c:v>97.775000000000006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099-4EEE-A546-0BEB8FAE8418}"/>
            </c:ext>
          </c:extLst>
        </c:ser>
        <c:ser>
          <c:idx val="1"/>
          <c:order val="1"/>
          <c:tx>
            <c:strRef>
              <c:f>Hoja2!$I$1</c:f>
              <c:strCache>
                <c:ptCount val="1"/>
                <c:pt idx="0">
                  <c:v>Precios de Importac.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Hoja2!$A$6:$A$36</c:f>
              <c:numCache>
                <c:formatCode>General</c:formatCode>
                <c:ptCount val="31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</c:numCache>
            </c:numRef>
          </c:cat>
          <c:val>
            <c:numRef>
              <c:f>Hoja2!$I$6:$I$36</c:f>
              <c:numCache>
                <c:formatCode>#,##0.00\ \ </c:formatCode>
                <c:ptCount val="31"/>
                <c:pt idx="0">
                  <c:v>32.992796059726828</c:v>
                </c:pt>
                <c:pt idx="1">
                  <c:v>32.257170729521093</c:v>
                </c:pt>
                <c:pt idx="2">
                  <c:v>32.882452260195961</c:v>
                </c:pt>
                <c:pt idx="3">
                  <c:v>31.962920597438803</c:v>
                </c:pt>
                <c:pt idx="4">
                  <c:v>31.595107932335935</c:v>
                </c:pt>
                <c:pt idx="5">
                  <c:v>31.779014264887369</c:v>
                </c:pt>
                <c:pt idx="6">
                  <c:v>32.624983394623953</c:v>
                </c:pt>
                <c:pt idx="7">
                  <c:v>32.404295795562234</c:v>
                </c:pt>
                <c:pt idx="8">
                  <c:v>31.962920597438803</c:v>
                </c:pt>
                <c:pt idx="9">
                  <c:v>33.875546455973684</c:v>
                </c:pt>
                <c:pt idx="10">
                  <c:v>36.781266510286308</c:v>
                </c:pt>
                <c:pt idx="11">
                  <c:v>36.17028073297076</c:v>
                </c:pt>
                <c:pt idx="12">
                  <c:v>39.142782280922894</c:v>
                </c:pt>
                <c:pt idx="13">
                  <c:v>45.294792737104245</c:v>
                </c:pt>
                <c:pt idx="14">
                  <c:v>72.55929066928185</c:v>
                </c:pt>
                <c:pt idx="15">
                  <c:v>78.708498332547336</c:v>
                </c:pt>
                <c:pt idx="16">
                  <c:v>73.363780090406848</c:v>
                </c:pt>
                <c:pt idx="17">
                  <c:v>72.091390951616617</c:v>
                </c:pt>
                <c:pt idx="18">
                  <c:v>76.288956711153446</c:v>
                </c:pt>
                <c:pt idx="19">
                  <c:v>91.199066646275</c:v>
                </c:pt>
                <c:pt idx="20">
                  <c:v>96.136150000000001</c:v>
                </c:pt>
                <c:pt idx="21">
                  <c:v>92.231199999999987</c:v>
                </c:pt>
                <c:pt idx="22">
                  <c:v>91.022525000000002</c:v>
                </c:pt>
                <c:pt idx="23">
                  <c:v>86.559724999999986</c:v>
                </c:pt>
                <c:pt idx="24">
                  <c:v>85.722949999999997</c:v>
                </c:pt>
                <c:pt idx="25">
                  <c:v>86.001874999999998</c:v>
                </c:pt>
                <c:pt idx="26">
                  <c:v>92.974999999999994</c:v>
                </c:pt>
                <c:pt idx="27">
                  <c:v>96.224999999999994</c:v>
                </c:pt>
                <c:pt idx="28">
                  <c:v>103.05</c:v>
                </c:pt>
                <c:pt idx="29">
                  <c:v>108.125</c:v>
                </c:pt>
                <c:pt idx="30">
                  <c:v>108.4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099-4EEE-A546-0BEB8FAE84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8729344"/>
        <c:axId val="388725408"/>
      </c:lineChart>
      <c:catAx>
        <c:axId val="388729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388725408"/>
        <c:crosses val="autoZero"/>
        <c:auto val="1"/>
        <c:lblAlgn val="ctr"/>
        <c:lblOffset val="100"/>
        <c:noMultiLvlLbl val="0"/>
      </c:catAx>
      <c:valAx>
        <c:axId val="388725408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388729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Hoja4!$J$2</c:f>
              <c:strCache>
                <c:ptCount val="1"/>
                <c:pt idx="0">
                  <c:v>Promedio externo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Hoja4!$A$3:$A$40</c:f>
              <c:numCache>
                <c:formatCode>General</c:formatCode>
                <c:ptCount val="38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  <c:pt idx="31">
                  <c:v>1981</c:v>
                </c:pt>
                <c:pt idx="32">
                  <c:v>1982</c:v>
                </c:pt>
                <c:pt idx="33">
                  <c:v>1983</c:v>
                </c:pt>
                <c:pt idx="34">
                  <c:v>1984</c:v>
                </c:pt>
                <c:pt idx="35">
                  <c:v>1985</c:v>
                </c:pt>
                <c:pt idx="36">
                  <c:v>1986</c:v>
                </c:pt>
                <c:pt idx="37">
                  <c:v>1987</c:v>
                </c:pt>
              </c:numCache>
            </c:numRef>
          </c:cat>
          <c:val>
            <c:numRef>
              <c:f>Hoja4!$J$3:$J$40</c:f>
              <c:numCache>
                <c:formatCode>_ * #,##0.00_ ;_ * \-#,##0.00_ ;_ * "-"??_ ;_ @_ </c:formatCode>
                <c:ptCount val="38"/>
                <c:pt idx="0">
                  <c:v>62.636255262187454</c:v>
                </c:pt>
                <c:pt idx="1">
                  <c:v>91.317073105847641</c:v>
                </c:pt>
                <c:pt idx="2">
                  <c:v>101.45572351298915</c:v>
                </c:pt>
                <c:pt idx="3">
                  <c:v>85.28256356442165</c:v>
                </c:pt>
                <c:pt idx="4">
                  <c:v>63.542974674992003</c:v>
                </c:pt>
                <c:pt idx="5">
                  <c:v>50.962983605933303</c:v>
                </c:pt>
                <c:pt idx="6">
                  <c:v>56.945887538263918</c:v>
                </c:pt>
                <c:pt idx="7">
                  <c:v>62.283367172379634</c:v>
                </c:pt>
                <c:pt idx="8">
                  <c:v>81.108564786951504</c:v>
                </c:pt>
                <c:pt idx="9">
                  <c:v>48.958985738477885</c:v>
                </c:pt>
                <c:pt idx="10">
                  <c:v>54.333333333333336</c:v>
                </c:pt>
                <c:pt idx="11">
                  <c:v>55.230000000000004</c:v>
                </c:pt>
                <c:pt idx="12">
                  <c:v>54.291666666666664</c:v>
                </c:pt>
                <c:pt idx="13">
                  <c:v>56.958333333333336</c:v>
                </c:pt>
                <c:pt idx="14">
                  <c:v>57.4375</c:v>
                </c:pt>
                <c:pt idx="15">
                  <c:v>53.458333333333336</c:v>
                </c:pt>
                <c:pt idx="16">
                  <c:v>50.958333333333329</c:v>
                </c:pt>
                <c:pt idx="17">
                  <c:v>57.25</c:v>
                </c:pt>
                <c:pt idx="18">
                  <c:v>52.041666666666671</c:v>
                </c:pt>
                <c:pt idx="19">
                  <c:v>55.416666666666671</c:v>
                </c:pt>
                <c:pt idx="20">
                  <c:v>56.375</c:v>
                </c:pt>
                <c:pt idx="21">
                  <c:v>58.166666666666671</c:v>
                </c:pt>
                <c:pt idx="22">
                  <c:v>65.194166501363114</c:v>
                </c:pt>
                <c:pt idx="23">
                  <c:v>100.24583307902017</c:v>
                </c:pt>
                <c:pt idx="24">
                  <c:v>154.375</c:v>
                </c:pt>
                <c:pt idx="25">
                  <c:v>137.79166666666669</c:v>
                </c:pt>
                <c:pt idx="26">
                  <c:v>122.66666666666666</c:v>
                </c:pt>
                <c:pt idx="27">
                  <c:v>96.683333333333337</c:v>
                </c:pt>
                <c:pt idx="28">
                  <c:v>114.29166666666666</c:v>
                </c:pt>
                <c:pt idx="29">
                  <c:v>136.96666653951007</c:v>
                </c:pt>
                <c:pt idx="30">
                  <c:v>183.29166666666669</c:v>
                </c:pt>
                <c:pt idx="31">
                  <c:v>163.25</c:v>
                </c:pt>
                <c:pt idx="32">
                  <c:v>136.25</c:v>
                </c:pt>
                <c:pt idx="33">
                  <c:v>136.125</c:v>
                </c:pt>
                <c:pt idx="34">
                  <c:v>136.79166666666669</c:v>
                </c:pt>
                <c:pt idx="35">
                  <c:v>107.91666666666667</c:v>
                </c:pt>
                <c:pt idx="36">
                  <c:v>85.291666666666671</c:v>
                </c:pt>
                <c:pt idx="37">
                  <c:v>84.662500063578278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52-4CAF-9753-E7E8DE438A2D}"/>
            </c:ext>
          </c:extLst>
        </c:ser>
        <c:ser>
          <c:idx val="1"/>
          <c:order val="1"/>
          <c:tx>
            <c:strRef>
              <c:f>Hoja4!$K$2</c:f>
              <c:strCache>
                <c:ptCount val="1"/>
                <c:pt idx="0">
                  <c:v>promedio interno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Hoja4!$A$3:$A$40</c:f>
              <c:numCache>
                <c:formatCode>General</c:formatCode>
                <c:ptCount val="38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  <c:pt idx="31">
                  <c:v>1981</c:v>
                </c:pt>
                <c:pt idx="32">
                  <c:v>1982</c:v>
                </c:pt>
                <c:pt idx="33">
                  <c:v>1983</c:v>
                </c:pt>
                <c:pt idx="34">
                  <c:v>1984</c:v>
                </c:pt>
                <c:pt idx="35">
                  <c:v>1985</c:v>
                </c:pt>
                <c:pt idx="36">
                  <c:v>1986</c:v>
                </c:pt>
                <c:pt idx="37">
                  <c:v>1987</c:v>
                </c:pt>
              </c:numCache>
            </c:numRef>
          </c:cat>
          <c:val>
            <c:numRef>
              <c:f>Hoja4!$K$3:$K$40</c:f>
              <c:numCache>
                <c:formatCode>_ * #,##0.00_ ;_ * \-#,##0.00_ ;_ * "-"??_ ;_ @_ </c:formatCode>
                <c:ptCount val="38"/>
                <c:pt idx="0">
                  <c:v>80.015362949686335</c:v>
                </c:pt>
                <c:pt idx="1">
                  <c:v>74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98.181818181818187</c:v>
                </c:pt>
                <c:pt idx="6">
                  <c:v>48.091666666666669</c:v>
                </c:pt>
                <c:pt idx="7">
                  <c:v>55.761111111111106</c:v>
                </c:pt>
                <c:pt idx="8">
                  <c:v>124.77777777777777</c:v>
                </c:pt>
                <c:pt idx="9">
                  <c:v>36.67803547066849</c:v>
                </c:pt>
                <c:pt idx="10">
                  <c:v>45.650362318840585</c:v>
                </c:pt>
                <c:pt idx="11">
                  <c:v>61.044749188018777</c:v>
                </c:pt>
                <c:pt idx="12">
                  <c:v>59.865925159510255</c:v>
                </c:pt>
                <c:pt idx="13">
                  <c:v>48.662794892143424</c:v>
                </c:pt>
                <c:pt idx="14">
                  <c:v>56.134751773049651</c:v>
                </c:pt>
                <c:pt idx="15">
                  <c:v>49.443052480285907</c:v>
                </c:pt>
                <c:pt idx="16">
                  <c:v>50.28859167263753</c:v>
                </c:pt>
                <c:pt idx="17">
                  <c:v>44.706396801599197</c:v>
                </c:pt>
                <c:pt idx="18">
                  <c:v>41.913095238095224</c:v>
                </c:pt>
                <c:pt idx="19">
                  <c:v>49.160714285714278</c:v>
                </c:pt>
                <c:pt idx="20">
                  <c:v>47.354528751395591</c:v>
                </c:pt>
                <c:pt idx="21">
                  <c:v>45.680055607810132</c:v>
                </c:pt>
                <c:pt idx="22">
                  <c:v>73.658333333333331</c:v>
                </c:pt>
                <c:pt idx="23">
                  <c:v>114.11500000000001</c:v>
                </c:pt>
                <c:pt idx="24">
                  <c:v>135.12166666666667</c:v>
                </c:pt>
                <c:pt idx="25">
                  <c:v>31.480859978846311</c:v>
                </c:pt>
                <c:pt idx="26">
                  <c:v>51.763490926456534</c:v>
                </c:pt>
                <c:pt idx="27">
                  <c:v>76.00064802559011</c:v>
                </c:pt>
                <c:pt idx="28">
                  <c:v>101.21938433148802</c:v>
                </c:pt>
                <c:pt idx="29">
                  <c:v>117.84701600839492</c:v>
                </c:pt>
                <c:pt idx="30">
                  <c:v>163.31694283533164</c:v>
                </c:pt>
                <c:pt idx="31">
                  <c:v>118.88820012673224</c:v>
                </c:pt>
                <c:pt idx="32">
                  <c:v>89.894870579561314</c:v>
                </c:pt>
                <c:pt idx="33">
                  <c:v>94.408995661323132</c:v>
                </c:pt>
                <c:pt idx="34">
                  <c:v>89.668664245305166</c:v>
                </c:pt>
                <c:pt idx="35">
                  <c:v>74.393035523504281</c:v>
                </c:pt>
                <c:pt idx="36">
                  <c:v>75.307199723087564</c:v>
                </c:pt>
                <c:pt idx="37">
                  <c:v>75.987353006434446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452-4CAF-9753-E7E8DE438A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56552048"/>
        <c:axId val="556560904"/>
      </c:lineChart>
      <c:catAx>
        <c:axId val="556552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56560904"/>
        <c:crosses val="autoZero"/>
        <c:auto val="1"/>
        <c:lblAlgn val="ctr"/>
        <c:lblOffset val="100"/>
        <c:noMultiLvlLbl val="0"/>
      </c:catAx>
      <c:valAx>
        <c:axId val="556560904"/>
        <c:scaling>
          <c:orientation val="minMax"/>
        </c:scaling>
        <c:delete val="0"/>
        <c:axPos val="l"/>
        <c:numFmt formatCode="_ * #,##0.00_ ;_ * \-#,##0.0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56552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Cantidades de comercio exterior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Hoja2!$E$1</c:f>
              <c:strCache>
                <c:ptCount val="1"/>
                <c:pt idx="0">
                  <c:v>Cantidades de Exportación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Hoja2!$A$6:$A$36</c:f>
              <c:numCache>
                <c:formatCode>General</c:formatCode>
                <c:ptCount val="31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</c:numCache>
            </c:numRef>
          </c:cat>
          <c:val>
            <c:numRef>
              <c:f>Hoja2!$E$6:$E$36</c:f>
              <c:numCache>
                <c:formatCode>#,##0.00\ \ </c:formatCode>
                <c:ptCount val="31"/>
                <c:pt idx="0">
                  <c:v>25.315674596854365</c:v>
                </c:pt>
                <c:pt idx="1">
                  <c:v>23.244592146323132</c:v>
                </c:pt>
                <c:pt idx="2">
                  <c:v>31.452060005369503</c:v>
                </c:pt>
                <c:pt idx="3">
                  <c:v>33.864121299797759</c:v>
                </c:pt>
                <c:pt idx="4">
                  <c:v>31.038190851495077</c:v>
                </c:pt>
                <c:pt idx="5">
                  <c:v>32.810205660149748</c:v>
                </c:pt>
                <c:pt idx="6">
                  <c:v>34.846260784946793</c:v>
                </c:pt>
                <c:pt idx="7">
                  <c:v>33.555041391080294</c:v>
                </c:pt>
                <c:pt idx="8">
                  <c:v>32.157551049783685</c:v>
                </c:pt>
                <c:pt idx="9">
                  <c:v>37.734667760708447</c:v>
                </c:pt>
                <c:pt idx="10">
                  <c:v>38.43414832867991</c:v>
                </c:pt>
                <c:pt idx="11">
                  <c:v>32.165618511982643</c:v>
                </c:pt>
                <c:pt idx="12">
                  <c:v>32.753302122728229</c:v>
                </c:pt>
                <c:pt idx="13">
                  <c:v>37.980781843895663</c:v>
                </c:pt>
                <c:pt idx="14">
                  <c:v>36.60329149683303</c:v>
                </c:pt>
                <c:pt idx="15">
                  <c:v>30.536250191976468</c:v>
                </c:pt>
                <c:pt idx="16">
                  <c:v>44.207250321530431</c:v>
                </c:pt>
                <c:pt idx="17">
                  <c:v>59.946227818666728</c:v>
                </c:pt>
                <c:pt idx="18">
                  <c:v>65.717994465317204</c:v>
                </c:pt>
                <c:pt idx="19">
                  <c:v>61.580294403346883</c:v>
                </c:pt>
                <c:pt idx="20">
                  <c:v>53.605309595690777</c:v>
                </c:pt>
                <c:pt idx="21">
                  <c:v>59.511519453798655</c:v>
                </c:pt>
                <c:pt idx="22">
                  <c:v>59.866544302220561</c:v>
                </c:pt>
                <c:pt idx="23">
                  <c:v>64.62985734343782</c:v>
                </c:pt>
                <c:pt idx="24">
                  <c:v>61.580017325849369</c:v>
                </c:pt>
                <c:pt idx="25">
                  <c:v>74.411561058389225</c:v>
                </c:pt>
                <c:pt idx="26">
                  <c:v>65.159822008699848</c:v>
                </c:pt>
                <c:pt idx="27">
                  <c:v>58.506278144503753</c:v>
                </c:pt>
                <c:pt idx="28">
                  <c:v>72.574738214679712</c:v>
                </c:pt>
                <c:pt idx="29">
                  <c:v>74.281186648358258</c:v>
                </c:pt>
                <c:pt idx="30">
                  <c:v>95.222938276262468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786-475F-80D8-E93B14083F86}"/>
            </c:ext>
          </c:extLst>
        </c:ser>
        <c:ser>
          <c:idx val="1"/>
          <c:order val="1"/>
          <c:tx>
            <c:strRef>
              <c:f>Hoja2!$F$1</c:f>
              <c:strCache>
                <c:ptCount val="1"/>
                <c:pt idx="0">
                  <c:v>Cantidades de Importación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Hoja2!$A$6:$A$36</c:f>
              <c:numCache>
                <c:formatCode>General</c:formatCode>
                <c:ptCount val="31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</c:numCache>
            </c:numRef>
          </c:cat>
          <c:val>
            <c:numRef>
              <c:f>Hoja2!$F$6:$F$36</c:f>
              <c:numCache>
                <c:formatCode>#,##0.00\ \ </c:formatCode>
                <c:ptCount val="31"/>
                <c:pt idx="0">
                  <c:v>22.441677186675573</c:v>
                </c:pt>
                <c:pt idx="1">
                  <c:v>26.83017503032714</c:v>
                </c:pt>
                <c:pt idx="2">
                  <c:v>24.449123444736845</c:v>
                </c:pt>
                <c:pt idx="3">
                  <c:v>18.184334552389199</c:v>
                </c:pt>
                <c:pt idx="4">
                  <c:v>20.20993056398342</c:v>
                </c:pt>
                <c:pt idx="5">
                  <c:v>22.286156545401862</c:v>
                </c:pt>
                <c:pt idx="6">
                  <c:v>20.423943710077175</c:v>
                </c:pt>
                <c:pt idx="7">
                  <c:v>20.036298238594796</c:v>
                </c:pt>
                <c:pt idx="8">
                  <c:v>21.679539062560877</c:v>
                </c:pt>
                <c:pt idx="9">
                  <c:v>27.574341688053831</c:v>
                </c:pt>
                <c:pt idx="10">
                  <c:v>27.297322863832985</c:v>
                </c:pt>
                <c:pt idx="11">
                  <c:v>30.609478775721367</c:v>
                </c:pt>
                <c:pt idx="12">
                  <c:v>28.839158443943319</c:v>
                </c:pt>
                <c:pt idx="13">
                  <c:v>29.172046251003742</c:v>
                </c:pt>
                <c:pt idx="14">
                  <c:v>29.6897904575548</c:v>
                </c:pt>
                <c:pt idx="15">
                  <c:v>29.71653537267926</c:v>
                </c:pt>
                <c:pt idx="16">
                  <c:v>24.501823292797027</c:v>
                </c:pt>
                <c:pt idx="17">
                  <c:v>34.211663162655924</c:v>
                </c:pt>
                <c:pt idx="18">
                  <c:v>29.782705192105574</c:v>
                </c:pt>
                <c:pt idx="19">
                  <c:v>43.540368718497142</c:v>
                </c:pt>
                <c:pt idx="20">
                  <c:v>64.980986541052232</c:v>
                </c:pt>
                <c:pt idx="21">
                  <c:v>60.595660966049827</c:v>
                </c:pt>
                <c:pt idx="22">
                  <c:v>34.749445583730612</c:v>
                </c:pt>
                <c:pt idx="23">
                  <c:v>30.845131123996712</c:v>
                </c:pt>
                <c:pt idx="24">
                  <c:v>31.692404794481245</c:v>
                </c:pt>
                <c:pt idx="25">
                  <c:v>26.284712767906164</c:v>
                </c:pt>
                <c:pt idx="26">
                  <c:v>30.112817728991558</c:v>
                </c:pt>
                <c:pt idx="27">
                  <c:v>35.846169857537809</c:v>
                </c:pt>
                <c:pt idx="28">
                  <c:v>30.619475291811682</c:v>
                </c:pt>
                <c:pt idx="29">
                  <c:v>23.015872743984385</c:v>
                </c:pt>
                <c:pt idx="30">
                  <c:v>22.301399449720211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786-475F-80D8-E93B14083F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88729344"/>
        <c:axId val="388725408"/>
      </c:lineChart>
      <c:catAx>
        <c:axId val="388729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388725408"/>
        <c:crosses val="autoZero"/>
        <c:auto val="1"/>
        <c:lblAlgn val="ctr"/>
        <c:lblOffset val="100"/>
        <c:noMultiLvlLbl val="0"/>
      </c:catAx>
      <c:valAx>
        <c:axId val="388725408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388729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Balanza de pagos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Hoja3!$B$4</c:f>
              <c:strCache>
                <c:ptCount val="1"/>
                <c:pt idx="0">
                  <c:v>Exportaciones</c:v>
                </c:pt>
              </c:strCache>
            </c:strRef>
          </c:tx>
          <c:spPr>
            <a:solidFill>
              <a:schemeClr val="accent1">
                <a:alpha val="66000"/>
              </a:schemeClr>
            </a:solidFill>
            <a:ln>
              <a:solidFill>
                <a:schemeClr val="accent1"/>
              </a:solidFill>
            </a:ln>
            <a:effectLst/>
          </c:spPr>
          <c:cat>
            <c:numRef>
              <c:f>Hoja3!$A$5:$A$25</c:f>
              <c:numCache>
                <c:formatCode>General</c:formatCode>
                <c:ptCount val="21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</c:numCache>
            </c:numRef>
          </c:cat>
          <c:val>
            <c:numRef>
              <c:f>Hoja3!$B$5:$B$25</c:f>
              <c:numCache>
                <c:formatCode>#,##0.0\ \ </c:formatCode>
                <c:ptCount val="21"/>
                <c:pt idx="0">
                  <c:v>1773.2</c:v>
                </c:pt>
                <c:pt idx="1">
                  <c:v>1740.4</c:v>
                </c:pt>
                <c:pt idx="2">
                  <c:v>1941.1</c:v>
                </c:pt>
                <c:pt idx="3">
                  <c:v>3266</c:v>
                </c:pt>
                <c:pt idx="4">
                  <c:v>3930.7</c:v>
                </c:pt>
                <c:pt idx="5">
                  <c:v>2961.7</c:v>
                </c:pt>
                <c:pt idx="6">
                  <c:v>3916.1</c:v>
                </c:pt>
                <c:pt idx="7">
                  <c:v>5651.8</c:v>
                </c:pt>
                <c:pt idx="8">
                  <c:v>6399.5</c:v>
                </c:pt>
                <c:pt idx="9">
                  <c:v>7809.9</c:v>
                </c:pt>
                <c:pt idx="10">
                  <c:v>8021.4</c:v>
                </c:pt>
                <c:pt idx="11">
                  <c:v>9143</c:v>
                </c:pt>
                <c:pt idx="12">
                  <c:v>7623.7</c:v>
                </c:pt>
                <c:pt idx="13">
                  <c:v>7836.1</c:v>
                </c:pt>
                <c:pt idx="14">
                  <c:v>8107.4</c:v>
                </c:pt>
                <c:pt idx="15">
                  <c:v>8396</c:v>
                </c:pt>
                <c:pt idx="16">
                  <c:v>6852</c:v>
                </c:pt>
                <c:pt idx="17">
                  <c:v>6360</c:v>
                </c:pt>
                <c:pt idx="18">
                  <c:v>9134</c:v>
                </c:pt>
                <c:pt idx="19">
                  <c:v>9573</c:v>
                </c:pt>
                <c:pt idx="20" formatCode="#,##0\ \ ">
                  <c:v>12354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74-44E5-BF37-210BAD409E10}"/>
            </c:ext>
          </c:extLst>
        </c:ser>
        <c:ser>
          <c:idx val="1"/>
          <c:order val="1"/>
          <c:tx>
            <c:strRef>
              <c:f>Hoja3!$C$4</c:f>
              <c:strCache>
                <c:ptCount val="1"/>
                <c:pt idx="0">
                  <c:v>Importaciones</c:v>
                </c:pt>
              </c:strCache>
            </c:strRef>
          </c:tx>
          <c:spPr>
            <a:solidFill>
              <a:schemeClr val="accent2">
                <a:alpha val="52000"/>
              </a:schemeClr>
            </a:solidFill>
            <a:ln>
              <a:solidFill>
                <a:schemeClr val="accent2"/>
              </a:solidFill>
            </a:ln>
            <a:effectLst/>
          </c:spPr>
          <c:cat>
            <c:numRef>
              <c:f>Hoja3!$A$5:$A$25</c:f>
              <c:numCache>
                <c:formatCode>General</c:formatCode>
                <c:ptCount val="21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</c:numCache>
            </c:numRef>
          </c:cat>
          <c:val>
            <c:numRef>
              <c:f>Hoja3!$C$5:$C$25</c:f>
              <c:numCache>
                <c:formatCode>#,##0.0\ \ </c:formatCode>
                <c:ptCount val="21"/>
                <c:pt idx="0">
                  <c:v>1559.7750450510578</c:v>
                </c:pt>
                <c:pt idx="1">
                  <c:v>1719.9786090903024</c:v>
                </c:pt>
                <c:pt idx="2">
                  <c:v>1753.6766001468334</c:v>
                </c:pt>
                <c:pt idx="3">
                  <c:v>2052.7232530200895</c:v>
                </c:pt>
                <c:pt idx="4">
                  <c:v>3346.6892811853436</c:v>
                </c:pt>
                <c:pt idx="5">
                  <c:v>3633.5825602349328</c:v>
                </c:pt>
                <c:pt idx="6">
                  <c:v>2792.5138490288996</c:v>
                </c:pt>
                <c:pt idx="7">
                  <c:v>3831.5352399385974</c:v>
                </c:pt>
                <c:pt idx="8">
                  <c:v>3529.7264566508711</c:v>
                </c:pt>
                <c:pt idx="9">
                  <c:v>6168.757925649069</c:v>
                </c:pt>
                <c:pt idx="10">
                  <c:v>9704.8372822532201</c:v>
                </c:pt>
                <c:pt idx="11">
                  <c:v>8682.2966028165247</c:v>
                </c:pt>
                <c:pt idx="12">
                  <c:v>4913.7379363278378</c:v>
                </c:pt>
                <c:pt idx="13">
                  <c:v>4147.7991723953819</c:v>
                </c:pt>
                <c:pt idx="14">
                  <c:v>4220.5352733097507</c:v>
                </c:pt>
                <c:pt idx="15">
                  <c:v>3511.7726089568173</c:v>
                </c:pt>
                <c:pt idx="16">
                  <c:v>4349.4346926516719</c:v>
                </c:pt>
                <c:pt idx="17">
                  <c:v>5358.5330040712806</c:v>
                </c:pt>
                <c:pt idx="18">
                  <c:v>4901.8607755456178</c:v>
                </c:pt>
                <c:pt idx="19">
                  <c:v>3866.0618701194685</c:v>
                </c:pt>
                <c:pt idx="20">
                  <c:v>3755.5766535406792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74-44E5-BF37-210BAD409E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8178320"/>
        <c:axId val="388178648"/>
      </c:areaChart>
      <c:barChart>
        <c:barDir val="col"/>
        <c:grouping val="clustered"/>
        <c:varyColors val="0"/>
        <c:ser>
          <c:idx val="4"/>
          <c:order val="4"/>
          <c:tx>
            <c:strRef>
              <c:f>Hoja3!$F$4</c:f>
              <c:strCache>
                <c:ptCount val="1"/>
                <c:pt idx="0">
                  <c:v>Var de res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Hoja3!$A$5:$A$25</c:f>
              <c:numCache>
                <c:formatCode>General</c:formatCode>
                <c:ptCount val="21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</c:numCache>
            </c:numRef>
          </c:cat>
          <c:val>
            <c:numRef>
              <c:f>Hoja3!$F$5:$F$25</c:f>
              <c:numCache>
                <c:formatCode>#,##0.00\ \ </c:formatCode>
                <c:ptCount val="21"/>
                <c:pt idx="0">
                  <c:v>259.89999999999998</c:v>
                </c:pt>
                <c:pt idx="1">
                  <c:v>-560.4</c:v>
                </c:pt>
                <c:pt idx="2">
                  <c:v>-284.7</c:v>
                </c:pt>
                <c:pt idx="3">
                  <c:v>731.2</c:v>
                </c:pt>
                <c:pt idx="4">
                  <c:v>94.7</c:v>
                </c:pt>
                <c:pt idx="5" formatCode="#,##0.0\ \ ">
                  <c:v>-1094.5</c:v>
                </c:pt>
                <c:pt idx="6">
                  <c:v>124.7</c:v>
                </c:pt>
                <c:pt idx="7" formatCode="#,##0.0\ \ ">
                  <c:v>2479</c:v>
                </c:pt>
                <c:pt idx="8" formatCode="#,##0.0\ \ ">
                  <c:v>3199.8</c:v>
                </c:pt>
                <c:pt idx="9" formatCode="#,##0.0\ \ ">
                  <c:v>4378.1000000000004</c:v>
                </c:pt>
                <c:pt idx="10" formatCode="#,##0.0\ \ ">
                  <c:v>-2514.5</c:v>
                </c:pt>
                <c:pt idx="11" formatCode="#,##0.0\ \ ">
                  <c:v>-3433.1</c:v>
                </c:pt>
                <c:pt idx="12" formatCode="#,##0.0\ \ ">
                  <c:v>-5080.5</c:v>
                </c:pt>
                <c:pt idx="13" formatCode="#,##0.0\ \ ">
                  <c:v>-4204.3</c:v>
                </c:pt>
                <c:pt idx="14" formatCode="#,##0.0\ \ ">
                  <c:v>-1894.7</c:v>
                </c:pt>
                <c:pt idx="15">
                  <c:v>-556</c:v>
                </c:pt>
                <c:pt idx="16" formatCode="#,##0.0\ \ ">
                  <c:v>-2075</c:v>
                </c:pt>
                <c:pt idx="17" formatCode="#,##0.0\ \ ">
                  <c:v>-4100</c:v>
                </c:pt>
                <c:pt idx="18" formatCode="#,##0.0\ \ ">
                  <c:v>-1381</c:v>
                </c:pt>
                <c:pt idx="19" formatCode="#,##0.0\ \ ">
                  <c:v>-6789</c:v>
                </c:pt>
                <c:pt idx="20">
                  <c:v>679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174-44E5-BF37-210BAD409E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88178320"/>
        <c:axId val="388178648"/>
      </c:barChart>
      <c:lineChart>
        <c:grouping val="standard"/>
        <c:varyColors val="0"/>
        <c:ser>
          <c:idx val="2"/>
          <c:order val="2"/>
          <c:tx>
            <c:strRef>
              <c:f>Hoja3!$D$4</c:f>
              <c:strCache>
                <c:ptCount val="1"/>
                <c:pt idx="0">
                  <c:v>Cta corr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Hoja3!$A$5:$A$25</c:f>
              <c:numCache>
                <c:formatCode>General</c:formatCode>
                <c:ptCount val="21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</c:numCache>
            </c:numRef>
          </c:cat>
          <c:val>
            <c:numRef>
              <c:f>Hoja3!$D$5:$D$25</c:f>
              <c:numCache>
                <c:formatCode>#,##0.00\ \ </c:formatCode>
                <c:ptCount val="21"/>
                <c:pt idx="0">
                  <c:v>-158.9</c:v>
                </c:pt>
                <c:pt idx="1">
                  <c:v>-388.7</c:v>
                </c:pt>
                <c:pt idx="2">
                  <c:v>-222.9</c:v>
                </c:pt>
                <c:pt idx="3">
                  <c:v>720.7</c:v>
                </c:pt>
                <c:pt idx="4">
                  <c:v>127.2</c:v>
                </c:pt>
                <c:pt idx="5" formatCode="#,##0.0\ \ ">
                  <c:v>-1284.5999999999999</c:v>
                </c:pt>
                <c:pt idx="6">
                  <c:v>649.6</c:v>
                </c:pt>
                <c:pt idx="7" formatCode="#,##0.0\ \ ">
                  <c:v>1289.9000000000001</c:v>
                </c:pt>
                <c:pt idx="8" formatCode="#,##0.0\ \ ">
                  <c:v>1833.6</c:v>
                </c:pt>
                <c:pt idx="9">
                  <c:v>-536.4</c:v>
                </c:pt>
                <c:pt idx="10" formatCode="#,##0.0\ \ ">
                  <c:v>-4767.8</c:v>
                </c:pt>
                <c:pt idx="11" formatCode="#,##0.0\ \ ">
                  <c:v>-4714</c:v>
                </c:pt>
                <c:pt idx="12" formatCode="#,##0.0\ \ ">
                  <c:v>-2357.6999999999998</c:v>
                </c:pt>
                <c:pt idx="13" formatCode="#,##0.0\ \ ">
                  <c:v>-2461</c:v>
                </c:pt>
                <c:pt idx="14" formatCode="#,##0.0\ \ ">
                  <c:v>-2390.5</c:v>
                </c:pt>
                <c:pt idx="15">
                  <c:v>-953</c:v>
                </c:pt>
                <c:pt idx="16" formatCode="#,##0.0\ \ ">
                  <c:v>-2859</c:v>
                </c:pt>
                <c:pt idx="17" formatCode="#,##0.0\ \ ">
                  <c:v>-4238</c:v>
                </c:pt>
                <c:pt idx="18" formatCode="#,##0.0\ \ ">
                  <c:v>-1572</c:v>
                </c:pt>
                <c:pt idx="19" formatCode="#,##0.0\ \ ">
                  <c:v>-1305</c:v>
                </c:pt>
                <c:pt idx="20" formatCode="#,##0.0\ \ ">
                  <c:v>4552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174-44E5-BF37-210BAD409E10}"/>
            </c:ext>
          </c:extLst>
        </c:ser>
        <c:ser>
          <c:idx val="3"/>
          <c:order val="3"/>
          <c:tx>
            <c:strRef>
              <c:f>Hoja3!$E$4</c:f>
              <c:strCache>
                <c:ptCount val="1"/>
                <c:pt idx="0">
                  <c:v>cta cap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Hoja3!$A$5:$A$25</c:f>
              <c:numCache>
                <c:formatCode>General</c:formatCode>
                <c:ptCount val="21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</c:numCache>
            </c:numRef>
          </c:cat>
          <c:val>
            <c:numRef>
              <c:f>Hoja3!$E$5:$E$25</c:f>
              <c:numCache>
                <c:formatCode>#,##0.00\ \ </c:formatCode>
                <c:ptCount val="21"/>
                <c:pt idx="0">
                  <c:v>413.7</c:v>
                </c:pt>
                <c:pt idx="1">
                  <c:v>-189.5</c:v>
                </c:pt>
                <c:pt idx="2">
                  <c:v>-74.5</c:v>
                </c:pt>
                <c:pt idx="3">
                  <c:v>15</c:v>
                </c:pt>
                <c:pt idx="4">
                  <c:v>-53.7</c:v>
                </c:pt>
                <c:pt idx="5">
                  <c:v>191.1</c:v>
                </c:pt>
                <c:pt idx="6">
                  <c:v>-332.7</c:v>
                </c:pt>
                <c:pt idx="7" formatCode="#,##0.0\ \ ">
                  <c:v>1286.5</c:v>
                </c:pt>
                <c:pt idx="8" formatCode="#,##0.0\ \ ">
                  <c:v>1333.9</c:v>
                </c:pt>
                <c:pt idx="9" formatCode="#,##0.0\ \ ">
                  <c:v>4686.8999999999996</c:v>
                </c:pt>
                <c:pt idx="10" formatCode="#,##0.0\ \ ">
                  <c:v>2551.6999999999998</c:v>
                </c:pt>
                <c:pt idx="11" formatCode="#,##0.0\ \ ">
                  <c:v>1489.7</c:v>
                </c:pt>
                <c:pt idx="12" formatCode="#,##0.0\ \ ">
                  <c:v>-2323.5</c:v>
                </c:pt>
                <c:pt idx="13" formatCode="#,##0.0\ \ ">
                  <c:v>-1419</c:v>
                </c:pt>
                <c:pt idx="14">
                  <c:v>580.20000000000005</c:v>
                </c:pt>
                <c:pt idx="15">
                  <c:v>397</c:v>
                </c:pt>
                <c:pt idx="16">
                  <c:v>784</c:v>
                </c:pt>
                <c:pt idx="17">
                  <c:v>138</c:v>
                </c:pt>
                <c:pt idx="18">
                  <c:v>279</c:v>
                </c:pt>
                <c:pt idx="19" formatCode="#,##0.0\ \ ">
                  <c:v>-5439</c:v>
                </c:pt>
                <c:pt idx="20" formatCode="#,##0.0\ \ ">
                  <c:v>-4092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174-44E5-BF37-210BAD409E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8178320"/>
        <c:axId val="388178648"/>
      </c:lineChart>
      <c:catAx>
        <c:axId val="388178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388178648"/>
        <c:crosses val="autoZero"/>
        <c:auto val="1"/>
        <c:lblAlgn val="ctr"/>
        <c:lblOffset val="100"/>
        <c:noMultiLvlLbl val="0"/>
      </c:catAx>
      <c:valAx>
        <c:axId val="388178648"/>
        <c:scaling>
          <c:orientation val="minMax"/>
        </c:scaling>
        <c:delete val="0"/>
        <c:axPos val="l"/>
        <c:numFmt formatCode="#,##0.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388178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Importaciones por rubros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Hoja4!$B$1</c:f>
              <c:strCache>
                <c:ptCount val="1"/>
                <c:pt idx="0">
                  <c:v>Bienes de capital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Hoja4!$A$2:$A$22</c:f>
              <c:numCache>
                <c:formatCode>0</c:formatCode>
                <c:ptCount val="21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</c:numCache>
            </c:numRef>
          </c:cat>
          <c:val>
            <c:numRef>
              <c:f>Hoja4!$B$2:$B$22</c:f>
              <c:numCache>
                <c:formatCode>#,##0.00\ \ </c:formatCode>
                <c:ptCount val="21"/>
                <c:pt idx="0">
                  <c:v>364.89230431159979</c:v>
                </c:pt>
                <c:pt idx="1">
                  <c:v>418.91030238158947</c:v>
                </c:pt>
                <c:pt idx="2">
                  <c:v>457.87980227867462</c:v>
                </c:pt>
                <c:pt idx="3">
                  <c:v>380.03409193907146</c:v>
                </c:pt>
                <c:pt idx="4">
                  <c:v>432.02377123791018</c:v>
                </c:pt>
                <c:pt idx="5">
                  <c:v>561.99999913083093</c:v>
                </c:pt>
                <c:pt idx="6">
                  <c:v>502.98341630674889</c:v>
                </c:pt>
                <c:pt idx="7" formatCode="#,##0.0\ \ ">
                  <c:v>1110.9733035371009</c:v>
                </c:pt>
                <c:pt idx="8" formatCode="#,##0.0\ \ ">
                  <c:v>1114.7245818751173</c:v>
                </c:pt>
                <c:pt idx="9" formatCode="#,##0.0\ \ ">
                  <c:v>1567.9063936481405</c:v>
                </c:pt>
                <c:pt idx="10" formatCode="#,##0.0\ \ ">
                  <c:v>2323.1000727702913</c:v>
                </c:pt>
                <c:pt idx="11" formatCode="#,##0.0\ \ ">
                  <c:v>2096.9666688713055</c:v>
                </c:pt>
                <c:pt idx="12">
                  <c:v>982.26319186296746</c:v>
                </c:pt>
                <c:pt idx="13">
                  <c:v>786.87468026583508</c:v>
                </c:pt>
                <c:pt idx="14">
                  <c:v>691.79439311630358</c:v>
                </c:pt>
                <c:pt idx="15">
                  <c:v>701.51838440549511</c:v>
                </c:pt>
                <c:pt idx="16">
                  <c:v>663.3859772550037</c:v>
                </c:pt>
                <c:pt idx="17" formatCode="#,##0.0\ \ ">
                  <c:v>1041.3936694589117</c:v>
                </c:pt>
                <c:pt idx="18">
                  <c:v>904.8249243303253</c:v>
                </c:pt>
                <c:pt idx="19">
                  <c:v>744.23785157637565</c:v>
                </c:pt>
                <c:pt idx="20">
                  <c:v>635.95856004133452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6A7-48E2-B13A-A76EBF2BC94C}"/>
            </c:ext>
          </c:extLst>
        </c:ser>
        <c:ser>
          <c:idx val="1"/>
          <c:order val="1"/>
          <c:tx>
            <c:strRef>
              <c:f>Hoja4!$C$1</c:f>
              <c:strCache>
                <c:ptCount val="1"/>
                <c:pt idx="0">
                  <c:v>Bienes interm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Hoja4!$A$2:$A$22</c:f>
              <c:numCache>
                <c:formatCode>0</c:formatCode>
                <c:ptCount val="21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</c:numCache>
            </c:numRef>
          </c:cat>
          <c:val>
            <c:numRef>
              <c:f>Hoja4!$C$2:$C$22</c:f>
              <c:numCache>
                <c:formatCode>#,##0.0\ \ </c:formatCode>
                <c:ptCount val="21"/>
                <c:pt idx="0">
                  <c:v>1168.3</c:v>
                </c:pt>
                <c:pt idx="1">
                  <c:v>1257.3</c:v>
                </c:pt>
                <c:pt idx="2">
                  <c:v>1293.9000000000001</c:v>
                </c:pt>
                <c:pt idx="3">
                  <c:v>1614.5</c:v>
                </c:pt>
                <c:pt idx="4">
                  <c:v>2542.9</c:v>
                </c:pt>
                <c:pt idx="5">
                  <c:v>2737.9</c:v>
                </c:pt>
                <c:pt idx="6">
                  <c:v>1933.8</c:v>
                </c:pt>
                <c:pt idx="7">
                  <c:v>2238.1999999999998</c:v>
                </c:pt>
                <c:pt idx="8">
                  <c:v>2001.1997813763123</c:v>
                </c:pt>
                <c:pt idx="9">
                  <c:v>3333.4</c:v>
                </c:pt>
                <c:pt idx="10">
                  <c:v>5177.5999353802463</c:v>
                </c:pt>
                <c:pt idx="11">
                  <c:v>4809.9529973231402</c:v>
                </c:pt>
                <c:pt idx="12">
                  <c:v>3268.3774814888397</c:v>
                </c:pt>
                <c:pt idx="13">
                  <c:v>3022.3708721651801</c:v>
                </c:pt>
                <c:pt idx="14">
                  <c:v>3138.8206425536669</c:v>
                </c:pt>
                <c:pt idx="15">
                  <c:v>2419.2634495716366</c:v>
                </c:pt>
                <c:pt idx="16">
                  <c:v>3295.7302252179461</c:v>
                </c:pt>
                <c:pt idx="17">
                  <c:v>3796.9352497267701</c:v>
                </c:pt>
                <c:pt idx="18">
                  <c:v>3652.7151449535377</c:v>
                </c:pt>
                <c:pt idx="19">
                  <c:v>2869.0619408391108</c:v>
                </c:pt>
                <c:pt idx="20">
                  <c:v>2796.3768311177923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6A7-48E2-B13A-A76EBF2BC94C}"/>
            </c:ext>
          </c:extLst>
        </c:ser>
        <c:ser>
          <c:idx val="2"/>
          <c:order val="2"/>
          <c:tx>
            <c:strRef>
              <c:f>Hoja4!$D$1</c:f>
              <c:strCache>
                <c:ptCount val="1"/>
                <c:pt idx="0">
                  <c:v>Combusti-bles y lubric.</c:v>
                </c:pt>
              </c:strCache>
            </c:strRef>
          </c:tx>
          <c:spPr>
            <a:ln w="3810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Hoja4!$A$2:$A$22</c:f>
              <c:numCache>
                <c:formatCode>0</c:formatCode>
                <c:ptCount val="21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</c:numCache>
            </c:numRef>
          </c:cat>
          <c:val>
            <c:numRef>
              <c:f>Hoja4!$D$2:$D$22</c:f>
              <c:numCache>
                <c:formatCode>#,##0.00\ \ </c:formatCode>
                <c:ptCount val="21"/>
                <c:pt idx="0">
                  <c:v>79.5</c:v>
                </c:pt>
                <c:pt idx="1">
                  <c:v>122.2</c:v>
                </c:pt>
                <c:pt idx="2">
                  <c:v>70.400000000000006</c:v>
                </c:pt>
                <c:pt idx="3">
                  <c:v>167.6</c:v>
                </c:pt>
                <c:pt idx="4">
                  <c:v>525.6</c:v>
                </c:pt>
                <c:pt idx="5">
                  <c:v>515</c:v>
                </c:pt>
                <c:pt idx="6">
                  <c:v>530.79999999999995</c:v>
                </c:pt>
                <c:pt idx="7">
                  <c:v>676.9</c:v>
                </c:pt>
                <c:pt idx="8">
                  <c:v>459.90366067569971</c:v>
                </c:pt>
                <c:pt idx="9" formatCode="#,##0.0\ \ ">
                  <c:v>1098.9343919765984</c:v>
                </c:pt>
                <c:pt idx="10">
                  <c:v>985.09996503316052</c:v>
                </c:pt>
                <c:pt idx="11">
                  <c:v>861.92746781833091</c:v>
                </c:pt>
                <c:pt idx="12">
                  <c:v>643.87590459270382</c:v>
                </c:pt>
                <c:pt idx="13">
                  <c:v>451.60024485487003</c:v>
                </c:pt>
                <c:pt idx="14">
                  <c:v>471.22803515879087</c:v>
                </c:pt>
                <c:pt idx="15">
                  <c:v>455.91194179435041</c:v>
                </c:pt>
                <c:pt idx="16">
                  <c:v>418.49113847475166</c:v>
                </c:pt>
                <c:pt idx="17">
                  <c:v>634.83995889911159</c:v>
                </c:pt>
                <c:pt idx="18">
                  <c:v>494.33214127108687</c:v>
                </c:pt>
                <c:pt idx="19">
                  <c:v>365.12608691431581</c:v>
                </c:pt>
                <c:pt idx="20">
                  <c:v>316.07821421055354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6A7-48E2-B13A-A76EBF2BC94C}"/>
            </c:ext>
          </c:extLst>
        </c:ser>
        <c:ser>
          <c:idx val="3"/>
          <c:order val="3"/>
          <c:tx>
            <c:strRef>
              <c:f>Hoja4!$E$1</c:f>
              <c:strCache>
                <c:ptCount val="1"/>
                <c:pt idx="0">
                  <c:v>Bienes de  Consumo</c:v>
                </c:pt>
              </c:strCache>
            </c:strRef>
          </c:tx>
          <c:spPr>
            <a:ln w="3810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Hoja4!$A$2:$A$22</c:f>
              <c:numCache>
                <c:formatCode>0</c:formatCode>
                <c:ptCount val="21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</c:numCache>
            </c:numRef>
          </c:cat>
          <c:val>
            <c:numRef>
              <c:f>Hoja4!$E$2:$E$22</c:f>
              <c:numCache>
                <c:formatCode>#,##0.00\ \ </c:formatCode>
                <c:ptCount val="21"/>
                <c:pt idx="0">
                  <c:v>81.775867414388514</c:v>
                </c:pt>
                <c:pt idx="1">
                  <c:v>69.985014717687989</c:v>
                </c:pt>
                <c:pt idx="2">
                  <c:v>82.878245213037673</c:v>
                </c:pt>
                <c:pt idx="3">
                  <c:v>67.206025838246305</c:v>
                </c:pt>
                <c:pt idx="4">
                  <c:v>134.20738143911024</c:v>
                </c:pt>
                <c:pt idx="5">
                  <c:v>131.60000589998776</c:v>
                </c:pt>
                <c:pt idx="6">
                  <c:v>65.497840493224757</c:v>
                </c:pt>
                <c:pt idx="7">
                  <c:v>135.49674404075353</c:v>
                </c:pt>
                <c:pt idx="8">
                  <c:v>215.82532196353142</c:v>
                </c:pt>
                <c:pt idx="9">
                  <c:v>699.95821145006266</c:v>
                </c:pt>
                <c:pt idx="10" formatCode="#,##0.0\ \ ">
                  <c:v>2054.8000268163014</c:v>
                </c:pt>
                <c:pt idx="11" formatCode="#,##0.0\ \ ">
                  <c:v>1661.152865987224</c:v>
                </c:pt>
                <c:pt idx="12">
                  <c:v>442.38342205548844</c:v>
                </c:pt>
                <c:pt idx="13">
                  <c:v>244.15420271411503</c:v>
                </c:pt>
                <c:pt idx="14">
                  <c:v>282.15692917123823</c:v>
                </c:pt>
                <c:pt idx="15">
                  <c:v>237.5062242285176</c:v>
                </c:pt>
                <c:pt idx="16">
                  <c:v>346.3926590522982</c:v>
                </c:pt>
                <c:pt idx="17">
                  <c:v>346.83112191520627</c:v>
                </c:pt>
                <c:pt idx="18">
                  <c:v>272.12778944505044</c:v>
                </c:pt>
                <c:pt idx="19">
                  <c:v>220.57412067019786</c:v>
                </c:pt>
                <c:pt idx="20">
                  <c:v>330.58639463031909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6A7-48E2-B13A-A76EBF2BC9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12498440"/>
        <c:axId val="512496472"/>
      </c:lineChart>
      <c:catAx>
        <c:axId val="512498440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12496472"/>
        <c:crosses val="autoZero"/>
        <c:auto val="1"/>
        <c:lblAlgn val="ctr"/>
        <c:lblOffset val="100"/>
        <c:noMultiLvlLbl val="0"/>
      </c:catAx>
      <c:valAx>
        <c:axId val="512496472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12498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Tasa de devaluación anual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Hoja5!$A$7:$A$24</c:f>
              <c:numCache>
                <c:formatCode>General</c:formatCode>
                <c:ptCount val="18"/>
                <c:pt idx="0">
                  <c:v>1971</c:v>
                </c:pt>
                <c:pt idx="1">
                  <c:v>1972</c:v>
                </c:pt>
                <c:pt idx="2">
                  <c:v>1973</c:v>
                </c:pt>
                <c:pt idx="3">
                  <c:v>1974</c:v>
                </c:pt>
                <c:pt idx="4">
                  <c:v>1975</c:v>
                </c:pt>
                <c:pt idx="5">
                  <c:v>1976</c:v>
                </c:pt>
                <c:pt idx="6">
                  <c:v>1977</c:v>
                </c:pt>
                <c:pt idx="7">
                  <c:v>1978</c:v>
                </c:pt>
                <c:pt idx="8">
                  <c:v>1979</c:v>
                </c:pt>
                <c:pt idx="9">
                  <c:v>1980</c:v>
                </c:pt>
                <c:pt idx="10">
                  <c:v>1981</c:v>
                </c:pt>
                <c:pt idx="11">
                  <c:v>1982</c:v>
                </c:pt>
                <c:pt idx="12">
                  <c:v>1983</c:v>
                </c:pt>
                <c:pt idx="13">
                  <c:v>1984</c:v>
                </c:pt>
                <c:pt idx="14">
                  <c:v>1985</c:v>
                </c:pt>
                <c:pt idx="15">
                  <c:v>1986</c:v>
                </c:pt>
                <c:pt idx="16">
                  <c:v>1987</c:v>
                </c:pt>
                <c:pt idx="17">
                  <c:v>1988</c:v>
                </c:pt>
              </c:numCache>
            </c:numRef>
          </c:cat>
          <c:val>
            <c:numRef>
              <c:f>Hoja5!$F$7:$F$24</c:f>
              <c:numCache>
                <c:formatCode>0%</c:formatCode>
                <c:ptCount val="18"/>
                <c:pt idx="0">
                  <c:v>0.5905087555693711</c:v>
                </c:pt>
                <c:pt idx="1">
                  <c:v>0.87669381107491851</c:v>
                </c:pt>
                <c:pt idx="2">
                  <c:v>-2.0211925817285592E-2</c:v>
                </c:pt>
                <c:pt idx="3">
                  <c:v>0.43932683790965465</c:v>
                </c:pt>
                <c:pt idx="4">
                  <c:v>3.6867692307692304</c:v>
                </c:pt>
                <c:pt idx="5">
                  <c:v>2.3848476890756309</c:v>
                </c:pt>
                <c:pt idx="6">
                  <c:v>0.64137476240350644</c:v>
                </c:pt>
                <c:pt idx="7">
                  <c:v>0.91026398506369222</c:v>
                </c:pt>
                <c:pt idx="8">
                  <c:v>0.6577218572542034</c:v>
                </c:pt>
                <c:pt idx="9">
                  <c:v>0.3801794136963399</c:v>
                </c:pt>
                <c:pt idx="10">
                  <c:v>2.3032936252588785</c:v>
                </c:pt>
                <c:pt idx="11">
                  <c:v>4.919661214494309</c:v>
                </c:pt>
                <c:pt idx="12">
                  <c:v>3.3498098859315588</c:v>
                </c:pt>
                <c:pt idx="13">
                  <c:v>5.1875397329942778</c:v>
                </c:pt>
                <c:pt idx="14">
                  <c:v>6.397513613479914</c:v>
                </c:pt>
                <c:pt idx="15">
                  <c:v>0.50694444444444464</c:v>
                </c:pt>
                <c:pt idx="16">
                  <c:v>1.6405529953917051</c:v>
                </c:pt>
                <c:pt idx="17">
                  <c:v>2.9186736474694586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1F-4AF0-A754-38E7CCF4BD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08970336"/>
        <c:axId val="508971976"/>
      </c:barChart>
      <c:catAx>
        <c:axId val="50897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08971976"/>
        <c:crosses val="autoZero"/>
        <c:auto val="1"/>
        <c:lblAlgn val="ctr"/>
        <c:lblOffset val="100"/>
        <c:noMultiLvlLbl val="0"/>
      </c:catAx>
      <c:valAx>
        <c:axId val="508971976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0897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Inflación anual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Hoja6!$A$7:$A$26</c:f>
              <c:numCache>
                <c:formatCode>General</c:formatCode>
                <c:ptCount val="20"/>
                <c:pt idx="0">
                  <c:v>1971</c:v>
                </c:pt>
                <c:pt idx="1">
                  <c:v>1972</c:v>
                </c:pt>
                <c:pt idx="2">
                  <c:v>1973</c:v>
                </c:pt>
                <c:pt idx="3">
                  <c:v>1974</c:v>
                </c:pt>
                <c:pt idx="4">
                  <c:v>1975</c:v>
                </c:pt>
                <c:pt idx="5">
                  <c:v>1976</c:v>
                </c:pt>
                <c:pt idx="6">
                  <c:v>1977</c:v>
                </c:pt>
                <c:pt idx="7">
                  <c:v>1978</c:v>
                </c:pt>
                <c:pt idx="8">
                  <c:v>1979</c:v>
                </c:pt>
                <c:pt idx="9">
                  <c:v>1980</c:v>
                </c:pt>
                <c:pt idx="10">
                  <c:v>1981</c:v>
                </c:pt>
                <c:pt idx="11">
                  <c:v>1982</c:v>
                </c:pt>
                <c:pt idx="12">
                  <c:v>1983</c:v>
                </c:pt>
                <c:pt idx="13">
                  <c:v>1984</c:v>
                </c:pt>
                <c:pt idx="14">
                  <c:v>1985</c:v>
                </c:pt>
                <c:pt idx="15">
                  <c:v>1986</c:v>
                </c:pt>
                <c:pt idx="16">
                  <c:v>1987</c:v>
                </c:pt>
                <c:pt idx="17">
                  <c:v>1988</c:v>
                </c:pt>
                <c:pt idx="18">
                  <c:v>1989</c:v>
                </c:pt>
                <c:pt idx="19">
                  <c:v>1990</c:v>
                </c:pt>
              </c:numCache>
            </c:numRef>
          </c:cat>
          <c:val>
            <c:numRef>
              <c:f>Hoja6!$D$7:$D$26</c:f>
              <c:numCache>
                <c:formatCode>0%</c:formatCode>
                <c:ptCount val="20"/>
                <c:pt idx="0">
                  <c:v>0.34724160241868751</c:v>
                </c:pt>
                <c:pt idx="1">
                  <c:v>0.58454985031278683</c:v>
                </c:pt>
                <c:pt idx="2">
                  <c:v>0.60302926874968188</c:v>
                </c:pt>
                <c:pt idx="3">
                  <c:v>0.24213534365435807</c:v>
                </c:pt>
                <c:pt idx="4">
                  <c:v>1.8279938805212317</c:v>
                </c:pt>
                <c:pt idx="5">
                  <c:v>4.4401381940889202</c:v>
                </c:pt>
                <c:pt idx="6">
                  <c:v>1.7603096183302167</c:v>
                </c:pt>
                <c:pt idx="7">
                  <c:v>1.755097108200383</c:v>
                </c:pt>
                <c:pt idx="8">
                  <c:v>1.5951007285373544</c:v>
                </c:pt>
                <c:pt idx="9">
                  <c:v>1.0076507297659045</c:v>
                </c:pt>
                <c:pt idx="10">
                  <c:v>1.0447576139692756</c:v>
                </c:pt>
                <c:pt idx="11">
                  <c:v>1.6477675121995561</c:v>
                </c:pt>
                <c:pt idx="12">
                  <c:v>3.43809132188861</c:v>
                </c:pt>
                <c:pt idx="13">
                  <c:v>6.2672165474076529</c:v>
                </c:pt>
                <c:pt idx="14">
                  <c:v>6.7217982803567367</c:v>
                </c:pt>
                <c:pt idx="15">
                  <c:v>0.90093584168715402</c:v>
                </c:pt>
                <c:pt idx="16">
                  <c:v>1.3133097791143578</c:v>
                </c:pt>
                <c:pt idx="17">
                  <c:v>3.4295502233265696</c:v>
                </c:pt>
                <c:pt idx="18">
                  <c:v>30.794692708544801</c:v>
                </c:pt>
                <c:pt idx="19">
                  <c:v>23.13964850323897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E9-4659-A283-BCDF87EEB4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1194504"/>
        <c:axId val="506495376"/>
      </c:barChart>
      <c:catAx>
        <c:axId val="421194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06495376"/>
        <c:crosses val="autoZero"/>
        <c:auto val="1"/>
        <c:lblAlgn val="ctr"/>
        <c:lblOffset val="100"/>
        <c:noMultiLvlLbl val="0"/>
      </c:catAx>
      <c:valAx>
        <c:axId val="506495376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21194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2000" b="1"/>
              <a:t>Tipo de cambio real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'7.2 (cont.)'!$A$146:$A$187</c:f>
              <c:numCache>
                <c:formatCode>@</c:formatCode>
                <c:ptCount val="42"/>
                <c:pt idx="0">
                  <c:v>1949</c:v>
                </c:pt>
                <c:pt idx="1">
                  <c:v>1950</c:v>
                </c:pt>
                <c:pt idx="2">
                  <c:v>1951</c:v>
                </c:pt>
                <c:pt idx="3">
                  <c:v>1952</c:v>
                </c:pt>
                <c:pt idx="4">
                  <c:v>1953</c:v>
                </c:pt>
                <c:pt idx="5">
                  <c:v>1954</c:v>
                </c:pt>
                <c:pt idx="6">
                  <c:v>1955</c:v>
                </c:pt>
                <c:pt idx="7">
                  <c:v>1956</c:v>
                </c:pt>
                <c:pt idx="8">
                  <c:v>1957</c:v>
                </c:pt>
                <c:pt idx="9">
                  <c:v>1958</c:v>
                </c:pt>
                <c:pt idx="10">
                  <c:v>1959</c:v>
                </c:pt>
                <c:pt idx="11">
                  <c:v>1960</c:v>
                </c:pt>
                <c:pt idx="12">
                  <c:v>1961</c:v>
                </c:pt>
                <c:pt idx="13">
                  <c:v>1962</c:v>
                </c:pt>
                <c:pt idx="14">
                  <c:v>1963</c:v>
                </c:pt>
                <c:pt idx="15">
                  <c:v>1964</c:v>
                </c:pt>
                <c:pt idx="16">
                  <c:v>1965</c:v>
                </c:pt>
                <c:pt idx="17">
                  <c:v>1966</c:v>
                </c:pt>
                <c:pt idx="18">
                  <c:v>1967</c:v>
                </c:pt>
                <c:pt idx="19">
                  <c:v>1968</c:v>
                </c:pt>
                <c:pt idx="20">
                  <c:v>1969</c:v>
                </c:pt>
                <c:pt idx="21">
                  <c:v>1970</c:v>
                </c:pt>
                <c:pt idx="22">
                  <c:v>1971</c:v>
                </c:pt>
                <c:pt idx="23">
                  <c:v>1972</c:v>
                </c:pt>
                <c:pt idx="24">
                  <c:v>1973</c:v>
                </c:pt>
                <c:pt idx="25">
                  <c:v>1974</c:v>
                </c:pt>
                <c:pt idx="26">
                  <c:v>1975</c:v>
                </c:pt>
                <c:pt idx="27">
                  <c:v>1976</c:v>
                </c:pt>
                <c:pt idx="28">
                  <c:v>1977</c:v>
                </c:pt>
                <c:pt idx="29">
                  <c:v>1978</c:v>
                </c:pt>
                <c:pt idx="30">
                  <c:v>1979</c:v>
                </c:pt>
                <c:pt idx="31">
                  <c:v>1980</c:v>
                </c:pt>
                <c:pt idx="32">
                  <c:v>1981</c:v>
                </c:pt>
                <c:pt idx="33">
                  <c:v>1982</c:v>
                </c:pt>
                <c:pt idx="34">
                  <c:v>1983</c:v>
                </c:pt>
                <c:pt idx="35">
                  <c:v>1984</c:v>
                </c:pt>
                <c:pt idx="36">
                  <c:v>1985</c:v>
                </c:pt>
                <c:pt idx="37">
                  <c:v>1986</c:v>
                </c:pt>
                <c:pt idx="38">
                  <c:v>1987</c:v>
                </c:pt>
                <c:pt idx="39">
                  <c:v>1988</c:v>
                </c:pt>
                <c:pt idx="40">
                  <c:v>1989</c:v>
                </c:pt>
                <c:pt idx="41">
                  <c:v>1990</c:v>
                </c:pt>
              </c:numCache>
            </c:numRef>
          </c:cat>
          <c:val>
            <c:numRef>
              <c:f>'7.2 (cont.)'!$H$146:$H$187</c:f>
              <c:numCache>
                <c:formatCode>#,##0.00\ \ </c:formatCode>
                <c:ptCount val="42"/>
                <c:pt idx="0">
                  <c:v>4.5772912645000661</c:v>
                </c:pt>
                <c:pt idx="1">
                  <c:v>5.0346104745749116</c:v>
                </c:pt>
                <c:pt idx="2">
                  <c:v>5.8965690245799136</c:v>
                </c:pt>
                <c:pt idx="3">
                  <c:v>4.2044307742748455</c:v>
                </c:pt>
                <c:pt idx="4">
                  <c:v>4.0080550739779053</c:v>
                </c:pt>
                <c:pt idx="5">
                  <c:v>4.3417044940624239</c:v>
                </c:pt>
                <c:pt idx="6">
                  <c:v>4.6455094934922627</c:v>
                </c:pt>
                <c:pt idx="7">
                  <c:v>4.8486993759831689</c:v>
                </c:pt>
                <c:pt idx="8">
                  <c:v>4.480228712121173</c:v>
                </c:pt>
                <c:pt idx="9">
                  <c:v>4.4216788322624998</c:v>
                </c:pt>
                <c:pt idx="10">
                  <c:v>3.329009682333711</c:v>
                </c:pt>
                <c:pt idx="11">
                  <c:v>2.7533047079592348</c:v>
                </c:pt>
                <c:pt idx="12">
                  <c:v>2.4538592901735523</c:v>
                </c:pt>
                <c:pt idx="13">
                  <c:v>2.7129010223728161</c:v>
                </c:pt>
                <c:pt idx="14">
                  <c:v>2.6462304405546266</c:v>
                </c:pt>
                <c:pt idx="15">
                  <c:v>2.4882801275442041</c:v>
                </c:pt>
                <c:pt idx="16">
                  <c:v>3.049129113143223</c:v>
                </c:pt>
                <c:pt idx="17">
                  <c:v>2.3644087936180194</c:v>
                </c:pt>
                <c:pt idx="18">
                  <c:v>2.6341476762623994</c:v>
                </c:pt>
                <c:pt idx="19">
                  <c:v>2.3353059343844036</c:v>
                </c:pt>
                <c:pt idx="20">
                  <c:v>2.399472594760657</c:v>
                </c:pt>
                <c:pt idx="21">
                  <c:v>2.4584830478912583</c:v>
                </c:pt>
                <c:pt idx="22">
                  <c:v>3.0269969654761515</c:v>
                </c:pt>
                <c:pt idx="23">
                  <c:v>3.7023993288151673</c:v>
                </c:pt>
                <c:pt idx="24">
                  <c:v>2.4027440738043206</c:v>
                </c:pt>
                <c:pt idx="25">
                  <c:v>3.0919707149435736</c:v>
                </c:pt>
                <c:pt idx="26">
                  <c:v>5.5927698517379278</c:v>
                </c:pt>
                <c:pt idx="27">
                  <c:v>3.679723777621835</c:v>
                </c:pt>
                <c:pt idx="28">
                  <c:v>2.3303526465572144</c:v>
                </c:pt>
                <c:pt idx="29">
                  <c:v>1.7390631515097721</c:v>
                </c:pt>
                <c:pt idx="30">
                  <c:v>1.2359197455292934</c:v>
                </c:pt>
                <c:pt idx="31" formatCode="#,##0.000\ \ ">
                  <c:v>0.96476544825087085</c:v>
                </c:pt>
                <c:pt idx="32">
                  <c:v>1.7196468381588597</c:v>
                </c:pt>
                <c:pt idx="33">
                  <c:v>4.0803768274790277</c:v>
                </c:pt>
                <c:pt idx="34">
                  <c:v>4.1276830234429447</c:v>
                </c:pt>
                <c:pt idx="35">
                  <c:v>3.6655806273408182</c:v>
                </c:pt>
                <c:pt idx="36">
                  <c:v>3.6361511807209879</c:v>
                </c:pt>
                <c:pt idx="37">
                  <c:v>2.937227444756271</c:v>
                </c:pt>
                <c:pt idx="38">
                  <c:v>3.475593641549342</c:v>
                </c:pt>
                <c:pt idx="39">
                  <c:v>3.2001203971666849</c:v>
                </c:pt>
                <c:pt idx="40">
                  <c:v>5.1404426671158623</c:v>
                </c:pt>
                <c:pt idx="41">
                  <c:v>2.1064788221835102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D9-4EC4-9F00-85137CDDE3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8803144"/>
        <c:axId val="608808392"/>
      </c:lineChart>
      <c:catAx>
        <c:axId val="608803144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08808392"/>
        <c:crosses val="autoZero"/>
        <c:auto val="1"/>
        <c:lblAlgn val="ctr"/>
        <c:lblOffset val="100"/>
        <c:noMultiLvlLbl val="0"/>
      </c:catAx>
      <c:valAx>
        <c:axId val="608808392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08803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/>
              <a:t>Var IA tipo de cambio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'tipo de cambio mensual'!$A$338:$B$481</c:f>
              <c:multiLvlStrCache>
                <c:ptCount val="144"/>
                <c:lvl>
                  <c:pt idx="0">
                    <c:v>Ene. 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 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 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 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 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  <c:pt idx="108">
                    <c:v>Ene.</c:v>
                  </c:pt>
                  <c:pt idx="109">
                    <c:v>Feb.</c:v>
                  </c:pt>
                  <c:pt idx="110">
                    <c:v>Mar.</c:v>
                  </c:pt>
                  <c:pt idx="111">
                    <c:v>Abr.</c:v>
                  </c:pt>
                  <c:pt idx="112">
                    <c:v>May.</c:v>
                  </c:pt>
                  <c:pt idx="113">
                    <c:v>Jun.</c:v>
                  </c:pt>
                  <c:pt idx="114">
                    <c:v>Jul.</c:v>
                  </c:pt>
                  <c:pt idx="115">
                    <c:v>Ago.</c:v>
                  </c:pt>
                  <c:pt idx="116">
                    <c:v>Set.</c:v>
                  </c:pt>
                  <c:pt idx="117">
                    <c:v>Oct.</c:v>
                  </c:pt>
                  <c:pt idx="118">
                    <c:v>Nov.</c:v>
                  </c:pt>
                  <c:pt idx="119">
                    <c:v>Dic.</c:v>
                  </c:pt>
                  <c:pt idx="120">
                    <c:v>Ene. </c:v>
                  </c:pt>
                  <c:pt idx="121">
                    <c:v>Feb.</c:v>
                  </c:pt>
                  <c:pt idx="122">
                    <c:v>Mar.</c:v>
                  </c:pt>
                  <c:pt idx="123">
                    <c:v>Abr.</c:v>
                  </c:pt>
                  <c:pt idx="124">
                    <c:v>May.</c:v>
                  </c:pt>
                  <c:pt idx="125">
                    <c:v>Jun.</c:v>
                  </c:pt>
                  <c:pt idx="126">
                    <c:v>Jul.</c:v>
                  </c:pt>
                  <c:pt idx="127">
                    <c:v>Ago.</c:v>
                  </c:pt>
                  <c:pt idx="128">
                    <c:v>Set.</c:v>
                  </c:pt>
                  <c:pt idx="129">
                    <c:v>Oct.</c:v>
                  </c:pt>
                  <c:pt idx="130">
                    <c:v>Nov.</c:v>
                  </c:pt>
                  <c:pt idx="131">
                    <c:v>Dic.</c:v>
                  </c:pt>
                  <c:pt idx="132">
                    <c:v>Ene. </c:v>
                  </c:pt>
                  <c:pt idx="133">
                    <c:v>Feb.</c:v>
                  </c:pt>
                  <c:pt idx="134">
                    <c:v>Mar.</c:v>
                  </c:pt>
                  <c:pt idx="135">
                    <c:v>Abr.</c:v>
                  </c:pt>
                  <c:pt idx="136">
                    <c:v>May.</c:v>
                  </c:pt>
                  <c:pt idx="137">
                    <c:v>Jun.</c:v>
                  </c:pt>
                  <c:pt idx="138">
                    <c:v>Jul.</c:v>
                  </c:pt>
                  <c:pt idx="139">
                    <c:v>Ago.</c:v>
                  </c:pt>
                  <c:pt idx="140">
                    <c:v>Set.</c:v>
                  </c:pt>
                  <c:pt idx="141">
                    <c:v>Oct.</c:v>
                  </c:pt>
                  <c:pt idx="142">
                    <c:v>Nov.</c:v>
                  </c:pt>
                  <c:pt idx="143">
                    <c:v>Dic.</c:v>
                  </c:pt>
                </c:lvl>
                <c:lvl>
                  <c:pt idx="0">
                    <c:v>1971 </c:v>
                  </c:pt>
                  <c:pt idx="12">
                    <c:v>1972 </c:v>
                  </c:pt>
                  <c:pt idx="24">
                    <c:v>1973 </c:v>
                  </c:pt>
                  <c:pt idx="36">
                    <c:v>1974 </c:v>
                  </c:pt>
                  <c:pt idx="48">
                    <c:v>1975 </c:v>
                  </c:pt>
                  <c:pt idx="60">
                    <c:v>1976 </c:v>
                  </c:pt>
                  <c:pt idx="72">
                    <c:v>1977 </c:v>
                  </c:pt>
                  <c:pt idx="84">
                    <c:v>1978 </c:v>
                  </c:pt>
                  <c:pt idx="96">
                    <c:v>1979 </c:v>
                  </c:pt>
                  <c:pt idx="108">
                    <c:v>1980 </c:v>
                  </c:pt>
                  <c:pt idx="120">
                    <c:v>1981 </c:v>
                  </c:pt>
                  <c:pt idx="132">
                    <c:v>1982 </c:v>
                  </c:pt>
                </c:lvl>
              </c:multiLvlStrCache>
            </c:multiLvlStrRef>
          </c:cat>
          <c:val>
            <c:numRef>
              <c:f>'tipo de cambio mensual'!$D$338:$D$481</c:f>
              <c:numCache>
                <c:formatCode>0%</c:formatCode>
                <c:ptCount val="144"/>
                <c:pt idx="0">
                  <c:v>0.14285714285714279</c:v>
                </c:pt>
                <c:pt idx="1">
                  <c:v>0.14285714285714279</c:v>
                </c:pt>
                <c:pt idx="2">
                  <c:v>0.14285714285714279</c:v>
                </c:pt>
                <c:pt idx="3">
                  <c:v>0.15428571428571436</c:v>
                </c:pt>
                <c:pt idx="4">
                  <c:v>0.17714285714285727</c:v>
                </c:pt>
                <c:pt idx="5">
                  <c:v>0.10000000000000009</c:v>
                </c:pt>
                <c:pt idx="6">
                  <c:v>0.17500000000000004</c:v>
                </c:pt>
                <c:pt idx="7">
                  <c:v>0.25</c:v>
                </c:pt>
                <c:pt idx="8">
                  <c:v>0.67500000000000004</c:v>
                </c:pt>
                <c:pt idx="9">
                  <c:v>0.92500000000000004</c:v>
                </c:pt>
                <c:pt idx="10">
                  <c:v>1.0249999999999999</c:v>
                </c:pt>
                <c:pt idx="11">
                  <c:v>1.0625</c:v>
                </c:pt>
                <c:pt idx="12">
                  <c:v>1.4</c:v>
                </c:pt>
                <c:pt idx="13">
                  <c:v>1.42</c:v>
                </c:pt>
                <c:pt idx="14">
                  <c:v>1.4375</c:v>
                </c:pt>
                <c:pt idx="15">
                  <c:v>1.4430693069306928</c:v>
                </c:pt>
                <c:pt idx="16">
                  <c:v>1.4029126213592233</c:v>
                </c:pt>
                <c:pt idx="17">
                  <c:v>1.2613636363636358</c:v>
                </c:pt>
                <c:pt idx="18">
                  <c:v>1.1170212765957444</c:v>
                </c:pt>
                <c:pt idx="19">
                  <c:v>0.996</c:v>
                </c:pt>
                <c:pt idx="20">
                  <c:v>0.4895522388059701</c:v>
                </c:pt>
                <c:pt idx="21">
                  <c:v>0.2961038961038962</c:v>
                </c:pt>
                <c:pt idx="22">
                  <c:v>0.23209876543209895</c:v>
                </c:pt>
                <c:pt idx="23">
                  <c:v>0.20969696969696972</c:v>
                </c:pt>
                <c:pt idx="24">
                  <c:v>3.9583333333333526E-2</c:v>
                </c:pt>
                <c:pt idx="25">
                  <c:v>3.0991735537190257E-2</c:v>
                </c:pt>
                <c:pt idx="26">
                  <c:v>2.3589743589743639E-2</c:v>
                </c:pt>
                <c:pt idx="27">
                  <c:v>1.1144883485309176E-2</c:v>
                </c:pt>
                <c:pt idx="28">
                  <c:v>8.0808080808081328E-3</c:v>
                </c:pt>
                <c:pt idx="29">
                  <c:v>3.0150753768845018E-3</c:v>
                </c:pt>
                <c:pt idx="30">
                  <c:v>3.0150753768845018E-3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0.51302605210420826</c:v>
                </c:pt>
                <c:pt idx="51">
                  <c:v>0.51302605210420826</c:v>
                </c:pt>
                <c:pt idx="52">
                  <c:v>0.51302605210420826</c:v>
                </c:pt>
                <c:pt idx="53">
                  <c:v>2.0150300601202402</c:v>
                </c:pt>
                <c:pt idx="54">
                  <c:v>2.5571142284569137</c:v>
                </c:pt>
                <c:pt idx="55">
                  <c:v>5.3306613226452901</c:v>
                </c:pt>
                <c:pt idx="56">
                  <c:v>5.682364729458917</c:v>
                </c:pt>
                <c:pt idx="57">
                  <c:v>5.9128256513026045</c:v>
                </c:pt>
                <c:pt idx="58">
                  <c:v>6.5450901803607211</c:v>
                </c:pt>
                <c:pt idx="59">
                  <c:v>7.6793587174348694</c:v>
                </c:pt>
                <c:pt idx="60">
                  <c:v>18.739478957915832</c:v>
                </c:pt>
                <c:pt idx="61">
                  <c:v>23.248496993987974</c:v>
                </c:pt>
                <c:pt idx="62">
                  <c:v>18.403973509933774</c:v>
                </c:pt>
                <c:pt idx="63">
                  <c:v>14.894039735099339</c:v>
                </c:pt>
                <c:pt idx="64">
                  <c:v>15.688741721854306</c:v>
                </c:pt>
                <c:pt idx="65">
                  <c:v>7.3748753738783641</c:v>
                </c:pt>
                <c:pt idx="66">
                  <c:v>6.098591549295775</c:v>
                </c:pt>
                <c:pt idx="67">
                  <c:v>2.8698955365622032</c:v>
                </c:pt>
                <c:pt idx="68">
                  <c:v>2.7786774628879893</c:v>
                </c:pt>
                <c:pt idx="69">
                  <c:v>2.6527032903319325</c:v>
                </c:pt>
                <c:pt idx="70">
                  <c:v>2.5059760956175299</c:v>
                </c:pt>
                <c:pt idx="71">
                  <c:v>2.1978757792657584</c:v>
                </c:pt>
                <c:pt idx="72">
                  <c:v>0.49746192893401009</c:v>
                </c:pt>
                <c:pt idx="73">
                  <c:v>0.30165289256198347</c:v>
                </c:pt>
                <c:pt idx="74">
                  <c:v>0.15699658703071662</c:v>
                </c:pt>
                <c:pt idx="75">
                  <c:v>0.47916666666666674</c:v>
                </c:pt>
                <c:pt idx="76">
                  <c:v>0.48809523809523814</c:v>
                </c:pt>
                <c:pt idx="77">
                  <c:v>0.55952380952380953</c:v>
                </c:pt>
                <c:pt idx="78">
                  <c:v>0.65476190476190466</c:v>
                </c:pt>
                <c:pt idx="79">
                  <c:v>0.79959100204498967</c:v>
                </c:pt>
                <c:pt idx="80">
                  <c:v>0.88492063492063489</c:v>
                </c:pt>
                <c:pt idx="81">
                  <c:v>1.0436507936507935</c:v>
                </c:pt>
                <c:pt idx="82">
                  <c:v>1.1174242424242422</c:v>
                </c:pt>
                <c:pt idx="83">
                  <c:v>1.1624548736462095</c:v>
                </c:pt>
                <c:pt idx="84">
                  <c:v>1.1796610169491526</c:v>
                </c:pt>
                <c:pt idx="85">
                  <c:v>1.1682539682539681</c:v>
                </c:pt>
                <c:pt idx="86">
                  <c:v>1.1327433628318584</c:v>
                </c:pt>
                <c:pt idx="87">
                  <c:v>1.1492957746478871</c:v>
                </c:pt>
                <c:pt idx="88">
                  <c:v>1.08</c:v>
                </c:pt>
                <c:pt idx="89">
                  <c:v>1.0152671755725189</c:v>
                </c:pt>
                <c:pt idx="90">
                  <c:v>0.94004796163069537</c:v>
                </c:pt>
                <c:pt idx="91">
                  <c:v>0.8954545454545455</c:v>
                </c:pt>
                <c:pt idx="92">
                  <c:v>0.83157894736842097</c:v>
                </c:pt>
                <c:pt idx="93">
                  <c:v>0.76893203883495143</c:v>
                </c:pt>
                <c:pt idx="94">
                  <c:v>0.71914132379248663</c:v>
                </c:pt>
                <c:pt idx="95">
                  <c:v>0.68113522537562599</c:v>
                </c:pt>
                <c:pt idx="96">
                  <c:v>0.64696734059097971</c:v>
                </c:pt>
                <c:pt idx="97">
                  <c:v>0.62225475841874078</c:v>
                </c:pt>
                <c:pt idx="98">
                  <c:v>0.6044260027662518</c:v>
                </c:pt>
                <c:pt idx="99">
                  <c:v>0.58977719528178252</c:v>
                </c:pt>
                <c:pt idx="100">
                  <c:v>0.62435897435897436</c:v>
                </c:pt>
                <c:pt idx="101">
                  <c:v>0.66666666666666674</c:v>
                </c:pt>
                <c:pt idx="102">
                  <c:v>0.69715698393077874</c:v>
                </c:pt>
                <c:pt idx="103">
                  <c:v>0.70863309352517989</c:v>
                </c:pt>
                <c:pt idx="104">
                  <c:v>0.69655172413793109</c:v>
                </c:pt>
                <c:pt idx="105">
                  <c:v>0.6750823271130626</c:v>
                </c:pt>
                <c:pt idx="106">
                  <c:v>0.63891779396462023</c:v>
                </c:pt>
                <c:pt idx="107">
                  <c:v>0.61072492552135049</c:v>
                </c:pt>
                <c:pt idx="108">
                  <c:v>0.57412653446647788</c:v>
                </c:pt>
                <c:pt idx="109">
                  <c:v>0.54332129963898912</c:v>
                </c:pt>
                <c:pt idx="110">
                  <c:v>0.50948275862068959</c:v>
                </c:pt>
                <c:pt idx="111">
                  <c:v>0.47485572959604294</c:v>
                </c:pt>
                <c:pt idx="112">
                  <c:v>0.44041041831097072</c:v>
                </c:pt>
                <c:pt idx="113">
                  <c:v>0.40757575757575748</c:v>
                </c:pt>
                <c:pt idx="114">
                  <c:v>0.37509104151493089</c:v>
                </c:pt>
                <c:pt idx="115">
                  <c:v>0.34315789473684211</c:v>
                </c:pt>
                <c:pt idx="116">
                  <c:v>0.31233062330623307</c:v>
                </c:pt>
                <c:pt idx="117">
                  <c:v>0.28178243774574052</c:v>
                </c:pt>
                <c:pt idx="118">
                  <c:v>0.2546031746031745</c:v>
                </c:pt>
                <c:pt idx="119">
                  <c:v>0.2305795314426633</c:v>
                </c:pt>
                <c:pt idx="120">
                  <c:v>0.21535692861427713</c:v>
                </c:pt>
                <c:pt idx="121">
                  <c:v>0.31871345029239762</c:v>
                </c:pt>
                <c:pt idx="122">
                  <c:v>0.34951456310679618</c:v>
                </c:pt>
                <c:pt idx="123">
                  <c:v>0.76634991615427617</c:v>
                </c:pt>
                <c:pt idx="124">
                  <c:v>0.79397260273972603</c:v>
                </c:pt>
                <c:pt idx="125">
                  <c:v>2.5522066738428419</c:v>
                </c:pt>
                <c:pt idx="126">
                  <c:v>2.8665254237288136</c:v>
                </c:pt>
                <c:pt idx="127">
                  <c:v>2.8923719958202718</c:v>
                </c:pt>
                <c:pt idx="128">
                  <c:v>2.9597315436241609</c:v>
                </c:pt>
                <c:pt idx="129">
                  <c:v>3.703476482617587</c:v>
                </c:pt>
                <c:pt idx="130">
                  <c:v>4.3896761133603235</c:v>
                </c:pt>
                <c:pt idx="131">
                  <c:v>4.3106212424849701</c:v>
                </c:pt>
                <c:pt idx="132">
                  <c:v>3.9728529121421516</c:v>
                </c:pt>
                <c:pt idx="133">
                  <c:v>3.4567627494456765</c:v>
                </c:pt>
                <c:pt idx="134">
                  <c:v>3.9090139652983495</c:v>
                </c:pt>
                <c:pt idx="135">
                  <c:v>2.7974683544303796</c:v>
                </c:pt>
                <c:pt idx="136">
                  <c:v>3.4593769089798414</c:v>
                </c:pt>
                <c:pt idx="137">
                  <c:v>1.3863636363636362</c:v>
                </c:pt>
                <c:pt idx="138">
                  <c:v>4.3424657534246576</c:v>
                </c:pt>
                <c:pt idx="139">
                  <c:v>4.2348993288590604</c:v>
                </c:pt>
                <c:pt idx="140">
                  <c:v>4.0847457627118642</c:v>
                </c:pt>
                <c:pt idx="141">
                  <c:v>3.2391304347826084</c:v>
                </c:pt>
                <c:pt idx="142">
                  <c:v>3.075117370892019</c:v>
                </c:pt>
                <c:pt idx="143">
                  <c:v>3.5820754716981131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AD-4091-A163-D675C222B9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36933728"/>
        <c:axId val="749866960"/>
      </c:barChart>
      <c:catAx>
        <c:axId val="636933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749866960"/>
        <c:crosses val="autoZero"/>
        <c:auto val="1"/>
        <c:lblAlgn val="ctr"/>
        <c:lblOffset val="100"/>
        <c:noMultiLvlLbl val="0"/>
      </c:catAx>
      <c:valAx>
        <c:axId val="749866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36933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/>
              <a:t>Var IA tipo de cambio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'tipo de cambio mensual'!$A$518:$B$564</c:f>
              <c:multiLvlStrCache>
                <c:ptCount val="47"/>
                <c:lvl>
                  <c:pt idx="0">
                    <c:v>Ene.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 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 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</c:lvl>
                <c:lvl>
                  <c:pt idx="0">
                    <c:v>1986 </c:v>
                  </c:pt>
                  <c:pt idx="12">
                    <c:v>1987 </c:v>
                  </c:pt>
                  <c:pt idx="24">
                    <c:v>1988 </c:v>
                  </c:pt>
                  <c:pt idx="36">
                    <c:v>1989 </c:v>
                  </c:pt>
                </c:lvl>
              </c:multiLvlStrCache>
            </c:multiLvlStrRef>
          </c:cat>
          <c:val>
            <c:numRef>
              <c:f>'tipo de cambio mensual'!$D$518:$D$564</c:f>
              <c:numCache>
                <c:formatCode>0%</c:formatCode>
                <c:ptCount val="47"/>
                <c:pt idx="0">
                  <c:v>2.5842133524252735</c:v>
                </c:pt>
                <c:pt idx="1">
                  <c:v>1.9871340667536828</c:v>
                </c:pt>
                <c:pt idx="2">
                  <c:v>1.3360261308291292</c:v>
                </c:pt>
                <c:pt idx="3">
                  <c:v>0.87451242616739111</c:v>
                </c:pt>
                <c:pt idx="4">
                  <c:v>0.43028007575002469</c:v>
                </c:pt>
                <c:pt idx="5">
                  <c:v>0.11235955056179781</c:v>
                </c:pt>
                <c:pt idx="6">
                  <c:v>0.14981273408239693</c:v>
                </c:pt>
                <c:pt idx="7">
                  <c:v>0.2584269662921348</c:v>
                </c:pt>
                <c:pt idx="8">
                  <c:v>0.33583021223470655</c:v>
                </c:pt>
                <c:pt idx="9">
                  <c:v>0.41198501872659166</c:v>
                </c:pt>
                <c:pt idx="10">
                  <c:v>0.47440699126092389</c:v>
                </c:pt>
                <c:pt idx="11">
                  <c:v>0.57178526841448174</c:v>
                </c:pt>
                <c:pt idx="12">
                  <c:v>0.66292134831460681</c:v>
                </c:pt>
                <c:pt idx="13">
                  <c:v>0.92384519350811467</c:v>
                </c:pt>
                <c:pt idx="14">
                  <c:v>0.92384519350811467</c:v>
                </c:pt>
                <c:pt idx="15">
                  <c:v>0.83234244946492275</c:v>
                </c:pt>
                <c:pt idx="16">
                  <c:v>0.88385598141695709</c:v>
                </c:pt>
                <c:pt idx="17">
                  <c:v>1.0224466891133557</c:v>
                </c:pt>
                <c:pt idx="18">
                  <c:v>1.1465798045602607</c:v>
                </c:pt>
                <c:pt idx="19">
                  <c:v>1.2524801587301591</c:v>
                </c:pt>
                <c:pt idx="20">
                  <c:v>1.4630841121495326</c:v>
                </c:pt>
                <c:pt idx="21">
                  <c:v>1.7674624226348361</c:v>
                </c:pt>
                <c:pt idx="22">
                  <c:v>2.6833192209991528</c:v>
                </c:pt>
                <c:pt idx="23">
                  <c:v>3.0667196187450365</c:v>
                </c:pt>
                <c:pt idx="24">
                  <c:v>3.1591591591591586</c:v>
                </c:pt>
                <c:pt idx="25">
                  <c:v>3.0038935756002596</c:v>
                </c:pt>
                <c:pt idx="26">
                  <c:v>3.295911745619728</c:v>
                </c:pt>
                <c:pt idx="27">
                  <c:v>3.8604802076573659</c:v>
                </c:pt>
                <c:pt idx="28">
                  <c:v>4.6720098643649806</c:v>
                </c:pt>
                <c:pt idx="29">
                  <c:v>5.2208657047724749</c:v>
                </c:pt>
                <c:pt idx="30">
                  <c:v>5.5553869499241273</c:v>
                </c:pt>
                <c:pt idx="31">
                  <c:v>5.346619687293547</c:v>
                </c:pt>
                <c:pt idx="32">
                  <c:v>4.687725289318915</c:v>
                </c:pt>
                <c:pt idx="33">
                  <c:v>3.8274760383386583</c:v>
                </c:pt>
                <c:pt idx="34">
                  <c:v>2.6022988505747131</c:v>
                </c:pt>
                <c:pt idx="35">
                  <c:v>2.2304687499999996</c:v>
                </c:pt>
                <c:pt idx="36">
                  <c:v>2.1606498194945849</c:v>
                </c:pt>
                <c:pt idx="37">
                  <c:v>3.5705024311183147</c:v>
                </c:pt>
                <c:pt idx="38">
                  <c:v>6.5226586102719031</c:v>
                </c:pt>
                <c:pt idx="39">
                  <c:v>9.2803738317756999</c:v>
                </c:pt>
                <c:pt idx="40">
                  <c:v>18.239130434782609</c:v>
                </c:pt>
                <c:pt idx="41">
                  <c:v>22.371989295272076</c:v>
                </c:pt>
                <c:pt idx="42">
                  <c:v>49.54012345679012</c:v>
                </c:pt>
                <c:pt idx="43">
                  <c:v>44.454545454545453</c:v>
                </c:pt>
                <c:pt idx="44">
                  <c:v>42.695797198132091</c:v>
                </c:pt>
                <c:pt idx="45">
                  <c:v>42.348775645268034</c:v>
                </c:pt>
                <c:pt idx="46">
                  <c:v>40.799617102744094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B0-4FC8-8355-345CF404F4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36933728"/>
        <c:axId val="749866960"/>
      </c:barChart>
      <c:catAx>
        <c:axId val="636933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749866960"/>
        <c:crosses val="autoZero"/>
        <c:auto val="1"/>
        <c:lblAlgn val="ctr"/>
        <c:lblOffset val="100"/>
        <c:noMultiLvlLbl val="0"/>
      </c:catAx>
      <c:valAx>
        <c:axId val="749866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36933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Resultado primario y resultado financiero (%PIB)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'6.2.4'!$D$2:$D$5</c:f>
              <c:strCache>
                <c:ptCount val="4"/>
                <c:pt idx="0">
                  <c:v>Resultado Primario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'6.2.4'!$A$157:$A$184</c:f>
              <c:numCache>
                <c:formatCode>@</c:formatCode>
                <c:ptCount val="28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</c:numCache>
            </c:numRef>
          </c:cat>
          <c:val>
            <c:numRef>
              <c:f>'6.2.4'!$D$157:$D$184</c:f>
              <c:numCache>
                <c:formatCode>_ * #,##0.00_ ;_ * \-#,##0.00_ ;_ * "-"_ ;_ @_ </c:formatCode>
                <c:ptCount val="28"/>
                <c:pt idx="0">
                  <c:v>-1.4746112580100637</c:v>
                </c:pt>
                <c:pt idx="1">
                  <c:v>2.2097032379126698</c:v>
                </c:pt>
                <c:pt idx="2">
                  <c:v>7.4138233412179247E-2</c:v>
                </c:pt>
                <c:pt idx="3">
                  <c:v>-4.2013219504704463E-2</c:v>
                </c:pt>
                <c:pt idx="4">
                  <c:v>-0.5176591966768751</c:v>
                </c:pt>
                <c:pt idx="5">
                  <c:v>-0.37862656522882676</c:v>
                </c:pt>
                <c:pt idx="6">
                  <c:v>-0.50721050009790725</c:v>
                </c:pt>
                <c:pt idx="7">
                  <c:v>1.0346944410425891</c:v>
                </c:pt>
                <c:pt idx="8">
                  <c:v>0.54081047935449122</c:v>
                </c:pt>
                <c:pt idx="9">
                  <c:v>0.84767445236563777</c:v>
                </c:pt>
                <c:pt idx="10">
                  <c:v>1.3184597734917169</c:v>
                </c:pt>
                <c:pt idx="11">
                  <c:v>0.65497294136886852</c:v>
                </c:pt>
                <c:pt idx="12">
                  <c:v>0.29975369529183132</c:v>
                </c:pt>
                <c:pt idx="13">
                  <c:v>-1.0628240947530294</c:v>
                </c:pt>
                <c:pt idx="14">
                  <c:v>-0.4795942184750725</c:v>
                </c:pt>
                <c:pt idx="15">
                  <c:v>-2.3829630966896636</c:v>
                </c:pt>
                <c:pt idx="16">
                  <c:v>-1.2329290506581836</c:v>
                </c:pt>
                <c:pt idx="17">
                  <c:v>0.37814858113734251</c:v>
                </c:pt>
                <c:pt idx="18">
                  <c:v>0.18659252829366529</c:v>
                </c:pt>
                <c:pt idx="19">
                  <c:v>0.12729580343392277</c:v>
                </c:pt>
                <c:pt idx="20">
                  <c:v>0.25468308383762367</c:v>
                </c:pt>
                <c:pt idx="21">
                  <c:v>-1.0482679977583795</c:v>
                </c:pt>
                <c:pt idx="22">
                  <c:v>-0.13132409460273795</c:v>
                </c:pt>
                <c:pt idx="23">
                  <c:v>-0.62867567787172762</c:v>
                </c:pt>
                <c:pt idx="24">
                  <c:v>0.73235180980680914</c:v>
                </c:pt>
                <c:pt idx="25">
                  <c:v>5.9378326336188927</c:v>
                </c:pt>
                <c:pt idx="26">
                  <c:v>5.1769479586468199</c:v>
                </c:pt>
                <c:pt idx="27">
                  <c:v>3.4283822338715506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5C-48FB-BF3C-32E2D41050CE}"/>
            </c:ext>
          </c:extLst>
        </c:ser>
        <c:ser>
          <c:idx val="1"/>
          <c:order val="1"/>
          <c:tx>
            <c:strRef>
              <c:f>'6.2.4'!$E$2:$E$5</c:f>
              <c:strCache>
                <c:ptCount val="4"/>
                <c:pt idx="0">
                  <c:v>Resultado Financiero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'6.2.4'!$A$157:$A$184</c:f>
              <c:numCache>
                <c:formatCode>@</c:formatCode>
                <c:ptCount val="28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</c:numCache>
            </c:numRef>
          </c:cat>
          <c:val>
            <c:numRef>
              <c:f>'6.2.4'!$E$157:$E$184</c:f>
              <c:numCache>
                <c:formatCode>_ * #,##0.00_ ;_ * \-#,##0.00_ ;_ * "-"_ ;_ @_ </c:formatCode>
                <c:ptCount val="28"/>
                <c:pt idx="0">
                  <c:v>-1.9806337812854971</c:v>
                </c:pt>
                <c:pt idx="1">
                  <c:v>1.7518758350248813</c:v>
                </c:pt>
                <c:pt idx="2">
                  <c:v>-0.48043910313559779</c:v>
                </c:pt>
                <c:pt idx="3">
                  <c:v>-0.64840402102260697</c:v>
                </c:pt>
                <c:pt idx="4">
                  <c:v>-1.3393510910139059</c:v>
                </c:pt>
                <c:pt idx="5">
                  <c:v>-0.88298301454692218</c:v>
                </c:pt>
                <c:pt idx="6">
                  <c:v>-0.98006962693908861</c:v>
                </c:pt>
                <c:pt idx="7">
                  <c:v>0.65450711109477444</c:v>
                </c:pt>
                <c:pt idx="8">
                  <c:v>0.14924594002350133</c:v>
                </c:pt>
                <c:pt idx="9">
                  <c:v>0.55995149150936518</c:v>
                </c:pt>
                <c:pt idx="10">
                  <c:v>1.0150908394153904</c:v>
                </c:pt>
                <c:pt idx="11">
                  <c:v>0.29381963724958671</c:v>
                </c:pt>
                <c:pt idx="12">
                  <c:v>-0.12585551638818923</c:v>
                </c:pt>
                <c:pt idx="13">
                  <c:v>-1.4678606536410919</c:v>
                </c:pt>
                <c:pt idx="14">
                  <c:v>-1.0931890387863339</c:v>
                </c:pt>
                <c:pt idx="15">
                  <c:v>-2.9047643537049126</c:v>
                </c:pt>
                <c:pt idx="16">
                  <c:v>-2.4072218763791686</c:v>
                </c:pt>
                <c:pt idx="17">
                  <c:v>-0.53149381781918514</c:v>
                </c:pt>
                <c:pt idx="18">
                  <c:v>-1.3596365255532394</c:v>
                </c:pt>
                <c:pt idx="19">
                  <c:v>-1.5042053359018759</c:v>
                </c:pt>
                <c:pt idx="20">
                  <c:v>-1.1486263803367267</c:v>
                </c:pt>
                <c:pt idx="21">
                  <c:v>-3.9351578464641097</c:v>
                </c:pt>
                <c:pt idx="22">
                  <c:v>-4.6415467091241922</c:v>
                </c:pt>
                <c:pt idx="23">
                  <c:v>-2.8835934074568876</c:v>
                </c:pt>
                <c:pt idx="24">
                  <c:v>-1.3865884799709634</c:v>
                </c:pt>
                <c:pt idx="25">
                  <c:v>3.595669291171169</c:v>
                </c:pt>
                <c:pt idx="26">
                  <c:v>3.3025131983984655</c:v>
                </c:pt>
                <c:pt idx="27">
                  <c:v>1.8843266273845405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5C-48FB-BF3C-32E2D41050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08834632"/>
        <c:axId val="608834304"/>
      </c:barChart>
      <c:catAx>
        <c:axId val="608834632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08834304"/>
        <c:crosses val="autoZero"/>
        <c:auto val="1"/>
        <c:lblAlgn val="ctr"/>
        <c:lblOffset val="100"/>
        <c:noMultiLvlLbl val="0"/>
      </c:catAx>
      <c:valAx>
        <c:axId val="608834304"/>
        <c:scaling>
          <c:orientation val="minMax"/>
        </c:scaling>
        <c:delete val="0"/>
        <c:axPos val="l"/>
        <c:numFmt formatCode="_ * #,##0.00_ ;_ * \-#,##0.00_ ;_ * &quot;-&quot;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08834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  <c:userShapes r:id="rId4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Ingresos y gastos (%PIB)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'6.2.4'!$B$2:$B$5</c:f>
              <c:strCache>
                <c:ptCount val="4"/>
                <c:pt idx="0">
                  <c:v>Ingresos Totales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'6.2.4'!$A$157:$A$184</c:f>
              <c:numCache>
                <c:formatCode>@</c:formatCode>
                <c:ptCount val="28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</c:numCache>
            </c:numRef>
          </c:cat>
          <c:val>
            <c:numRef>
              <c:f>'6.2.4'!$B$157:$B$184</c:f>
              <c:numCache>
                <c:formatCode>_ * #,##0.00_ ;_ * \-#,##0.00_ ;_ * "-"_ ;_ @_ </c:formatCode>
                <c:ptCount val="28"/>
                <c:pt idx="0">
                  <c:v>9.3264657123346844</c:v>
                </c:pt>
                <c:pt idx="1">
                  <c:v>14.025116433575121</c:v>
                </c:pt>
                <c:pt idx="2">
                  <c:v>10.835273624908726</c:v>
                </c:pt>
                <c:pt idx="3">
                  <c:v>10.559789315732466</c:v>
                </c:pt>
                <c:pt idx="4">
                  <c:v>10.438232727816869</c:v>
                </c:pt>
                <c:pt idx="5">
                  <c:v>10.720328631184818</c:v>
                </c:pt>
                <c:pt idx="6">
                  <c:v>11.149611367835139</c:v>
                </c:pt>
                <c:pt idx="7">
                  <c:v>13.610560186235624</c:v>
                </c:pt>
                <c:pt idx="8">
                  <c:v>13.013688041301648</c:v>
                </c:pt>
                <c:pt idx="9">
                  <c:v>12.84961704766495</c:v>
                </c:pt>
                <c:pt idx="10">
                  <c:v>13.09128880519371</c:v>
                </c:pt>
                <c:pt idx="11">
                  <c:v>12.020573738318776</c:v>
                </c:pt>
                <c:pt idx="12">
                  <c:v>11.054186932030936</c:v>
                </c:pt>
                <c:pt idx="13">
                  <c:v>11.099589202845452</c:v>
                </c:pt>
                <c:pt idx="14">
                  <c:v>12.952881981781072</c:v>
                </c:pt>
                <c:pt idx="15">
                  <c:v>9.6120088729031377</c:v>
                </c:pt>
                <c:pt idx="16">
                  <c:v>10.622940086679973</c:v>
                </c:pt>
                <c:pt idx="17">
                  <c:v>12.026978928369173</c:v>
                </c:pt>
                <c:pt idx="18">
                  <c:v>13.483049329070733</c:v>
                </c:pt>
                <c:pt idx="19">
                  <c:v>12.973713239219769</c:v>
                </c:pt>
                <c:pt idx="20">
                  <c:v>14.002464604934524</c:v>
                </c:pt>
                <c:pt idx="21">
                  <c:v>13.11486139425149</c:v>
                </c:pt>
                <c:pt idx="22">
                  <c:v>11.238103004199667</c:v>
                </c:pt>
                <c:pt idx="23">
                  <c:v>11.286722555962561</c:v>
                </c:pt>
                <c:pt idx="24">
                  <c:v>11.663720835685414</c:v>
                </c:pt>
                <c:pt idx="25">
                  <c:v>18.343148301725741</c:v>
                </c:pt>
                <c:pt idx="26">
                  <c:v>16.996118674265414</c:v>
                </c:pt>
                <c:pt idx="27">
                  <c:v>15.606257316473156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F2-412B-8F4F-DF5CB79D1E4C}"/>
            </c:ext>
          </c:extLst>
        </c:ser>
        <c:ser>
          <c:idx val="1"/>
          <c:order val="1"/>
          <c:tx>
            <c:strRef>
              <c:f>'6.2.4'!$C$2:$C$5</c:f>
              <c:strCache>
                <c:ptCount val="4"/>
                <c:pt idx="0">
                  <c:v>Gastos Totales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'6.2.4'!$A$157:$A$184</c:f>
              <c:numCache>
                <c:formatCode>@</c:formatCode>
                <c:ptCount val="28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</c:numCache>
            </c:numRef>
          </c:cat>
          <c:val>
            <c:numRef>
              <c:f>'6.2.4'!$C$157:$C$184</c:f>
              <c:numCache>
                <c:formatCode>_ * #,##0.00_ ;_ * \-#,##0.00_ ;_ * "-"_ ;_ @_ </c:formatCode>
                <c:ptCount val="28"/>
                <c:pt idx="0">
                  <c:v>11.30709949362018</c:v>
                </c:pt>
                <c:pt idx="1">
                  <c:v>12.273240598550242</c:v>
                </c:pt>
                <c:pt idx="2">
                  <c:v>11.315712728044325</c:v>
                </c:pt>
                <c:pt idx="3">
                  <c:v>11.208193336755073</c:v>
                </c:pt>
                <c:pt idx="4">
                  <c:v>11.777583818830774</c:v>
                </c:pt>
                <c:pt idx="5">
                  <c:v>11.60331164573174</c:v>
                </c:pt>
                <c:pt idx="6">
                  <c:v>12.12968099477423</c:v>
                </c:pt>
                <c:pt idx="7">
                  <c:v>12.956053075140849</c:v>
                </c:pt>
                <c:pt idx="8">
                  <c:v>12.864442101278149</c:v>
                </c:pt>
                <c:pt idx="9">
                  <c:v>12.289665556155585</c:v>
                </c:pt>
                <c:pt idx="10">
                  <c:v>12.076197965778318</c:v>
                </c:pt>
                <c:pt idx="11">
                  <c:v>11.726754101069188</c:v>
                </c:pt>
                <c:pt idx="12">
                  <c:v>11.180042448419124</c:v>
                </c:pt>
                <c:pt idx="13">
                  <c:v>12.567449856486544</c:v>
                </c:pt>
                <c:pt idx="14">
                  <c:v>14.046071020567409</c:v>
                </c:pt>
                <c:pt idx="15">
                  <c:v>12.51677322660805</c:v>
                </c:pt>
                <c:pt idx="16">
                  <c:v>13.03016196305914</c:v>
                </c:pt>
                <c:pt idx="17">
                  <c:v>12.558472746188359</c:v>
                </c:pt>
                <c:pt idx="18">
                  <c:v>14.842685854623973</c:v>
                </c:pt>
                <c:pt idx="19">
                  <c:v>14.477918575121645</c:v>
                </c:pt>
                <c:pt idx="20">
                  <c:v>15.151090985271249</c:v>
                </c:pt>
                <c:pt idx="21">
                  <c:v>17.050019240715599</c:v>
                </c:pt>
                <c:pt idx="22">
                  <c:v>15.879649713323859</c:v>
                </c:pt>
                <c:pt idx="23">
                  <c:v>14.17031596341945</c:v>
                </c:pt>
                <c:pt idx="24">
                  <c:v>13.050309315656378</c:v>
                </c:pt>
                <c:pt idx="25">
                  <c:v>14.747479010554571</c:v>
                </c:pt>
                <c:pt idx="26">
                  <c:v>13.693605475866951</c:v>
                </c:pt>
                <c:pt idx="27">
                  <c:v>13.721930689088616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F2-412B-8F4F-DF5CB79D1E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8834632"/>
        <c:axId val="608834304"/>
      </c:lineChart>
      <c:catAx>
        <c:axId val="608834632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08834304"/>
        <c:crosses val="autoZero"/>
        <c:auto val="1"/>
        <c:lblAlgn val="ctr"/>
        <c:lblOffset val="100"/>
        <c:noMultiLvlLbl val="0"/>
      </c:catAx>
      <c:valAx>
        <c:axId val="608834304"/>
        <c:scaling>
          <c:orientation val="minMax"/>
        </c:scaling>
        <c:delete val="0"/>
        <c:axPos val="l"/>
        <c:numFmt formatCode="_ * #,##0.00_ ;_ * \-#,##0.00_ ;_ * &quot;-&quot;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08834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  <c:userShapes r:id="rId4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Variaciones de la BM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8.0394955633238188E-2"/>
          <c:y val="5.0925925925925923E-2"/>
          <c:w val="0.85305185854785304"/>
          <c:h val="0.796859142607174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Hoja8!$G$4</c:f>
              <c:strCache>
                <c:ptCount val="1"/>
                <c:pt idx="0">
                  <c:v>Var BM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Hoja8!$A$7:$A$26</c:f>
              <c:numCache>
                <c:formatCode>General</c:formatCode>
                <c:ptCount val="20"/>
                <c:pt idx="0">
                  <c:v>1971</c:v>
                </c:pt>
                <c:pt idx="1">
                  <c:v>1972</c:v>
                </c:pt>
                <c:pt idx="2">
                  <c:v>1973</c:v>
                </c:pt>
                <c:pt idx="3">
                  <c:v>1974</c:v>
                </c:pt>
                <c:pt idx="4">
                  <c:v>1975</c:v>
                </c:pt>
                <c:pt idx="5">
                  <c:v>1976</c:v>
                </c:pt>
                <c:pt idx="6">
                  <c:v>1977</c:v>
                </c:pt>
                <c:pt idx="7">
                  <c:v>1978</c:v>
                </c:pt>
                <c:pt idx="8">
                  <c:v>1979</c:v>
                </c:pt>
                <c:pt idx="9">
                  <c:v>1980</c:v>
                </c:pt>
                <c:pt idx="10">
                  <c:v>1981</c:v>
                </c:pt>
                <c:pt idx="11">
                  <c:v>1982</c:v>
                </c:pt>
                <c:pt idx="12">
                  <c:v>1983</c:v>
                </c:pt>
                <c:pt idx="13">
                  <c:v>1984</c:v>
                </c:pt>
                <c:pt idx="14">
                  <c:v>1985</c:v>
                </c:pt>
                <c:pt idx="15">
                  <c:v>1986</c:v>
                </c:pt>
                <c:pt idx="16">
                  <c:v>1987</c:v>
                </c:pt>
                <c:pt idx="17">
                  <c:v>1988</c:v>
                </c:pt>
                <c:pt idx="18">
                  <c:v>1989</c:v>
                </c:pt>
                <c:pt idx="19">
                  <c:v>1990</c:v>
                </c:pt>
              </c:numCache>
            </c:numRef>
          </c:cat>
          <c:val>
            <c:numRef>
              <c:f>Hoja8!$G$7:$G$26</c:f>
              <c:numCache>
                <c:formatCode>0%</c:formatCode>
                <c:ptCount val="20"/>
                <c:pt idx="0">
                  <c:v>0.28441365660564055</c:v>
                </c:pt>
                <c:pt idx="1">
                  <c:v>0.4304645966561369</c:v>
                </c:pt>
                <c:pt idx="2">
                  <c:v>1.4307335990520307</c:v>
                </c:pt>
                <c:pt idx="3">
                  <c:v>0.59099470407055321</c:v>
                </c:pt>
                <c:pt idx="4">
                  <c:v>2.2646239554317549</c:v>
                </c:pt>
                <c:pt idx="5">
                  <c:v>3.3937713310580211</c:v>
                </c:pt>
                <c:pt idx="6">
                  <c:v>2.3404214001359351</c:v>
                </c:pt>
                <c:pt idx="7">
                  <c:v>1.0687149376507863</c:v>
                </c:pt>
                <c:pt idx="8">
                  <c:v>0.85120134888295618</c:v>
                </c:pt>
                <c:pt idx="9">
                  <c:v>0.79074003795066417</c:v>
                </c:pt>
                <c:pt idx="10">
                  <c:v>1.1755605476200568</c:v>
                </c:pt>
                <c:pt idx="11">
                  <c:v>7.4359413965087278</c:v>
                </c:pt>
                <c:pt idx="12">
                  <c:v>3.5635103926096994</c:v>
                </c:pt>
                <c:pt idx="13">
                  <c:v>4.3567813765182191</c:v>
                </c:pt>
                <c:pt idx="14">
                  <c:v>3.8690599905526692</c:v>
                </c:pt>
                <c:pt idx="15">
                  <c:v>0.34711577640233604</c:v>
                </c:pt>
                <c:pt idx="16">
                  <c:v>0.94716905039680821</c:v>
                </c:pt>
                <c:pt idx="17">
                  <c:v>4.1776758635993785</c:v>
                </c:pt>
                <c:pt idx="18">
                  <c:v>51.692215380659171</c:v>
                </c:pt>
                <c:pt idx="19">
                  <c:v>8.8070486189154504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22-425D-B550-6030882172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9214432"/>
        <c:axId val="499210168"/>
      </c:barChart>
      <c:barChart>
        <c:barDir val="col"/>
        <c:grouping val="clustered"/>
        <c:varyColors val="0"/>
        <c:ser>
          <c:idx val="1"/>
          <c:order val="1"/>
          <c:tx>
            <c:strRef>
              <c:f>Hoja8!$J$4</c:f>
              <c:strCache>
                <c:ptCount val="1"/>
                <c:pt idx="0">
                  <c:v>Var real BM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Hoja8!$J$7:$J$26</c:f>
              <c:numCache>
                <c:formatCode>0%</c:formatCode>
                <c:ptCount val="20"/>
                <c:pt idx="0">
                  <c:v>-4.6634505422229022E-2</c:v>
                </c:pt>
                <c:pt idx="1">
                  <c:v>-9.7242288481005357E-2</c:v>
                </c:pt>
                <c:pt idx="2">
                  <c:v>0.51633762803840466</c:v>
                </c:pt>
                <c:pt idx="3">
                  <c:v>0.28085454793505171</c:v>
                </c:pt>
                <c:pt idx="4">
                  <c:v>0.15439569297443034</c:v>
                </c:pt>
                <c:pt idx="5">
                  <c:v>-0.1923419636964091</c:v>
                </c:pt>
                <c:pt idx="6">
                  <c:v>0.21016185211738803</c:v>
                </c:pt>
                <c:pt idx="7">
                  <c:v>-0.24913175238238283</c:v>
                </c:pt>
                <c:pt idx="8">
                  <c:v>-0.28665530068795175</c:v>
                </c:pt>
                <c:pt idx="9">
                  <c:v>-0.10804204566026931</c:v>
                </c:pt>
                <c:pt idx="10">
                  <c:v>6.3969896850936347E-2</c:v>
                </c:pt>
                <c:pt idx="11">
                  <c:v>2.1860582009712832</c:v>
                </c:pt>
                <c:pt idx="12">
                  <c:v>2.8259686794303684E-2</c:v>
                </c:pt>
                <c:pt idx="13">
                  <c:v>-0.26288402972812497</c:v>
                </c:pt>
                <c:pt idx="14">
                  <c:v>-0.3694396287275552</c:v>
                </c:pt>
                <c:pt idx="15">
                  <c:v>-0.29134074551052758</c:v>
                </c:pt>
                <c:pt idx="16">
                  <c:v>-0.15827570177727146</c:v>
                </c:pt>
                <c:pt idx="17">
                  <c:v>0.16889426748862335</c:v>
                </c:pt>
                <c:pt idx="18">
                  <c:v>0.65726449579738078</c:v>
                </c:pt>
                <c:pt idx="19">
                  <c:v>-0.59373689233297755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22-425D-B550-6030882172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9207872"/>
        <c:axId val="499207544"/>
      </c:barChart>
      <c:lineChart>
        <c:grouping val="standard"/>
        <c:varyColors val="0"/>
        <c:ser>
          <c:idx val="2"/>
          <c:order val="2"/>
          <c:tx>
            <c:v>0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Hoja8!$K$7:$K$26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822-425D-B550-6030882172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99207872"/>
        <c:axId val="499207544"/>
      </c:lineChart>
      <c:catAx>
        <c:axId val="499214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99210168"/>
        <c:crosses val="autoZero"/>
        <c:auto val="1"/>
        <c:lblAlgn val="ctr"/>
        <c:lblOffset val="100"/>
        <c:noMultiLvlLbl val="0"/>
      </c:catAx>
      <c:valAx>
        <c:axId val="499210168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99214432"/>
        <c:crosses val="autoZero"/>
        <c:crossBetween val="between"/>
      </c:valAx>
      <c:valAx>
        <c:axId val="499207544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99207872"/>
        <c:crosses val="max"/>
        <c:crossBetween val="between"/>
      </c:valAx>
      <c:catAx>
        <c:axId val="499207872"/>
        <c:scaling>
          <c:orientation val="minMax"/>
        </c:scaling>
        <c:delete val="1"/>
        <c:axPos val="b"/>
        <c:majorTickMark val="out"/>
        <c:minorTickMark val="none"/>
        <c:tickLblPos val="nextTo"/>
        <c:crossAx val="499207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21848928461259284"/>
          <c:y val="0.13281167979002625"/>
          <c:w val="0.14891478333625363"/>
          <c:h val="0.234376640419947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/>
              <a:t>Activos internos BANCOS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v>Bancos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Hoja1!$B$4:$B$255</c:f>
              <c:numCache>
                <c:formatCode>mmm\-yy</c:formatCode>
                <c:ptCount val="252"/>
                <c:pt idx="0">
                  <c:v>25569</c:v>
                </c:pt>
                <c:pt idx="1">
                  <c:v>25600</c:v>
                </c:pt>
                <c:pt idx="2">
                  <c:v>25628</c:v>
                </c:pt>
                <c:pt idx="3">
                  <c:v>25659</c:v>
                </c:pt>
                <c:pt idx="4">
                  <c:v>25689</c:v>
                </c:pt>
                <c:pt idx="5">
                  <c:v>25720</c:v>
                </c:pt>
                <c:pt idx="6">
                  <c:v>25750</c:v>
                </c:pt>
                <c:pt idx="7">
                  <c:v>25781</c:v>
                </c:pt>
                <c:pt idx="8">
                  <c:v>25812</c:v>
                </c:pt>
                <c:pt idx="9">
                  <c:v>25842</c:v>
                </c:pt>
                <c:pt idx="10">
                  <c:v>25873</c:v>
                </c:pt>
                <c:pt idx="11">
                  <c:v>25903</c:v>
                </c:pt>
                <c:pt idx="12">
                  <c:v>25934</c:v>
                </c:pt>
                <c:pt idx="13">
                  <c:v>25965</c:v>
                </c:pt>
                <c:pt idx="14">
                  <c:v>25993</c:v>
                </c:pt>
                <c:pt idx="15">
                  <c:v>26024</c:v>
                </c:pt>
                <c:pt idx="16">
                  <c:v>26054</c:v>
                </c:pt>
                <c:pt idx="17">
                  <c:v>26085</c:v>
                </c:pt>
                <c:pt idx="18">
                  <c:v>26115</c:v>
                </c:pt>
                <c:pt idx="19">
                  <c:v>26146</c:v>
                </c:pt>
                <c:pt idx="20">
                  <c:v>26177</c:v>
                </c:pt>
                <c:pt idx="21">
                  <c:v>26207</c:v>
                </c:pt>
                <c:pt idx="22">
                  <c:v>26238</c:v>
                </c:pt>
                <c:pt idx="23">
                  <c:v>26268</c:v>
                </c:pt>
                <c:pt idx="24">
                  <c:v>26299</c:v>
                </c:pt>
                <c:pt idx="25">
                  <c:v>26330</c:v>
                </c:pt>
                <c:pt idx="26">
                  <c:v>26359</c:v>
                </c:pt>
                <c:pt idx="27">
                  <c:v>26390</c:v>
                </c:pt>
                <c:pt idx="28">
                  <c:v>26420</c:v>
                </c:pt>
                <c:pt idx="29">
                  <c:v>26451</c:v>
                </c:pt>
                <c:pt idx="30">
                  <c:v>26481</c:v>
                </c:pt>
                <c:pt idx="31">
                  <c:v>26512</c:v>
                </c:pt>
                <c:pt idx="32">
                  <c:v>26543</c:v>
                </c:pt>
                <c:pt idx="33">
                  <c:v>26573</c:v>
                </c:pt>
                <c:pt idx="34">
                  <c:v>26604</c:v>
                </c:pt>
                <c:pt idx="35">
                  <c:v>26634</c:v>
                </c:pt>
                <c:pt idx="36">
                  <c:v>26665</c:v>
                </c:pt>
                <c:pt idx="37">
                  <c:v>26696</c:v>
                </c:pt>
                <c:pt idx="38">
                  <c:v>26724</c:v>
                </c:pt>
                <c:pt idx="39">
                  <c:v>26755</c:v>
                </c:pt>
                <c:pt idx="40">
                  <c:v>26785</c:v>
                </c:pt>
                <c:pt idx="41">
                  <c:v>26816</c:v>
                </c:pt>
                <c:pt idx="42">
                  <c:v>26846</c:v>
                </c:pt>
                <c:pt idx="43">
                  <c:v>26877</c:v>
                </c:pt>
                <c:pt idx="44">
                  <c:v>26908</c:v>
                </c:pt>
                <c:pt idx="45">
                  <c:v>26938</c:v>
                </c:pt>
                <c:pt idx="46">
                  <c:v>26969</c:v>
                </c:pt>
                <c:pt idx="47">
                  <c:v>26999</c:v>
                </c:pt>
                <c:pt idx="48">
                  <c:v>27030</c:v>
                </c:pt>
                <c:pt idx="49">
                  <c:v>27061</c:v>
                </c:pt>
                <c:pt idx="50">
                  <c:v>27089</c:v>
                </c:pt>
                <c:pt idx="51">
                  <c:v>27120</c:v>
                </c:pt>
                <c:pt idx="52">
                  <c:v>27150</c:v>
                </c:pt>
                <c:pt idx="53">
                  <c:v>27181</c:v>
                </c:pt>
                <c:pt idx="54">
                  <c:v>27211</c:v>
                </c:pt>
                <c:pt idx="55">
                  <c:v>27242</c:v>
                </c:pt>
                <c:pt idx="56">
                  <c:v>27273</c:v>
                </c:pt>
                <c:pt idx="57">
                  <c:v>27303</c:v>
                </c:pt>
                <c:pt idx="58">
                  <c:v>27334</c:v>
                </c:pt>
                <c:pt idx="59">
                  <c:v>27364</c:v>
                </c:pt>
                <c:pt idx="60">
                  <c:v>27395</c:v>
                </c:pt>
                <c:pt idx="61">
                  <c:v>27426</c:v>
                </c:pt>
                <c:pt idx="62">
                  <c:v>27454</c:v>
                </c:pt>
                <c:pt idx="63">
                  <c:v>27485</c:v>
                </c:pt>
                <c:pt idx="64">
                  <c:v>27515</c:v>
                </c:pt>
                <c:pt idx="65">
                  <c:v>27546</c:v>
                </c:pt>
                <c:pt idx="66">
                  <c:v>27576</c:v>
                </c:pt>
                <c:pt idx="67">
                  <c:v>27607</c:v>
                </c:pt>
                <c:pt idx="68">
                  <c:v>27638</c:v>
                </c:pt>
                <c:pt idx="69">
                  <c:v>27668</c:v>
                </c:pt>
                <c:pt idx="70">
                  <c:v>27699</c:v>
                </c:pt>
                <c:pt idx="71">
                  <c:v>27729</c:v>
                </c:pt>
                <c:pt idx="72">
                  <c:v>27760</c:v>
                </c:pt>
                <c:pt idx="73">
                  <c:v>27791</c:v>
                </c:pt>
                <c:pt idx="74">
                  <c:v>27820</c:v>
                </c:pt>
                <c:pt idx="75">
                  <c:v>27851</c:v>
                </c:pt>
                <c:pt idx="76">
                  <c:v>27881</c:v>
                </c:pt>
                <c:pt idx="77">
                  <c:v>27912</c:v>
                </c:pt>
                <c:pt idx="78">
                  <c:v>27942</c:v>
                </c:pt>
                <c:pt idx="79">
                  <c:v>27973</c:v>
                </c:pt>
                <c:pt idx="80">
                  <c:v>28004</c:v>
                </c:pt>
                <c:pt idx="81">
                  <c:v>28034</c:v>
                </c:pt>
                <c:pt idx="82">
                  <c:v>28065</c:v>
                </c:pt>
                <c:pt idx="83">
                  <c:v>28095</c:v>
                </c:pt>
                <c:pt idx="84">
                  <c:v>28126</c:v>
                </c:pt>
                <c:pt idx="85">
                  <c:v>28157</c:v>
                </c:pt>
                <c:pt idx="86">
                  <c:v>28185</c:v>
                </c:pt>
                <c:pt idx="87">
                  <c:v>28216</c:v>
                </c:pt>
                <c:pt idx="88">
                  <c:v>28246</c:v>
                </c:pt>
                <c:pt idx="89">
                  <c:v>28277</c:v>
                </c:pt>
                <c:pt idx="90">
                  <c:v>28307</c:v>
                </c:pt>
                <c:pt idx="91">
                  <c:v>28338</c:v>
                </c:pt>
                <c:pt idx="92">
                  <c:v>28369</c:v>
                </c:pt>
                <c:pt idx="93">
                  <c:v>28399</c:v>
                </c:pt>
                <c:pt idx="94">
                  <c:v>28430</c:v>
                </c:pt>
                <c:pt idx="95">
                  <c:v>28460</c:v>
                </c:pt>
                <c:pt idx="96">
                  <c:v>28491</c:v>
                </c:pt>
                <c:pt idx="97">
                  <c:v>28522</c:v>
                </c:pt>
                <c:pt idx="98">
                  <c:v>28550</c:v>
                </c:pt>
                <c:pt idx="99">
                  <c:v>28581</c:v>
                </c:pt>
                <c:pt idx="100">
                  <c:v>28611</c:v>
                </c:pt>
                <c:pt idx="101">
                  <c:v>28642</c:v>
                </c:pt>
                <c:pt idx="102">
                  <c:v>28672</c:v>
                </c:pt>
                <c:pt idx="103">
                  <c:v>28703</c:v>
                </c:pt>
                <c:pt idx="104">
                  <c:v>28734</c:v>
                </c:pt>
                <c:pt idx="105">
                  <c:v>28764</c:v>
                </c:pt>
                <c:pt idx="106">
                  <c:v>28795</c:v>
                </c:pt>
                <c:pt idx="107">
                  <c:v>28825</c:v>
                </c:pt>
                <c:pt idx="108">
                  <c:v>28856</c:v>
                </c:pt>
                <c:pt idx="109">
                  <c:v>28887</c:v>
                </c:pt>
                <c:pt idx="110">
                  <c:v>28915</c:v>
                </c:pt>
                <c:pt idx="111">
                  <c:v>28946</c:v>
                </c:pt>
                <c:pt idx="112">
                  <c:v>28976</c:v>
                </c:pt>
                <c:pt idx="113">
                  <c:v>29007</c:v>
                </c:pt>
                <c:pt idx="114">
                  <c:v>29037</c:v>
                </c:pt>
                <c:pt idx="115">
                  <c:v>29068</c:v>
                </c:pt>
                <c:pt idx="116">
                  <c:v>29099</c:v>
                </c:pt>
                <c:pt idx="117">
                  <c:v>29129</c:v>
                </c:pt>
                <c:pt idx="118">
                  <c:v>29160</c:v>
                </c:pt>
                <c:pt idx="119">
                  <c:v>29190</c:v>
                </c:pt>
                <c:pt idx="120">
                  <c:v>29221</c:v>
                </c:pt>
                <c:pt idx="121">
                  <c:v>29252</c:v>
                </c:pt>
                <c:pt idx="122">
                  <c:v>29281</c:v>
                </c:pt>
                <c:pt idx="123">
                  <c:v>29312</c:v>
                </c:pt>
                <c:pt idx="124">
                  <c:v>29342</c:v>
                </c:pt>
                <c:pt idx="125">
                  <c:v>29373</c:v>
                </c:pt>
                <c:pt idx="126">
                  <c:v>29403</c:v>
                </c:pt>
                <c:pt idx="127">
                  <c:v>29434</c:v>
                </c:pt>
                <c:pt idx="128">
                  <c:v>29465</c:v>
                </c:pt>
                <c:pt idx="129">
                  <c:v>29495</c:v>
                </c:pt>
                <c:pt idx="130">
                  <c:v>29526</c:v>
                </c:pt>
                <c:pt idx="131">
                  <c:v>29556</c:v>
                </c:pt>
                <c:pt idx="132">
                  <c:v>29587</c:v>
                </c:pt>
                <c:pt idx="133">
                  <c:v>29618</c:v>
                </c:pt>
                <c:pt idx="134">
                  <c:v>29646</c:v>
                </c:pt>
                <c:pt idx="135">
                  <c:v>29677</c:v>
                </c:pt>
                <c:pt idx="136">
                  <c:v>29707</c:v>
                </c:pt>
                <c:pt idx="137">
                  <c:v>29738</c:v>
                </c:pt>
                <c:pt idx="138">
                  <c:v>29768</c:v>
                </c:pt>
                <c:pt idx="139">
                  <c:v>29799</c:v>
                </c:pt>
                <c:pt idx="140">
                  <c:v>29830</c:v>
                </c:pt>
                <c:pt idx="141">
                  <c:v>29860</c:v>
                </c:pt>
                <c:pt idx="142">
                  <c:v>29891</c:v>
                </c:pt>
                <c:pt idx="143">
                  <c:v>29921</c:v>
                </c:pt>
                <c:pt idx="144">
                  <c:v>29952</c:v>
                </c:pt>
                <c:pt idx="145">
                  <c:v>29983</c:v>
                </c:pt>
                <c:pt idx="146">
                  <c:v>30011</c:v>
                </c:pt>
                <c:pt idx="147">
                  <c:v>30042</c:v>
                </c:pt>
                <c:pt idx="148">
                  <c:v>30072</c:v>
                </c:pt>
                <c:pt idx="149">
                  <c:v>30103</c:v>
                </c:pt>
                <c:pt idx="150">
                  <c:v>30133</c:v>
                </c:pt>
                <c:pt idx="151">
                  <c:v>30164</c:v>
                </c:pt>
                <c:pt idx="152">
                  <c:v>30195</c:v>
                </c:pt>
                <c:pt idx="153">
                  <c:v>30225</c:v>
                </c:pt>
                <c:pt idx="154">
                  <c:v>30256</c:v>
                </c:pt>
                <c:pt idx="155">
                  <c:v>30286</c:v>
                </c:pt>
                <c:pt idx="156">
                  <c:v>30317</c:v>
                </c:pt>
                <c:pt idx="157">
                  <c:v>30348</c:v>
                </c:pt>
                <c:pt idx="158">
                  <c:v>30376</c:v>
                </c:pt>
                <c:pt idx="159">
                  <c:v>30407</c:v>
                </c:pt>
                <c:pt idx="160">
                  <c:v>30437</c:v>
                </c:pt>
                <c:pt idx="161">
                  <c:v>30468</c:v>
                </c:pt>
                <c:pt idx="162">
                  <c:v>30498</c:v>
                </c:pt>
                <c:pt idx="163">
                  <c:v>30529</c:v>
                </c:pt>
                <c:pt idx="164">
                  <c:v>30560</c:v>
                </c:pt>
                <c:pt idx="165">
                  <c:v>30590</c:v>
                </c:pt>
                <c:pt idx="166">
                  <c:v>30621</c:v>
                </c:pt>
                <c:pt idx="167">
                  <c:v>30651</c:v>
                </c:pt>
                <c:pt idx="168">
                  <c:v>30682</c:v>
                </c:pt>
                <c:pt idx="169">
                  <c:v>30713</c:v>
                </c:pt>
                <c:pt idx="170">
                  <c:v>30742</c:v>
                </c:pt>
                <c:pt idx="171">
                  <c:v>30773</c:v>
                </c:pt>
                <c:pt idx="172">
                  <c:v>30803</c:v>
                </c:pt>
                <c:pt idx="173">
                  <c:v>30834</c:v>
                </c:pt>
                <c:pt idx="174">
                  <c:v>30864</c:v>
                </c:pt>
                <c:pt idx="175">
                  <c:v>30895</c:v>
                </c:pt>
                <c:pt idx="176">
                  <c:v>30926</c:v>
                </c:pt>
                <c:pt idx="177">
                  <c:v>30956</c:v>
                </c:pt>
                <c:pt idx="178">
                  <c:v>30987</c:v>
                </c:pt>
                <c:pt idx="179">
                  <c:v>31017</c:v>
                </c:pt>
                <c:pt idx="180">
                  <c:v>31048</c:v>
                </c:pt>
                <c:pt idx="181">
                  <c:v>31079</c:v>
                </c:pt>
                <c:pt idx="182">
                  <c:v>31107</c:v>
                </c:pt>
                <c:pt idx="183">
                  <c:v>31138</c:v>
                </c:pt>
                <c:pt idx="184">
                  <c:v>31168</c:v>
                </c:pt>
                <c:pt idx="185">
                  <c:v>31199</c:v>
                </c:pt>
                <c:pt idx="186">
                  <c:v>31229</c:v>
                </c:pt>
                <c:pt idx="187">
                  <c:v>31260</c:v>
                </c:pt>
                <c:pt idx="188">
                  <c:v>31291</c:v>
                </c:pt>
                <c:pt idx="189">
                  <c:v>31321</c:v>
                </c:pt>
                <c:pt idx="190">
                  <c:v>31352</c:v>
                </c:pt>
                <c:pt idx="191">
                  <c:v>31382</c:v>
                </c:pt>
                <c:pt idx="192">
                  <c:v>31413</c:v>
                </c:pt>
                <c:pt idx="193">
                  <c:v>31444</c:v>
                </c:pt>
                <c:pt idx="194">
                  <c:v>31472</c:v>
                </c:pt>
                <c:pt idx="195">
                  <c:v>31503</c:v>
                </c:pt>
                <c:pt idx="196">
                  <c:v>31533</c:v>
                </c:pt>
                <c:pt idx="197">
                  <c:v>31564</c:v>
                </c:pt>
                <c:pt idx="198">
                  <c:v>31594</c:v>
                </c:pt>
                <c:pt idx="199">
                  <c:v>31625</c:v>
                </c:pt>
                <c:pt idx="200">
                  <c:v>31656</c:v>
                </c:pt>
                <c:pt idx="201">
                  <c:v>31686</c:v>
                </c:pt>
                <c:pt idx="202">
                  <c:v>31717</c:v>
                </c:pt>
                <c:pt idx="203">
                  <c:v>31747</c:v>
                </c:pt>
                <c:pt idx="204">
                  <c:v>31778</c:v>
                </c:pt>
                <c:pt idx="205">
                  <c:v>31809</c:v>
                </c:pt>
                <c:pt idx="206">
                  <c:v>31837</c:v>
                </c:pt>
                <c:pt idx="207">
                  <c:v>31868</c:v>
                </c:pt>
                <c:pt idx="208">
                  <c:v>31898</c:v>
                </c:pt>
                <c:pt idx="209">
                  <c:v>31929</c:v>
                </c:pt>
                <c:pt idx="210">
                  <c:v>31959</c:v>
                </c:pt>
                <c:pt idx="211">
                  <c:v>31990</c:v>
                </c:pt>
                <c:pt idx="212">
                  <c:v>32021</c:v>
                </c:pt>
                <c:pt idx="213">
                  <c:v>32051</c:v>
                </c:pt>
                <c:pt idx="214">
                  <c:v>32082</c:v>
                </c:pt>
                <c:pt idx="215">
                  <c:v>32112</c:v>
                </c:pt>
                <c:pt idx="216">
                  <c:v>32143</c:v>
                </c:pt>
                <c:pt idx="217">
                  <c:v>32174</c:v>
                </c:pt>
                <c:pt idx="218">
                  <c:v>32203</c:v>
                </c:pt>
                <c:pt idx="219">
                  <c:v>32234</c:v>
                </c:pt>
                <c:pt idx="220">
                  <c:v>32264</c:v>
                </c:pt>
                <c:pt idx="221">
                  <c:v>32295</c:v>
                </c:pt>
                <c:pt idx="222">
                  <c:v>32325</c:v>
                </c:pt>
                <c:pt idx="223">
                  <c:v>32356</c:v>
                </c:pt>
                <c:pt idx="224">
                  <c:v>32387</c:v>
                </c:pt>
                <c:pt idx="225">
                  <c:v>32417</c:v>
                </c:pt>
                <c:pt idx="226">
                  <c:v>32448</c:v>
                </c:pt>
                <c:pt idx="227">
                  <c:v>32478</c:v>
                </c:pt>
                <c:pt idx="228">
                  <c:v>32509</c:v>
                </c:pt>
                <c:pt idx="229">
                  <c:v>32540</c:v>
                </c:pt>
                <c:pt idx="230">
                  <c:v>32568</c:v>
                </c:pt>
                <c:pt idx="231">
                  <c:v>32599</c:v>
                </c:pt>
                <c:pt idx="232">
                  <c:v>32629</c:v>
                </c:pt>
                <c:pt idx="233">
                  <c:v>32660</c:v>
                </c:pt>
                <c:pt idx="234">
                  <c:v>32690</c:v>
                </c:pt>
                <c:pt idx="235">
                  <c:v>32721</c:v>
                </c:pt>
                <c:pt idx="236">
                  <c:v>32752</c:v>
                </c:pt>
                <c:pt idx="237">
                  <c:v>32782</c:v>
                </c:pt>
                <c:pt idx="238">
                  <c:v>32813</c:v>
                </c:pt>
                <c:pt idx="239">
                  <c:v>32843</c:v>
                </c:pt>
                <c:pt idx="240">
                  <c:v>32874</c:v>
                </c:pt>
                <c:pt idx="241">
                  <c:v>32905</c:v>
                </c:pt>
                <c:pt idx="242">
                  <c:v>32933</c:v>
                </c:pt>
                <c:pt idx="243">
                  <c:v>32964</c:v>
                </c:pt>
                <c:pt idx="244">
                  <c:v>32994</c:v>
                </c:pt>
                <c:pt idx="245">
                  <c:v>33025</c:v>
                </c:pt>
                <c:pt idx="246">
                  <c:v>33055</c:v>
                </c:pt>
                <c:pt idx="247">
                  <c:v>33086</c:v>
                </c:pt>
                <c:pt idx="248">
                  <c:v>33117</c:v>
                </c:pt>
                <c:pt idx="249">
                  <c:v>33147</c:v>
                </c:pt>
                <c:pt idx="250">
                  <c:v>33178</c:v>
                </c:pt>
                <c:pt idx="251">
                  <c:v>33208</c:v>
                </c:pt>
              </c:numCache>
            </c:numRef>
          </c:cat>
          <c:val>
            <c:numRef>
              <c:f>Hoja1!$I$4:$I$255</c:f>
              <c:numCache>
                <c:formatCode>_-* #.##0_-;\-* #.##0_-;_-* "-"??_-;_-@_-</c:formatCode>
                <c:ptCount val="252"/>
                <c:pt idx="0">
                  <c:v>3854735883424.4082</c:v>
                </c:pt>
                <c:pt idx="1">
                  <c:v>3852633943614.5117</c:v>
                </c:pt>
                <c:pt idx="2">
                  <c:v>3896651142160.124</c:v>
                </c:pt>
                <c:pt idx="3">
                  <c:v>3908794788273.6152</c:v>
                </c:pt>
                <c:pt idx="4">
                  <c:v>3915057240234.2041</c:v>
                </c:pt>
                <c:pt idx="5">
                  <c:v>4010237057279.8057</c:v>
                </c:pt>
                <c:pt idx="6">
                  <c:v>4012940823584.8652</c:v>
                </c:pt>
                <c:pt idx="7">
                  <c:v>3690599775428.4868</c:v>
                </c:pt>
                <c:pt idx="8">
                  <c:v>3457010568278.5537</c:v>
                </c:pt>
                <c:pt idx="9">
                  <c:v>3209314400974.5771</c:v>
                </c:pt>
                <c:pt idx="10">
                  <c:v>3144041894601.5923</c:v>
                </c:pt>
                <c:pt idx="11">
                  <c:v>3407288603760.1357</c:v>
                </c:pt>
                <c:pt idx="12">
                  <c:v>3459861319608.2637</c:v>
                </c:pt>
                <c:pt idx="13">
                  <c:v>3444936358605.4238</c:v>
                </c:pt>
                <c:pt idx="14">
                  <c:v>3585302825458.2173</c:v>
                </c:pt>
                <c:pt idx="15">
                  <c:v>3600807340694.3809</c:v>
                </c:pt>
                <c:pt idx="16">
                  <c:v>3685918664723.8042</c:v>
                </c:pt>
                <c:pt idx="17">
                  <c:v>3942255194784.3403</c:v>
                </c:pt>
                <c:pt idx="18">
                  <c:v>4190722522439.3022</c:v>
                </c:pt>
                <c:pt idx="19">
                  <c:v>4424274247993.3984</c:v>
                </c:pt>
                <c:pt idx="20">
                  <c:v>4564580638446.5557</c:v>
                </c:pt>
                <c:pt idx="21">
                  <c:v>4490132305111.1865</c:v>
                </c:pt>
                <c:pt idx="22">
                  <c:v>4356299438266.6509</c:v>
                </c:pt>
                <c:pt idx="23">
                  <c:v>4221960342265.7168</c:v>
                </c:pt>
                <c:pt idx="24">
                  <c:v>4173514981068.2153</c:v>
                </c:pt>
                <c:pt idx="25">
                  <c:v>4083191351859.4678</c:v>
                </c:pt>
                <c:pt idx="26">
                  <c:v>3950171918155.6846</c:v>
                </c:pt>
                <c:pt idx="27">
                  <c:v>3772935903086.0684</c:v>
                </c:pt>
                <c:pt idx="28">
                  <c:v>3779912405052.5786</c:v>
                </c:pt>
                <c:pt idx="29">
                  <c:v>3698244136257.4326</c:v>
                </c:pt>
                <c:pt idx="30">
                  <c:v>3731656985631.3052</c:v>
                </c:pt>
                <c:pt idx="31">
                  <c:v>3825330017218.29</c:v>
                </c:pt>
                <c:pt idx="32">
                  <c:v>3751598957992.9224</c:v>
                </c:pt>
                <c:pt idx="33">
                  <c:v>3650532128066.9727</c:v>
                </c:pt>
                <c:pt idx="34">
                  <c:v>3516504046399.8506</c:v>
                </c:pt>
                <c:pt idx="35">
                  <c:v>3592720916440.3657</c:v>
                </c:pt>
                <c:pt idx="36">
                  <c:v>3419058416373.2915</c:v>
                </c:pt>
                <c:pt idx="37">
                  <c:v>3181988378704.4609</c:v>
                </c:pt>
                <c:pt idx="38">
                  <c:v>2896422254433.0713</c:v>
                </c:pt>
                <c:pt idx="39">
                  <c:v>2931486586431.7891</c:v>
                </c:pt>
                <c:pt idx="40">
                  <c:v>2793253182878.918</c:v>
                </c:pt>
                <c:pt idx="41">
                  <c:v>3101718848906.8511</c:v>
                </c:pt>
                <c:pt idx="42">
                  <c:v>3306509538476.5225</c:v>
                </c:pt>
                <c:pt idx="43">
                  <c:v>3824948519598.7852</c:v>
                </c:pt>
                <c:pt idx="44">
                  <c:v>44625199745287.211</c:v>
                </c:pt>
                <c:pt idx="45">
                  <c:v>44947735191637.633</c:v>
                </c:pt>
                <c:pt idx="46">
                  <c:v>47571396710997.383</c:v>
                </c:pt>
                <c:pt idx="47">
                  <c:v>50222000282249.742</c:v>
                </c:pt>
                <c:pt idx="48">
                  <c:v>57105270733181.727</c:v>
                </c:pt>
                <c:pt idx="49">
                  <c:v>57680229460246.914</c:v>
                </c:pt>
                <c:pt idx="50">
                  <c:v>62386631636145.672</c:v>
                </c:pt>
                <c:pt idx="51">
                  <c:v>62748056673766.32</c:v>
                </c:pt>
                <c:pt idx="52">
                  <c:v>63692484500864.57</c:v>
                </c:pt>
                <c:pt idx="53">
                  <c:v>60300576273768.117</c:v>
                </c:pt>
                <c:pt idx="54">
                  <c:v>58607476821060.57</c:v>
                </c:pt>
                <c:pt idx="55">
                  <c:v>58577422168512.656</c:v>
                </c:pt>
                <c:pt idx="56">
                  <c:v>58785766172017.25</c:v>
                </c:pt>
                <c:pt idx="57">
                  <c:v>57706257726710.789</c:v>
                </c:pt>
                <c:pt idx="58">
                  <c:v>57825041354417.172</c:v>
                </c:pt>
                <c:pt idx="59">
                  <c:v>54364527439319.688</c:v>
                </c:pt>
                <c:pt idx="60">
                  <c:v>56164997364259.359</c:v>
                </c:pt>
                <c:pt idx="61">
                  <c:v>55641736251079.758</c:v>
                </c:pt>
                <c:pt idx="62">
                  <c:v>52961347671205.516</c:v>
                </c:pt>
                <c:pt idx="63">
                  <c:v>49070713201820.945</c:v>
                </c:pt>
                <c:pt idx="64">
                  <c:v>49373101191867.258</c:v>
                </c:pt>
                <c:pt idx="65">
                  <c:v>44063758470182.547</c:v>
                </c:pt>
                <c:pt idx="66">
                  <c:v>35480204753722.797</c:v>
                </c:pt>
                <c:pt idx="67">
                  <c:v>32260770444847.137</c:v>
                </c:pt>
                <c:pt idx="68">
                  <c:v>35475515344948.109</c:v>
                </c:pt>
                <c:pt idx="69">
                  <c:v>33912055816972.254</c:v>
                </c:pt>
                <c:pt idx="70">
                  <c:v>34216920016594.512</c:v>
                </c:pt>
                <c:pt idx="71">
                  <c:v>33371336955553.574</c:v>
                </c:pt>
                <c:pt idx="72">
                  <c:v>35228323013880.141</c:v>
                </c:pt>
                <c:pt idx="73">
                  <c:v>32243715328617.684</c:v>
                </c:pt>
                <c:pt idx="74">
                  <c:v>26883794371602.172</c:v>
                </c:pt>
                <c:pt idx="75">
                  <c:v>22969427426516.129</c:v>
                </c:pt>
                <c:pt idx="76">
                  <c:v>24284634869702.125</c:v>
                </c:pt>
                <c:pt idx="77">
                  <c:v>27866664074599.688</c:v>
                </c:pt>
                <c:pt idx="78">
                  <c:v>29904793579550.043</c:v>
                </c:pt>
                <c:pt idx="79">
                  <c:v>31707338627954.656</c:v>
                </c:pt>
                <c:pt idx="80">
                  <c:v>32329195277340.344</c:v>
                </c:pt>
                <c:pt idx="81">
                  <c:v>31528766948288.523</c:v>
                </c:pt>
                <c:pt idx="82">
                  <c:v>32991907551283.277</c:v>
                </c:pt>
                <c:pt idx="83">
                  <c:v>31452823391971.148</c:v>
                </c:pt>
                <c:pt idx="84">
                  <c:v>30720787438999.453</c:v>
                </c:pt>
                <c:pt idx="85">
                  <c:v>31332279385738.012</c:v>
                </c:pt>
                <c:pt idx="86">
                  <c:v>31985486790637.621</c:v>
                </c:pt>
                <c:pt idx="87">
                  <c:v>34504286797499.57</c:v>
                </c:pt>
                <c:pt idx="88">
                  <c:v>39476148028547.234</c:v>
                </c:pt>
                <c:pt idx="89">
                  <c:v>1816401621777.8623</c:v>
                </c:pt>
                <c:pt idx="90">
                  <c:v>1797481895285.5579</c:v>
                </c:pt>
                <c:pt idx="91">
                  <c:v>1626827772446.0752</c:v>
                </c:pt>
                <c:pt idx="92">
                  <c:v>1642993295814.0332</c:v>
                </c:pt>
                <c:pt idx="93">
                  <c:v>1375838506095.5437</c:v>
                </c:pt>
                <c:pt idx="94">
                  <c:v>4859156662074.3945</c:v>
                </c:pt>
                <c:pt idx="95">
                  <c:v>4660015742134.6641</c:v>
                </c:pt>
                <c:pt idx="96">
                  <c:v>3860292977571.6436</c:v>
                </c:pt>
                <c:pt idx="97">
                  <c:v>3591328026811.8979</c:v>
                </c:pt>
                <c:pt idx="98">
                  <c:v>3305241860680.8271</c:v>
                </c:pt>
                <c:pt idx="99">
                  <c:v>2948366118821.0796</c:v>
                </c:pt>
                <c:pt idx="100">
                  <c:v>2681097900620.4023</c:v>
                </c:pt>
                <c:pt idx="101">
                  <c:v>2409293412093.6104</c:v>
                </c:pt>
                <c:pt idx="102">
                  <c:v>2295090566069.6611</c:v>
                </c:pt>
                <c:pt idx="103">
                  <c:v>1626177611934.4421</c:v>
                </c:pt>
                <c:pt idx="104">
                  <c:v>1825837454683.5872</c:v>
                </c:pt>
                <c:pt idx="105">
                  <c:v>1287384284538.2302</c:v>
                </c:pt>
                <c:pt idx="106">
                  <c:v>1286985446728.6025</c:v>
                </c:pt>
                <c:pt idx="107">
                  <c:v>1788191415852.0144</c:v>
                </c:pt>
                <c:pt idx="108">
                  <c:v>1494337187226.9043</c:v>
                </c:pt>
                <c:pt idx="109">
                  <c:v>1357055710853.2856</c:v>
                </c:pt>
                <c:pt idx="110">
                  <c:v>1217162317520.2273</c:v>
                </c:pt>
                <c:pt idx="111">
                  <c:v>1338512187606.4287</c:v>
                </c:pt>
                <c:pt idx="112">
                  <c:v>1098959854083.7957</c:v>
                </c:pt>
                <c:pt idx="113">
                  <c:v>1287278761061.9468</c:v>
                </c:pt>
                <c:pt idx="114">
                  <c:v>1081262965006.1781</c:v>
                </c:pt>
                <c:pt idx="115">
                  <c:v>956314895169.06396</c:v>
                </c:pt>
                <c:pt idx="116">
                  <c:v>1437790140866.0574</c:v>
                </c:pt>
                <c:pt idx="117">
                  <c:v>1041136652204.0553</c:v>
                </c:pt>
                <c:pt idx="118">
                  <c:v>826079923541.30212</c:v>
                </c:pt>
                <c:pt idx="119">
                  <c:v>1155285490181.2546</c:v>
                </c:pt>
                <c:pt idx="120">
                  <c:v>701868048806.82434</c:v>
                </c:pt>
                <c:pt idx="121">
                  <c:v>674621270756.37073</c:v>
                </c:pt>
                <c:pt idx="122">
                  <c:v>841318942923.77612</c:v>
                </c:pt>
                <c:pt idx="123">
                  <c:v>4923755350440.4658</c:v>
                </c:pt>
                <c:pt idx="124">
                  <c:v>6362979412958.1553</c:v>
                </c:pt>
                <c:pt idx="125">
                  <c:v>6284915619805.0596</c:v>
                </c:pt>
                <c:pt idx="126">
                  <c:v>6734408769059.9287</c:v>
                </c:pt>
                <c:pt idx="127">
                  <c:v>6095946503451.291</c:v>
                </c:pt>
                <c:pt idx="128">
                  <c:v>5863384035457.1289</c:v>
                </c:pt>
                <c:pt idx="129">
                  <c:v>5573685254739.377</c:v>
                </c:pt>
                <c:pt idx="130">
                  <c:v>6167078415225.5469</c:v>
                </c:pt>
                <c:pt idx="131">
                  <c:v>7443926595731.9561</c:v>
                </c:pt>
                <c:pt idx="132">
                  <c:v>7711559236586.2441</c:v>
                </c:pt>
                <c:pt idx="133">
                  <c:v>8541306602143.1045</c:v>
                </c:pt>
                <c:pt idx="134">
                  <c:v>8413414501576.2588</c:v>
                </c:pt>
                <c:pt idx="135">
                  <c:v>7516247669907.8047</c:v>
                </c:pt>
                <c:pt idx="136">
                  <c:v>9178730381822.4414</c:v>
                </c:pt>
                <c:pt idx="137">
                  <c:v>8966846569005.3965</c:v>
                </c:pt>
                <c:pt idx="138">
                  <c:v>9493336441698.7207</c:v>
                </c:pt>
                <c:pt idx="139">
                  <c:v>9053139400921.6602</c:v>
                </c:pt>
                <c:pt idx="140">
                  <c:v>8683175968549.4434</c:v>
                </c:pt>
                <c:pt idx="141">
                  <c:v>9494189369403.6973</c:v>
                </c:pt>
                <c:pt idx="142">
                  <c:v>12248548750148.086</c:v>
                </c:pt>
                <c:pt idx="143">
                  <c:v>11402439024390.244</c:v>
                </c:pt>
                <c:pt idx="144">
                  <c:v>11378052339721.764</c:v>
                </c:pt>
                <c:pt idx="145">
                  <c:v>12315599805955.322</c:v>
                </c:pt>
                <c:pt idx="146">
                  <c:v>13632031767041.695</c:v>
                </c:pt>
                <c:pt idx="147">
                  <c:v>15435008151771.156</c:v>
                </c:pt>
                <c:pt idx="148">
                  <c:v>15343509882072.564</c:v>
                </c:pt>
                <c:pt idx="149">
                  <c:v>16372793571605.385</c:v>
                </c:pt>
                <c:pt idx="150">
                  <c:v>56088345125786.164</c:v>
                </c:pt>
                <c:pt idx="151">
                  <c:v>53022491967154.586</c:v>
                </c:pt>
                <c:pt idx="152">
                  <c:v>47094637454864.844</c:v>
                </c:pt>
                <c:pt idx="153">
                  <c:v>43771785490051.742</c:v>
                </c:pt>
                <c:pt idx="154">
                  <c:v>45958505901339.711</c:v>
                </c:pt>
                <c:pt idx="155">
                  <c:v>42045226837285.336</c:v>
                </c:pt>
                <c:pt idx="156">
                  <c:v>3827331696523.2944</c:v>
                </c:pt>
                <c:pt idx="157">
                  <c:v>3442607564726.5464</c:v>
                </c:pt>
                <c:pt idx="158">
                  <c:v>3126920620382.9795</c:v>
                </c:pt>
                <c:pt idx="159">
                  <c:v>3027955062073.7891</c:v>
                </c:pt>
                <c:pt idx="160">
                  <c:v>2892952877220.2319</c:v>
                </c:pt>
                <c:pt idx="161">
                  <c:v>2642151752538.0767</c:v>
                </c:pt>
                <c:pt idx="162">
                  <c:v>2548170316545.0469</c:v>
                </c:pt>
                <c:pt idx="163">
                  <c:v>2210640629408.7153</c:v>
                </c:pt>
                <c:pt idx="164">
                  <c:v>2210300661227.6235</c:v>
                </c:pt>
                <c:pt idx="165">
                  <c:v>2032932747862.2603</c:v>
                </c:pt>
                <c:pt idx="166">
                  <c:v>1765739992363.3198</c:v>
                </c:pt>
                <c:pt idx="167">
                  <c:v>2295474493904.4575</c:v>
                </c:pt>
                <c:pt idx="168">
                  <c:v>1988630211153.2214</c:v>
                </c:pt>
                <c:pt idx="169">
                  <c:v>1804672055253.8726</c:v>
                </c:pt>
                <c:pt idx="170">
                  <c:v>1585639382464.3169</c:v>
                </c:pt>
                <c:pt idx="171">
                  <c:v>1400600426618.9133</c:v>
                </c:pt>
                <c:pt idx="172">
                  <c:v>1372702802000.4651</c:v>
                </c:pt>
                <c:pt idx="173">
                  <c:v>1359136926716.3533</c:v>
                </c:pt>
                <c:pt idx="174">
                  <c:v>1365119217225.3435</c:v>
                </c:pt>
                <c:pt idx="175">
                  <c:v>1202158481185.5015</c:v>
                </c:pt>
                <c:pt idx="176">
                  <c:v>1064525980242.457</c:v>
                </c:pt>
                <c:pt idx="177">
                  <c:v>2046789091076.3992</c:v>
                </c:pt>
                <c:pt idx="178">
                  <c:v>1870498666920.1104</c:v>
                </c:pt>
                <c:pt idx="179">
                  <c:v>1986002060610.3669</c:v>
                </c:pt>
                <c:pt idx="180">
                  <c:v>1771899998329.9656</c:v>
                </c:pt>
                <c:pt idx="181">
                  <c:v>1649700441381.9822</c:v>
                </c:pt>
                <c:pt idx="182">
                  <c:v>1304363855158.0789</c:v>
                </c:pt>
                <c:pt idx="183">
                  <c:v>1455085211190.2529</c:v>
                </c:pt>
                <c:pt idx="184">
                  <c:v>1406440064306.0752</c:v>
                </c:pt>
                <c:pt idx="185">
                  <c:v>1356068368107.3025</c:v>
                </c:pt>
                <c:pt idx="186">
                  <c:v>1610574303745.0354</c:v>
                </c:pt>
                <c:pt idx="187">
                  <c:v>1680991059566.6421</c:v>
                </c:pt>
                <c:pt idx="188">
                  <c:v>1846724548733.1152</c:v>
                </c:pt>
                <c:pt idx="189">
                  <c:v>1905174413052.6719</c:v>
                </c:pt>
                <c:pt idx="190">
                  <c:v>1839276306730.0986</c:v>
                </c:pt>
                <c:pt idx="191">
                  <c:v>1959492749879.4517</c:v>
                </c:pt>
                <c:pt idx="192">
                  <c:v>1925844560711.4202</c:v>
                </c:pt>
                <c:pt idx="193">
                  <c:v>2040638162355.4067</c:v>
                </c:pt>
                <c:pt idx="194">
                  <c:v>2004345862653.9333</c:v>
                </c:pt>
                <c:pt idx="195">
                  <c:v>2037642806525.5129</c:v>
                </c:pt>
                <c:pt idx="196">
                  <c:v>2032711951154.459</c:v>
                </c:pt>
                <c:pt idx="197">
                  <c:v>2008343819705.646</c:v>
                </c:pt>
                <c:pt idx="198">
                  <c:v>1875036164496.7969</c:v>
                </c:pt>
                <c:pt idx="199">
                  <c:v>1770817304267.2937</c:v>
                </c:pt>
                <c:pt idx="200">
                  <c:v>1746410548141.2583</c:v>
                </c:pt>
                <c:pt idx="201">
                  <c:v>1785638853217.2351</c:v>
                </c:pt>
                <c:pt idx="202">
                  <c:v>1824118775655.8984</c:v>
                </c:pt>
                <c:pt idx="203">
                  <c:v>1956544850812.8552</c:v>
                </c:pt>
                <c:pt idx="204">
                  <c:v>2967766142338.5767</c:v>
                </c:pt>
                <c:pt idx="205">
                  <c:v>2897176276090.1011</c:v>
                </c:pt>
                <c:pt idx="206">
                  <c:v>2766267323330.6606</c:v>
                </c:pt>
                <c:pt idx="207">
                  <c:v>2822804706838.5859</c:v>
                </c:pt>
                <c:pt idx="208">
                  <c:v>2802038593877.4785</c:v>
                </c:pt>
                <c:pt idx="209">
                  <c:v>2748988655206.9482</c:v>
                </c:pt>
                <c:pt idx="210">
                  <c:v>2636074799803.1587</c:v>
                </c:pt>
                <c:pt idx="211">
                  <c:v>2567096461209.666</c:v>
                </c:pt>
                <c:pt idx="212">
                  <c:v>2548656271281.9673</c:v>
                </c:pt>
                <c:pt idx="213">
                  <c:v>2391882401461.144</c:v>
                </c:pt>
                <c:pt idx="214">
                  <c:v>2302611847260.811</c:v>
                </c:pt>
                <c:pt idx="215">
                  <c:v>3844294905473.4941</c:v>
                </c:pt>
                <c:pt idx="216">
                  <c:v>3684252486.9729991</c:v>
                </c:pt>
                <c:pt idx="217">
                  <c:v>3633569212.0692115</c:v>
                </c:pt>
                <c:pt idx="218">
                  <c:v>3529689657.3208728</c:v>
                </c:pt>
                <c:pt idx="219">
                  <c:v>3282135576.105442</c:v>
                </c:pt>
                <c:pt idx="220">
                  <c:v>3307800753.2610693</c:v>
                </c:pt>
                <c:pt idx="221">
                  <c:v>3412285197.0098119</c:v>
                </c:pt>
                <c:pt idx="222">
                  <c:v>3328254655.8829908</c:v>
                </c:pt>
                <c:pt idx="223">
                  <c:v>3177486293.5534782</c:v>
                </c:pt>
                <c:pt idx="224">
                  <c:v>3673407656.1888614</c:v>
                </c:pt>
                <c:pt idx="225">
                  <c:v>3638799194.2239418</c:v>
                </c:pt>
                <c:pt idx="226">
                  <c:v>3675102677.3079753</c:v>
                </c:pt>
                <c:pt idx="227">
                  <c:v>4040681170.4250474</c:v>
                </c:pt>
                <c:pt idx="228">
                  <c:v>3977966926.0700388</c:v>
                </c:pt>
                <c:pt idx="229">
                  <c:v>4000044381.3243384</c:v>
                </c:pt>
                <c:pt idx="230">
                  <c:v>3678256691.6589751</c:v>
                </c:pt>
                <c:pt idx="231">
                  <c:v>3514077964.430625</c:v>
                </c:pt>
                <c:pt idx="232">
                  <c:v>3317817227.6049633</c:v>
                </c:pt>
                <c:pt idx="233">
                  <c:v>3019878293.1317601</c:v>
                </c:pt>
                <c:pt idx="234">
                  <c:v>2035544552.802084</c:v>
                </c:pt>
                <c:pt idx="235">
                  <c:v>3779666508.7957516</c:v>
                </c:pt>
                <c:pt idx="236">
                  <c:v>4247991258.3462191</c:v>
                </c:pt>
                <c:pt idx="237">
                  <c:v>4276381398.2420359</c:v>
                </c:pt>
                <c:pt idx="238">
                  <c:v>4132567773.1050444</c:v>
                </c:pt>
                <c:pt idx="239">
                  <c:v>3302229166.7032833</c:v>
                </c:pt>
                <c:pt idx="240">
                  <c:v>255561592.78148293</c:v>
                </c:pt>
                <c:pt idx="241">
                  <c:v>251976252.91375288</c:v>
                </c:pt>
                <c:pt idx="242">
                  <c:v>234916424.50885427</c:v>
                </c:pt>
                <c:pt idx="243">
                  <c:v>346146225.33687919</c:v>
                </c:pt>
                <c:pt idx="244">
                  <c:v>349427800.26990551</c:v>
                </c:pt>
                <c:pt idx="245">
                  <c:v>333972338.91294515</c:v>
                </c:pt>
                <c:pt idx="246">
                  <c:v>340407549.95723504</c:v>
                </c:pt>
                <c:pt idx="247">
                  <c:v>313281637.63348073</c:v>
                </c:pt>
                <c:pt idx="248">
                  <c:v>314223822.92777598</c:v>
                </c:pt>
                <c:pt idx="249">
                  <c:v>330119948.91415524</c:v>
                </c:pt>
                <c:pt idx="250">
                  <c:v>326328054.92130804</c:v>
                </c:pt>
                <c:pt idx="251">
                  <c:v>353398788.12075943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66E-47C7-80FB-072D9E8A44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95616896"/>
        <c:axId val="593324576"/>
      </c:lineChart>
      <c:dateAx>
        <c:axId val="595616896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93324576"/>
        <c:crosses val="autoZero"/>
        <c:auto val="1"/>
        <c:lblOffset val="100"/>
        <c:baseTimeUnit val="months"/>
      </c:dateAx>
      <c:valAx>
        <c:axId val="593324576"/>
        <c:scaling>
          <c:orientation val="minMax"/>
        </c:scaling>
        <c:delete val="1"/>
        <c:axPos val="l"/>
        <c:numFmt formatCode="_-* #.##0_-;\-* #.##0_-;_-* &quot;-&quot;??_-;_-@_-" sourceLinked="1"/>
        <c:majorTickMark val="none"/>
        <c:minorTickMark val="none"/>
        <c:tickLblPos val="nextTo"/>
        <c:crossAx val="595616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/>
              <a:t>Activos internos OFICIAL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Oficial 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Hoja1!$B$4:$B$255</c:f>
              <c:numCache>
                <c:formatCode>mmm\-yy</c:formatCode>
                <c:ptCount val="252"/>
                <c:pt idx="0">
                  <c:v>25569</c:v>
                </c:pt>
                <c:pt idx="1">
                  <c:v>25600</c:v>
                </c:pt>
                <c:pt idx="2">
                  <c:v>25628</c:v>
                </c:pt>
                <c:pt idx="3">
                  <c:v>25659</c:v>
                </c:pt>
                <c:pt idx="4">
                  <c:v>25689</c:v>
                </c:pt>
                <c:pt idx="5">
                  <c:v>25720</c:v>
                </c:pt>
                <c:pt idx="6">
                  <c:v>25750</c:v>
                </c:pt>
                <c:pt idx="7">
                  <c:v>25781</c:v>
                </c:pt>
                <c:pt idx="8">
                  <c:v>25812</c:v>
                </c:pt>
                <c:pt idx="9">
                  <c:v>25842</c:v>
                </c:pt>
                <c:pt idx="10">
                  <c:v>25873</c:v>
                </c:pt>
                <c:pt idx="11">
                  <c:v>25903</c:v>
                </c:pt>
                <c:pt idx="12">
                  <c:v>25934</c:v>
                </c:pt>
                <c:pt idx="13">
                  <c:v>25965</c:v>
                </c:pt>
                <c:pt idx="14">
                  <c:v>25993</c:v>
                </c:pt>
                <c:pt idx="15">
                  <c:v>26024</c:v>
                </c:pt>
                <c:pt idx="16">
                  <c:v>26054</c:v>
                </c:pt>
                <c:pt idx="17">
                  <c:v>26085</c:v>
                </c:pt>
                <c:pt idx="18">
                  <c:v>26115</c:v>
                </c:pt>
                <c:pt idx="19">
                  <c:v>26146</c:v>
                </c:pt>
                <c:pt idx="20">
                  <c:v>26177</c:v>
                </c:pt>
                <c:pt idx="21">
                  <c:v>26207</c:v>
                </c:pt>
                <c:pt idx="22">
                  <c:v>26238</c:v>
                </c:pt>
                <c:pt idx="23">
                  <c:v>26268</c:v>
                </c:pt>
                <c:pt idx="24">
                  <c:v>26299</c:v>
                </c:pt>
                <c:pt idx="25">
                  <c:v>26330</c:v>
                </c:pt>
                <c:pt idx="26">
                  <c:v>26359</c:v>
                </c:pt>
                <c:pt idx="27">
                  <c:v>26390</c:v>
                </c:pt>
                <c:pt idx="28">
                  <c:v>26420</c:v>
                </c:pt>
                <c:pt idx="29">
                  <c:v>26451</c:v>
                </c:pt>
                <c:pt idx="30">
                  <c:v>26481</c:v>
                </c:pt>
                <c:pt idx="31">
                  <c:v>26512</c:v>
                </c:pt>
                <c:pt idx="32">
                  <c:v>26543</c:v>
                </c:pt>
                <c:pt idx="33">
                  <c:v>26573</c:v>
                </c:pt>
                <c:pt idx="34">
                  <c:v>26604</c:v>
                </c:pt>
                <c:pt idx="35">
                  <c:v>26634</c:v>
                </c:pt>
                <c:pt idx="36">
                  <c:v>26665</c:v>
                </c:pt>
                <c:pt idx="37">
                  <c:v>26696</c:v>
                </c:pt>
                <c:pt idx="38">
                  <c:v>26724</c:v>
                </c:pt>
                <c:pt idx="39">
                  <c:v>26755</c:v>
                </c:pt>
                <c:pt idx="40">
                  <c:v>26785</c:v>
                </c:pt>
                <c:pt idx="41">
                  <c:v>26816</c:v>
                </c:pt>
                <c:pt idx="42">
                  <c:v>26846</c:v>
                </c:pt>
                <c:pt idx="43">
                  <c:v>26877</c:v>
                </c:pt>
                <c:pt idx="44">
                  <c:v>26908</c:v>
                </c:pt>
                <c:pt idx="45">
                  <c:v>26938</c:v>
                </c:pt>
                <c:pt idx="46">
                  <c:v>26969</c:v>
                </c:pt>
                <c:pt idx="47">
                  <c:v>26999</c:v>
                </c:pt>
                <c:pt idx="48">
                  <c:v>27030</c:v>
                </c:pt>
                <c:pt idx="49">
                  <c:v>27061</c:v>
                </c:pt>
                <c:pt idx="50">
                  <c:v>27089</c:v>
                </c:pt>
                <c:pt idx="51">
                  <c:v>27120</c:v>
                </c:pt>
                <c:pt idx="52">
                  <c:v>27150</c:v>
                </c:pt>
                <c:pt idx="53">
                  <c:v>27181</c:v>
                </c:pt>
                <c:pt idx="54">
                  <c:v>27211</c:v>
                </c:pt>
                <c:pt idx="55">
                  <c:v>27242</c:v>
                </c:pt>
                <c:pt idx="56">
                  <c:v>27273</c:v>
                </c:pt>
                <c:pt idx="57">
                  <c:v>27303</c:v>
                </c:pt>
                <c:pt idx="58">
                  <c:v>27334</c:v>
                </c:pt>
                <c:pt idx="59">
                  <c:v>27364</c:v>
                </c:pt>
                <c:pt idx="60">
                  <c:v>27395</c:v>
                </c:pt>
                <c:pt idx="61">
                  <c:v>27426</c:v>
                </c:pt>
                <c:pt idx="62">
                  <c:v>27454</c:v>
                </c:pt>
                <c:pt idx="63">
                  <c:v>27485</c:v>
                </c:pt>
                <c:pt idx="64">
                  <c:v>27515</c:v>
                </c:pt>
                <c:pt idx="65">
                  <c:v>27546</c:v>
                </c:pt>
                <c:pt idx="66">
                  <c:v>27576</c:v>
                </c:pt>
                <c:pt idx="67">
                  <c:v>27607</c:v>
                </c:pt>
                <c:pt idx="68">
                  <c:v>27638</c:v>
                </c:pt>
                <c:pt idx="69">
                  <c:v>27668</c:v>
                </c:pt>
                <c:pt idx="70">
                  <c:v>27699</c:v>
                </c:pt>
                <c:pt idx="71">
                  <c:v>27729</c:v>
                </c:pt>
                <c:pt idx="72">
                  <c:v>27760</c:v>
                </c:pt>
                <c:pt idx="73">
                  <c:v>27791</c:v>
                </c:pt>
                <c:pt idx="74">
                  <c:v>27820</c:v>
                </c:pt>
                <c:pt idx="75">
                  <c:v>27851</c:v>
                </c:pt>
                <c:pt idx="76">
                  <c:v>27881</c:v>
                </c:pt>
                <c:pt idx="77">
                  <c:v>27912</c:v>
                </c:pt>
                <c:pt idx="78">
                  <c:v>27942</c:v>
                </c:pt>
                <c:pt idx="79">
                  <c:v>27973</c:v>
                </c:pt>
                <c:pt idx="80">
                  <c:v>28004</c:v>
                </c:pt>
                <c:pt idx="81">
                  <c:v>28034</c:v>
                </c:pt>
                <c:pt idx="82">
                  <c:v>28065</c:v>
                </c:pt>
                <c:pt idx="83">
                  <c:v>28095</c:v>
                </c:pt>
                <c:pt idx="84">
                  <c:v>28126</c:v>
                </c:pt>
                <c:pt idx="85">
                  <c:v>28157</c:v>
                </c:pt>
                <c:pt idx="86">
                  <c:v>28185</c:v>
                </c:pt>
                <c:pt idx="87">
                  <c:v>28216</c:v>
                </c:pt>
                <c:pt idx="88">
                  <c:v>28246</c:v>
                </c:pt>
                <c:pt idx="89">
                  <c:v>28277</c:v>
                </c:pt>
                <c:pt idx="90">
                  <c:v>28307</c:v>
                </c:pt>
                <c:pt idx="91">
                  <c:v>28338</c:v>
                </c:pt>
                <c:pt idx="92">
                  <c:v>28369</c:v>
                </c:pt>
                <c:pt idx="93">
                  <c:v>28399</c:v>
                </c:pt>
                <c:pt idx="94">
                  <c:v>28430</c:v>
                </c:pt>
                <c:pt idx="95">
                  <c:v>28460</c:v>
                </c:pt>
                <c:pt idx="96">
                  <c:v>28491</c:v>
                </c:pt>
                <c:pt idx="97">
                  <c:v>28522</c:v>
                </c:pt>
                <c:pt idx="98">
                  <c:v>28550</c:v>
                </c:pt>
                <c:pt idx="99">
                  <c:v>28581</c:v>
                </c:pt>
                <c:pt idx="100">
                  <c:v>28611</c:v>
                </c:pt>
                <c:pt idx="101">
                  <c:v>28642</c:v>
                </c:pt>
                <c:pt idx="102">
                  <c:v>28672</c:v>
                </c:pt>
                <c:pt idx="103">
                  <c:v>28703</c:v>
                </c:pt>
                <c:pt idx="104">
                  <c:v>28734</c:v>
                </c:pt>
                <c:pt idx="105">
                  <c:v>28764</c:v>
                </c:pt>
                <c:pt idx="106">
                  <c:v>28795</c:v>
                </c:pt>
                <c:pt idx="107">
                  <c:v>28825</c:v>
                </c:pt>
                <c:pt idx="108">
                  <c:v>28856</c:v>
                </c:pt>
                <c:pt idx="109">
                  <c:v>28887</c:v>
                </c:pt>
                <c:pt idx="110">
                  <c:v>28915</c:v>
                </c:pt>
                <c:pt idx="111">
                  <c:v>28946</c:v>
                </c:pt>
                <c:pt idx="112">
                  <c:v>28976</c:v>
                </c:pt>
                <c:pt idx="113">
                  <c:v>29007</c:v>
                </c:pt>
                <c:pt idx="114">
                  <c:v>29037</c:v>
                </c:pt>
                <c:pt idx="115">
                  <c:v>29068</c:v>
                </c:pt>
                <c:pt idx="116">
                  <c:v>29099</c:v>
                </c:pt>
                <c:pt idx="117">
                  <c:v>29129</c:v>
                </c:pt>
                <c:pt idx="118">
                  <c:v>29160</c:v>
                </c:pt>
                <c:pt idx="119">
                  <c:v>29190</c:v>
                </c:pt>
                <c:pt idx="120">
                  <c:v>29221</c:v>
                </c:pt>
                <c:pt idx="121">
                  <c:v>29252</c:v>
                </c:pt>
                <c:pt idx="122">
                  <c:v>29281</c:v>
                </c:pt>
                <c:pt idx="123">
                  <c:v>29312</c:v>
                </c:pt>
                <c:pt idx="124">
                  <c:v>29342</c:v>
                </c:pt>
                <c:pt idx="125">
                  <c:v>29373</c:v>
                </c:pt>
                <c:pt idx="126">
                  <c:v>29403</c:v>
                </c:pt>
                <c:pt idx="127">
                  <c:v>29434</c:v>
                </c:pt>
                <c:pt idx="128">
                  <c:v>29465</c:v>
                </c:pt>
                <c:pt idx="129">
                  <c:v>29495</c:v>
                </c:pt>
                <c:pt idx="130">
                  <c:v>29526</c:v>
                </c:pt>
                <c:pt idx="131">
                  <c:v>29556</c:v>
                </c:pt>
                <c:pt idx="132">
                  <c:v>29587</c:v>
                </c:pt>
                <c:pt idx="133">
                  <c:v>29618</c:v>
                </c:pt>
                <c:pt idx="134">
                  <c:v>29646</c:v>
                </c:pt>
                <c:pt idx="135">
                  <c:v>29677</c:v>
                </c:pt>
                <c:pt idx="136">
                  <c:v>29707</c:v>
                </c:pt>
                <c:pt idx="137">
                  <c:v>29738</c:v>
                </c:pt>
                <c:pt idx="138">
                  <c:v>29768</c:v>
                </c:pt>
                <c:pt idx="139">
                  <c:v>29799</c:v>
                </c:pt>
                <c:pt idx="140">
                  <c:v>29830</c:v>
                </c:pt>
                <c:pt idx="141">
                  <c:v>29860</c:v>
                </c:pt>
                <c:pt idx="142">
                  <c:v>29891</c:v>
                </c:pt>
                <c:pt idx="143">
                  <c:v>29921</c:v>
                </c:pt>
                <c:pt idx="144">
                  <c:v>29952</c:v>
                </c:pt>
                <c:pt idx="145">
                  <c:v>29983</c:v>
                </c:pt>
                <c:pt idx="146">
                  <c:v>30011</c:v>
                </c:pt>
                <c:pt idx="147">
                  <c:v>30042</c:v>
                </c:pt>
                <c:pt idx="148">
                  <c:v>30072</c:v>
                </c:pt>
                <c:pt idx="149">
                  <c:v>30103</c:v>
                </c:pt>
                <c:pt idx="150">
                  <c:v>30133</c:v>
                </c:pt>
                <c:pt idx="151">
                  <c:v>30164</c:v>
                </c:pt>
                <c:pt idx="152">
                  <c:v>30195</c:v>
                </c:pt>
                <c:pt idx="153">
                  <c:v>30225</c:v>
                </c:pt>
                <c:pt idx="154">
                  <c:v>30256</c:v>
                </c:pt>
                <c:pt idx="155">
                  <c:v>30286</c:v>
                </c:pt>
                <c:pt idx="156">
                  <c:v>30317</c:v>
                </c:pt>
                <c:pt idx="157">
                  <c:v>30348</c:v>
                </c:pt>
                <c:pt idx="158">
                  <c:v>30376</c:v>
                </c:pt>
                <c:pt idx="159">
                  <c:v>30407</c:v>
                </c:pt>
                <c:pt idx="160">
                  <c:v>30437</c:v>
                </c:pt>
                <c:pt idx="161">
                  <c:v>30468</c:v>
                </c:pt>
                <c:pt idx="162">
                  <c:v>30498</c:v>
                </c:pt>
                <c:pt idx="163">
                  <c:v>30529</c:v>
                </c:pt>
                <c:pt idx="164">
                  <c:v>30560</c:v>
                </c:pt>
                <c:pt idx="165">
                  <c:v>30590</c:v>
                </c:pt>
                <c:pt idx="166">
                  <c:v>30621</c:v>
                </c:pt>
                <c:pt idx="167">
                  <c:v>30651</c:v>
                </c:pt>
                <c:pt idx="168">
                  <c:v>30682</c:v>
                </c:pt>
                <c:pt idx="169">
                  <c:v>30713</c:v>
                </c:pt>
                <c:pt idx="170">
                  <c:v>30742</c:v>
                </c:pt>
                <c:pt idx="171">
                  <c:v>30773</c:v>
                </c:pt>
                <c:pt idx="172">
                  <c:v>30803</c:v>
                </c:pt>
                <c:pt idx="173">
                  <c:v>30834</c:v>
                </c:pt>
                <c:pt idx="174">
                  <c:v>30864</c:v>
                </c:pt>
                <c:pt idx="175">
                  <c:v>30895</c:v>
                </c:pt>
                <c:pt idx="176">
                  <c:v>30926</c:v>
                </c:pt>
                <c:pt idx="177">
                  <c:v>30956</c:v>
                </c:pt>
                <c:pt idx="178">
                  <c:v>30987</c:v>
                </c:pt>
                <c:pt idx="179">
                  <c:v>31017</c:v>
                </c:pt>
                <c:pt idx="180">
                  <c:v>31048</c:v>
                </c:pt>
                <c:pt idx="181">
                  <c:v>31079</c:v>
                </c:pt>
                <c:pt idx="182">
                  <c:v>31107</c:v>
                </c:pt>
                <c:pt idx="183">
                  <c:v>31138</c:v>
                </c:pt>
                <c:pt idx="184">
                  <c:v>31168</c:v>
                </c:pt>
                <c:pt idx="185">
                  <c:v>31199</c:v>
                </c:pt>
                <c:pt idx="186">
                  <c:v>31229</c:v>
                </c:pt>
                <c:pt idx="187">
                  <c:v>31260</c:v>
                </c:pt>
                <c:pt idx="188">
                  <c:v>31291</c:v>
                </c:pt>
                <c:pt idx="189">
                  <c:v>31321</c:v>
                </c:pt>
                <c:pt idx="190">
                  <c:v>31352</c:v>
                </c:pt>
                <c:pt idx="191">
                  <c:v>31382</c:v>
                </c:pt>
                <c:pt idx="192">
                  <c:v>31413</c:v>
                </c:pt>
                <c:pt idx="193">
                  <c:v>31444</c:v>
                </c:pt>
                <c:pt idx="194">
                  <c:v>31472</c:v>
                </c:pt>
                <c:pt idx="195">
                  <c:v>31503</c:v>
                </c:pt>
                <c:pt idx="196">
                  <c:v>31533</c:v>
                </c:pt>
                <c:pt idx="197">
                  <c:v>31564</c:v>
                </c:pt>
                <c:pt idx="198">
                  <c:v>31594</c:v>
                </c:pt>
                <c:pt idx="199">
                  <c:v>31625</c:v>
                </c:pt>
                <c:pt idx="200">
                  <c:v>31656</c:v>
                </c:pt>
                <c:pt idx="201">
                  <c:v>31686</c:v>
                </c:pt>
                <c:pt idx="202">
                  <c:v>31717</c:v>
                </c:pt>
                <c:pt idx="203">
                  <c:v>31747</c:v>
                </c:pt>
                <c:pt idx="204">
                  <c:v>31778</c:v>
                </c:pt>
                <c:pt idx="205">
                  <c:v>31809</c:v>
                </c:pt>
                <c:pt idx="206">
                  <c:v>31837</c:v>
                </c:pt>
                <c:pt idx="207">
                  <c:v>31868</c:v>
                </c:pt>
                <c:pt idx="208">
                  <c:v>31898</c:v>
                </c:pt>
                <c:pt idx="209">
                  <c:v>31929</c:v>
                </c:pt>
                <c:pt idx="210">
                  <c:v>31959</c:v>
                </c:pt>
                <c:pt idx="211">
                  <c:v>31990</c:v>
                </c:pt>
                <c:pt idx="212">
                  <c:v>32021</c:v>
                </c:pt>
                <c:pt idx="213">
                  <c:v>32051</c:v>
                </c:pt>
                <c:pt idx="214">
                  <c:v>32082</c:v>
                </c:pt>
                <c:pt idx="215">
                  <c:v>32112</c:v>
                </c:pt>
                <c:pt idx="216">
                  <c:v>32143</c:v>
                </c:pt>
                <c:pt idx="217">
                  <c:v>32174</c:v>
                </c:pt>
                <c:pt idx="218">
                  <c:v>32203</c:v>
                </c:pt>
                <c:pt idx="219">
                  <c:v>32234</c:v>
                </c:pt>
                <c:pt idx="220">
                  <c:v>32264</c:v>
                </c:pt>
                <c:pt idx="221">
                  <c:v>32295</c:v>
                </c:pt>
                <c:pt idx="222">
                  <c:v>32325</c:v>
                </c:pt>
                <c:pt idx="223">
                  <c:v>32356</c:v>
                </c:pt>
                <c:pt idx="224">
                  <c:v>32387</c:v>
                </c:pt>
                <c:pt idx="225">
                  <c:v>32417</c:v>
                </c:pt>
                <c:pt idx="226">
                  <c:v>32448</c:v>
                </c:pt>
                <c:pt idx="227">
                  <c:v>32478</c:v>
                </c:pt>
                <c:pt idx="228">
                  <c:v>32509</c:v>
                </c:pt>
                <c:pt idx="229">
                  <c:v>32540</c:v>
                </c:pt>
                <c:pt idx="230">
                  <c:v>32568</c:v>
                </c:pt>
                <c:pt idx="231">
                  <c:v>32599</c:v>
                </c:pt>
                <c:pt idx="232">
                  <c:v>32629</c:v>
                </c:pt>
                <c:pt idx="233">
                  <c:v>32660</c:v>
                </c:pt>
                <c:pt idx="234">
                  <c:v>32690</c:v>
                </c:pt>
                <c:pt idx="235">
                  <c:v>32721</c:v>
                </c:pt>
                <c:pt idx="236">
                  <c:v>32752</c:v>
                </c:pt>
                <c:pt idx="237">
                  <c:v>32782</c:v>
                </c:pt>
                <c:pt idx="238">
                  <c:v>32813</c:v>
                </c:pt>
                <c:pt idx="239">
                  <c:v>32843</c:v>
                </c:pt>
                <c:pt idx="240">
                  <c:v>32874</c:v>
                </c:pt>
                <c:pt idx="241">
                  <c:v>32905</c:v>
                </c:pt>
                <c:pt idx="242">
                  <c:v>32933</c:v>
                </c:pt>
                <c:pt idx="243">
                  <c:v>32964</c:v>
                </c:pt>
                <c:pt idx="244">
                  <c:v>32994</c:v>
                </c:pt>
                <c:pt idx="245">
                  <c:v>33025</c:v>
                </c:pt>
                <c:pt idx="246">
                  <c:v>33055</c:v>
                </c:pt>
                <c:pt idx="247">
                  <c:v>33086</c:v>
                </c:pt>
                <c:pt idx="248">
                  <c:v>33117</c:v>
                </c:pt>
                <c:pt idx="249">
                  <c:v>33147</c:v>
                </c:pt>
                <c:pt idx="250">
                  <c:v>33178</c:v>
                </c:pt>
                <c:pt idx="251">
                  <c:v>33208</c:v>
                </c:pt>
              </c:numCache>
            </c:numRef>
          </c:cat>
          <c:val>
            <c:numRef>
              <c:f>Hoja1!$H$4:$H$255</c:f>
              <c:numCache>
                <c:formatCode>_-* #.##0_-;\-* #.##0_-;_-* "-"??_-;_-@_-</c:formatCode>
                <c:ptCount val="252"/>
                <c:pt idx="0">
                  <c:v>11646174863387.979</c:v>
                </c:pt>
                <c:pt idx="1">
                  <c:v>11427608671234.416</c:v>
                </c:pt>
                <c:pt idx="2">
                  <c:v>11368374362386.338</c:v>
                </c:pt>
                <c:pt idx="3">
                  <c:v>10982480852187.691</c:v>
                </c:pt>
                <c:pt idx="4">
                  <c:v>11139998252206.59</c:v>
                </c:pt>
                <c:pt idx="5">
                  <c:v>11141475264059.688</c:v>
                </c:pt>
                <c:pt idx="6">
                  <c:v>11132536315721.816</c:v>
                </c:pt>
                <c:pt idx="7">
                  <c:v>11292133641236.414</c:v>
                </c:pt>
                <c:pt idx="8">
                  <c:v>10958619687311.836</c:v>
                </c:pt>
                <c:pt idx="9">
                  <c:v>10504663191740.061</c:v>
                </c:pt>
                <c:pt idx="10">
                  <c:v>10498958475285.688</c:v>
                </c:pt>
                <c:pt idx="11">
                  <c:v>9911788291900.5625</c:v>
                </c:pt>
                <c:pt idx="12">
                  <c:v>10097219243691.473</c:v>
                </c:pt>
                <c:pt idx="13">
                  <c:v>9810805201992.2539</c:v>
                </c:pt>
                <c:pt idx="14">
                  <c:v>9830061780158.4727</c:v>
                </c:pt>
                <c:pt idx="15">
                  <c:v>9886531318373.7852</c:v>
                </c:pt>
                <c:pt idx="16">
                  <c:v>9736388925685.5215</c:v>
                </c:pt>
                <c:pt idx="17">
                  <c:v>9665349905257.4121</c:v>
                </c:pt>
                <c:pt idx="18">
                  <c:v>9400643542253.6289</c:v>
                </c:pt>
                <c:pt idx="19">
                  <c:v>9267121746305.6035</c:v>
                </c:pt>
                <c:pt idx="20">
                  <c:v>9655500542694.4414</c:v>
                </c:pt>
                <c:pt idx="21">
                  <c:v>10406334162386.496</c:v>
                </c:pt>
                <c:pt idx="22">
                  <c:v>10764645190874.699</c:v>
                </c:pt>
                <c:pt idx="23">
                  <c:v>10758569452272.377</c:v>
                </c:pt>
                <c:pt idx="24">
                  <c:v>10243860866600.922</c:v>
                </c:pt>
                <c:pt idx="25">
                  <c:v>10370718524176.018</c:v>
                </c:pt>
                <c:pt idx="26">
                  <c:v>9918268417789.3027</c:v>
                </c:pt>
                <c:pt idx="27">
                  <c:v>9445238683879.5664</c:v>
                </c:pt>
                <c:pt idx="28">
                  <c:v>9339229418361.0859</c:v>
                </c:pt>
                <c:pt idx="29">
                  <c:v>8971852030123.4414</c:v>
                </c:pt>
                <c:pt idx="30">
                  <c:v>8786494955671.0479</c:v>
                </c:pt>
                <c:pt idx="31">
                  <c:v>9101779223263.8223</c:v>
                </c:pt>
                <c:pt idx="32">
                  <c:v>9278158000392.1523</c:v>
                </c:pt>
                <c:pt idx="33">
                  <c:v>9227412388119.5176</c:v>
                </c:pt>
                <c:pt idx="34">
                  <c:v>9059180190049.168</c:v>
                </c:pt>
                <c:pt idx="35">
                  <c:v>9422698754565.0332</c:v>
                </c:pt>
                <c:pt idx="36">
                  <c:v>9357658571513.8125</c:v>
                </c:pt>
                <c:pt idx="37">
                  <c:v>8867131703393.4727</c:v>
                </c:pt>
                <c:pt idx="38">
                  <c:v>8813143729207.5078</c:v>
                </c:pt>
                <c:pt idx="39">
                  <c:v>8839691203706.5332</c:v>
                </c:pt>
                <c:pt idx="40">
                  <c:v>9281895253005.6426</c:v>
                </c:pt>
                <c:pt idx="41">
                  <c:v>10860276573988.41</c:v>
                </c:pt>
                <c:pt idx="42">
                  <c:v>11433388928793.174</c:v>
                </c:pt>
                <c:pt idx="43">
                  <c:v>11938622076486.893</c:v>
                </c:pt>
                <c:pt idx="44">
                  <c:v>12660547151902.537</c:v>
                </c:pt>
                <c:pt idx="45">
                  <c:v>13613695923522.418</c:v>
                </c:pt>
                <c:pt idx="46">
                  <c:v>13787517753806.064</c:v>
                </c:pt>
                <c:pt idx="47">
                  <c:v>14868048242995.32</c:v>
                </c:pt>
                <c:pt idx="48">
                  <c:v>16580212441348.34</c:v>
                </c:pt>
                <c:pt idx="49">
                  <c:v>16849002913600.961</c:v>
                </c:pt>
                <c:pt idx="50">
                  <c:v>17540655757908.477</c:v>
                </c:pt>
                <c:pt idx="51">
                  <c:v>17544136792735.475</c:v>
                </c:pt>
                <c:pt idx="52">
                  <c:v>17563050904643.412</c:v>
                </c:pt>
                <c:pt idx="53">
                  <c:v>17328323728770.531</c:v>
                </c:pt>
                <c:pt idx="54">
                  <c:v>17942087395024.715</c:v>
                </c:pt>
                <c:pt idx="55">
                  <c:v>18644959774679.73</c:v>
                </c:pt>
                <c:pt idx="56">
                  <c:v>19341798662276.773</c:v>
                </c:pt>
                <c:pt idx="57">
                  <c:v>19434495673041.961</c:v>
                </c:pt>
                <c:pt idx="58">
                  <c:v>19405369309130.27</c:v>
                </c:pt>
                <c:pt idx="59">
                  <c:v>19734226991844.723</c:v>
                </c:pt>
                <c:pt idx="60">
                  <c:v>20392725355824.988</c:v>
                </c:pt>
                <c:pt idx="61">
                  <c:v>19831197811690.184</c:v>
                </c:pt>
                <c:pt idx="62">
                  <c:v>19279555215234.543</c:v>
                </c:pt>
                <c:pt idx="63">
                  <c:v>17881335356600.91</c:v>
                </c:pt>
                <c:pt idx="64">
                  <c:v>17997195606450.105</c:v>
                </c:pt>
                <c:pt idx="65">
                  <c:v>16117822952084.689</c:v>
                </c:pt>
                <c:pt idx="66">
                  <c:v>13371456185567.01</c:v>
                </c:pt>
                <c:pt idx="67">
                  <c:v>12394633775647.395</c:v>
                </c:pt>
                <c:pt idx="68">
                  <c:v>13098136449362.332</c:v>
                </c:pt>
                <c:pt idx="69">
                  <c:v>12827936301893.789</c:v>
                </c:pt>
                <c:pt idx="70">
                  <c:v>13943536119650.664</c:v>
                </c:pt>
                <c:pt idx="71">
                  <c:v>15190344704729.67</c:v>
                </c:pt>
                <c:pt idx="72">
                  <c:v>15536925102853.73</c:v>
                </c:pt>
                <c:pt idx="73">
                  <c:v>14333518934785.15</c:v>
                </c:pt>
                <c:pt idx="74">
                  <c:v>12699022625519.666</c:v>
                </c:pt>
                <c:pt idx="75">
                  <c:v>9960786215851.1738</c:v>
                </c:pt>
                <c:pt idx="76">
                  <c:v>8924264463580.1719</c:v>
                </c:pt>
                <c:pt idx="77">
                  <c:v>9864434896997.7383</c:v>
                </c:pt>
                <c:pt idx="78">
                  <c:v>10528997084439.359</c:v>
                </c:pt>
                <c:pt idx="79">
                  <c:v>11192261918789.621</c:v>
                </c:pt>
                <c:pt idx="80">
                  <c:v>10297577651833.08</c:v>
                </c:pt>
                <c:pt idx="81">
                  <c:v>9565848661211.1133</c:v>
                </c:pt>
                <c:pt idx="82">
                  <c:v>8932688850353.418</c:v>
                </c:pt>
                <c:pt idx="83">
                  <c:v>8693655055198.0938</c:v>
                </c:pt>
                <c:pt idx="84">
                  <c:v>8572776024597.3369</c:v>
                </c:pt>
                <c:pt idx="85">
                  <c:v>8691051542461.9492</c:v>
                </c:pt>
                <c:pt idx="86">
                  <c:v>8668066508854.7666</c:v>
                </c:pt>
                <c:pt idx="87">
                  <c:v>8908299550423.6055</c:v>
                </c:pt>
                <c:pt idx="88">
                  <c:v>10144656362301.045</c:v>
                </c:pt>
                <c:pt idx="89">
                  <c:v>9687974418198.9102</c:v>
                </c:pt>
                <c:pt idx="90">
                  <c:v>11089763726047.867</c:v>
                </c:pt>
                <c:pt idx="91">
                  <c:v>9866305587539.7207</c:v>
                </c:pt>
                <c:pt idx="92">
                  <c:v>9365109062470.1387</c:v>
                </c:pt>
                <c:pt idx="93">
                  <c:v>9131923766808.125</c:v>
                </c:pt>
                <c:pt idx="94">
                  <c:v>8579651315357.8691</c:v>
                </c:pt>
                <c:pt idx="95">
                  <c:v>9622937665731.8184</c:v>
                </c:pt>
                <c:pt idx="96">
                  <c:v>9065478397454.4805</c:v>
                </c:pt>
                <c:pt idx="97">
                  <c:v>8946630104987.877</c:v>
                </c:pt>
                <c:pt idx="98">
                  <c:v>8547172108338.7432</c:v>
                </c:pt>
                <c:pt idx="99">
                  <c:v>8238513770948.7002</c:v>
                </c:pt>
                <c:pt idx="100">
                  <c:v>8057550467702.5908</c:v>
                </c:pt>
                <c:pt idx="101">
                  <c:v>8077025747395.9502</c:v>
                </c:pt>
                <c:pt idx="102">
                  <c:v>8241093560968.1816</c:v>
                </c:pt>
                <c:pt idx="103">
                  <c:v>8562051958141.5596</c:v>
                </c:pt>
                <c:pt idx="104">
                  <c:v>8582900914257.4746</c:v>
                </c:pt>
                <c:pt idx="105">
                  <c:v>8303970027385.293</c:v>
                </c:pt>
                <c:pt idx="106">
                  <c:v>8059927233643.0127</c:v>
                </c:pt>
                <c:pt idx="107">
                  <c:v>7840760543277.5625</c:v>
                </c:pt>
                <c:pt idx="108">
                  <c:v>7035734734262.1514</c:v>
                </c:pt>
                <c:pt idx="109">
                  <c:v>6690409300412.292</c:v>
                </c:pt>
                <c:pt idx="110">
                  <c:v>6516964924838.9404</c:v>
                </c:pt>
                <c:pt idx="111">
                  <c:v>6244688701123.8867</c:v>
                </c:pt>
                <c:pt idx="112">
                  <c:v>5895272512162.8438</c:v>
                </c:pt>
                <c:pt idx="113">
                  <c:v>6114570658185.8408</c:v>
                </c:pt>
                <c:pt idx="114">
                  <c:v>5357155070345.7441</c:v>
                </c:pt>
                <c:pt idx="115">
                  <c:v>4987013005809.6279</c:v>
                </c:pt>
                <c:pt idx="116">
                  <c:v>5325144706381.1689</c:v>
                </c:pt>
                <c:pt idx="117">
                  <c:v>4832114267612.8389</c:v>
                </c:pt>
                <c:pt idx="118">
                  <c:v>5319510180292.8691</c:v>
                </c:pt>
                <c:pt idx="119">
                  <c:v>4703831106239.0137</c:v>
                </c:pt>
                <c:pt idx="120">
                  <c:v>4564896901423.3486</c:v>
                </c:pt>
                <c:pt idx="121">
                  <c:v>4424260426820.8496</c:v>
                </c:pt>
                <c:pt idx="122">
                  <c:v>3949552499389.5249</c:v>
                </c:pt>
                <c:pt idx="123">
                  <c:v>3336198075005.3306</c:v>
                </c:pt>
                <c:pt idx="124">
                  <c:v>3125596886901.9795</c:v>
                </c:pt>
                <c:pt idx="125">
                  <c:v>3703521800332.8091</c:v>
                </c:pt>
                <c:pt idx="126">
                  <c:v>5147126134839.4209</c:v>
                </c:pt>
                <c:pt idx="127">
                  <c:v>3318134517219.5093</c:v>
                </c:pt>
                <c:pt idx="128">
                  <c:v>5157333647460.7217</c:v>
                </c:pt>
                <c:pt idx="129">
                  <c:v>6169570839234.0371</c:v>
                </c:pt>
                <c:pt idx="130">
                  <c:v>6312824333686.2607</c:v>
                </c:pt>
                <c:pt idx="131">
                  <c:v>7807183162523.0029</c:v>
                </c:pt>
                <c:pt idx="132">
                  <c:v>7232024966990.7568</c:v>
                </c:pt>
                <c:pt idx="133">
                  <c:v>9236087106809.541</c:v>
                </c:pt>
                <c:pt idx="134">
                  <c:v>7701380584846.1787</c:v>
                </c:pt>
                <c:pt idx="135">
                  <c:v>7220011083681.7979</c:v>
                </c:pt>
                <c:pt idx="136">
                  <c:v>8518622628250.1758</c:v>
                </c:pt>
                <c:pt idx="137">
                  <c:v>7943973271652.5313</c:v>
                </c:pt>
                <c:pt idx="138">
                  <c:v>7698643975599.332</c:v>
                </c:pt>
                <c:pt idx="139">
                  <c:v>8299971198156.6826</c:v>
                </c:pt>
                <c:pt idx="140">
                  <c:v>7530996942307.0459</c:v>
                </c:pt>
                <c:pt idx="141">
                  <c:v>9692322347113.7363</c:v>
                </c:pt>
                <c:pt idx="142">
                  <c:v>9654957943371.6387</c:v>
                </c:pt>
                <c:pt idx="143">
                  <c:v>13138882839721.254</c:v>
                </c:pt>
                <c:pt idx="144">
                  <c:v>11699824885689.27</c:v>
                </c:pt>
                <c:pt idx="145">
                  <c:v>12135415463512.67</c:v>
                </c:pt>
                <c:pt idx="146">
                  <c:v>12688947716743.879</c:v>
                </c:pt>
                <c:pt idx="147">
                  <c:v>14826907196849.393</c:v>
                </c:pt>
                <c:pt idx="148">
                  <c:v>14529728397090.85</c:v>
                </c:pt>
                <c:pt idx="149">
                  <c:v>13584743987661.139</c:v>
                </c:pt>
                <c:pt idx="150">
                  <c:v>14263954402515.725</c:v>
                </c:pt>
                <c:pt idx="151">
                  <c:v>12659907176008.568</c:v>
                </c:pt>
                <c:pt idx="152">
                  <c:v>11091904947789.598</c:v>
                </c:pt>
                <c:pt idx="153">
                  <c:v>12195652644569.053</c:v>
                </c:pt>
                <c:pt idx="154">
                  <c:v>11641486320947.324</c:v>
                </c:pt>
                <c:pt idx="155">
                  <c:v>12610957796488.02</c:v>
                </c:pt>
                <c:pt idx="156">
                  <c:v>1626655754599.7393</c:v>
                </c:pt>
                <c:pt idx="157">
                  <c:v>1555984607752.4368</c:v>
                </c:pt>
                <c:pt idx="158">
                  <c:v>1713344018510.2615</c:v>
                </c:pt>
                <c:pt idx="159">
                  <c:v>1904233694701.8711</c:v>
                </c:pt>
                <c:pt idx="160">
                  <c:v>2054012075055.7407</c:v>
                </c:pt>
                <c:pt idx="161">
                  <c:v>2145307315975.9319</c:v>
                </c:pt>
                <c:pt idx="162">
                  <c:v>2214776718225.2856</c:v>
                </c:pt>
                <c:pt idx="163">
                  <c:v>2304966633201.4409</c:v>
                </c:pt>
                <c:pt idx="164">
                  <c:v>2372336571888.9053</c:v>
                </c:pt>
                <c:pt idx="165">
                  <c:v>2314120637855.3271</c:v>
                </c:pt>
                <c:pt idx="166">
                  <c:v>2383865284311.2744</c:v>
                </c:pt>
                <c:pt idx="167">
                  <c:v>2744253985610.4683</c:v>
                </c:pt>
                <c:pt idx="168">
                  <c:v>3299389806698.957</c:v>
                </c:pt>
                <c:pt idx="169">
                  <c:v>2681902354795.9263</c:v>
                </c:pt>
                <c:pt idx="170">
                  <c:v>2574591153093.9204</c:v>
                </c:pt>
                <c:pt idx="171">
                  <c:v>2467858741737.5503</c:v>
                </c:pt>
                <c:pt idx="172">
                  <c:v>2363562746965.187</c:v>
                </c:pt>
                <c:pt idx="173">
                  <c:v>2297541525703.9653</c:v>
                </c:pt>
                <c:pt idx="174">
                  <c:v>2266998198973.146</c:v>
                </c:pt>
                <c:pt idx="175">
                  <c:v>2090540670652.1833</c:v>
                </c:pt>
                <c:pt idx="176">
                  <c:v>1845453328895.4922</c:v>
                </c:pt>
                <c:pt idx="177">
                  <c:v>1733298442568.2671</c:v>
                </c:pt>
                <c:pt idx="178">
                  <c:v>1782963088943.6904</c:v>
                </c:pt>
                <c:pt idx="179">
                  <c:v>1759654670124.7024</c:v>
                </c:pt>
                <c:pt idx="180">
                  <c:v>1686270645802.3682</c:v>
                </c:pt>
                <c:pt idx="181">
                  <c:v>1781726232479.626</c:v>
                </c:pt>
                <c:pt idx="182">
                  <c:v>1738913685592.3857</c:v>
                </c:pt>
                <c:pt idx="183">
                  <c:v>1681861887742.6006</c:v>
                </c:pt>
                <c:pt idx="184">
                  <c:v>1719405303900.2444</c:v>
                </c:pt>
                <c:pt idx="185">
                  <c:v>1609828303527.074</c:v>
                </c:pt>
                <c:pt idx="186">
                  <c:v>1532299407909.1638</c:v>
                </c:pt>
                <c:pt idx="187">
                  <c:v>1549614440856.5039</c:v>
                </c:pt>
                <c:pt idx="188">
                  <c:v>1575494377126.5403</c:v>
                </c:pt>
                <c:pt idx="189">
                  <c:v>1597289788048.6929</c:v>
                </c:pt>
                <c:pt idx="190">
                  <c:v>1613716501645.7671</c:v>
                </c:pt>
                <c:pt idx="191">
                  <c:v>1577154370737.7559</c:v>
                </c:pt>
                <c:pt idx="192">
                  <c:v>1582580151778.5505</c:v>
                </c:pt>
                <c:pt idx="193">
                  <c:v>1605672782560.457</c:v>
                </c:pt>
                <c:pt idx="194">
                  <c:v>1595488423598.8943</c:v>
                </c:pt>
                <c:pt idx="195">
                  <c:v>1584541838046.9954</c:v>
                </c:pt>
                <c:pt idx="196">
                  <c:v>1588316284970.7693</c:v>
                </c:pt>
                <c:pt idx="197">
                  <c:v>1582471841935.6062</c:v>
                </c:pt>
                <c:pt idx="198">
                  <c:v>1552201513742.5088</c:v>
                </c:pt>
                <c:pt idx="199">
                  <c:v>1517573793070.6941</c:v>
                </c:pt>
                <c:pt idx="200">
                  <c:v>1508980757891.5898</c:v>
                </c:pt>
                <c:pt idx="201">
                  <c:v>1517475543166.1812</c:v>
                </c:pt>
                <c:pt idx="202">
                  <c:v>1562936522101.2551</c:v>
                </c:pt>
                <c:pt idx="203">
                  <c:v>1609726097750.8916</c:v>
                </c:pt>
                <c:pt idx="204">
                  <c:v>1622311956880.4312</c:v>
                </c:pt>
                <c:pt idx="205">
                  <c:v>1626224219880.1404</c:v>
                </c:pt>
                <c:pt idx="206">
                  <c:v>1576103348222.8076</c:v>
                </c:pt>
                <c:pt idx="207">
                  <c:v>1614546311006.0222</c:v>
                </c:pt>
                <c:pt idx="208">
                  <c:v>1665080344790.8906</c:v>
                </c:pt>
                <c:pt idx="209">
                  <c:v>1664089871775.928</c:v>
                </c:pt>
                <c:pt idx="210">
                  <c:v>1656411369092.8884</c:v>
                </c:pt>
                <c:pt idx="211">
                  <c:v>1625572513078.7083</c:v>
                </c:pt>
                <c:pt idx="212">
                  <c:v>1649027428786.1355</c:v>
                </c:pt>
                <c:pt idx="213">
                  <c:v>1595093678194.78</c:v>
                </c:pt>
                <c:pt idx="214">
                  <c:v>1544587785851.6777</c:v>
                </c:pt>
                <c:pt idx="215">
                  <c:v>1650336333491.2366</c:v>
                </c:pt>
                <c:pt idx="216">
                  <c:v>1724174324.9644718</c:v>
                </c:pt>
                <c:pt idx="217">
                  <c:v>1748195266.6952667</c:v>
                </c:pt>
                <c:pt idx="218">
                  <c:v>1871893395.6386297</c:v>
                </c:pt>
                <c:pt idx="219">
                  <c:v>1814567389.4557824</c:v>
                </c:pt>
                <c:pt idx="220">
                  <c:v>1874408735.9911814</c:v>
                </c:pt>
                <c:pt idx="221">
                  <c:v>1838885609.7181125</c:v>
                </c:pt>
                <c:pt idx="222">
                  <c:v>1925691704.6264448</c:v>
                </c:pt>
                <c:pt idx="223">
                  <c:v>1867691295.3745298</c:v>
                </c:pt>
                <c:pt idx="224">
                  <c:v>1950623125.0815184</c:v>
                </c:pt>
                <c:pt idx="225">
                  <c:v>2020471638.2783518</c:v>
                </c:pt>
                <c:pt idx="226">
                  <c:v>2133773494.83972</c:v>
                </c:pt>
                <c:pt idx="227">
                  <c:v>2338773066.8032279</c:v>
                </c:pt>
                <c:pt idx="228">
                  <c:v>2480366407.2632947</c:v>
                </c:pt>
                <c:pt idx="229">
                  <c:v>2521554529.8538375</c:v>
                </c:pt>
                <c:pt idx="230">
                  <c:v>2745546269.4870467</c:v>
                </c:pt>
                <c:pt idx="231">
                  <c:v>2337160138.0304122</c:v>
                </c:pt>
                <c:pt idx="232">
                  <c:v>2328435747.0678225</c:v>
                </c:pt>
                <c:pt idx="233">
                  <c:v>2682140495.3969841</c:v>
                </c:pt>
                <c:pt idx="234">
                  <c:v>1685304922.8508449</c:v>
                </c:pt>
                <c:pt idx="235">
                  <c:v>1651816504.7379444</c:v>
                </c:pt>
                <c:pt idx="236">
                  <c:v>1706375913.2657807</c:v>
                </c:pt>
                <c:pt idx="237">
                  <c:v>1727202923.2622676</c:v>
                </c:pt>
                <c:pt idx="238">
                  <c:v>1854650404.1742435</c:v>
                </c:pt>
                <c:pt idx="239">
                  <c:v>1514780203.073343</c:v>
                </c:pt>
                <c:pt idx="240">
                  <c:v>258991957.6304433</c:v>
                </c:pt>
                <c:pt idx="241">
                  <c:v>172353219.69696969</c:v>
                </c:pt>
                <c:pt idx="242">
                  <c:v>93863969.401187196</c:v>
                </c:pt>
                <c:pt idx="243">
                  <c:v>79317878.985543609</c:v>
                </c:pt>
                <c:pt idx="244">
                  <c:v>62726634.768740028</c:v>
                </c:pt>
                <c:pt idx="245">
                  <c:v>54819319.675133035</c:v>
                </c:pt>
                <c:pt idx="246">
                  <c:v>49642951.558976747</c:v>
                </c:pt>
                <c:pt idx="247">
                  <c:v>43285547.675547406</c:v>
                </c:pt>
                <c:pt idx="248">
                  <c:v>39029844.222599089</c:v>
                </c:pt>
                <c:pt idx="249">
                  <c:v>37438131.470287412</c:v>
                </c:pt>
                <c:pt idx="250">
                  <c:v>37275773.668759689</c:v>
                </c:pt>
                <c:pt idx="251">
                  <c:v>32285383.197773919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49-49AB-95A7-854F0BA054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95616896"/>
        <c:axId val="593324576"/>
      </c:lineChart>
      <c:dateAx>
        <c:axId val="595616896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93324576"/>
        <c:crosses val="autoZero"/>
        <c:auto val="1"/>
        <c:lblOffset val="100"/>
        <c:baseTimeUnit val="months"/>
      </c:dateAx>
      <c:valAx>
        <c:axId val="593324576"/>
        <c:scaling>
          <c:orientation val="minMax"/>
        </c:scaling>
        <c:delete val="1"/>
        <c:axPos val="l"/>
        <c:numFmt formatCode="_-* #.##0_-;\-* #.##0_-;_-* &quot;-&quot;??_-;_-@_-" sourceLinked="1"/>
        <c:majorTickMark val="none"/>
        <c:minorTickMark val="none"/>
        <c:tickLblPos val="nextTo"/>
        <c:crossAx val="595616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'7.1.4'!$A$104:$A$131</c:f>
              <c:numCache>
                <c:formatCode>@</c:formatCode>
                <c:ptCount val="28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</c:numCache>
            </c:numRef>
          </c:cat>
          <c:val>
            <c:numRef>
              <c:f>'7.1.4'!$F$104:$F$131</c:f>
              <c:numCache>
                <c:formatCode>#,##0\ \ </c:formatCode>
                <c:ptCount val="28"/>
                <c:pt idx="0">
                  <c:v>2157487922.7053137</c:v>
                </c:pt>
                <c:pt idx="1">
                  <c:v>2478824806.9498067</c:v>
                </c:pt>
                <c:pt idx="2">
                  <c:v>1894463130.6597674</c:v>
                </c:pt>
                <c:pt idx="3">
                  <c:v>2040769064.2810762</c:v>
                </c:pt>
                <c:pt idx="4">
                  <c:v>2517171395.8518896</c:v>
                </c:pt>
                <c:pt idx="5">
                  <c:v>2040533223.9540606</c:v>
                </c:pt>
                <c:pt idx="6">
                  <c:v>2775734534.4848962</c:v>
                </c:pt>
                <c:pt idx="7">
                  <c:v>2571167291.0705333</c:v>
                </c:pt>
                <c:pt idx="8">
                  <c:v>3298605928.5351801</c:v>
                </c:pt>
                <c:pt idx="9">
                  <c:v>3483622899.4588437</c:v>
                </c:pt>
                <c:pt idx="10">
                  <c:v>3802196663.5581813</c:v>
                </c:pt>
                <c:pt idx="11">
                  <c:v>3273615635.179153</c:v>
                </c:pt>
                <c:pt idx="12">
                  <c:v>2505185326.6104884</c:v>
                </c:pt>
                <c:pt idx="13">
                  <c:v>4979185119.5748453</c:v>
                </c:pt>
                <c:pt idx="14">
                  <c:v>5464615384.6153841</c:v>
                </c:pt>
                <c:pt idx="15">
                  <c:v>3416491596.6386561</c:v>
                </c:pt>
                <c:pt idx="16">
                  <c:v>3597113929.942976</c:v>
                </c:pt>
                <c:pt idx="17">
                  <c:v>4928981636.8491964</c:v>
                </c:pt>
                <c:pt idx="18">
                  <c:v>6969528263.37082</c:v>
                </c:pt>
                <c:pt idx="19">
                  <c:v>10320765418.830976</c:v>
                </c:pt>
                <c:pt idx="20">
                  <c:v>14789139850.648615</c:v>
                </c:pt>
                <c:pt idx="21">
                  <c:v>7545573001.925066</c:v>
                </c:pt>
                <c:pt idx="22">
                  <c:v>4092637400.6221914</c:v>
                </c:pt>
                <c:pt idx="23">
                  <c:v>4443738080.101716</c:v>
                </c:pt>
                <c:pt idx="24">
                  <c:v>4467276276.584815</c:v>
                </c:pt>
                <c:pt idx="25">
                  <c:v>4175000000</c:v>
                </c:pt>
                <c:pt idx="26">
                  <c:v>5139907834.1013832</c:v>
                </c:pt>
                <c:pt idx="27">
                  <c:v>4376893542.7574167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2F-4940-B15D-C75D5639A1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75848632"/>
        <c:axId val="1"/>
      </c:lineChart>
      <c:catAx>
        <c:axId val="475848632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l"/>
        <c:numFmt formatCode="#,##0\ \ " sourceLinked="1"/>
        <c:majorTickMark val="none"/>
        <c:minorTickMark val="none"/>
        <c:tickLblPos val="nextTo"/>
        <c:crossAx val="47584863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600"/>
      </a:pPr>
      <a:endParaRPr lang="es-AR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Salario industrial real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Hoja9!$A$6:$A$26</c:f>
              <c:numCache>
                <c:formatCode>General</c:formatCode>
                <c:ptCount val="21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</c:numCache>
            </c:numRef>
          </c:cat>
          <c:val>
            <c:numRef>
              <c:f>Hoja9!$D$6:$D$26</c:f>
              <c:numCache>
                <c:formatCode>_ * #,##0.00_ ;_ * \-#,##0.00_ ;_ * "-"_ ;_ @_ </c:formatCode>
                <c:ptCount val="21"/>
                <c:pt idx="0">
                  <c:v>1830.5783018542836</c:v>
                </c:pt>
                <c:pt idx="1">
                  <c:v>1905.7538238777558</c:v>
                </c:pt>
                <c:pt idx="2">
                  <c:v>1771.2352675346501</c:v>
                </c:pt>
                <c:pt idx="3">
                  <c:v>1909.0192175336572</c:v>
                </c:pt>
                <c:pt idx="4">
                  <c:v>2112.4254657647648</c:v>
                </c:pt>
                <c:pt idx="5">
                  <c:v>2029.8999542826884</c:v>
                </c:pt>
                <c:pt idx="6">
                  <c:v>1329.6505474462726</c:v>
                </c:pt>
                <c:pt idx="7">
                  <c:v>1268.5887312641289</c:v>
                </c:pt>
                <c:pt idx="8">
                  <c:v>1242.7927080261775</c:v>
                </c:pt>
                <c:pt idx="9">
                  <c:v>1448.8111932146996</c:v>
                </c:pt>
                <c:pt idx="10">
                  <c:v>1605.7352896848824</c:v>
                </c:pt>
                <c:pt idx="11">
                  <c:v>1440.3852461508957</c:v>
                </c:pt>
                <c:pt idx="12">
                  <c:v>1288.9466877794191</c:v>
                </c:pt>
                <c:pt idx="13">
                  <c:v>1667.6896814742131</c:v>
                </c:pt>
                <c:pt idx="14">
                  <c:v>2028.1167294851605</c:v>
                </c:pt>
                <c:pt idx="15">
                  <c:v>1651.7108126231117</c:v>
                </c:pt>
                <c:pt idx="16">
                  <c:v>1731.1785297150643</c:v>
                </c:pt>
                <c:pt idx="17">
                  <c:v>1594.2058228144731</c:v>
                </c:pt>
                <c:pt idx="18">
                  <c:v>1509.1741689841538</c:v>
                </c:pt>
                <c:pt idx="19">
                  <c:v>1203.5055986506666</c:v>
                </c:pt>
                <c:pt idx="20">
                  <c:v>1293.2412795502864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E1-4A73-B3EC-0BF3A95001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06236344"/>
        <c:axId val="506233720"/>
      </c:lineChart>
      <c:catAx>
        <c:axId val="506236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06233720"/>
        <c:crosses val="autoZero"/>
        <c:auto val="1"/>
        <c:lblAlgn val="ctr"/>
        <c:lblOffset val="100"/>
        <c:noMultiLvlLbl val="0"/>
      </c:catAx>
      <c:valAx>
        <c:axId val="506233720"/>
        <c:scaling>
          <c:orientation val="minMax"/>
        </c:scaling>
        <c:delete val="0"/>
        <c:axPos val="l"/>
        <c:numFmt formatCode="_ * #,##0.00_ ;_ * \-#,##0.00_ ;_ * &quot;-&quot;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06236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Espiral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Hoja9!$E$5</c:f>
              <c:strCache>
                <c:ptCount val="1"/>
                <c:pt idx="0">
                  <c:v>var salario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Hoja9!$A$7:$A$26</c:f>
              <c:numCache>
                <c:formatCode>General</c:formatCode>
                <c:ptCount val="20"/>
                <c:pt idx="0">
                  <c:v>1971</c:v>
                </c:pt>
                <c:pt idx="1">
                  <c:v>1972</c:v>
                </c:pt>
                <c:pt idx="2">
                  <c:v>1973</c:v>
                </c:pt>
                <c:pt idx="3">
                  <c:v>1974</c:v>
                </c:pt>
                <c:pt idx="4">
                  <c:v>1975</c:v>
                </c:pt>
                <c:pt idx="5">
                  <c:v>1976</c:v>
                </c:pt>
                <c:pt idx="6">
                  <c:v>1977</c:v>
                </c:pt>
                <c:pt idx="7">
                  <c:v>1978</c:v>
                </c:pt>
                <c:pt idx="8">
                  <c:v>1979</c:v>
                </c:pt>
                <c:pt idx="9">
                  <c:v>1980</c:v>
                </c:pt>
                <c:pt idx="10">
                  <c:v>1981</c:v>
                </c:pt>
                <c:pt idx="11">
                  <c:v>1982</c:v>
                </c:pt>
                <c:pt idx="12">
                  <c:v>1983</c:v>
                </c:pt>
                <c:pt idx="13">
                  <c:v>1984</c:v>
                </c:pt>
                <c:pt idx="14">
                  <c:v>1985</c:v>
                </c:pt>
                <c:pt idx="15">
                  <c:v>1986</c:v>
                </c:pt>
                <c:pt idx="16">
                  <c:v>1987</c:v>
                </c:pt>
                <c:pt idx="17">
                  <c:v>1988</c:v>
                </c:pt>
                <c:pt idx="18">
                  <c:v>1989</c:v>
                </c:pt>
                <c:pt idx="19">
                  <c:v>1990</c:v>
                </c:pt>
              </c:numCache>
            </c:numRef>
          </c:cat>
          <c:val>
            <c:numRef>
              <c:f>Hoja9!$E$7:$E$26</c:f>
              <c:numCache>
                <c:formatCode>0%</c:formatCode>
                <c:ptCount val="20"/>
                <c:pt idx="0">
                  <c:v>0.40256815722979455</c:v>
                </c:pt>
                <c:pt idx="1">
                  <c:v>0.47270363195702458</c:v>
                </c:pt>
                <c:pt idx="2">
                  <c:v>0.72772851602685384</c:v>
                </c:pt>
                <c:pt idx="3">
                  <c:v>0.37448502757970403</c:v>
                </c:pt>
                <c:pt idx="4">
                  <c:v>1.717513465831805</c:v>
                </c:pt>
                <c:pt idx="5">
                  <c:v>2.5634676047420411</c:v>
                </c:pt>
                <c:pt idx="6">
                  <c:v>1.6335473507223854</c:v>
                </c:pt>
                <c:pt idx="7">
                  <c:v>1.6990737908916054</c:v>
                </c:pt>
                <c:pt idx="8">
                  <c:v>2.0252921172959972</c:v>
                </c:pt>
                <c:pt idx="9">
                  <c:v>1.2251040309770662</c:v>
                </c:pt>
                <c:pt idx="10">
                  <c:v>0.83419939639866869</c:v>
                </c:pt>
                <c:pt idx="11">
                  <c:v>1.3693877551020406</c:v>
                </c:pt>
                <c:pt idx="12">
                  <c:v>4.7421762848119444</c:v>
                </c:pt>
                <c:pt idx="13">
                  <c:v>7.8378333333333323</c:v>
                </c:pt>
                <c:pt idx="14">
                  <c:v>5.2886802949440845</c:v>
                </c:pt>
                <c:pt idx="15">
                  <c:v>0.99239436488786015</c:v>
                </c:pt>
                <c:pt idx="16">
                  <c:v>1.1302782217642009</c:v>
                </c:pt>
                <c:pt idx="17">
                  <c:v>3.1932871412177857</c:v>
                </c:pt>
                <c:pt idx="18">
                  <c:v>24.354986500907284</c:v>
                </c:pt>
                <c:pt idx="19">
                  <c:v>24.93954689801528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97-4DF5-85E6-92647F8490D2}"/>
            </c:ext>
          </c:extLst>
        </c:ser>
        <c:ser>
          <c:idx val="1"/>
          <c:order val="1"/>
          <c:tx>
            <c:strRef>
              <c:f>Hoja9!$F$5</c:f>
              <c:strCache>
                <c:ptCount val="1"/>
                <c:pt idx="0">
                  <c:v>var inflación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Hoja9!$A$7:$A$26</c:f>
              <c:numCache>
                <c:formatCode>General</c:formatCode>
                <c:ptCount val="20"/>
                <c:pt idx="0">
                  <c:v>1971</c:v>
                </c:pt>
                <c:pt idx="1">
                  <c:v>1972</c:v>
                </c:pt>
                <c:pt idx="2">
                  <c:v>1973</c:v>
                </c:pt>
                <c:pt idx="3">
                  <c:v>1974</c:v>
                </c:pt>
                <c:pt idx="4">
                  <c:v>1975</c:v>
                </c:pt>
                <c:pt idx="5">
                  <c:v>1976</c:v>
                </c:pt>
                <c:pt idx="6">
                  <c:v>1977</c:v>
                </c:pt>
                <c:pt idx="7">
                  <c:v>1978</c:v>
                </c:pt>
                <c:pt idx="8">
                  <c:v>1979</c:v>
                </c:pt>
                <c:pt idx="9">
                  <c:v>1980</c:v>
                </c:pt>
                <c:pt idx="10">
                  <c:v>1981</c:v>
                </c:pt>
                <c:pt idx="11">
                  <c:v>1982</c:v>
                </c:pt>
                <c:pt idx="12">
                  <c:v>1983</c:v>
                </c:pt>
                <c:pt idx="13">
                  <c:v>1984</c:v>
                </c:pt>
                <c:pt idx="14">
                  <c:v>1985</c:v>
                </c:pt>
                <c:pt idx="15">
                  <c:v>1986</c:v>
                </c:pt>
                <c:pt idx="16">
                  <c:v>1987</c:v>
                </c:pt>
                <c:pt idx="17">
                  <c:v>1988</c:v>
                </c:pt>
                <c:pt idx="18">
                  <c:v>1989</c:v>
                </c:pt>
                <c:pt idx="19">
                  <c:v>1990</c:v>
                </c:pt>
              </c:numCache>
            </c:numRef>
          </c:cat>
          <c:val>
            <c:numRef>
              <c:f>Hoja9!$F$7:$F$26</c:f>
              <c:numCache>
                <c:formatCode>0%</c:formatCode>
                <c:ptCount val="20"/>
                <c:pt idx="0">
                  <c:v>0.34724160241868751</c:v>
                </c:pt>
                <c:pt idx="1">
                  <c:v>0.58454985031278683</c:v>
                </c:pt>
                <c:pt idx="2">
                  <c:v>0.60302926874968188</c:v>
                </c:pt>
                <c:pt idx="3">
                  <c:v>0.24213534365435807</c:v>
                </c:pt>
                <c:pt idx="4">
                  <c:v>1.8279938805212317</c:v>
                </c:pt>
                <c:pt idx="5">
                  <c:v>4.4401381940889202</c:v>
                </c:pt>
                <c:pt idx="6">
                  <c:v>1.7603096183302167</c:v>
                </c:pt>
                <c:pt idx="7">
                  <c:v>1.755097108200383</c:v>
                </c:pt>
                <c:pt idx="8">
                  <c:v>1.5951007285373544</c:v>
                </c:pt>
                <c:pt idx="9">
                  <c:v>1.0076507297659045</c:v>
                </c:pt>
                <c:pt idx="10">
                  <c:v>1.0447576139692756</c:v>
                </c:pt>
                <c:pt idx="11">
                  <c:v>1.6477675121995561</c:v>
                </c:pt>
                <c:pt idx="12">
                  <c:v>3.43809132188861</c:v>
                </c:pt>
                <c:pt idx="13">
                  <c:v>6.2672165474076529</c:v>
                </c:pt>
                <c:pt idx="14">
                  <c:v>6.7217982803567367</c:v>
                </c:pt>
                <c:pt idx="15">
                  <c:v>0.90093584168715402</c:v>
                </c:pt>
                <c:pt idx="16">
                  <c:v>1.3133097791143578</c:v>
                </c:pt>
                <c:pt idx="17">
                  <c:v>3.4295502233265696</c:v>
                </c:pt>
                <c:pt idx="18">
                  <c:v>30.794692708544801</c:v>
                </c:pt>
                <c:pt idx="19">
                  <c:v>23.13964850323897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B97-4DF5-85E6-92647F8490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0551568"/>
        <c:axId val="540550584"/>
      </c:barChart>
      <c:catAx>
        <c:axId val="540551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40550584"/>
        <c:crosses val="autoZero"/>
        <c:auto val="1"/>
        <c:lblAlgn val="ctr"/>
        <c:lblOffset val="100"/>
        <c:noMultiLvlLbl val="0"/>
      </c:catAx>
      <c:valAx>
        <c:axId val="540550584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40551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PIB!$B$1</c:f>
              <c:strCache>
                <c:ptCount val="1"/>
                <c:pt idx="0">
                  <c:v>PIBpm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PIB!$A$54:$A$72</c:f>
              <c:numCache>
                <c:formatCode>0</c:formatCode>
                <c:ptCount val="19"/>
                <c:pt idx="0">
                  <c:v>1982</c:v>
                </c:pt>
                <c:pt idx="1">
                  <c:v>1983</c:v>
                </c:pt>
                <c:pt idx="2">
                  <c:v>1984</c:v>
                </c:pt>
                <c:pt idx="3">
                  <c:v>1985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  <c:pt idx="7">
                  <c:v>1989</c:v>
                </c:pt>
                <c:pt idx="8">
                  <c:v>1990</c:v>
                </c:pt>
                <c:pt idx="9">
                  <c:v>1991</c:v>
                </c:pt>
                <c:pt idx="10">
                  <c:v>1992</c:v>
                </c:pt>
                <c:pt idx="11">
                  <c:v>1993</c:v>
                </c:pt>
                <c:pt idx="12">
                  <c:v>1994</c:v>
                </c:pt>
                <c:pt idx="13">
                  <c:v>1995</c:v>
                </c:pt>
                <c:pt idx="14">
                  <c:v>1996</c:v>
                </c:pt>
                <c:pt idx="15">
                  <c:v>1997</c:v>
                </c:pt>
                <c:pt idx="16">
                  <c:v>1998</c:v>
                </c:pt>
                <c:pt idx="17">
                  <c:v>1999</c:v>
                </c:pt>
                <c:pt idx="18">
                  <c:v>2000</c:v>
                </c:pt>
              </c:numCache>
            </c:numRef>
          </c:cat>
          <c:val>
            <c:numRef>
              <c:f>PIB!$B$54:$B$72</c:f>
              <c:numCache>
                <c:formatCode>General</c:formatCode>
                <c:ptCount val="19"/>
                <c:pt idx="0">
                  <c:v>189602.24152446413</c:v>
                </c:pt>
                <c:pt idx="1">
                  <c:v>197400.61051265232</c:v>
                </c:pt>
                <c:pt idx="2">
                  <c:v>201349.02459711238</c:v>
                </c:pt>
                <c:pt idx="3">
                  <c:v>187351.74596487361</c:v>
                </c:pt>
                <c:pt idx="4">
                  <c:v>200726.11957615431</c:v>
                </c:pt>
                <c:pt idx="5">
                  <c:v>205926.37181563661</c:v>
                </c:pt>
                <c:pt idx="6">
                  <c:v>202022.16389395422</c:v>
                </c:pt>
                <c:pt idx="7">
                  <c:v>188010.819664468</c:v>
                </c:pt>
                <c:pt idx="8">
                  <c:v>184568.76708091571</c:v>
                </c:pt>
                <c:pt idx="9">
                  <c:v>204093.82543139864</c:v>
                </c:pt>
                <c:pt idx="10">
                  <c:v>223701.26799433088</c:v>
                </c:pt>
                <c:pt idx="11">
                  <c:v>236504.9802315725</c:v>
                </c:pt>
                <c:pt idx="12">
                  <c:v>250307.88553631518</c:v>
                </c:pt>
                <c:pt idx="13">
                  <c:v>243186.10151946038</c:v>
                </c:pt>
                <c:pt idx="14">
                  <c:v>256626.24305584718</c:v>
                </c:pt>
                <c:pt idx="15">
                  <c:v>277441.31762238021</c:v>
                </c:pt>
                <c:pt idx="16">
                  <c:v>288122.8046077239</c:v>
                </c:pt>
                <c:pt idx="17">
                  <c:v>278369.01387171785</c:v>
                </c:pt>
                <c:pt idx="18">
                  <c:v>276172.18535265006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CB-4E11-A62C-149F238166DC}"/>
            </c:ext>
          </c:extLst>
        </c:ser>
        <c:ser>
          <c:idx val="1"/>
          <c:order val="1"/>
          <c:tx>
            <c:strRef>
              <c:f>PIB!$C$1</c:f>
              <c:strCache>
                <c:ptCount val="1"/>
                <c:pt idx="0">
                  <c:v>PIB_tent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PIB!$A$54:$A$72</c:f>
              <c:numCache>
                <c:formatCode>0</c:formatCode>
                <c:ptCount val="19"/>
                <c:pt idx="0">
                  <c:v>1982</c:v>
                </c:pt>
                <c:pt idx="1">
                  <c:v>1983</c:v>
                </c:pt>
                <c:pt idx="2">
                  <c:v>1984</c:v>
                </c:pt>
                <c:pt idx="3">
                  <c:v>1985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  <c:pt idx="7">
                  <c:v>1989</c:v>
                </c:pt>
                <c:pt idx="8">
                  <c:v>1990</c:v>
                </c:pt>
                <c:pt idx="9">
                  <c:v>1991</c:v>
                </c:pt>
                <c:pt idx="10">
                  <c:v>1992</c:v>
                </c:pt>
                <c:pt idx="11">
                  <c:v>1993</c:v>
                </c:pt>
                <c:pt idx="12">
                  <c:v>1994</c:v>
                </c:pt>
                <c:pt idx="13">
                  <c:v>1995</c:v>
                </c:pt>
                <c:pt idx="14">
                  <c:v>1996</c:v>
                </c:pt>
                <c:pt idx="15">
                  <c:v>1997</c:v>
                </c:pt>
                <c:pt idx="16">
                  <c:v>1998</c:v>
                </c:pt>
                <c:pt idx="17">
                  <c:v>1999</c:v>
                </c:pt>
                <c:pt idx="18">
                  <c:v>2000</c:v>
                </c:pt>
              </c:numCache>
            </c:numRef>
          </c:cat>
          <c:val>
            <c:numRef>
              <c:f>PIB!$C$54:$C$72</c:f>
              <c:numCache>
                <c:formatCode>General</c:formatCode>
                <c:ptCount val="19"/>
                <c:pt idx="0">
                  <c:v>195993.359375</c:v>
                </c:pt>
                <c:pt idx="1">
                  <c:v>196114.078125</c:v>
                </c:pt>
                <c:pt idx="2">
                  <c:v>196332.734375</c:v>
                </c:pt>
                <c:pt idx="3">
                  <c:v>196822.359375</c:v>
                </c:pt>
                <c:pt idx="4">
                  <c:v>197806.09375</c:v>
                </c:pt>
                <c:pt idx="5">
                  <c:v>199412.40625</c:v>
                </c:pt>
                <c:pt idx="6">
                  <c:v>201798.96875</c:v>
                </c:pt>
                <c:pt idx="7">
                  <c:v>205188.5625</c:v>
                </c:pt>
                <c:pt idx="8">
                  <c:v>209806.234375</c:v>
                </c:pt>
                <c:pt idx="9">
                  <c:v>215705.234375</c:v>
                </c:pt>
                <c:pt idx="10">
                  <c:v>222686.4375</c:v>
                </c:pt>
                <c:pt idx="11">
                  <c:v>230434.625</c:v>
                </c:pt>
                <c:pt idx="12">
                  <c:v>238644.703125</c:v>
                </c:pt>
                <c:pt idx="13">
                  <c:v>247072.296875</c:v>
                </c:pt>
                <c:pt idx="14">
                  <c:v>255589.640625</c:v>
                </c:pt>
                <c:pt idx="15">
                  <c:v>264030.125</c:v>
                </c:pt>
                <c:pt idx="16">
                  <c:v>272237.53125</c:v>
                </c:pt>
                <c:pt idx="17">
                  <c:v>280189.71875</c:v>
                </c:pt>
                <c:pt idx="18">
                  <c:v>288023.375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CB-4E11-A62C-149F238166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64601504"/>
        <c:axId val="1"/>
      </c:lineChart>
      <c:catAx>
        <c:axId val="864601504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864601504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8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s-AR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Sheet1!$A$446:$A$577</c:f>
              <c:numCache>
                <c:formatCode>mmm\-yy</c:formatCode>
                <c:ptCount val="132"/>
                <c:pt idx="0">
                  <c:v>29221</c:v>
                </c:pt>
                <c:pt idx="1">
                  <c:v>29252</c:v>
                </c:pt>
                <c:pt idx="2">
                  <c:v>29281</c:v>
                </c:pt>
                <c:pt idx="3">
                  <c:v>29312</c:v>
                </c:pt>
                <c:pt idx="4">
                  <c:v>29342</c:v>
                </c:pt>
                <c:pt idx="5">
                  <c:v>29373</c:v>
                </c:pt>
                <c:pt idx="6">
                  <c:v>29403</c:v>
                </c:pt>
                <c:pt idx="7">
                  <c:v>29434</c:v>
                </c:pt>
                <c:pt idx="8">
                  <c:v>29465</c:v>
                </c:pt>
                <c:pt idx="9">
                  <c:v>29495</c:v>
                </c:pt>
                <c:pt idx="10">
                  <c:v>29526</c:v>
                </c:pt>
                <c:pt idx="11">
                  <c:v>29556</c:v>
                </c:pt>
                <c:pt idx="12">
                  <c:v>29587</c:v>
                </c:pt>
                <c:pt idx="13">
                  <c:v>29618</c:v>
                </c:pt>
                <c:pt idx="14">
                  <c:v>29646</c:v>
                </c:pt>
                <c:pt idx="15">
                  <c:v>29677</c:v>
                </c:pt>
                <c:pt idx="16">
                  <c:v>29707</c:v>
                </c:pt>
                <c:pt idx="17">
                  <c:v>29738</c:v>
                </c:pt>
                <c:pt idx="18">
                  <c:v>29768</c:v>
                </c:pt>
                <c:pt idx="19">
                  <c:v>29799</c:v>
                </c:pt>
                <c:pt idx="20">
                  <c:v>29830</c:v>
                </c:pt>
                <c:pt idx="21">
                  <c:v>29860</c:v>
                </c:pt>
                <c:pt idx="22">
                  <c:v>29891</c:v>
                </c:pt>
                <c:pt idx="23">
                  <c:v>29921</c:v>
                </c:pt>
                <c:pt idx="24">
                  <c:v>29952</c:v>
                </c:pt>
                <c:pt idx="25">
                  <c:v>29983</c:v>
                </c:pt>
                <c:pt idx="26">
                  <c:v>30011</c:v>
                </c:pt>
                <c:pt idx="27">
                  <c:v>30042</c:v>
                </c:pt>
                <c:pt idx="28">
                  <c:v>30072</c:v>
                </c:pt>
                <c:pt idx="29">
                  <c:v>30103</c:v>
                </c:pt>
                <c:pt idx="30">
                  <c:v>30133</c:v>
                </c:pt>
                <c:pt idx="31">
                  <c:v>30164</c:v>
                </c:pt>
                <c:pt idx="32">
                  <c:v>30195</c:v>
                </c:pt>
                <c:pt idx="33">
                  <c:v>30225</c:v>
                </c:pt>
                <c:pt idx="34">
                  <c:v>30256</c:v>
                </c:pt>
                <c:pt idx="35">
                  <c:v>30286</c:v>
                </c:pt>
                <c:pt idx="36">
                  <c:v>30317</c:v>
                </c:pt>
                <c:pt idx="37">
                  <c:v>30348</c:v>
                </c:pt>
                <c:pt idx="38">
                  <c:v>30376</c:v>
                </c:pt>
                <c:pt idx="39">
                  <c:v>30407</c:v>
                </c:pt>
                <c:pt idx="40">
                  <c:v>30437</c:v>
                </c:pt>
                <c:pt idx="41">
                  <c:v>30468</c:v>
                </c:pt>
                <c:pt idx="42">
                  <c:v>30498</c:v>
                </c:pt>
                <c:pt idx="43">
                  <c:v>30529</c:v>
                </c:pt>
                <c:pt idx="44">
                  <c:v>30560</c:v>
                </c:pt>
                <c:pt idx="45">
                  <c:v>30590</c:v>
                </c:pt>
                <c:pt idx="46">
                  <c:v>30621</c:v>
                </c:pt>
                <c:pt idx="47">
                  <c:v>30651</c:v>
                </c:pt>
                <c:pt idx="48">
                  <c:v>30682</c:v>
                </c:pt>
                <c:pt idx="49">
                  <c:v>30713</c:v>
                </c:pt>
                <c:pt idx="50">
                  <c:v>30742</c:v>
                </c:pt>
                <c:pt idx="51">
                  <c:v>30773</c:v>
                </c:pt>
                <c:pt idx="52">
                  <c:v>30803</c:v>
                </c:pt>
                <c:pt idx="53">
                  <c:v>30834</c:v>
                </c:pt>
                <c:pt idx="54">
                  <c:v>30864</c:v>
                </c:pt>
                <c:pt idx="55">
                  <c:v>30895</c:v>
                </c:pt>
                <c:pt idx="56">
                  <c:v>30926</c:v>
                </c:pt>
                <c:pt idx="57">
                  <c:v>30956</c:v>
                </c:pt>
                <c:pt idx="58">
                  <c:v>30987</c:v>
                </c:pt>
                <c:pt idx="59">
                  <c:v>31017</c:v>
                </c:pt>
                <c:pt idx="60">
                  <c:v>31048</c:v>
                </c:pt>
                <c:pt idx="61">
                  <c:v>31079</c:v>
                </c:pt>
                <c:pt idx="62">
                  <c:v>31107</c:v>
                </c:pt>
                <c:pt idx="63">
                  <c:v>31138</c:v>
                </c:pt>
                <c:pt idx="64">
                  <c:v>31168</c:v>
                </c:pt>
                <c:pt idx="65">
                  <c:v>31199</c:v>
                </c:pt>
                <c:pt idx="66">
                  <c:v>31229</c:v>
                </c:pt>
                <c:pt idx="67">
                  <c:v>31260</c:v>
                </c:pt>
                <c:pt idx="68">
                  <c:v>31291</c:v>
                </c:pt>
                <c:pt idx="69">
                  <c:v>31321</c:v>
                </c:pt>
                <c:pt idx="70">
                  <c:v>31352</c:v>
                </c:pt>
                <c:pt idx="71">
                  <c:v>31382</c:v>
                </c:pt>
                <c:pt idx="72">
                  <c:v>31413</c:v>
                </c:pt>
                <c:pt idx="73">
                  <c:v>31444</c:v>
                </c:pt>
                <c:pt idx="74">
                  <c:v>31472</c:v>
                </c:pt>
                <c:pt idx="75">
                  <c:v>31503</c:v>
                </c:pt>
                <c:pt idx="76">
                  <c:v>31533</c:v>
                </c:pt>
                <c:pt idx="77">
                  <c:v>31564</c:v>
                </c:pt>
                <c:pt idx="78">
                  <c:v>31594</c:v>
                </c:pt>
                <c:pt idx="79">
                  <c:v>31625</c:v>
                </c:pt>
                <c:pt idx="80">
                  <c:v>31656</c:v>
                </c:pt>
                <c:pt idx="81">
                  <c:v>31686</c:v>
                </c:pt>
                <c:pt idx="82">
                  <c:v>31717</c:v>
                </c:pt>
                <c:pt idx="83">
                  <c:v>31747</c:v>
                </c:pt>
                <c:pt idx="84">
                  <c:v>31778</c:v>
                </c:pt>
                <c:pt idx="85">
                  <c:v>31809</c:v>
                </c:pt>
                <c:pt idx="86">
                  <c:v>31837</c:v>
                </c:pt>
                <c:pt idx="87">
                  <c:v>31868</c:v>
                </c:pt>
                <c:pt idx="88">
                  <c:v>31898</c:v>
                </c:pt>
                <c:pt idx="89">
                  <c:v>31929</c:v>
                </c:pt>
                <c:pt idx="90">
                  <c:v>31959</c:v>
                </c:pt>
                <c:pt idx="91">
                  <c:v>31990</c:v>
                </c:pt>
                <c:pt idx="92">
                  <c:v>32021</c:v>
                </c:pt>
                <c:pt idx="93">
                  <c:v>32051</c:v>
                </c:pt>
                <c:pt idx="94">
                  <c:v>32082</c:v>
                </c:pt>
                <c:pt idx="95">
                  <c:v>32112</c:v>
                </c:pt>
                <c:pt idx="96">
                  <c:v>32143</c:v>
                </c:pt>
                <c:pt idx="97">
                  <c:v>32174</c:v>
                </c:pt>
                <c:pt idx="98">
                  <c:v>32203</c:v>
                </c:pt>
                <c:pt idx="99">
                  <c:v>32234</c:v>
                </c:pt>
                <c:pt idx="100">
                  <c:v>32264</c:v>
                </c:pt>
                <c:pt idx="101">
                  <c:v>32295</c:v>
                </c:pt>
                <c:pt idx="102">
                  <c:v>32325</c:v>
                </c:pt>
                <c:pt idx="103">
                  <c:v>32356</c:v>
                </c:pt>
                <c:pt idx="104">
                  <c:v>32387</c:v>
                </c:pt>
                <c:pt idx="105">
                  <c:v>32417</c:v>
                </c:pt>
                <c:pt idx="106">
                  <c:v>32448</c:v>
                </c:pt>
                <c:pt idx="107">
                  <c:v>32478</c:v>
                </c:pt>
                <c:pt idx="108">
                  <c:v>32509</c:v>
                </c:pt>
                <c:pt idx="109">
                  <c:v>32540</c:v>
                </c:pt>
                <c:pt idx="110">
                  <c:v>32568</c:v>
                </c:pt>
                <c:pt idx="111">
                  <c:v>32599</c:v>
                </c:pt>
                <c:pt idx="112">
                  <c:v>32629</c:v>
                </c:pt>
                <c:pt idx="113">
                  <c:v>32660</c:v>
                </c:pt>
                <c:pt idx="114">
                  <c:v>32690</c:v>
                </c:pt>
                <c:pt idx="115">
                  <c:v>32721</c:v>
                </c:pt>
                <c:pt idx="116">
                  <c:v>32752</c:v>
                </c:pt>
                <c:pt idx="117">
                  <c:v>32782</c:v>
                </c:pt>
                <c:pt idx="118">
                  <c:v>32813</c:v>
                </c:pt>
                <c:pt idx="119">
                  <c:v>32843</c:v>
                </c:pt>
                <c:pt idx="120">
                  <c:v>32874</c:v>
                </c:pt>
                <c:pt idx="121">
                  <c:v>32905</c:v>
                </c:pt>
                <c:pt idx="122">
                  <c:v>32933</c:v>
                </c:pt>
                <c:pt idx="123">
                  <c:v>32964</c:v>
                </c:pt>
                <c:pt idx="124">
                  <c:v>32994</c:v>
                </c:pt>
                <c:pt idx="125">
                  <c:v>33025</c:v>
                </c:pt>
                <c:pt idx="126">
                  <c:v>33055</c:v>
                </c:pt>
                <c:pt idx="127">
                  <c:v>33086</c:v>
                </c:pt>
                <c:pt idx="128">
                  <c:v>33117</c:v>
                </c:pt>
                <c:pt idx="129">
                  <c:v>33147</c:v>
                </c:pt>
                <c:pt idx="130">
                  <c:v>33178</c:v>
                </c:pt>
                <c:pt idx="131">
                  <c:v>33208</c:v>
                </c:pt>
              </c:numCache>
            </c:numRef>
          </c:cat>
          <c:val>
            <c:numRef>
              <c:f>Sheet1!$F$446:$F$577</c:f>
              <c:numCache>
                <c:formatCode>General</c:formatCode>
                <c:ptCount val="132"/>
                <c:pt idx="0">
                  <c:v>1.2791327232730305</c:v>
                </c:pt>
                <c:pt idx="1">
                  <c:v>1.2346325364845789</c:v>
                </c:pt>
                <c:pt idx="2">
                  <c:v>1.1941107568165545</c:v>
                </c:pt>
                <c:pt idx="3">
                  <c:v>1.1771804706378424</c:v>
                </c:pt>
                <c:pt idx="4">
                  <c:v>1.1540519428317908</c:v>
                </c:pt>
                <c:pt idx="5">
                  <c:v>1.0763429894911503</c:v>
                </c:pt>
                <c:pt idx="6">
                  <c:v>1.0263881226832363</c:v>
                </c:pt>
                <c:pt idx="7">
                  <c:v>0.88042065529828251</c:v>
                </c:pt>
                <c:pt idx="8">
                  <c:v>0.8399147136554328</c:v>
                </c:pt>
                <c:pt idx="9">
                  <c:v>0.89765300637964751</c:v>
                </c:pt>
                <c:pt idx="10">
                  <c:v>0.88931516863020121</c:v>
                </c:pt>
                <c:pt idx="11">
                  <c:v>0.87634547052486345</c:v>
                </c:pt>
                <c:pt idx="12">
                  <c:v>0.8358752636137059</c:v>
                </c:pt>
                <c:pt idx="13">
                  <c:v>0.81551566167272593</c:v>
                </c:pt>
                <c:pt idx="14">
                  <c:v>0.81887025991911089</c:v>
                </c:pt>
                <c:pt idx="15">
                  <c:v>0.84817738182475022</c:v>
                </c:pt>
                <c:pt idx="16">
                  <c:v>0.87879091948529298</c:v>
                </c:pt>
                <c:pt idx="17">
                  <c:v>0.94341245112541627</c:v>
                </c:pt>
                <c:pt idx="18">
                  <c:v>1.0487408804881251</c:v>
                </c:pt>
                <c:pt idx="19">
                  <c:v>1.137891541412412</c:v>
                </c:pt>
                <c:pt idx="20">
                  <c:v>1.1911121582024062</c:v>
                </c:pt>
                <c:pt idx="21">
                  <c:v>1.1546292305482009</c:v>
                </c:pt>
                <c:pt idx="22">
                  <c:v>1.2067108479406037</c:v>
                </c:pt>
                <c:pt idx="23">
                  <c:v>1.3127544605954764</c:v>
                </c:pt>
                <c:pt idx="24">
                  <c:v>1.4676509422638335</c:v>
                </c:pt>
                <c:pt idx="25">
                  <c:v>1.4938933056803783</c:v>
                </c:pt>
                <c:pt idx="26">
                  <c:v>1.4638547668224806</c:v>
                </c:pt>
                <c:pt idx="27">
                  <c:v>1.3794145800796014</c:v>
                </c:pt>
                <c:pt idx="28">
                  <c:v>1.2803466854064185</c:v>
                </c:pt>
                <c:pt idx="29">
                  <c:v>1.2495074102629999</c:v>
                </c:pt>
                <c:pt idx="30">
                  <c:v>1.372304464389789</c:v>
                </c:pt>
                <c:pt idx="31">
                  <c:v>1.5210613479262673</c:v>
                </c:pt>
                <c:pt idx="32">
                  <c:v>1.7544773361110173</c:v>
                </c:pt>
                <c:pt idx="33">
                  <c:v>1.9331936241823842</c:v>
                </c:pt>
                <c:pt idx="34">
                  <c:v>2.0463807605733919</c:v>
                </c:pt>
                <c:pt idx="35">
                  <c:v>2.0972887630662025</c:v>
                </c:pt>
                <c:pt idx="36">
                  <c:v>2.2095534585076368</c:v>
                </c:pt>
                <c:pt idx="37">
                  <c:v>2.4458176442052255</c:v>
                </c:pt>
                <c:pt idx="38">
                  <c:v>2.6611956761526585</c:v>
                </c:pt>
                <c:pt idx="39">
                  <c:v>2.8749073662368456</c:v>
                </c:pt>
                <c:pt idx="40">
                  <c:v>3.1004437687471746</c:v>
                </c:pt>
                <c:pt idx="41">
                  <c:v>3.4019841194279952</c:v>
                </c:pt>
                <c:pt idx="42">
                  <c:v>3.2577797431865836</c:v>
                </c:pt>
                <c:pt idx="43">
                  <c:v>3.3526454837558015</c:v>
                </c:pt>
                <c:pt idx="44">
                  <c:v>3.5125158582999907</c:v>
                </c:pt>
                <c:pt idx="45">
                  <c:v>3.6840156747277488</c:v>
                </c:pt>
                <c:pt idx="46">
                  <c:v>4.015954033716385</c:v>
                </c:pt>
                <c:pt idx="47">
                  <c:v>4.336933785660297</c:v>
                </c:pt>
                <c:pt idx="48">
                  <c:v>4.1786093176927039</c:v>
                </c:pt>
                <c:pt idx="49">
                  <c:v>4.3579233873670944</c:v>
                </c:pt>
                <c:pt idx="50">
                  <c:v>4.7919282727371328</c:v>
                </c:pt>
                <c:pt idx="51">
                  <c:v>5.2248098443783881</c:v>
                </c:pt>
                <c:pt idx="52">
                  <c:v>5.682315805295989</c:v>
                </c:pt>
                <c:pt idx="53">
                  <c:v>5.8021749380350292</c:v>
                </c:pt>
                <c:pt idx="54">
                  <c:v>6.1550566811430851</c:v>
                </c:pt>
                <c:pt idx="55">
                  <c:v>6.4966698819530571</c:v>
                </c:pt>
                <c:pt idx="56">
                  <c:v>6.8783135721970821</c:v>
                </c:pt>
                <c:pt idx="57">
                  <c:v>7.0367922348047145</c:v>
                </c:pt>
                <c:pt idx="58">
                  <c:v>6.7496021754847062</c:v>
                </c:pt>
                <c:pt idx="59">
                  <c:v>6.8798083811035715</c:v>
                </c:pt>
                <c:pt idx="60">
                  <c:v>7.7620538784588593</c:v>
                </c:pt>
                <c:pt idx="61">
                  <c:v>8.0429418683216145</c:v>
                </c:pt>
                <c:pt idx="62">
                  <c:v>8.509591777287671</c:v>
                </c:pt>
                <c:pt idx="63">
                  <c:v>9.3892239222605518</c:v>
                </c:pt>
                <c:pt idx="64">
                  <c:v>10.100180701662307</c:v>
                </c:pt>
                <c:pt idx="65">
                  <c:v>11.289064685981737</c:v>
                </c:pt>
                <c:pt idx="66">
                  <c:v>10.032230316389345</c:v>
                </c:pt>
                <c:pt idx="67">
                  <c:v>8.256741971342791</c:v>
                </c:pt>
                <c:pt idx="68">
                  <c:v>6.4022502599225195</c:v>
                </c:pt>
                <c:pt idx="69">
                  <c:v>5.3237307046400879</c:v>
                </c:pt>
                <c:pt idx="70">
                  <c:v>4.6305242780609568</c:v>
                </c:pt>
                <c:pt idx="71">
                  <c:v>3.8541794235724627</c:v>
                </c:pt>
                <c:pt idx="72">
                  <c:v>2.996325923946626</c:v>
                </c:pt>
                <c:pt idx="73">
                  <c:v>2.3671633943519712</c:v>
                </c:pt>
                <c:pt idx="74">
                  <c:v>1.785865879006673</c:v>
                </c:pt>
                <c:pt idx="75">
                  <c:v>1.2534874485648868</c:v>
                </c:pt>
                <c:pt idx="76">
                  <c:v>0.87410329501087514</c:v>
                </c:pt>
                <c:pt idx="77">
                  <c:v>0.50096766848816032</c:v>
                </c:pt>
                <c:pt idx="78">
                  <c:v>0.50920299212982134</c:v>
                </c:pt>
                <c:pt idx="79">
                  <c:v>0.59276822482045843</c:v>
                </c:pt>
                <c:pt idx="80">
                  <c:v>0.67452694621881482</c:v>
                </c:pt>
                <c:pt idx="81">
                  <c:v>0.74219336179965367</c:v>
                </c:pt>
                <c:pt idx="82">
                  <c:v>0.79198038405671589</c:v>
                </c:pt>
                <c:pt idx="83">
                  <c:v>0.8190871047737136</c:v>
                </c:pt>
                <c:pt idx="84">
                  <c:v>0.89953028884728536</c:v>
                </c:pt>
                <c:pt idx="85">
                  <c:v>0.98845308294466938</c:v>
                </c:pt>
                <c:pt idx="86">
                  <c:v>1.0571280472480526</c:v>
                </c:pt>
                <c:pt idx="87">
                  <c:v>1.0297180051517207</c:v>
                </c:pt>
                <c:pt idx="88">
                  <c:v>1.0321792348781385</c:v>
                </c:pt>
                <c:pt idx="89">
                  <c:v>1.0998831272258403</c:v>
                </c:pt>
                <c:pt idx="90">
                  <c:v>1.1653169559826408</c:v>
                </c:pt>
                <c:pt idx="91">
                  <c:v>1.2639274773812068</c:v>
                </c:pt>
                <c:pt idx="92">
                  <c:v>1.3576081209393225</c:v>
                </c:pt>
                <c:pt idx="93">
                  <c:v>1.6580950292855574</c:v>
                </c:pt>
                <c:pt idx="94">
                  <c:v>1.7836278184306025</c:v>
                </c:pt>
                <c:pt idx="95">
                  <c:v>1.747897747578238</c:v>
                </c:pt>
                <c:pt idx="96">
                  <c:v>1.7864921350786491</c:v>
                </c:pt>
                <c:pt idx="97">
                  <c:v>1.8902665840049595</c:v>
                </c:pt>
                <c:pt idx="98">
                  <c:v>2.0637956705990144</c:v>
                </c:pt>
                <c:pt idx="99">
                  <c:v>2.4758192633095653</c:v>
                </c:pt>
                <c:pt idx="100">
                  <c:v>2.8615160866943348</c:v>
                </c:pt>
                <c:pt idx="101">
                  <c:v>3.2167824131080796</c:v>
                </c:pt>
                <c:pt idx="102">
                  <c:v>3.8123294412383126</c:v>
                </c:pt>
                <c:pt idx="103">
                  <c:v>4.3999659101338686</c:v>
                </c:pt>
                <c:pt idx="104">
                  <c:v>4.4014512833759962</c:v>
                </c:pt>
                <c:pt idx="105">
                  <c:v>3.9233095701015337</c:v>
                </c:pt>
                <c:pt idx="106">
                  <c:v>3.7197584954050011</c:v>
                </c:pt>
                <c:pt idx="107">
                  <c:v>3.8773954610051247</c:v>
                </c:pt>
                <c:pt idx="108">
                  <c:v>3.8697299857887257</c:v>
                </c:pt>
                <c:pt idx="109">
                  <c:v>3.8331188331188333</c:v>
                </c:pt>
                <c:pt idx="110">
                  <c:v>3.92778816199377</c:v>
                </c:pt>
                <c:pt idx="111">
                  <c:v>4.606079931972789</c:v>
                </c:pt>
                <c:pt idx="112">
                  <c:v>7.6467021862943234</c:v>
                </c:pt>
                <c:pt idx="113">
                  <c:v>14.720175985049059</c:v>
                </c:pt>
                <c:pt idx="114">
                  <c:v>36.11319760775929</c:v>
                </c:pt>
                <c:pt idx="115">
                  <c:v>39.090761199465824</c:v>
                </c:pt>
                <c:pt idx="116">
                  <c:v>38.25064127646624</c:v>
                </c:pt>
                <c:pt idx="117">
                  <c:v>37.027783318042204</c:v>
                </c:pt>
                <c:pt idx="118">
                  <c:v>37.318729835286121</c:v>
                </c:pt>
                <c:pt idx="119">
                  <c:v>49.235480054389093</c:v>
                </c:pt>
                <c:pt idx="120">
                  <c:v>81.652399481193257</c:v>
                </c:pt>
                <c:pt idx="121">
                  <c:v>120.85336410438488</c:v>
                </c:pt>
                <c:pt idx="122">
                  <c:v>202.62873146122823</c:v>
                </c:pt>
                <c:pt idx="123">
                  <c:v>169.0419020894164</c:v>
                </c:pt>
                <c:pt idx="124">
                  <c:v>107.2435619581846</c:v>
                </c:pt>
                <c:pt idx="125">
                  <c:v>56.483833097630502</c:v>
                </c:pt>
                <c:pt idx="126">
                  <c:v>20.476521274463963</c:v>
                </c:pt>
                <c:pt idx="127">
                  <c:v>16.967728923930043</c:v>
                </c:pt>
                <c:pt idx="128">
                  <c:v>18.006451012622893</c:v>
                </c:pt>
                <c:pt idx="129">
                  <c:v>18.383553345497859</c:v>
                </c:pt>
                <c:pt idx="130">
                  <c:v>18.321975980473979</c:v>
                </c:pt>
                <c:pt idx="131">
                  <c:v>13.439298576166566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6F9-47D9-839E-344D9496C420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Sheet1!$A$446:$A$577</c:f>
              <c:numCache>
                <c:formatCode>mmm\-yy</c:formatCode>
                <c:ptCount val="132"/>
                <c:pt idx="0">
                  <c:v>29221</c:v>
                </c:pt>
                <c:pt idx="1">
                  <c:v>29252</c:v>
                </c:pt>
                <c:pt idx="2">
                  <c:v>29281</c:v>
                </c:pt>
                <c:pt idx="3">
                  <c:v>29312</c:v>
                </c:pt>
                <c:pt idx="4">
                  <c:v>29342</c:v>
                </c:pt>
                <c:pt idx="5">
                  <c:v>29373</c:v>
                </c:pt>
                <c:pt idx="6">
                  <c:v>29403</c:v>
                </c:pt>
                <c:pt idx="7">
                  <c:v>29434</c:v>
                </c:pt>
                <c:pt idx="8">
                  <c:v>29465</c:v>
                </c:pt>
                <c:pt idx="9">
                  <c:v>29495</c:v>
                </c:pt>
                <c:pt idx="10">
                  <c:v>29526</c:v>
                </c:pt>
                <c:pt idx="11">
                  <c:v>29556</c:v>
                </c:pt>
                <c:pt idx="12">
                  <c:v>29587</c:v>
                </c:pt>
                <c:pt idx="13">
                  <c:v>29618</c:v>
                </c:pt>
                <c:pt idx="14">
                  <c:v>29646</c:v>
                </c:pt>
                <c:pt idx="15">
                  <c:v>29677</c:v>
                </c:pt>
                <c:pt idx="16">
                  <c:v>29707</c:v>
                </c:pt>
                <c:pt idx="17">
                  <c:v>29738</c:v>
                </c:pt>
                <c:pt idx="18">
                  <c:v>29768</c:v>
                </c:pt>
                <c:pt idx="19">
                  <c:v>29799</c:v>
                </c:pt>
                <c:pt idx="20">
                  <c:v>29830</c:v>
                </c:pt>
                <c:pt idx="21">
                  <c:v>29860</c:v>
                </c:pt>
                <c:pt idx="22">
                  <c:v>29891</c:v>
                </c:pt>
                <c:pt idx="23">
                  <c:v>29921</c:v>
                </c:pt>
                <c:pt idx="24">
                  <c:v>29952</c:v>
                </c:pt>
                <c:pt idx="25">
                  <c:v>29983</c:v>
                </c:pt>
                <c:pt idx="26">
                  <c:v>30011</c:v>
                </c:pt>
                <c:pt idx="27">
                  <c:v>30042</c:v>
                </c:pt>
                <c:pt idx="28">
                  <c:v>30072</c:v>
                </c:pt>
                <c:pt idx="29">
                  <c:v>30103</c:v>
                </c:pt>
                <c:pt idx="30">
                  <c:v>30133</c:v>
                </c:pt>
                <c:pt idx="31">
                  <c:v>30164</c:v>
                </c:pt>
                <c:pt idx="32">
                  <c:v>30195</c:v>
                </c:pt>
                <c:pt idx="33">
                  <c:v>30225</c:v>
                </c:pt>
                <c:pt idx="34">
                  <c:v>30256</c:v>
                </c:pt>
                <c:pt idx="35">
                  <c:v>30286</c:v>
                </c:pt>
                <c:pt idx="36">
                  <c:v>30317</c:v>
                </c:pt>
                <c:pt idx="37">
                  <c:v>30348</c:v>
                </c:pt>
                <c:pt idx="38">
                  <c:v>30376</c:v>
                </c:pt>
                <c:pt idx="39">
                  <c:v>30407</c:v>
                </c:pt>
                <c:pt idx="40">
                  <c:v>30437</c:v>
                </c:pt>
                <c:pt idx="41">
                  <c:v>30468</c:v>
                </c:pt>
                <c:pt idx="42">
                  <c:v>30498</c:v>
                </c:pt>
                <c:pt idx="43">
                  <c:v>30529</c:v>
                </c:pt>
                <c:pt idx="44">
                  <c:v>30560</c:v>
                </c:pt>
                <c:pt idx="45">
                  <c:v>30590</c:v>
                </c:pt>
                <c:pt idx="46">
                  <c:v>30621</c:v>
                </c:pt>
                <c:pt idx="47">
                  <c:v>30651</c:v>
                </c:pt>
                <c:pt idx="48">
                  <c:v>30682</c:v>
                </c:pt>
                <c:pt idx="49">
                  <c:v>30713</c:v>
                </c:pt>
                <c:pt idx="50">
                  <c:v>30742</c:v>
                </c:pt>
                <c:pt idx="51">
                  <c:v>30773</c:v>
                </c:pt>
                <c:pt idx="52">
                  <c:v>30803</c:v>
                </c:pt>
                <c:pt idx="53">
                  <c:v>30834</c:v>
                </c:pt>
                <c:pt idx="54">
                  <c:v>30864</c:v>
                </c:pt>
                <c:pt idx="55">
                  <c:v>30895</c:v>
                </c:pt>
                <c:pt idx="56">
                  <c:v>30926</c:v>
                </c:pt>
                <c:pt idx="57">
                  <c:v>30956</c:v>
                </c:pt>
                <c:pt idx="58">
                  <c:v>30987</c:v>
                </c:pt>
                <c:pt idx="59">
                  <c:v>31017</c:v>
                </c:pt>
                <c:pt idx="60">
                  <c:v>31048</c:v>
                </c:pt>
                <c:pt idx="61">
                  <c:v>31079</c:v>
                </c:pt>
                <c:pt idx="62">
                  <c:v>31107</c:v>
                </c:pt>
                <c:pt idx="63">
                  <c:v>31138</c:v>
                </c:pt>
                <c:pt idx="64">
                  <c:v>31168</c:v>
                </c:pt>
                <c:pt idx="65">
                  <c:v>31199</c:v>
                </c:pt>
                <c:pt idx="66">
                  <c:v>31229</c:v>
                </c:pt>
                <c:pt idx="67">
                  <c:v>31260</c:v>
                </c:pt>
                <c:pt idx="68">
                  <c:v>31291</c:v>
                </c:pt>
                <c:pt idx="69">
                  <c:v>31321</c:v>
                </c:pt>
                <c:pt idx="70">
                  <c:v>31352</c:v>
                </c:pt>
                <c:pt idx="71">
                  <c:v>31382</c:v>
                </c:pt>
                <c:pt idx="72">
                  <c:v>31413</c:v>
                </c:pt>
                <c:pt idx="73">
                  <c:v>31444</c:v>
                </c:pt>
                <c:pt idx="74">
                  <c:v>31472</c:v>
                </c:pt>
                <c:pt idx="75">
                  <c:v>31503</c:v>
                </c:pt>
                <c:pt idx="76">
                  <c:v>31533</c:v>
                </c:pt>
                <c:pt idx="77">
                  <c:v>31564</c:v>
                </c:pt>
                <c:pt idx="78">
                  <c:v>31594</c:v>
                </c:pt>
                <c:pt idx="79">
                  <c:v>31625</c:v>
                </c:pt>
                <c:pt idx="80">
                  <c:v>31656</c:v>
                </c:pt>
                <c:pt idx="81">
                  <c:v>31686</c:v>
                </c:pt>
                <c:pt idx="82">
                  <c:v>31717</c:v>
                </c:pt>
                <c:pt idx="83">
                  <c:v>31747</c:v>
                </c:pt>
                <c:pt idx="84">
                  <c:v>31778</c:v>
                </c:pt>
                <c:pt idx="85">
                  <c:v>31809</c:v>
                </c:pt>
                <c:pt idx="86">
                  <c:v>31837</c:v>
                </c:pt>
                <c:pt idx="87">
                  <c:v>31868</c:v>
                </c:pt>
                <c:pt idx="88">
                  <c:v>31898</c:v>
                </c:pt>
                <c:pt idx="89">
                  <c:v>31929</c:v>
                </c:pt>
                <c:pt idx="90">
                  <c:v>31959</c:v>
                </c:pt>
                <c:pt idx="91">
                  <c:v>31990</c:v>
                </c:pt>
                <c:pt idx="92">
                  <c:v>32021</c:v>
                </c:pt>
                <c:pt idx="93">
                  <c:v>32051</c:v>
                </c:pt>
                <c:pt idx="94">
                  <c:v>32082</c:v>
                </c:pt>
                <c:pt idx="95">
                  <c:v>32112</c:v>
                </c:pt>
                <c:pt idx="96">
                  <c:v>32143</c:v>
                </c:pt>
                <c:pt idx="97">
                  <c:v>32174</c:v>
                </c:pt>
                <c:pt idx="98">
                  <c:v>32203</c:v>
                </c:pt>
                <c:pt idx="99">
                  <c:v>32234</c:v>
                </c:pt>
                <c:pt idx="100">
                  <c:v>32264</c:v>
                </c:pt>
                <c:pt idx="101">
                  <c:v>32295</c:v>
                </c:pt>
                <c:pt idx="102">
                  <c:v>32325</c:v>
                </c:pt>
                <c:pt idx="103">
                  <c:v>32356</c:v>
                </c:pt>
                <c:pt idx="104">
                  <c:v>32387</c:v>
                </c:pt>
                <c:pt idx="105">
                  <c:v>32417</c:v>
                </c:pt>
                <c:pt idx="106">
                  <c:v>32448</c:v>
                </c:pt>
                <c:pt idx="107">
                  <c:v>32478</c:v>
                </c:pt>
                <c:pt idx="108">
                  <c:v>32509</c:v>
                </c:pt>
                <c:pt idx="109">
                  <c:v>32540</c:v>
                </c:pt>
                <c:pt idx="110">
                  <c:v>32568</c:v>
                </c:pt>
                <c:pt idx="111">
                  <c:v>32599</c:v>
                </c:pt>
                <c:pt idx="112">
                  <c:v>32629</c:v>
                </c:pt>
                <c:pt idx="113">
                  <c:v>32660</c:v>
                </c:pt>
                <c:pt idx="114">
                  <c:v>32690</c:v>
                </c:pt>
                <c:pt idx="115">
                  <c:v>32721</c:v>
                </c:pt>
                <c:pt idx="116">
                  <c:v>32752</c:v>
                </c:pt>
                <c:pt idx="117">
                  <c:v>32782</c:v>
                </c:pt>
                <c:pt idx="118">
                  <c:v>32813</c:v>
                </c:pt>
                <c:pt idx="119">
                  <c:v>32843</c:v>
                </c:pt>
                <c:pt idx="120">
                  <c:v>32874</c:v>
                </c:pt>
                <c:pt idx="121">
                  <c:v>32905</c:v>
                </c:pt>
                <c:pt idx="122">
                  <c:v>32933</c:v>
                </c:pt>
                <c:pt idx="123">
                  <c:v>32964</c:v>
                </c:pt>
                <c:pt idx="124">
                  <c:v>32994</c:v>
                </c:pt>
                <c:pt idx="125">
                  <c:v>33025</c:v>
                </c:pt>
                <c:pt idx="126">
                  <c:v>33055</c:v>
                </c:pt>
                <c:pt idx="127">
                  <c:v>33086</c:v>
                </c:pt>
                <c:pt idx="128">
                  <c:v>33117</c:v>
                </c:pt>
                <c:pt idx="129">
                  <c:v>33147</c:v>
                </c:pt>
                <c:pt idx="130">
                  <c:v>33178</c:v>
                </c:pt>
                <c:pt idx="131">
                  <c:v>33208</c:v>
                </c:pt>
              </c:numCache>
            </c:numRef>
          </c:cat>
          <c:val>
            <c:numRef>
              <c:f>Sheet1!$L$446:$L$577</c:f>
              <c:numCache>
                <c:formatCode>General</c:formatCode>
                <c:ptCount val="132"/>
                <c:pt idx="0">
                  <c:v>1.179112434387207</c:v>
                </c:pt>
                <c:pt idx="1">
                  <c:v>1.1535731554031372</c:v>
                </c:pt>
                <c:pt idx="2">
                  <c:v>1.1306532621383667</c:v>
                </c:pt>
                <c:pt idx="3">
                  <c:v>1.1105649471282959</c:v>
                </c:pt>
                <c:pt idx="4">
                  <c:v>1.0935249328613281</c:v>
                </c:pt>
                <c:pt idx="5">
                  <c:v>1.0797544717788696</c:v>
                </c:pt>
                <c:pt idx="6">
                  <c:v>1.06947922706604</c:v>
                </c:pt>
                <c:pt idx="7">
                  <c:v>1.0629241466522217</c:v>
                </c:pt>
                <c:pt idx="8">
                  <c:v>1.0603117942810059</c:v>
                </c:pt>
                <c:pt idx="9">
                  <c:v>1.0618517398834229</c:v>
                </c:pt>
                <c:pt idx="10">
                  <c:v>1.0677380561828613</c:v>
                </c:pt>
                <c:pt idx="11">
                  <c:v>1.0781538486480713</c:v>
                </c:pt>
                <c:pt idx="12">
                  <c:v>1.0932694673538208</c:v>
                </c:pt>
                <c:pt idx="13">
                  <c:v>1.1132415533065796</c:v>
                </c:pt>
                <c:pt idx="14">
                  <c:v>1.1382085084915161</c:v>
                </c:pt>
                <c:pt idx="15">
                  <c:v>1.1682884693145752</c:v>
                </c:pt>
                <c:pt idx="16">
                  <c:v>1.2035771608352661</c:v>
                </c:pt>
                <c:pt idx="17">
                  <c:v>1.2441480159759521</c:v>
                </c:pt>
                <c:pt idx="18">
                  <c:v>1.290052056312561</c:v>
                </c:pt>
                <c:pt idx="19">
                  <c:v>1.3413193225860596</c:v>
                </c:pt>
                <c:pt idx="20">
                  <c:v>1.3979631662368774</c:v>
                </c:pt>
                <c:pt idx="21">
                  <c:v>1.4599828720092773</c:v>
                </c:pt>
                <c:pt idx="22">
                  <c:v>1.5273633003234863</c:v>
                </c:pt>
                <c:pt idx="23">
                  <c:v>1.6000678539276123</c:v>
                </c:pt>
                <c:pt idx="24">
                  <c:v>1.6780381202697754</c:v>
                </c:pt>
                <c:pt idx="25">
                  <c:v>1.7611955404281616</c:v>
                </c:pt>
                <c:pt idx="26">
                  <c:v>1.8494466543197632</c:v>
                </c:pt>
                <c:pt idx="27">
                  <c:v>1.9426800012588501</c:v>
                </c:pt>
                <c:pt idx="28">
                  <c:v>2.0407569408416748</c:v>
                </c:pt>
                <c:pt idx="29">
                  <c:v>2.1434996128082275</c:v>
                </c:pt>
                <c:pt idx="30">
                  <c:v>2.2506778240203857</c:v>
                </c:pt>
                <c:pt idx="31">
                  <c:v>2.3619990348815918</c:v>
                </c:pt>
                <c:pt idx="32">
                  <c:v>2.477109432220459</c:v>
                </c:pt>
                <c:pt idx="33">
                  <c:v>2.595597505569458</c:v>
                </c:pt>
                <c:pt idx="34">
                  <c:v>2.7170007228851318</c:v>
                </c:pt>
                <c:pt idx="35">
                  <c:v>2.8408112525939941</c:v>
                </c:pt>
                <c:pt idx="36">
                  <c:v>2.9664742946624756</c:v>
                </c:pt>
                <c:pt idx="37">
                  <c:v>3.0933835506439209</c:v>
                </c:pt>
                <c:pt idx="38">
                  <c:v>3.2208800315856934</c:v>
                </c:pt>
                <c:pt idx="39">
                  <c:v>3.3482599258422852</c:v>
                </c:pt>
                <c:pt idx="40">
                  <c:v>3.4747805595397949</c:v>
                </c:pt>
                <c:pt idx="41">
                  <c:v>3.5996663570404053</c:v>
                </c:pt>
                <c:pt idx="42">
                  <c:v>3.7221157550811768</c:v>
                </c:pt>
                <c:pt idx="43">
                  <c:v>3.8413131237030029</c:v>
                </c:pt>
                <c:pt idx="44">
                  <c:v>3.9564113616943359</c:v>
                </c:pt>
                <c:pt idx="45">
                  <c:v>4.0665287971496582</c:v>
                </c:pt>
                <c:pt idx="46">
                  <c:v>4.1707525253295898</c:v>
                </c:pt>
                <c:pt idx="47">
                  <c:v>4.2681446075439453</c:v>
                </c:pt>
                <c:pt idx="48">
                  <c:v>4.357755184173584</c:v>
                </c:pt>
                <c:pt idx="49">
                  <c:v>4.4386386871337891</c:v>
                </c:pt>
                <c:pt idx="50">
                  <c:v>4.5098385810852051</c:v>
                </c:pt>
                <c:pt idx="51">
                  <c:v>4.5703916549682617</c:v>
                </c:pt>
                <c:pt idx="52">
                  <c:v>4.619354248046875</c:v>
                </c:pt>
                <c:pt idx="53">
                  <c:v>4.6558294296264648</c:v>
                </c:pt>
                <c:pt idx="54">
                  <c:v>4.6789917945861816</c:v>
                </c:pt>
                <c:pt idx="55">
                  <c:v>4.6880984306335449</c:v>
                </c:pt>
                <c:pt idx="56">
                  <c:v>4.6825060844421387</c:v>
                </c:pt>
                <c:pt idx="57">
                  <c:v>4.6616992950439453</c:v>
                </c:pt>
                <c:pt idx="58">
                  <c:v>4.6253137588500977</c:v>
                </c:pt>
                <c:pt idx="59">
                  <c:v>4.573150634765625</c:v>
                </c:pt>
                <c:pt idx="60">
                  <c:v>4.5051584243774414</c:v>
                </c:pt>
                <c:pt idx="61">
                  <c:v>4.4214458465576172</c:v>
                </c:pt>
                <c:pt idx="62">
                  <c:v>4.3223481178283691</c:v>
                </c:pt>
                <c:pt idx="63">
                  <c:v>4.2084517478942871</c:v>
                </c:pt>
                <c:pt idx="64">
                  <c:v>4.0806336402893066</c:v>
                </c:pt>
                <c:pt idx="65">
                  <c:v>3.9401309490203857</c:v>
                </c:pt>
                <c:pt idx="66">
                  <c:v>3.7885987758636475</c:v>
                </c:pt>
                <c:pt idx="67">
                  <c:v>3.6282024383544922</c:v>
                </c:pt>
                <c:pt idx="68">
                  <c:v>3.461540699005127</c:v>
                </c:pt>
                <c:pt idx="69">
                  <c:v>3.2915339469909668</c:v>
                </c:pt>
                <c:pt idx="70">
                  <c:v>3.1213071346282959</c:v>
                </c:pt>
                <c:pt idx="71">
                  <c:v>2.9541256427764893</c:v>
                </c:pt>
                <c:pt idx="72">
                  <c:v>2.7933602333068848</c:v>
                </c:pt>
                <c:pt idx="73">
                  <c:v>2.6424436569213867</c:v>
                </c:pt>
                <c:pt idx="74">
                  <c:v>2.5048234462738037</c:v>
                </c:pt>
                <c:pt idx="75">
                  <c:v>2.3839271068572998</c:v>
                </c:pt>
                <c:pt idx="76">
                  <c:v>2.2831330299377441</c:v>
                </c:pt>
                <c:pt idx="77">
                  <c:v>2.2057409286499023</c:v>
                </c:pt>
                <c:pt idx="78">
                  <c:v>2.1549520492553711</c:v>
                </c:pt>
                <c:pt idx="79">
                  <c:v>2.1338503360748291</c:v>
                </c:pt>
                <c:pt idx="80">
                  <c:v>2.1454043388366699</c:v>
                </c:pt>
                <c:pt idx="81">
                  <c:v>2.1924762725830078</c:v>
                </c:pt>
                <c:pt idx="82">
                  <c:v>2.2778260707855225</c:v>
                </c:pt>
                <c:pt idx="83">
                  <c:v>2.4041128158569336</c:v>
                </c:pt>
                <c:pt idx="84">
                  <c:v>2.5738928318023682</c:v>
                </c:pt>
                <c:pt idx="85">
                  <c:v>2.7896115779876709</c:v>
                </c:pt>
                <c:pt idx="86">
                  <c:v>3.0535988807678223</c:v>
                </c:pt>
                <c:pt idx="87">
                  <c:v>3.3680593967437744</c:v>
                </c:pt>
                <c:pt idx="88">
                  <c:v>3.7350587844848633</c:v>
                </c:pt>
                <c:pt idx="89">
                  <c:v>4.1565008163452148</c:v>
                </c:pt>
                <c:pt idx="90">
                  <c:v>4.634101390838623</c:v>
                </c:pt>
                <c:pt idx="91">
                  <c:v>5.1693639755249023</c:v>
                </c:pt>
                <c:pt idx="92">
                  <c:v>5.7635512351989746</c:v>
                </c:pt>
                <c:pt idx="93">
                  <c:v>6.4176545143127441</c:v>
                </c:pt>
                <c:pt idx="94">
                  <c:v>7.132359504699707</c:v>
                </c:pt>
                <c:pt idx="95">
                  <c:v>7.9080214500427246</c:v>
                </c:pt>
                <c:pt idx="96">
                  <c:v>8.7446231842041016</c:v>
                </c:pt>
                <c:pt idx="97">
                  <c:v>9.6417207717895508</c:v>
                </c:pt>
                <c:pt idx="98">
                  <c:v>10.598386764526367</c:v>
                </c:pt>
                <c:pt idx="99">
                  <c:v>11.613156318664551</c:v>
                </c:pt>
                <c:pt idx="100">
                  <c:v>12.683969497680664</c:v>
                </c:pt>
                <c:pt idx="101">
                  <c:v>13.808134078979492</c:v>
                </c:pt>
                <c:pt idx="102">
                  <c:v>14.982275009155273</c:v>
                </c:pt>
                <c:pt idx="103">
                  <c:v>16.202281951904297</c:v>
                </c:pt>
                <c:pt idx="104">
                  <c:v>17.463268280029297</c:v>
                </c:pt>
                <c:pt idx="105">
                  <c:v>18.759527206420898</c:v>
                </c:pt>
                <c:pt idx="106">
                  <c:v>20.084447860717773</c:v>
                </c:pt>
                <c:pt idx="107">
                  <c:v>21.430383682250977</c:v>
                </c:pt>
                <c:pt idx="108">
                  <c:v>22.788558959960938</c:v>
                </c:pt>
                <c:pt idx="109">
                  <c:v>24.14897346496582</c:v>
                </c:pt>
                <c:pt idx="110">
                  <c:v>25.500314712524414</c:v>
                </c:pt>
                <c:pt idx="111">
                  <c:v>26.829858779907227</c:v>
                </c:pt>
                <c:pt idx="112">
                  <c:v>28.123384475708008</c:v>
                </c:pt>
                <c:pt idx="113">
                  <c:v>29.365127563476563</c:v>
                </c:pt>
                <c:pt idx="114">
                  <c:v>30.537900924682617</c:v>
                </c:pt>
                <c:pt idx="115">
                  <c:v>31.623500823974609</c:v>
                </c:pt>
                <c:pt idx="116">
                  <c:v>32.604110717773438</c:v>
                </c:pt>
                <c:pt idx="117">
                  <c:v>33.462432861328125</c:v>
                </c:pt>
                <c:pt idx="118">
                  <c:v>34.181564331054688</c:v>
                </c:pt>
                <c:pt idx="119">
                  <c:v>34.744842529296875</c:v>
                </c:pt>
                <c:pt idx="120">
                  <c:v>35.135826110839844</c:v>
                </c:pt>
                <c:pt idx="121">
                  <c:v>35.339088439941406</c:v>
                </c:pt>
                <c:pt idx="122">
                  <c:v>35.342418670654297</c:v>
                </c:pt>
                <c:pt idx="123">
                  <c:v>35.139553070068359</c:v>
                </c:pt>
                <c:pt idx="124">
                  <c:v>34.735843658447266</c:v>
                </c:pt>
                <c:pt idx="125">
                  <c:v>34.145942687988281</c:v>
                </c:pt>
                <c:pt idx="126">
                  <c:v>33.389533996582031</c:v>
                </c:pt>
                <c:pt idx="127">
                  <c:v>32.487857818603516</c:v>
                </c:pt>
                <c:pt idx="128">
                  <c:v>31.461248397827148</c:v>
                </c:pt>
                <c:pt idx="129">
                  <c:v>30.328973770141602</c:v>
                </c:pt>
                <c:pt idx="130">
                  <c:v>29.10936164855957</c:v>
                </c:pt>
                <c:pt idx="131">
                  <c:v>27.819908142089844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6F9-47D9-839E-344D9496C4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00445088"/>
        <c:axId val="863826864"/>
      </c:lineChart>
      <c:dateAx>
        <c:axId val="900445088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863826864"/>
        <c:crosses val="autoZero"/>
        <c:auto val="1"/>
        <c:lblOffset val="100"/>
        <c:baseTimeUnit val="months"/>
      </c:dateAx>
      <c:valAx>
        <c:axId val="863826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900445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Infla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Sheet1!$A$578:$A$625</c:f>
              <c:numCache>
                <c:formatCode>mmm\-yy</c:formatCode>
                <c:ptCount val="48"/>
                <c:pt idx="0">
                  <c:v>33239</c:v>
                </c:pt>
                <c:pt idx="1">
                  <c:v>33270</c:v>
                </c:pt>
                <c:pt idx="2">
                  <c:v>33298</c:v>
                </c:pt>
                <c:pt idx="3">
                  <c:v>33329</c:v>
                </c:pt>
                <c:pt idx="4">
                  <c:v>33359</c:v>
                </c:pt>
                <c:pt idx="5">
                  <c:v>33390</c:v>
                </c:pt>
                <c:pt idx="6">
                  <c:v>33420</c:v>
                </c:pt>
                <c:pt idx="7">
                  <c:v>33451</c:v>
                </c:pt>
                <c:pt idx="8">
                  <c:v>33482</c:v>
                </c:pt>
                <c:pt idx="9">
                  <c:v>33512</c:v>
                </c:pt>
                <c:pt idx="10">
                  <c:v>33543</c:v>
                </c:pt>
                <c:pt idx="11">
                  <c:v>33573</c:v>
                </c:pt>
                <c:pt idx="12">
                  <c:v>33604</c:v>
                </c:pt>
                <c:pt idx="13">
                  <c:v>33635</c:v>
                </c:pt>
                <c:pt idx="14">
                  <c:v>33664</c:v>
                </c:pt>
                <c:pt idx="15">
                  <c:v>33695</c:v>
                </c:pt>
                <c:pt idx="16">
                  <c:v>33725</c:v>
                </c:pt>
                <c:pt idx="17">
                  <c:v>33756</c:v>
                </c:pt>
                <c:pt idx="18">
                  <c:v>33786</c:v>
                </c:pt>
                <c:pt idx="19">
                  <c:v>33817</c:v>
                </c:pt>
                <c:pt idx="20">
                  <c:v>33848</c:v>
                </c:pt>
                <c:pt idx="21">
                  <c:v>33878</c:v>
                </c:pt>
                <c:pt idx="22">
                  <c:v>33909</c:v>
                </c:pt>
                <c:pt idx="23">
                  <c:v>33939</c:v>
                </c:pt>
                <c:pt idx="24">
                  <c:v>33970</c:v>
                </c:pt>
                <c:pt idx="25">
                  <c:v>34001</c:v>
                </c:pt>
                <c:pt idx="26">
                  <c:v>34029</c:v>
                </c:pt>
                <c:pt idx="27">
                  <c:v>34060</c:v>
                </c:pt>
                <c:pt idx="28">
                  <c:v>34090</c:v>
                </c:pt>
                <c:pt idx="29">
                  <c:v>34121</c:v>
                </c:pt>
                <c:pt idx="30">
                  <c:v>34151</c:v>
                </c:pt>
                <c:pt idx="31">
                  <c:v>34182</c:v>
                </c:pt>
                <c:pt idx="32">
                  <c:v>34213</c:v>
                </c:pt>
                <c:pt idx="33">
                  <c:v>34243</c:v>
                </c:pt>
                <c:pt idx="34">
                  <c:v>34274</c:v>
                </c:pt>
                <c:pt idx="35">
                  <c:v>34304</c:v>
                </c:pt>
                <c:pt idx="36">
                  <c:v>34335</c:v>
                </c:pt>
                <c:pt idx="37">
                  <c:v>34366</c:v>
                </c:pt>
                <c:pt idx="38">
                  <c:v>34394</c:v>
                </c:pt>
                <c:pt idx="39">
                  <c:v>34425</c:v>
                </c:pt>
                <c:pt idx="40">
                  <c:v>34455</c:v>
                </c:pt>
                <c:pt idx="41">
                  <c:v>34486</c:v>
                </c:pt>
                <c:pt idx="42">
                  <c:v>34516</c:v>
                </c:pt>
                <c:pt idx="43">
                  <c:v>34547</c:v>
                </c:pt>
                <c:pt idx="44">
                  <c:v>34578</c:v>
                </c:pt>
                <c:pt idx="45">
                  <c:v>34608</c:v>
                </c:pt>
                <c:pt idx="46">
                  <c:v>34639</c:v>
                </c:pt>
                <c:pt idx="47">
                  <c:v>34669</c:v>
                </c:pt>
              </c:numCache>
            </c:numRef>
          </c:cat>
          <c:val>
            <c:numRef>
              <c:f>Sheet1!$F$578:$F$625</c:f>
              <c:numCache>
                <c:formatCode>General</c:formatCode>
                <c:ptCount val="48"/>
                <c:pt idx="0">
                  <c:v>7.6777167516673206</c:v>
                </c:pt>
                <c:pt idx="1">
                  <c:v>5.8205249611499603</c:v>
                </c:pt>
                <c:pt idx="2">
                  <c:v>2.8734570200928893</c:v>
                </c:pt>
                <c:pt idx="3">
                  <c:v>2.6695936264753279</c:v>
                </c:pt>
                <c:pt idx="4">
                  <c:v>2.3206428659060232</c:v>
                </c:pt>
                <c:pt idx="5">
                  <c:v>2.0065318080958234</c:v>
                </c:pt>
                <c:pt idx="6">
                  <c:v>1.7831467226498714</c:v>
                </c:pt>
                <c:pt idx="7">
                  <c:v>1.4444302124905621</c:v>
                </c:pt>
                <c:pt idx="8">
                  <c:v>1.1504740924640569</c:v>
                </c:pt>
                <c:pt idx="9">
                  <c:v>1.0238788442909947</c:v>
                </c:pt>
                <c:pt idx="10">
                  <c:v>0.91348466933050654</c:v>
                </c:pt>
                <c:pt idx="11">
                  <c:v>0.83986785696027177</c:v>
                </c:pt>
                <c:pt idx="12">
                  <c:v>0.76032912136350306</c:v>
                </c:pt>
                <c:pt idx="13">
                  <c:v>0.41605003978333666</c:v>
                </c:pt>
                <c:pt idx="14">
                  <c:v>0.3020095282674069</c:v>
                </c:pt>
                <c:pt idx="15">
                  <c:v>0.24988757284975471</c:v>
                </c:pt>
                <c:pt idx="16">
                  <c:v>0.22397231122093086</c:v>
                </c:pt>
                <c:pt idx="17">
                  <c:v>0.19620350214459403</c:v>
                </c:pt>
                <c:pt idx="18">
                  <c:v>0.18614965336417644</c:v>
                </c:pt>
                <c:pt idx="19">
                  <c:v>0.18844198931596234</c:v>
                </c:pt>
                <c:pt idx="20">
                  <c:v>0.1798865588804397</c:v>
                </c:pt>
                <c:pt idx="21">
                  <c:v>0.17889816878416709</c:v>
                </c:pt>
                <c:pt idx="22">
                  <c:v>0.17974328855932087</c:v>
                </c:pt>
                <c:pt idx="23">
                  <c:v>0.17545851378154631</c:v>
                </c:pt>
                <c:pt idx="24">
                  <c:v>0.15024552103879008</c:v>
                </c:pt>
                <c:pt idx="25">
                  <c:v>0.13421543203436204</c:v>
                </c:pt>
                <c:pt idx="26">
                  <c:v>0.11924331777944674</c:v>
                </c:pt>
                <c:pt idx="27">
                  <c:v>0.11657616986413921</c:v>
                </c:pt>
                <c:pt idx="28">
                  <c:v>0.12338055922474522</c:v>
                </c:pt>
                <c:pt idx="29">
                  <c:v>0.12265787481191115</c:v>
                </c:pt>
                <c:pt idx="30">
                  <c:v>0.10713049171987721</c:v>
                </c:pt>
                <c:pt idx="31">
                  <c:v>9.0978603029989946E-2</c:v>
                </c:pt>
                <c:pt idx="32">
                  <c:v>8.8714354455470712E-2</c:v>
                </c:pt>
                <c:pt idx="33">
                  <c:v>8.1182012828538541E-2</c:v>
                </c:pt>
                <c:pt idx="34">
                  <c:v>7.6837109752463162E-2</c:v>
                </c:pt>
                <c:pt idx="35">
                  <c:v>7.3650239035707221E-2</c:v>
                </c:pt>
                <c:pt idx="36">
                  <c:v>6.5858336421972252E-2</c:v>
                </c:pt>
                <c:pt idx="37">
                  <c:v>5.8091608214128732E-2</c:v>
                </c:pt>
                <c:pt idx="38">
                  <c:v>5.1659749439820324E-2</c:v>
                </c:pt>
                <c:pt idx="39">
                  <c:v>4.3313309804416722E-2</c:v>
                </c:pt>
                <c:pt idx="40">
                  <c:v>3.3631626691200678E-2</c:v>
                </c:pt>
                <c:pt idx="41">
                  <c:v>3.0222090372811428E-2</c:v>
                </c:pt>
                <c:pt idx="42">
                  <c:v>3.6398893322171721E-2</c:v>
                </c:pt>
                <c:pt idx="43">
                  <c:v>3.8371260745686531E-2</c:v>
                </c:pt>
                <c:pt idx="44">
                  <c:v>3.6932099872364121E-2</c:v>
                </c:pt>
                <c:pt idx="45">
                  <c:v>3.4407453986861292E-2</c:v>
                </c:pt>
                <c:pt idx="46">
                  <c:v>3.6154202580106709E-2</c:v>
                </c:pt>
                <c:pt idx="47">
                  <c:v>3.8543115930252947E-2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0C-49A6-8233-7DEF9352AC5F}"/>
            </c:ext>
          </c:extLst>
        </c:ser>
        <c:ser>
          <c:idx val="1"/>
          <c:order val="1"/>
          <c:tx>
            <c:v>infla tend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Sheet1!$A$578:$A$625</c:f>
              <c:numCache>
                <c:formatCode>mmm\-yy</c:formatCode>
                <c:ptCount val="48"/>
                <c:pt idx="0">
                  <c:v>33239</c:v>
                </c:pt>
                <c:pt idx="1">
                  <c:v>33270</c:v>
                </c:pt>
                <c:pt idx="2">
                  <c:v>33298</c:v>
                </c:pt>
                <c:pt idx="3">
                  <c:v>33329</c:v>
                </c:pt>
                <c:pt idx="4">
                  <c:v>33359</c:v>
                </c:pt>
                <c:pt idx="5">
                  <c:v>33390</c:v>
                </c:pt>
                <c:pt idx="6">
                  <c:v>33420</c:v>
                </c:pt>
                <c:pt idx="7">
                  <c:v>33451</c:v>
                </c:pt>
                <c:pt idx="8">
                  <c:v>33482</c:v>
                </c:pt>
                <c:pt idx="9">
                  <c:v>33512</c:v>
                </c:pt>
                <c:pt idx="10">
                  <c:v>33543</c:v>
                </c:pt>
                <c:pt idx="11">
                  <c:v>33573</c:v>
                </c:pt>
                <c:pt idx="12">
                  <c:v>33604</c:v>
                </c:pt>
                <c:pt idx="13">
                  <c:v>33635</c:v>
                </c:pt>
                <c:pt idx="14">
                  <c:v>33664</c:v>
                </c:pt>
                <c:pt idx="15">
                  <c:v>33695</c:v>
                </c:pt>
                <c:pt idx="16">
                  <c:v>33725</c:v>
                </c:pt>
                <c:pt idx="17">
                  <c:v>33756</c:v>
                </c:pt>
                <c:pt idx="18">
                  <c:v>33786</c:v>
                </c:pt>
                <c:pt idx="19">
                  <c:v>33817</c:v>
                </c:pt>
                <c:pt idx="20">
                  <c:v>33848</c:v>
                </c:pt>
                <c:pt idx="21">
                  <c:v>33878</c:v>
                </c:pt>
                <c:pt idx="22">
                  <c:v>33909</c:v>
                </c:pt>
                <c:pt idx="23">
                  <c:v>33939</c:v>
                </c:pt>
                <c:pt idx="24">
                  <c:v>33970</c:v>
                </c:pt>
                <c:pt idx="25">
                  <c:v>34001</c:v>
                </c:pt>
                <c:pt idx="26">
                  <c:v>34029</c:v>
                </c:pt>
                <c:pt idx="27">
                  <c:v>34060</c:v>
                </c:pt>
                <c:pt idx="28">
                  <c:v>34090</c:v>
                </c:pt>
                <c:pt idx="29">
                  <c:v>34121</c:v>
                </c:pt>
                <c:pt idx="30">
                  <c:v>34151</c:v>
                </c:pt>
                <c:pt idx="31">
                  <c:v>34182</c:v>
                </c:pt>
                <c:pt idx="32">
                  <c:v>34213</c:v>
                </c:pt>
                <c:pt idx="33">
                  <c:v>34243</c:v>
                </c:pt>
                <c:pt idx="34">
                  <c:v>34274</c:v>
                </c:pt>
                <c:pt idx="35">
                  <c:v>34304</c:v>
                </c:pt>
                <c:pt idx="36">
                  <c:v>34335</c:v>
                </c:pt>
                <c:pt idx="37">
                  <c:v>34366</c:v>
                </c:pt>
                <c:pt idx="38">
                  <c:v>34394</c:v>
                </c:pt>
                <c:pt idx="39">
                  <c:v>34425</c:v>
                </c:pt>
                <c:pt idx="40">
                  <c:v>34455</c:v>
                </c:pt>
                <c:pt idx="41">
                  <c:v>34486</c:v>
                </c:pt>
                <c:pt idx="42">
                  <c:v>34516</c:v>
                </c:pt>
                <c:pt idx="43">
                  <c:v>34547</c:v>
                </c:pt>
                <c:pt idx="44">
                  <c:v>34578</c:v>
                </c:pt>
                <c:pt idx="45">
                  <c:v>34608</c:v>
                </c:pt>
                <c:pt idx="46">
                  <c:v>34639</c:v>
                </c:pt>
                <c:pt idx="47">
                  <c:v>34669</c:v>
                </c:pt>
              </c:numCache>
            </c:numRef>
          </c:cat>
          <c:val>
            <c:numRef>
              <c:f>Sheet1!$L$446:$L$625</c:f>
              <c:numCache>
                <c:formatCode>General</c:formatCode>
                <c:ptCount val="180"/>
                <c:pt idx="0">
                  <c:v>1.179112434387207</c:v>
                </c:pt>
                <c:pt idx="1">
                  <c:v>1.1535731554031372</c:v>
                </c:pt>
                <c:pt idx="2">
                  <c:v>1.1306532621383667</c:v>
                </c:pt>
                <c:pt idx="3">
                  <c:v>1.1105649471282959</c:v>
                </c:pt>
                <c:pt idx="4">
                  <c:v>1.0935249328613281</c:v>
                </c:pt>
                <c:pt idx="5">
                  <c:v>1.0797544717788696</c:v>
                </c:pt>
                <c:pt idx="6">
                  <c:v>1.06947922706604</c:v>
                </c:pt>
                <c:pt idx="7">
                  <c:v>1.0629241466522217</c:v>
                </c:pt>
                <c:pt idx="8">
                  <c:v>1.0603117942810059</c:v>
                </c:pt>
                <c:pt idx="9">
                  <c:v>1.0618517398834229</c:v>
                </c:pt>
                <c:pt idx="10">
                  <c:v>1.0677380561828613</c:v>
                </c:pt>
                <c:pt idx="11">
                  <c:v>1.0781538486480713</c:v>
                </c:pt>
                <c:pt idx="12">
                  <c:v>1.0932694673538208</c:v>
                </c:pt>
                <c:pt idx="13">
                  <c:v>1.1132415533065796</c:v>
                </c:pt>
                <c:pt idx="14">
                  <c:v>1.1382085084915161</c:v>
                </c:pt>
                <c:pt idx="15">
                  <c:v>1.1682884693145752</c:v>
                </c:pt>
                <c:pt idx="16">
                  <c:v>1.2035771608352661</c:v>
                </c:pt>
                <c:pt idx="17">
                  <c:v>1.2441480159759521</c:v>
                </c:pt>
                <c:pt idx="18">
                  <c:v>1.290052056312561</c:v>
                </c:pt>
                <c:pt idx="19">
                  <c:v>1.3413193225860596</c:v>
                </c:pt>
                <c:pt idx="20">
                  <c:v>1.3979631662368774</c:v>
                </c:pt>
                <c:pt idx="21">
                  <c:v>1.4599828720092773</c:v>
                </c:pt>
                <c:pt idx="22">
                  <c:v>1.5273633003234863</c:v>
                </c:pt>
                <c:pt idx="23">
                  <c:v>1.6000678539276123</c:v>
                </c:pt>
                <c:pt idx="24">
                  <c:v>1.6780381202697754</c:v>
                </c:pt>
                <c:pt idx="25">
                  <c:v>1.7611955404281616</c:v>
                </c:pt>
                <c:pt idx="26">
                  <c:v>1.8494466543197632</c:v>
                </c:pt>
                <c:pt idx="27">
                  <c:v>1.9426800012588501</c:v>
                </c:pt>
                <c:pt idx="28">
                  <c:v>2.0407569408416748</c:v>
                </c:pt>
                <c:pt idx="29">
                  <c:v>2.1434996128082275</c:v>
                </c:pt>
                <c:pt idx="30">
                  <c:v>2.2506778240203857</c:v>
                </c:pt>
                <c:pt idx="31">
                  <c:v>2.3619990348815918</c:v>
                </c:pt>
                <c:pt idx="32">
                  <c:v>2.477109432220459</c:v>
                </c:pt>
                <c:pt idx="33">
                  <c:v>2.595597505569458</c:v>
                </c:pt>
                <c:pt idx="34">
                  <c:v>2.7170007228851318</c:v>
                </c:pt>
                <c:pt idx="35">
                  <c:v>2.8408112525939941</c:v>
                </c:pt>
                <c:pt idx="36">
                  <c:v>2.9664742946624756</c:v>
                </c:pt>
                <c:pt idx="37">
                  <c:v>3.0933835506439209</c:v>
                </c:pt>
                <c:pt idx="38">
                  <c:v>3.2208800315856934</c:v>
                </c:pt>
                <c:pt idx="39">
                  <c:v>3.3482599258422852</c:v>
                </c:pt>
                <c:pt idx="40">
                  <c:v>3.4747805595397949</c:v>
                </c:pt>
                <c:pt idx="41">
                  <c:v>3.5996663570404053</c:v>
                </c:pt>
                <c:pt idx="42">
                  <c:v>3.7221157550811768</c:v>
                </c:pt>
                <c:pt idx="43">
                  <c:v>3.8413131237030029</c:v>
                </c:pt>
                <c:pt idx="44">
                  <c:v>3.9564113616943359</c:v>
                </c:pt>
                <c:pt idx="45">
                  <c:v>4.0665287971496582</c:v>
                </c:pt>
                <c:pt idx="46">
                  <c:v>4.1707525253295898</c:v>
                </c:pt>
                <c:pt idx="47">
                  <c:v>4.2681446075439453</c:v>
                </c:pt>
                <c:pt idx="48">
                  <c:v>4.357755184173584</c:v>
                </c:pt>
                <c:pt idx="49">
                  <c:v>4.4386386871337891</c:v>
                </c:pt>
                <c:pt idx="50">
                  <c:v>4.5098385810852051</c:v>
                </c:pt>
                <c:pt idx="51">
                  <c:v>4.5703916549682617</c:v>
                </c:pt>
                <c:pt idx="52">
                  <c:v>4.619354248046875</c:v>
                </c:pt>
                <c:pt idx="53">
                  <c:v>4.6558294296264648</c:v>
                </c:pt>
                <c:pt idx="54">
                  <c:v>4.6789917945861816</c:v>
                </c:pt>
                <c:pt idx="55">
                  <c:v>4.6880984306335449</c:v>
                </c:pt>
                <c:pt idx="56">
                  <c:v>4.6825060844421387</c:v>
                </c:pt>
                <c:pt idx="57">
                  <c:v>4.6616992950439453</c:v>
                </c:pt>
                <c:pt idx="58">
                  <c:v>4.6253137588500977</c:v>
                </c:pt>
                <c:pt idx="59">
                  <c:v>4.573150634765625</c:v>
                </c:pt>
                <c:pt idx="60">
                  <c:v>4.5051584243774414</c:v>
                </c:pt>
                <c:pt idx="61">
                  <c:v>4.4214458465576172</c:v>
                </c:pt>
                <c:pt idx="62">
                  <c:v>4.3223481178283691</c:v>
                </c:pt>
                <c:pt idx="63">
                  <c:v>4.2084517478942871</c:v>
                </c:pt>
                <c:pt idx="64">
                  <c:v>4.0806336402893066</c:v>
                </c:pt>
                <c:pt idx="65">
                  <c:v>3.9401309490203857</c:v>
                </c:pt>
                <c:pt idx="66">
                  <c:v>3.7885987758636475</c:v>
                </c:pt>
                <c:pt idx="67">
                  <c:v>3.6282024383544922</c:v>
                </c:pt>
                <c:pt idx="68">
                  <c:v>3.461540699005127</c:v>
                </c:pt>
                <c:pt idx="69">
                  <c:v>3.2915339469909668</c:v>
                </c:pt>
                <c:pt idx="70">
                  <c:v>3.1213071346282959</c:v>
                </c:pt>
                <c:pt idx="71">
                  <c:v>2.9541256427764893</c:v>
                </c:pt>
                <c:pt idx="72">
                  <c:v>2.7933602333068848</c:v>
                </c:pt>
                <c:pt idx="73">
                  <c:v>2.6424436569213867</c:v>
                </c:pt>
                <c:pt idx="74">
                  <c:v>2.5048234462738037</c:v>
                </c:pt>
                <c:pt idx="75">
                  <c:v>2.3839271068572998</c:v>
                </c:pt>
                <c:pt idx="76">
                  <c:v>2.2831330299377441</c:v>
                </c:pt>
                <c:pt idx="77">
                  <c:v>2.2057409286499023</c:v>
                </c:pt>
                <c:pt idx="78">
                  <c:v>2.1549520492553711</c:v>
                </c:pt>
                <c:pt idx="79">
                  <c:v>2.1338503360748291</c:v>
                </c:pt>
                <c:pt idx="80">
                  <c:v>2.1454043388366699</c:v>
                </c:pt>
                <c:pt idx="81">
                  <c:v>2.1924762725830078</c:v>
                </c:pt>
                <c:pt idx="82">
                  <c:v>2.2778260707855225</c:v>
                </c:pt>
                <c:pt idx="83">
                  <c:v>2.4041128158569336</c:v>
                </c:pt>
                <c:pt idx="84">
                  <c:v>2.5738928318023682</c:v>
                </c:pt>
                <c:pt idx="85">
                  <c:v>2.7896115779876709</c:v>
                </c:pt>
                <c:pt idx="86">
                  <c:v>3.0535988807678223</c:v>
                </c:pt>
                <c:pt idx="87">
                  <c:v>3.3680593967437744</c:v>
                </c:pt>
                <c:pt idx="88">
                  <c:v>3.7350587844848633</c:v>
                </c:pt>
                <c:pt idx="89">
                  <c:v>4.1565008163452148</c:v>
                </c:pt>
                <c:pt idx="90">
                  <c:v>4.634101390838623</c:v>
                </c:pt>
                <c:pt idx="91">
                  <c:v>5.1693639755249023</c:v>
                </c:pt>
                <c:pt idx="92">
                  <c:v>5.7635512351989746</c:v>
                </c:pt>
                <c:pt idx="93">
                  <c:v>6.4176545143127441</c:v>
                </c:pt>
                <c:pt idx="94">
                  <c:v>7.132359504699707</c:v>
                </c:pt>
                <c:pt idx="95">
                  <c:v>7.9080214500427246</c:v>
                </c:pt>
                <c:pt idx="96">
                  <c:v>8.7446231842041016</c:v>
                </c:pt>
                <c:pt idx="97">
                  <c:v>9.6417207717895508</c:v>
                </c:pt>
                <c:pt idx="98">
                  <c:v>10.598386764526367</c:v>
                </c:pt>
                <c:pt idx="99">
                  <c:v>11.613156318664551</c:v>
                </c:pt>
                <c:pt idx="100">
                  <c:v>12.683969497680664</c:v>
                </c:pt>
                <c:pt idx="101">
                  <c:v>13.808134078979492</c:v>
                </c:pt>
                <c:pt idx="102">
                  <c:v>14.982275009155273</c:v>
                </c:pt>
                <c:pt idx="103">
                  <c:v>16.202281951904297</c:v>
                </c:pt>
                <c:pt idx="104">
                  <c:v>17.463268280029297</c:v>
                </c:pt>
                <c:pt idx="105">
                  <c:v>18.759527206420898</c:v>
                </c:pt>
                <c:pt idx="106">
                  <c:v>20.084447860717773</c:v>
                </c:pt>
                <c:pt idx="107">
                  <c:v>21.430383682250977</c:v>
                </c:pt>
                <c:pt idx="108">
                  <c:v>22.788558959960938</c:v>
                </c:pt>
                <c:pt idx="109">
                  <c:v>24.14897346496582</c:v>
                </c:pt>
                <c:pt idx="110">
                  <c:v>25.500314712524414</c:v>
                </c:pt>
                <c:pt idx="111">
                  <c:v>26.829858779907227</c:v>
                </c:pt>
                <c:pt idx="112">
                  <c:v>28.123384475708008</c:v>
                </c:pt>
                <c:pt idx="113">
                  <c:v>29.365127563476563</c:v>
                </c:pt>
                <c:pt idx="114">
                  <c:v>30.537900924682617</c:v>
                </c:pt>
                <c:pt idx="115">
                  <c:v>31.623500823974609</c:v>
                </c:pt>
                <c:pt idx="116">
                  <c:v>32.604110717773438</c:v>
                </c:pt>
                <c:pt idx="117">
                  <c:v>33.462432861328125</c:v>
                </c:pt>
                <c:pt idx="118">
                  <c:v>34.181564331054688</c:v>
                </c:pt>
                <c:pt idx="119">
                  <c:v>34.744842529296875</c:v>
                </c:pt>
                <c:pt idx="120">
                  <c:v>35.135826110839844</c:v>
                </c:pt>
                <c:pt idx="121">
                  <c:v>35.339088439941406</c:v>
                </c:pt>
                <c:pt idx="122">
                  <c:v>35.342418670654297</c:v>
                </c:pt>
                <c:pt idx="123">
                  <c:v>35.139553070068359</c:v>
                </c:pt>
                <c:pt idx="124">
                  <c:v>34.735843658447266</c:v>
                </c:pt>
                <c:pt idx="125">
                  <c:v>34.145942687988281</c:v>
                </c:pt>
                <c:pt idx="126">
                  <c:v>33.389533996582031</c:v>
                </c:pt>
                <c:pt idx="127">
                  <c:v>32.487857818603516</c:v>
                </c:pt>
                <c:pt idx="128">
                  <c:v>31.461248397827148</c:v>
                </c:pt>
                <c:pt idx="129">
                  <c:v>30.328973770141602</c:v>
                </c:pt>
                <c:pt idx="130">
                  <c:v>29.10936164855957</c:v>
                </c:pt>
                <c:pt idx="131">
                  <c:v>27.819908142089844</c:v>
                </c:pt>
                <c:pt idx="132">
                  <c:v>26.477365493774414</c:v>
                </c:pt>
                <c:pt idx="133">
                  <c:v>25.097482681274414</c:v>
                </c:pt>
                <c:pt idx="134">
                  <c:v>23.694705963134766</c:v>
                </c:pt>
                <c:pt idx="135">
                  <c:v>22.282142639160156</c:v>
                </c:pt>
                <c:pt idx="136">
                  <c:v>20.871450424194336</c:v>
                </c:pt>
                <c:pt idx="137">
                  <c:v>19.472932815551758</c:v>
                </c:pt>
                <c:pt idx="138">
                  <c:v>18.095596313476563</c:v>
                </c:pt>
                <c:pt idx="139">
                  <c:v>16.74724006652832</c:v>
                </c:pt>
                <c:pt idx="140">
                  <c:v>15.434529304504395</c:v>
                </c:pt>
                <c:pt idx="141">
                  <c:v>14.163065910339355</c:v>
                </c:pt>
                <c:pt idx="142">
                  <c:v>12.937458992004395</c:v>
                </c:pt>
                <c:pt idx="143">
                  <c:v>11.761407852172852</c:v>
                </c:pt>
                <c:pt idx="144">
                  <c:v>10.637773513793945</c:v>
                </c:pt>
                <c:pt idx="145">
                  <c:v>9.5686616897583008</c:v>
                </c:pt>
                <c:pt idx="146">
                  <c:v>8.5554904937744141</c:v>
                </c:pt>
                <c:pt idx="147">
                  <c:v>7.5990419387817383</c:v>
                </c:pt>
                <c:pt idx="148">
                  <c:v>6.6995258331298828</c:v>
                </c:pt>
                <c:pt idx="149">
                  <c:v>5.8566412925720215</c:v>
                </c:pt>
                <c:pt idx="150">
                  <c:v>5.0696382522583008</c:v>
                </c:pt>
                <c:pt idx="151">
                  <c:v>4.3373727798461914</c:v>
                </c:pt>
                <c:pt idx="152">
                  <c:v>3.6583623886108398</c:v>
                </c:pt>
                <c:pt idx="153">
                  <c:v>3.0308361053466797</c:v>
                </c:pt>
                <c:pt idx="154">
                  <c:v>2.4527816772460938</c:v>
                </c:pt>
                <c:pt idx="155">
                  <c:v>1.9219887256622314</c:v>
                </c:pt>
                <c:pt idx="156">
                  <c:v>1.4360888004302979</c:v>
                </c:pt>
                <c:pt idx="157">
                  <c:v>0.99259233474731445</c:v>
                </c:pt>
                <c:pt idx="158">
                  <c:v>0.58892059326171875</c:v>
                </c:pt>
                <c:pt idx="159">
                  <c:v>0.22243501245975494</c:v>
                </c:pt>
                <c:pt idx="160">
                  <c:v>-0.10953545570373535</c:v>
                </c:pt>
                <c:pt idx="161">
                  <c:v>-0.40966928005218506</c:v>
                </c:pt>
                <c:pt idx="162">
                  <c:v>-0.68062865734100342</c:v>
                </c:pt>
                <c:pt idx="163">
                  <c:v>-0.92503899335861206</c:v>
                </c:pt>
                <c:pt idx="164">
                  <c:v>-1.1454707384109497</c:v>
                </c:pt>
                <c:pt idx="165">
                  <c:v>-1.3444241285324097</c:v>
                </c:pt>
                <c:pt idx="166">
                  <c:v>-1.5243133306503296</c:v>
                </c:pt>
                <c:pt idx="167">
                  <c:v>-1.6874536275863647</c:v>
                </c:pt>
                <c:pt idx="168">
                  <c:v>-1.8360493183135986</c:v>
                </c:pt>
                <c:pt idx="169">
                  <c:v>-1.9721821546554565</c:v>
                </c:pt>
                <c:pt idx="170">
                  <c:v>-2.0978019237518311</c:v>
                </c:pt>
                <c:pt idx="171">
                  <c:v>-2.2147173881530762</c:v>
                </c:pt>
                <c:pt idx="172">
                  <c:v>-2.3245880603790283</c:v>
                </c:pt>
                <c:pt idx="173">
                  <c:v>-2.4289164543151855</c:v>
                </c:pt>
                <c:pt idx="174">
                  <c:v>-2.5290417671203613</c:v>
                </c:pt>
                <c:pt idx="175">
                  <c:v>-2.6261320114135742</c:v>
                </c:pt>
                <c:pt idx="176">
                  <c:v>-2.721177339553833</c:v>
                </c:pt>
                <c:pt idx="177">
                  <c:v>-2.8149824142456055</c:v>
                </c:pt>
                <c:pt idx="178">
                  <c:v>-2.908160924911499</c:v>
                </c:pt>
                <c:pt idx="179">
                  <c:v>-3.0011284351348877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0C-49A6-8233-7DEF9352AC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00445088"/>
        <c:axId val="863826864"/>
      </c:lineChart>
      <c:dateAx>
        <c:axId val="900445088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863826864"/>
        <c:crosses val="autoZero"/>
        <c:auto val="1"/>
        <c:lblOffset val="100"/>
        <c:baseTimeUnit val="months"/>
      </c:dateAx>
      <c:valAx>
        <c:axId val="863826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900445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Hoja3!$X$1</c:f>
              <c:strCache>
                <c:ptCount val="1"/>
                <c:pt idx="0">
                  <c:v>Variación de Reservas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Hoja3!$A$6:$A$30</c:f>
              <c:numCache>
                <c:formatCode>General</c:formatCode>
                <c:ptCount val="25"/>
                <c:pt idx="0">
                  <c:v>1980</c:v>
                </c:pt>
                <c:pt idx="1">
                  <c:v>1981</c:v>
                </c:pt>
                <c:pt idx="2">
                  <c:v>1982</c:v>
                </c:pt>
                <c:pt idx="3">
                  <c:v>1983</c:v>
                </c:pt>
                <c:pt idx="4">
                  <c:v>1984</c:v>
                </c:pt>
                <c:pt idx="5">
                  <c:v>1985</c:v>
                </c:pt>
                <c:pt idx="6">
                  <c:v>1986</c:v>
                </c:pt>
                <c:pt idx="7">
                  <c:v>1987</c:v>
                </c:pt>
                <c:pt idx="8">
                  <c:v>1988</c:v>
                </c:pt>
                <c:pt idx="9">
                  <c:v>1989</c:v>
                </c:pt>
                <c:pt idx="10">
                  <c:v>1990</c:v>
                </c:pt>
                <c:pt idx="11">
                  <c:v>1991</c:v>
                </c:pt>
                <c:pt idx="12">
                  <c:v>1992</c:v>
                </c:pt>
                <c:pt idx="13">
                  <c:v>1993</c:v>
                </c:pt>
                <c:pt idx="14">
                  <c:v>1994</c:v>
                </c:pt>
                <c:pt idx="15">
                  <c:v>1995</c:v>
                </c:pt>
                <c:pt idx="16">
                  <c:v>1996</c:v>
                </c:pt>
                <c:pt idx="17">
                  <c:v>1997</c:v>
                </c:pt>
                <c:pt idx="18">
                  <c:v>1998</c:v>
                </c:pt>
                <c:pt idx="19">
                  <c:v>1999</c:v>
                </c:pt>
                <c:pt idx="20">
                  <c:v>2000</c:v>
                </c:pt>
                <c:pt idx="21">
                  <c:v>2001</c:v>
                </c:pt>
                <c:pt idx="22">
                  <c:v>2002</c:v>
                </c:pt>
                <c:pt idx="23">
                  <c:v>2003</c:v>
                </c:pt>
                <c:pt idx="24">
                  <c:v>2004</c:v>
                </c:pt>
              </c:numCache>
            </c:numRef>
          </c:cat>
          <c:val>
            <c:numRef>
              <c:f>Hoja3!$X$6:$X$30</c:f>
              <c:numCache>
                <c:formatCode>#.##00\ \ </c:formatCode>
                <c:ptCount val="25"/>
                <c:pt idx="0">
                  <c:v>-2514.5</c:v>
                </c:pt>
                <c:pt idx="1">
                  <c:v>-3433.1</c:v>
                </c:pt>
                <c:pt idx="2">
                  <c:v>-5080.5</c:v>
                </c:pt>
                <c:pt idx="3">
                  <c:v>-4204.3</c:v>
                </c:pt>
                <c:pt idx="4">
                  <c:v>-1894.7</c:v>
                </c:pt>
                <c:pt idx="5" formatCode="#.##000\ \ ">
                  <c:v>-556</c:v>
                </c:pt>
                <c:pt idx="6">
                  <c:v>-2075</c:v>
                </c:pt>
                <c:pt idx="7">
                  <c:v>-4100</c:v>
                </c:pt>
                <c:pt idx="8">
                  <c:v>-1381</c:v>
                </c:pt>
                <c:pt idx="9">
                  <c:v>-6789</c:v>
                </c:pt>
                <c:pt idx="10" formatCode="#.##000\ \ ">
                  <c:v>679</c:v>
                </c:pt>
                <c:pt idx="11">
                  <c:v>-6188</c:v>
                </c:pt>
                <c:pt idx="12">
                  <c:v>3274</c:v>
                </c:pt>
                <c:pt idx="13">
                  <c:v>4250</c:v>
                </c:pt>
                <c:pt idx="14" formatCode="#.##000\ \ ">
                  <c:v>664.50000000000136</c:v>
                </c:pt>
                <c:pt idx="15" formatCode="#.##000\ \ ">
                  <c:v>-116.19999999999845</c:v>
                </c:pt>
                <c:pt idx="16">
                  <c:v>3831.2</c:v>
                </c:pt>
                <c:pt idx="17">
                  <c:v>3206.7</c:v>
                </c:pt>
                <c:pt idx="18">
                  <c:v>3361.9</c:v>
                </c:pt>
                <c:pt idx="19">
                  <c:v>1051.7</c:v>
                </c:pt>
                <c:pt idx="20" formatCode="#.##000\ \ ">
                  <c:v>-545.30000000000177</c:v>
                </c:pt>
                <c:pt idx="21" formatCode="#.##0\ \ ">
                  <c:v>-12239.9</c:v>
                </c:pt>
                <c:pt idx="22">
                  <c:v>-4919.9933104944403</c:v>
                </c:pt>
                <c:pt idx="23">
                  <c:v>3510.8047933100879</c:v>
                </c:pt>
                <c:pt idx="24">
                  <c:v>5274.315605923839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F6-4604-BC78-8C8E00AF34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915312304"/>
        <c:axId val="976630768"/>
      </c:barChart>
      <c:lineChart>
        <c:grouping val="standard"/>
        <c:varyColors val="0"/>
        <c:ser>
          <c:idx val="1"/>
          <c:order val="1"/>
          <c:tx>
            <c:strRef>
              <c:f>Hoja3!$B$3</c:f>
              <c:strCache>
                <c:ptCount val="1"/>
                <c:pt idx="0">
                  <c:v>Exportaciones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Hoja3!$B$6:$B$30</c:f>
              <c:numCache>
                <c:formatCode>#.##00\ \ </c:formatCode>
                <c:ptCount val="25"/>
                <c:pt idx="0">
                  <c:v>8021.4</c:v>
                </c:pt>
                <c:pt idx="1">
                  <c:v>9143</c:v>
                </c:pt>
                <c:pt idx="2">
                  <c:v>7623.7</c:v>
                </c:pt>
                <c:pt idx="3">
                  <c:v>7836.1</c:v>
                </c:pt>
                <c:pt idx="4">
                  <c:v>8107.4</c:v>
                </c:pt>
                <c:pt idx="5">
                  <c:v>8396</c:v>
                </c:pt>
                <c:pt idx="6">
                  <c:v>6852</c:v>
                </c:pt>
                <c:pt idx="7">
                  <c:v>6360</c:v>
                </c:pt>
                <c:pt idx="8">
                  <c:v>9134</c:v>
                </c:pt>
                <c:pt idx="9">
                  <c:v>9573</c:v>
                </c:pt>
                <c:pt idx="10" formatCode="#.##0\ \ ">
                  <c:v>12354</c:v>
                </c:pt>
                <c:pt idx="11" formatCode="#.##0\ \ ">
                  <c:v>11978</c:v>
                </c:pt>
                <c:pt idx="12" formatCode="#.##0\ \ ">
                  <c:v>12399</c:v>
                </c:pt>
                <c:pt idx="13" formatCode="#.##0\ \ ">
                  <c:v>13269</c:v>
                </c:pt>
                <c:pt idx="14" formatCode="#.##0\ \ ">
                  <c:v>16023.3</c:v>
                </c:pt>
                <c:pt idx="15" formatCode="#.##0\ \ ">
                  <c:v>21161.7</c:v>
                </c:pt>
                <c:pt idx="16" formatCode="#.##0\ \ ">
                  <c:v>24042.7</c:v>
                </c:pt>
                <c:pt idx="17" formatCode="#.##0\ \ ">
                  <c:v>26430.799999999999</c:v>
                </c:pt>
                <c:pt idx="18" formatCode="#.##0\ \ ">
                  <c:v>26433.7</c:v>
                </c:pt>
                <c:pt idx="19" formatCode="#.##0\ \ ">
                  <c:v>23308.6</c:v>
                </c:pt>
                <c:pt idx="20" formatCode="#.##0\ \ ">
                  <c:v>26341</c:v>
                </c:pt>
                <c:pt idx="21" formatCode="#.##0\ \ ">
                  <c:v>26542.7</c:v>
                </c:pt>
                <c:pt idx="22" formatCode="#.##0\ \ ">
                  <c:v>25650.6</c:v>
                </c:pt>
                <c:pt idx="23" formatCode="#.##0\ \ ">
                  <c:v>29565.8</c:v>
                </c:pt>
                <c:pt idx="24" formatCode="#.##0\ \ ">
                  <c:v>34550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7F6-4604-BC78-8C8E00AF34F5}"/>
            </c:ext>
          </c:extLst>
        </c:ser>
        <c:ser>
          <c:idx val="2"/>
          <c:order val="2"/>
          <c:tx>
            <c:strRef>
              <c:f>Hoja3!$C$3</c:f>
              <c:strCache>
                <c:ptCount val="1"/>
                <c:pt idx="0">
                  <c:v>Importaciones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Hoja3!$C$6:$C$30</c:f>
              <c:numCache>
                <c:formatCode>#.##00\ \ </c:formatCode>
                <c:ptCount val="25"/>
                <c:pt idx="0">
                  <c:v>9704.8372822532201</c:v>
                </c:pt>
                <c:pt idx="1">
                  <c:v>8682.2966028165247</c:v>
                </c:pt>
                <c:pt idx="2">
                  <c:v>4913.7379363278378</c:v>
                </c:pt>
                <c:pt idx="3">
                  <c:v>4147.7991723953819</c:v>
                </c:pt>
                <c:pt idx="4">
                  <c:v>4220.5352733097507</c:v>
                </c:pt>
                <c:pt idx="5">
                  <c:v>3511.7726089568173</c:v>
                </c:pt>
                <c:pt idx="6">
                  <c:v>4349.4346926516719</c:v>
                </c:pt>
                <c:pt idx="7">
                  <c:v>5358.5330040712806</c:v>
                </c:pt>
                <c:pt idx="8">
                  <c:v>4901.8607755456178</c:v>
                </c:pt>
                <c:pt idx="9">
                  <c:v>3866.0618701194685</c:v>
                </c:pt>
                <c:pt idx="10">
                  <c:v>3755.5766535406792</c:v>
                </c:pt>
                <c:pt idx="11">
                  <c:v>7618.8763932456777</c:v>
                </c:pt>
                <c:pt idx="12" formatCode="#.##0\ \ ">
                  <c:v>13795</c:v>
                </c:pt>
                <c:pt idx="13" formatCode="#.##0\ \ ">
                  <c:v>15633</c:v>
                </c:pt>
                <c:pt idx="14" formatCode="#.##0\ \ ">
                  <c:v>20162.2</c:v>
                </c:pt>
                <c:pt idx="15" formatCode="#.##0\ \ ">
                  <c:v>18804.3</c:v>
                </c:pt>
                <c:pt idx="16" formatCode="#.##0\ \ ">
                  <c:v>22283.200000000001</c:v>
                </c:pt>
                <c:pt idx="17" formatCode="#.##0\ \ ">
                  <c:v>28553.5</c:v>
                </c:pt>
                <c:pt idx="18" formatCode="#.##0\ \ ">
                  <c:v>29530.9</c:v>
                </c:pt>
                <c:pt idx="19" formatCode="#.##0\ \ ">
                  <c:v>24103.200000000001</c:v>
                </c:pt>
                <c:pt idx="20" formatCode="#.##0\ \ ">
                  <c:v>23889.1</c:v>
                </c:pt>
                <c:pt idx="21" formatCode="#.##0\ \ ">
                  <c:v>19157.8</c:v>
                </c:pt>
                <c:pt idx="22">
                  <c:v>8473.1</c:v>
                </c:pt>
                <c:pt idx="23" formatCode="#.##0\ \ ">
                  <c:v>13117.7</c:v>
                </c:pt>
                <c:pt idx="24" formatCode="#.##0\ \ ">
                  <c:v>21312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7F6-4604-BC78-8C8E00AF34F5}"/>
            </c:ext>
          </c:extLst>
        </c:ser>
        <c:ser>
          <c:idx val="3"/>
          <c:order val="3"/>
          <c:tx>
            <c:strRef>
              <c:f>Hoja3!$P$1</c:f>
              <c:strCache>
                <c:ptCount val="1"/>
                <c:pt idx="0">
                  <c:v>Cuenta Capital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Hoja3!$T$6:$T$30</c:f>
              <c:numCache>
                <c:formatCode>#.##00\ \ </c:formatCode>
                <c:ptCount val="25"/>
                <c:pt idx="0">
                  <c:v>2551.6999999999998</c:v>
                </c:pt>
                <c:pt idx="1">
                  <c:v>1489.7</c:v>
                </c:pt>
                <c:pt idx="2">
                  <c:v>-2323.5</c:v>
                </c:pt>
                <c:pt idx="3">
                  <c:v>-1419</c:v>
                </c:pt>
                <c:pt idx="4" formatCode="#.##000\ \ ">
                  <c:v>580.20000000000005</c:v>
                </c:pt>
                <c:pt idx="5" formatCode="#.##000\ \ ">
                  <c:v>397</c:v>
                </c:pt>
                <c:pt idx="6" formatCode="#.##000\ \ ">
                  <c:v>784</c:v>
                </c:pt>
                <c:pt idx="7" formatCode="#.##000\ \ ">
                  <c:v>138</c:v>
                </c:pt>
                <c:pt idx="8" formatCode="#.##000\ \ ">
                  <c:v>279</c:v>
                </c:pt>
                <c:pt idx="9">
                  <c:v>-5439</c:v>
                </c:pt>
                <c:pt idx="10">
                  <c:v>-4092</c:v>
                </c:pt>
                <c:pt idx="11">
                  <c:v>-5391</c:v>
                </c:pt>
                <c:pt idx="12">
                  <c:v>8960</c:v>
                </c:pt>
                <c:pt idx="13" formatCode="#.##0\ \ ">
                  <c:v>13496</c:v>
                </c:pt>
                <c:pt idx="14" formatCode="#.##0\ \ ">
                  <c:v>12659.980365545776</c:v>
                </c:pt>
                <c:pt idx="15">
                  <c:v>7225.1337663804024</c:v>
                </c:pt>
                <c:pt idx="16" formatCode="#.##0\ \ ">
                  <c:v>12321.147664226142</c:v>
                </c:pt>
                <c:pt idx="17" formatCode="#.##0\ \ ">
                  <c:v>16714.068401838682</c:v>
                </c:pt>
                <c:pt idx="18" formatCode="#.##0\ \ ">
                  <c:v>18280.798101405067</c:v>
                </c:pt>
                <c:pt idx="19" formatCode="#.##0\ \ ">
                  <c:v>13623.033104273316</c:v>
                </c:pt>
                <c:pt idx="20">
                  <c:v>8631.1564887885215</c:v>
                </c:pt>
                <c:pt idx="21">
                  <c:v>-5595.2486050655798</c:v>
                </c:pt>
                <c:pt idx="22" formatCode="#.##0\ \ ">
                  <c:v>-11810.273322520676</c:v>
                </c:pt>
                <c:pt idx="23">
                  <c:v>-3246.2504273942895</c:v>
                </c:pt>
                <c:pt idx="24">
                  <c:v>1863.8218376738523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7F6-4604-BC78-8C8E00AF34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15312304"/>
        <c:axId val="976630768"/>
      </c:lineChart>
      <c:catAx>
        <c:axId val="915312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976630768"/>
        <c:crosses val="autoZero"/>
        <c:auto val="1"/>
        <c:lblAlgn val="ctr"/>
        <c:lblOffset val="100"/>
        <c:noMultiLvlLbl val="0"/>
      </c:catAx>
      <c:valAx>
        <c:axId val="976630768"/>
        <c:scaling>
          <c:orientation val="minMax"/>
        </c:scaling>
        <c:delete val="0"/>
        <c:axPos val="l"/>
        <c:numFmt formatCode="#.##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915312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/>
              <a:t>Sector Público Nacional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Hoja1!$N$2</c:f>
              <c:strCache>
                <c:ptCount val="1"/>
                <c:pt idx="0">
                  <c:v>Resultado Primario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Hoja1!$K$7:$K$27</c:f>
              <c:numCache>
                <c:formatCode>General</c:formatCode>
                <c:ptCount val="21"/>
                <c:pt idx="0">
                  <c:v>1980</c:v>
                </c:pt>
                <c:pt idx="1">
                  <c:v>1981</c:v>
                </c:pt>
                <c:pt idx="2">
                  <c:v>1982</c:v>
                </c:pt>
                <c:pt idx="3">
                  <c:v>1983</c:v>
                </c:pt>
                <c:pt idx="4">
                  <c:v>1984</c:v>
                </c:pt>
                <c:pt idx="5">
                  <c:v>1985</c:v>
                </c:pt>
                <c:pt idx="6">
                  <c:v>1986</c:v>
                </c:pt>
                <c:pt idx="7">
                  <c:v>1987</c:v>
                </c:pt>
                <c:pt idx="8">
                  <c:v>1988</c:v>
                </c:pt>
                <c:pt idx="9">
                  <c:v>1989</c:v>
                </c:pt>
                <c:pt idx="10">
                  <c:v>1990</c:v>
                </c:pt>
                <c:pt idx="11">
                  <c:v>1991</c:v>
                </c:pt>
                <c:pt idx="12">
                  <c:v>1992</c:v>
                </c:pt>
                <c:pt idx="13">
                  <c:v>1993</c:v>
                </c:pt>
                <c:pt idx="14">
                  <c:v>1994</c:v>
                </c:pt>
                <c:pt idx="15">
                  <c:v>1995</c:v>
                </c:pt>
                <c:pt idx="16">
                  <c:v>1996</c:v>
                </c:pt>
                <c:pt idx="17">
                  <c:v>1997</c:v>
                </c:pt>
                <c:pt idx="18">
                  <c:v>1998</c:v>
                </c:pt>
                <c:pt idx="19">
                  <c:v>1999</c:v>
                </c:pt>
                <c:pt idx="20">
                  <c:v>2000</c:v>
                </c:pt>
              </c:numCache>
            </c:numRef>
          </c:cat>
          <c:val>
            <c:numRef>
              <c:f>Hoja1!$N$7:$N$27</c:f>
              <c:numCache>
                <c:formatCode>_ * #.##000_ ;_ * \-#.##000_ ;_ * "-"_ ;_ @_ </c:formatCode>
                <c:ptCount val="21"/>
                <c:pt idx="0">
                  <c:v>-2.1631045439082039</c:v>
                </c:pt>
                <c:pt idx="1">
                  <c:v>-2.419730104361363</c:v>
                </c:pt>
                <c:pt idx="2">
                  <c:v>-2.207540586843908</c:v>
                </c:pt>
                <c:pt idx="3">
                  <c:v>-3.2331892004831699</c:v>
                </c:pt>
                <c:pt idx="4">
                  <c:v>-1.3379816682419727</c:v>
                </c:pt>
                <c:pt idx="5">
                  <c:v>4.5223522018389772</c:v>
                </c:pt>
                <c:pt idx="6">
                  <c:v>4.593805021712015</c:v>
                </c:pt>
                <c:pt idx="7">
                  <c:v>2.1013719287800887</c:v>
                </c:pt>
                <c:pt idx="8">
                  <c:v>-2.6592744976406379</c:v>
                </c:pt>
                <c:pt idx="9">
                  <c:v>-2.2834491089373254</c:v>
                </c:pt>
                <c:pt idx="10">
                  <c:v>-0.8599118366715689</c:v>
                </c:pt>
                <c:pt idx="11">
                  <c:v>1.397863399347584</c:v>
                </c:pt>
                <c:pt idx="12">
                  <c:v>2.9549491017178848</c:v>
                </c:pt>
                <c:pt idx="13">
                  <c:v>3.6933260312096938</c:v>
                </c:pt>
                <c:pt idx="14">
                  <c:v>2.0251323926724338</c:v>
                </c:pt>
                <c:pt idx="15">
                  <c:v>1.8110552527746309</c:v>
                </c:pt>
                <c:pt idx="16">
                  <c:v>0.6006619354911642</c:v>
                </c:pt>
                <c:pt idx="17">
                  <c:v>2.8907438597043913</c:v>
                </c:pt>
                <c:pt idx="18">
                  <c:v>2.0520601082459642</c:v>
                </c:pt>
                <c:pt idx="19">
                  <c:v>1.4983262901838201</c:v>
                </c:pt>
                <c:pt idx="20">
                  <c:v>2.9214605106029126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B4-47FF-8D1C-F0D52000899B}"/>
            </c:ext>
          </c:extLst>
        </c:ser>
        <c:ser>
          <c:idx val="1"/>
          <c:order val="1"/>
          <c:tx>
            <c:strRef>
              <c:f>Hoja1!$O$2</c:f>
              <c:strCache>
                <c:ptCount val="1"/>
                <c:pt idx="0">
                  <c:v>Resultado Financiero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Hoja1!$K$7:$K$27</c:f>
              <c:numCache>
                <c:formatCode>General</c:formatCode>
                <c:ptCount val="21"/>
                <c:pt idx="0">
                  <c:v>1980</c:v>
                </c:pt>
                <c:pt idx="1">
                  <c:v>1981</c:v>
                </c:pt>
                <c:pt idx="2">
                  <c:v>1982</c:v>
                </c:pt>
                <c:pt idx="3">
                  <c:v>1983</c:v>
                </c:pt>
                <c:pt idx="4">
                  <c:v>1984</c:v>
                </c:pt>
                <c:pt idx="5">
                  <c:v>1985</c:v>
                </c:pt>
                <c:pt idx="6">
                  <c:v>1986</c:v>
                </c:pt>
                <c:pt idx="7">
                  <c:v>1987</c:v>
                </c:pt>
                <c:pt idx="8">
                  <c:v>1988</c:v>
                </c:pt>
                <c:pt idx="9">
                  <c:v>1989</c:v>
                </c:pt>
                <c:pt idx="10">
                  <c:v>1990</c:v>
                </c:pt>
                <c:pt idx="11">
                  <c:v>1991</c:v>
                </c:pt>
                <c:pt idx="12">
                  <c:v>1992</c:v>
                </c:pt>
                <c:pt idx="13">
                  <c:v>1993</c:v>
                </c:pt>
                <c:pt idx="14">
                  <c:v>1994</c:v>
                </c:pt>
                <c:pt idx="15">
                  <c:v>1995</c:v>
                </c:pt>
                <c:pt idx="16">
                  <c:v>1996</c:v>
                </c:pt>
                <c:pt idx="17">
                  <c:v>1997</c:v>
                </c:pt>
                <c:pt idx="18">
                  <c:v>1998</c:v>
                </c:pt>
                <c:pt idx="19">
                  <c:v>1999</c:v>
                </c:pt>
                <c:pt idx="20">
                  <c:v>2000</c:v>
                </c:pt>
              </c:numCache>
            </c:numRef>
          </c:cat>
          <c:val>
            <c:numRef>
              <c:f>Hoja1!$O$7:$O$27</c:f>
              <c:numCache>
                <c:formatCode>_ * #.##000_ ;_ * \-#.##000_ ;_ * "-"_ ;_ @_ </c:formatCode>
                <c:ptCount val="21"/>
                <c:pt idx="0">
                  <c:v>-4.8386949814629361</c:v>
                </c:pt>
                <c:pt idx="1">
                  <c:v>-8.1127841316646556</c:v>
                </c:pt>
                <c:pt idx="2">
                  <c:v>-9.7271034215940393</c:v>
                </c:pt>
                <c:pt idx="3">
                  <c:v>-7.1591051999501349</c:v>
                </c:pt>
                <c:pt idx="4">
                  <c:v>-4.9314984059647156</c:v>
                </c:pt>
                <c:pt idx="5">
                  <c:v>0.13282318192336606</c:v>
                </c:pt>
                <c:pt idx="6">
                  <c:v>1.5165425088298949</c:v>
                </c:pt>
                <c:pt idx="7">
                  <c:v>-0.77809573640079499</c:v>
                </c:pt>
                <c:pt idx="8">
                  <c:v>-5.1860706647265857</c:v>
                </c:pt>
                <c:pt idx="9">
                  <c:v>-6.0772171470464729</c:v>
                </c:pt>
                <c:pt idx="10">
                  <c:v>-2.3736853381992482</c:v>
                </c:pt>
                <c:pt idx="11">
                  <c:v>0.10662027134004785</c:v>
                </c:pt>
                <c:pt idx="12">
                  <c:v>0.98072624289021848</c:v>
                </c:pt>
                <c:pt idx="13">
                  <c:v>2.4624851427219712</c:v>
                </c:pt>
                <c:pt idx="14">
                  <c:v>0.74957283555001364</c:v>
                </c:pt>
                <c:pt idx="15">
                  <c:v>0.13413071044602079</c:v>
                </c:pt>
                <c:pt idx="16">
                  <c:v>-0.94775024788178164</c:v>
                </c:pt>
                <c:pt idx="17">
                  <c:v>0.94352612076060849</c:v>
                </c:pt>
                <c:pt idx="18">
                  <c:v>-0.18615255277261419</c:v>
                </c:pt>
                <c:pt idx="19">
                  <c:v>-1.3914213918634615</c:v>
                </c:pt>
                <c:pt idx="20">
                  <c:v>-0.47958552746050115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B4-47FF-8D1C-F0D5200089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64560608"/>
        <c:axId val="1002476160"/>
      </c:barChart>
      <c:catAx>
        <c:axId val="864560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002476160"/>
        <c:crosses val="autoZero"/>
        <c:auto val="1"/>
        <c:lblAlgn val="ctr"/>
        <c:lblOffset val="100"/>
        <c:noMultiLvlLbl val="0"/>
      </c:catAx>
      <c:valAx>
        <c:axId val="1002476160"/>
        <c:scaling>
          <c:orientation val="minMax"/>
        </c:scaling>
        <c:delete val="0"/>
        <c:axPos val="l"/>
        <c:numFmt formatCode="_ * #.##000_ ;_ * \-#.##000_ ;_ * &quot;-&quot;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864560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/>
              <a:t>Adm Pública Nacional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Hoja1!$S$2</c:f>
              <c:strCache>
                <c:ptCount val="1"/>
                <c:pt idx="0">
                  <c:v>Resultado Primario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Hoja1!$K$7:$K$27</c:f>
              <c:numCache>
                <c:formatCode>General</c:formatCode>
                <c:ptCount val="21"/>
                <c:pt idx="0">
                  <c:v>1980</c:v>
                </c:pt>
                <c:pt idx="1">
                  <c:v>1981</c:v>
                </c:pt>
                <c:pt idx="2">
                  <c:v>1982</c:v>
                </c:pt>
                <c:pt idx="3">
                  <c:v>1983</c:v>
                </c:pt>
                <c:pt idx="4">
                  <c:v>1984</c:v>
                </c:pt>
                <c:pt idx="5">
                  <c:v>1985</c:v>
                </c:pt>
                <c:pt idx="6">
                  <c:v>1986</c:v>
                </c:pt>
                <c:pt idx="7">
                  <c:v>1987</c:v>
                </c:pt>
                <c:pt idx="8">
                  <c:v>1988</c:v>
                </c:pt>
                <c:pt idx="9">
                  <c:v>1989</c:v>
                </c:pt>
                <c:pt idx="10">
                  <c:v>1990</c:v>
                </c:pt>
                <c:pt idx="11">
                  <c:v>1991</c:v>
                </c:pt>
                <c:pt idx="12">
                  <c:v>1992</c:v>
                </c:pt>
                <c:pt idx="13">
                  <c:v>1993</c:v>
                </c:pt>
                <c:pt idx="14">
                  <c:v>1994</c:v>
                </c:pt>
                <c:pt idx="15">
                  <c:v>1995</c:v>
                </c:pt>
                <c:pt idx="16">
                  <c:v>1996</c:v>
                </c:pt>
                <c:pt idx="17">
                  <c:v>1997</c:v>
                </c:pt>
                <c:pt idx="18">
                  <c:v>1998</c:v>
                </c:pt>
                <c:pt idx="19">
                  <c:v>1999</c:v>
                </c:pt>
                <c:pt idx="20">
                  <c:v>2000</c:v>
                </c:pt>
              </c:numCache>
            </c:numRef>
          </c:cat>
          <c:val>
            <c:numRef>
              <c:f>Hoja1!$S$7:$S$27</c:f>
              <c:numCache>
                <c:formatCode>_ * #.##000_ ;_ * \-#.##000_ ;_ * "-"_ ;_ @_ </c:formatCode>
                <c:ptCount val="21"/>
                <c:pt idx="0">
                  <c:v>0.25468308383762367</c:v>
                </c:pt>
                <c:pt idx="1">
                  <c:v>-1.0482679977583795</c:v>
                </c:pt>
                <c:pt idx="2">
                  <c:v>-0.13132409460273795</c:v>
                </c:pt>
                <c:pt idx="3">
                  <c:v>-0.62867567787172762</c:v>
                </c:pt>
                <c:pt idx="4">
                  <c:v>0.73235180980680914</c:v>
                </c:pt>
                <c:pt idx="5">
                  <c:v>5.9378326336188927</c:v>
                </c:pt>
                <c:pt idx="6">
                  <c:v>5.1769479586468199</c:v>
                </c:pt>
                <c:pt idx="7">
                  <c:v>3.4283822338715506</c:v>
                </c:pt>
                <c:pt idx="8">
                  <c:v>-0.81703142130394857</c:v>
                </c:pt>
                <c:pt idx="9">
                  <c:v>0.68170882430674762</c:v>
                </c:pt>
                <c:pt idx="10">
                  <c:v>0.56395173559001044</c:v>
                </c:pt>
                <c:pt idx="11">
                  <c:v>1.8508941965434393</c:v>
                </c:pt>
                <c:pt idx="12">
                  <c:v>3.1325821102695692</c:v>
                </c:pt>
                <c:pt idx="13">
                  <c:v>4.0687938116896314</c:v>
                </c:pt>
                <c:pt idx="14">
                  <c:v>2.1974444151888801</c:v>
                </c:pt>
                <c:pt idx="15">
                  <c:v>1.8665135153138552</c:v>
                </c:pt>
                <c:pt idx="16">
                  <c:v>0.56178628076860671</c:v>
                </c:pt>
                <c:pt idx="17">
                  <c:v>2.9558946934627599</c:v>
                </c:pt>
                <c:pt idx="18">
                  <c:v>2.0589843810984227</c:v>
                </c:pt>
                <c:pt idx="19">
                  <c:v>1.5642115920849848</c:v>
                </c:pt>
                <c:pt idx="20">
                  <c:v>2.92459206687173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ED-4A3F-8BD7-FAFB53D129DF}"/>
            </c:ext>
          </c:extLst>
        </c:ser>
        <c:ser>
          <c:idx val="1"/>
          <c:order val="1"/>
          <c:tx>
            <c:strRef>
              <c:f>Hoja1!$T$2</c:f>
              <c:strCache>
                <c:ptCount val="1"/>
                <c:pt idx="0">
                  <c:v>Resultado Financiero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Hoja1!$K$7:$K$27</c:f>
              <c:numCache>
                <c:formatCode>General</c:formatCode>
                <c:ptCount val="21"/>
                <c:pt idx="0">
                  <c:v>1980</c:v>
                </c:pt>
                <c:pt idx="1">
                  <c:v>1981</c:v>
                </c:pt>
                <c:pt idx="2">
                  <c:v>1982</c:v>
                </c:pt>
                <c:pt idx="3">
                  <c:v>1983</c:v>
                </c:pt>
                <c:pt idx="4">
                  <c:v>1984</c:v>
                </c:pt>
                <c:pt idx="5">
                  <c:v>1985</c:v>
                </c:pt>
                <c:pt idx="6">
                  <c:v>1986</c:v>
                </c:pt>
                <c:pt idx="7">
                  <c:v>1987</c:v>
                </c:pt>
                <c:pt idx="8">
                  <c:v>1988</c:v>
                </c:pt>
                <c:pt idx="9">
                  <c:v>1989</c:v>
                </c:pt>
                <c:pt idx="10">
                  <c:v>1990</c:v>
                </c:pt>
                <c:pt idx="11">
                  <c:v>1991</c:v>
                </c:pt>
                <c:pt idx="12">
                  <c:v>1992</c:v>
                </c:pt>
                <c:pt idx="13">
                  <c:v>1993</c:v>
                </c:pt>
                <c:pt idx="14">
                  <c:v>1994</c:v>
                </c:pt>
                <c:pt idx="15">
                  <c:v>1995</c:v>
                </c:pt>
                <c:pt idx="16">
                  <c:v>1996</c:v>
                </c:pt>
                <c:pt idx="17">
                  <c:v>1997</c:v>
                </c:pt>
                <c:pt idx="18">
                  <c:v>1998</c:v>
                </c:pt>
                <c:pt idx="19">
                  <c:v>1999</c:v>
                </c:pt>
                <c:pt idx="20">
                  <c:v>2000</c:v>
                </c:pt>
              </c:numCache>
            </c:numRef>
          </c:cat>
          <c:val>
            <c:numRef>
              <c:f>Hoja1!$T$7:$T$27</c:f>
              <c:numCache>
                <c:formatCode>_ * #.##000_ ;_ * \-#.##000_ ;_ * "-"_ ;_ @_ </c:formatCode>
                <c:ptCount val="21"/>
                <c:pt idx="0">
                  <c:v>-1.1486263803367267</c:v>
                </c:pt>
                <c:pt idx="1">
                  <c:v>-3.9351578464641097</c:v>
                </c:pt>
                <c:pt idx="2">
                  <c:v>-4.6415467091241922</c:v>
                </c:pt>
                <c:pt idx="3">
                  <c:v>-2.8835934074568876</c:v>
                </c:pt>
                <c:pt idx="4">
                  <c:v>-1.3865884799709634</c:v>
                </c:pt>
                <c:pt idx="5">
                  <c:v>3.595669291171169</c:v>
                </c:pt>
                <c:pt idx="6">
                  <c:v>3.3025131983984655</c:v>
                </c:pt>
                <c:pt idx="7">
                  <c:v>1.8843266273845405</c:v>
                </c:pt>
                <c:pt idx="8">
                  <c:v>-1.7472234595287743</c:v>
                </c:pt>
                <c:pt idx="9">
                  <c:v>-0.24661810345753932</c:v>
                </c:pt>
                <c:pt idx="10">
                  <c:v>-0.1371560959630492</c:v>
                </c:pt>
                <c:pt idx="11">
                  <c:v>0.9646997334573274</c:v>
                </c:pt>
                <c:pt idx="12">
                  <c:v>1.5388779611123489</c:v>
                </c:pt>
                <c:pt idx="13">
                  <c:v>2.9819668038679747</c:v>
                </c:pt>
                <c:pt idx="14">
                  <c:v>0.95696099790693556</c:v>
                </c:pt>
                <c:pt idx="15">
                  <c:v>0.23128924586589195</c:v>
                </c:pt>
                <c:pt idx="16">
                  <c:v>-0.96068430313919206</c:v>
                </c:pt>
                <c:pt idx="17">
                  <c:v>1.0294719533443686</c:v>
                </c:pt>
                <c:pt idx="18">
                  <c:v>-0.15892376967164243</c:v>
                </c:pt>
                <c:pt idx="19">
                  <c:v>-1.3195753747474699</c:v>
                </c:pt>
                <c:pt idx="20">
                  <c:v>-0.46969825429715556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ED-4A3F-8BD7-FAFB53D129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64560608"/>
        <c:axId val="1002476160"/>
      </c:barChart>
      <c:catAx>
        <c:axId val="864560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002476160"/>
        <c:crosses val="autoZero"/>
        <c:auto val="1"/>
        <c:lblAlgn val="ctr"/>
        <c:lblOffset val="100"/>
        <c:noMultiLvlLbl val="0"/>
      </c:catAx>
      <c:valAx>
        <c:axId val="1002476160"/>
        <c:scaling>
          <c:orientation val="minMax"/>
        </c:scaling>
        <c:delete val="0"/>
        <c:axPos val="l"/>
        <c:numFmt formatCode="_ * #.##000_ ;_ * \-#.##000_ ;_ * &quot;-&quot;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864560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/>
              <a:t>Reservas en US$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Hoja2!$A$8:$B$259</c:f>
              <c:multiLvlStrCache>
                <c:ptCount val="252"/>
                <c:lvl>
                  <c:pt idx="0">
                    <c:v>Ene.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 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 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 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 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 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  <c:pt idx="108">
                    <c:v>Ene.</c:v>
                  </c:pt>
                  <c:pt idx="109">
                    <c:v>Feb.</c:v>
                  </c:pt>
                  <c:pt idx="110">
                    <c:v>Mar.</c:v>
                  </c:pt>
                  <c:pt idx="111">
                    <c:v>Abr.</c:v>
                  </c:pt>
                  <c:pt idx="112">
                    <c:v>May.</c:v>
                  </c:pt>
                  <c:pt idx="113">
                    <c:v>Jun.</c:v>
                  </c:pt>
                  <c:pt idx="114">
                    <c:v>Jul.</c:v>
                  </c:pt>
                  <c:pt idx="115">
                    <c:v>Ago.</c:v>
                  </c:pt>
                  <c:pt idx="116">
                    <c:v>Set.</c:v>
                  </c:pt>
                  <c:pt idx="117">
                    <c:v>Oct.</c:v>
                  </c:pt>
                  <c:pt idx="118">
                    <c:v>Nov.</c:v>
                  </c:pt>
                  <c:pt idx="119">
                    <c:v>Dic.</c:v>
                  </c:pt>
                  <c:pt idx="120">
                    <c:v>Ene.</c:v>
                  </c:pt>
                  <c:pt idx="121">
                    <c:v>Feb.</c:v>
                  </c:pt>
                  <c:pt idx="122">
                    <c:v>Mar.</c:v>
                  </c:pt>
                  <c:pt idx="123">
                    <c:v>Abr.</c:v>
                  </c:pt>
                  <c:pt idx="124">
                    <c:v>May.</c:v>
                  </c:pt>
                  <c:pt idx="125">
                    <c:v>Jun.</c:v>
                  </c:pt>
                  <c:pt idx="126">
                    <c:v>Jul.</c:v>
                  </c:pt>
                  <c:pt idx="127">
                    <c:v>Ago.</c:v>
                  </c:pt>
                  <c:pt idx="128">
                    <c:v>Set.</c:v>
                  </c:pt>
                  <c:pt idx="129">
                    <c:v>Oct.</c:v>
                  </c:pt>
                  <c:pt idx="130">
                    <c:v>Nov.</c:v>
                  </c:pt>
                  <c:pt idx="131">
                    <c:v>Dic.</c:v>
                  </c:pt>
                  <c:pt idx="132">
                    <c:v>Ene.</c:v>
                  </c:pt>
                  <c:pt idx="133">
                    <c:v>Feb.</c:v>
                  </c:pt>
                  <c:pt idx="134">
                    <c:v>Mar.</c:v>
                  </c:pt>
                  <c:pt idx="135">
                    <c:v>Abr.</c:v>
                  </c:pt>
                  <c:pt idx="136">
                    <c:v>May.</c:v>
                  </c:pt>
                  <c:pt idx="137">
                    <c:v>Jun.</c:v>
                  </c:pt>
                  <c:pt idx="138">
                    <c:v>Jul.</c:v>
                  </c:pt>
                  <c:pt idx="139">
                    <c:v>Ago.</c:v>
                  </c:pt>
                  <c:pt idx="140">
                    <c:v>Set.</c:v>
                  </c:pt>
                  <c:pt idx="141">
                    <c:v>Oct.</c:v>
                  </c:pt>
                  <c:pt idx="142">
                    <c:v>Nov.</c:v>
                  </c:pt>
                  <c:pt idx="143">
                    <c:v>Dic.</c:v>
                  </c:pt>
                  <c:pt idx="144">
                    <c:v>Ene.</c:v>
                  </c:pt>
                  <c:pt idx="145">
                    <c:v>Feb.</c:v>
                  </c:pt>
                  <c:pt idx="146">
                    <c:v>Mar.</c:v>
                  </c:pt>
                  <c:pt idx="147">
                    <c:v>Abr.</c:v>
                  </c:pt>
                  <c:pt idx="148">
                    <c:v>May.</c:v>
                  </c:pt>
                  <c:pt idx="149">
                    <c:v>Jun.</c:v>
                  </c:pt>
                  <c:pt idx="150">
                    <c:v>Jul.</c:v>
                  </c:pt>
                  <c:pt idx="151">
                    <c:v>Ago.</c:v>
                  </c:pt>
                  <c:pt idx="152">
                    <c:v>Set.</c:v>
                  </c:pt>
                  <c:pt idx="153">
                    <c:v>Oct.</c:v>
                  </c:pt>
                  <c:pt idx="154">
                    <c:v>Nov.</c:v>
                  </c:pt>
                  <c:pt idx="155">
                    <c:v>Dic.</c:v>
                  </c:pt>
                  <c:pt idx="156">
                    <c:v>Ene.</c:v>
                  </c:pt>
                  <c:pt idx="157">
                    <c:v>Feb.</c:v>
                  </c:pt>
                  <c:pt idx="158">
                    <c:v>Mar.</c:v>
                  </c:pt>
                  <c:pt idx="159">
                    <c:v>Abr.</c:v>
                  </c:pt>
                  <c:pt idx="160">
                    <c:v>May.</c:v>
                  </c:pt>
                  <c:pt idx="161">
                    <c:v>Jun.</c:v>
                  </c:pt>
                  <c:pt idx="162">
                    <c:v>Jul.</c:v>
                  </c:pt>
                  <c:pt idx="163">
                    <c:v>Ago.</c:v>
                  </c:pt>
                  <c:pt idx="164">
                    <c:v>Set.</c:v>
                  </c:pt>
                  <c:pt idx="165">
                    <c:v>Oct.</c:v>
                  </c:pt>
                  <c:pt idx="166">
                    <c:v>Nov.</c:v>
                  </c:pt>
                  <c:pt idx="167">
                    <c:v>Dic.</c:v>
                  </c:pt>
                  <c:pt idx="168">
                    <c:v>Ene.</c:v>
                  </c:pt>
                  <c:pt idx="169">
                    <c:v>Feb.</c:v>
                  </c:pt>
                  <c:pt idx="170">
                    <c:v>Mar.</c:v>
                  </c:pt>
                  <c:pt idx="171">
                    <c:v>Abr.</c:v>
                  </c:pt>
                  <c:pt idx="172">
                    <c:v>May.</c:v>
                  </c:pt>
                  <c:pt idx="173">
                    <c:v>Jun.</c:v>
                  </c:pt>
                  <c:pt idx="174">
                    <c:v>Jul.</c:v>
                  </c:pt>
                  <c:pt idx="175">
                    <c:v>Ago.</c:v>
                  </c:pt>
                  <c:pt idx="176">
                    <c:v>Set.</c:v>
                  </c:pt>
                  <c:pt idx="177">
                    <c:v>Oct.</c:v>
                  </c:pt>
                  <c:pt idx="178">
                    <c:v>Nov.</c:v>
                  </c:pt>
                  <c:pt idx="179">
                    <c:v>Dic.</c:v>
                  </c:pt>
                  <c:pt idx="180">
                    <c:v>Ene.</c:v>
                  </c:pt>
                  <c:pt idx="181">
                    <c:v>Feb.</c:v>
                  </c:pt>
                  <c:pt idx="182">
                    <c:v>Mar.</c:v>
                  </c:pt>
                  <c:pt idx="183">
                    <c:v>Abr.</c:v>
                  </c:pt>
                  <c:pt idx="184">
                    <c:v>May.</c:v>
                  </c:pt>
                  <c:pt idx="185">
                    <c:v>Jun.</c:v>
                  </c:pt>
                  <c:pt idx="186">
                    <c:v>Jul.</c:v>
                  </c:pt>
                  <c:pt idx="187">
                    <c:v>Ago.</c:v>
                  </c:pt>
                  <c:pt idx="188">
                    <c:v>Set.</c:v>
                  </c:pt>
                  <c:pt idx="189">
                    <c:v>Oct.</c:v>
                  </c:pt>
                  <c:pt idx="190">
                    <c:v>Nov.</c:v>
                  </c:pt>
                  <c:pt idx="191">
                    <c:v>Dic.</c:v>
                  </c:pt>
                  <c:pt idx="192">
                    <c:v>Ene.</c:v>
                  </c:pt>
                  <c:pt idx="193">
                    <c:v>Feb.</c:v>
                  </c:pt>
                  <c:pt idx="194">
                    <c:v>Mar.</c:v>
                  </c:pt>
                  <c:pt idx="195">
                    <c:v>Abr.</c:v>
                  </c:pt>
                  <c:pt idx="196">
                    <c:v>May.</c:v>
                  </c:pt>
                  <c:pt idx="197">
                    <c:v>Jun.</c:v>
                  </c:pt>
                  <c:pt idx="198">
                    <c:v>Jul.</c:v>
                  </c:pt>
                  <c:pt idx="199">
                    <c:v>Ago.</c:v>
                  </c:pt>
                  <c:pt idx="200">
                    <c:v>Set.</c:v>
                  </c:pt>
                  <c:pt idx="201">
                    <c:v>Oct.</c:v>
                  </c:pt>
                  <c:pt idx="202">
                    <c:v>Nov.</c:v>
                  </c:pt>
                  <c:pt idx="203">
                    <c:v>Dic.</c:v>
                  </c:pt>
                  <c:pt idx="204">
                    <c:v>Ene.</c:v>
                  </c:pt>
                  <c:pt idx="205">
                    <c:v>Feb.</c:v>
                  </c:pt>
                  <c:pt idx="206">
                    <c:v>Mar.</c:v>
                  </c:pt>
                  <c:pt idx="207">
                    <c:v>Abr.</c:v>
                  </c:pt>
                  <c:pt idx="208">
                    <c:v>May.</c:v>
                  </c:pt>
                  <c:pt idx="209">
                    <c:v>Jun.</c:v>
                  </c:pt>
                  <c:pt idx="210">
                    <c:v>Jul.</c:v>
                  </c:pt>
                  <c:pt idx="211">
                    <c:v>Ago.</c:v>
                  </c:pt>
                  <c:pt idx="212">
                    <c:v>Set.</c:v>
                  </c:pt>
                  <c:pt idx="213">
                    <c:v>Oct.</c:v>
                  </c:pt>
                  <c:pt idx="214">
                    <c:v>Nov.</c:v>
                  </c:pt>
                  <c:pt idx="215">
                    <c:v>Dic.</c:v>
                  </c:pt>
                  <c:pt idx="216">
                    <c:v>Ene.</c:v>
                  </c:pt>
                  <c:pt idx="217">
                    <c:v>Feb.</c:v>
                  </c:pt>
                  <c:pt idx="218">
                    <c:v>Mar.</c:v>
                  </c:pt>
                  <c:pt idx="219">
                    <c:v>Abr.</c:v>
                  </c:pt>
                  <c:pt idx="220">
                    <c:v>May.</c:v>
                  </c:pt>
                  <c:pt idx="221">
                    <c:v>Jun.</c:v>
                  </c:pt>
                  <c:pt idx="222">
                    <c:v>Jul.</c:v>
                  </c:pt>
                  <c:pt idx="223">
                    <c:v>Ago.</c:v>
                  </c:pt>
                  <c:pt idx="224">
                    <c:v>Set.</c:v>
                  </c:pt>
                  <c:pt idx="225">
                    <c:v>Oct.</c:v>
                  </c:pt>
                  <c:pt idx="226">
                    <c:v>Nov.</c:v>
                  </c:pt>
                  <c:pt idx="227">
                    <c:v>Dic.</c:v>
                  </c:pt>
                  <c:pt idx="228">
                    <c:v>Ene.</c:v>
                  </c:pt>
                  <c:pt idx="229">
                    <c:v>Feb.</c:v>
                  </c:pt>
                  <c:pt idx="230">
                    <c:v>Mar.</c:v>
                  </c:pt>
                  <c:pt idx="231">
                    <c:v>Abr.</c:v>
                  </c:pt>
                  <c:pt idx="232">
                    <c:v>May.</c:v>
                  </c:pt>
                  <c:pt idx="233">
                    <c:v>Jun.</c:v>
                  </c:pt>
                  <c:pt idx="234">
                    <c:v>Jul.</c:v>
                  </c:pt>
                  <c:pt idx="235">
                    <c:v>Ago.</c:v>
                  </c:pt>
                  <c:pt idx="236">
                    <c:v>Set.</c:v>
                  </c:pt>
                  <c:pt idx="237">
                    <c:v>Oct.</c:v>
                  </c:pt>
                  <c:pt idx="238">
                    <c:v>Nov.</c:v>
                  </c:pt>
                  <c:pt idx="239">
                    <c:v>Dic.</c:v>
                  </c:pt>
                  <c:pt idx="240">
                    <c:v>Ene.</c:v>
                  </c:pt>
                  <c:pt idx="241">
                    <c:v>Feb.</c:v>
                  </c:pt>
                  <c:pt idx="242">
                    <c:v>Mar.</c:v>
                  </c:pt>
                  <c:pt idx="243">
                    <c:v>Abr.</c:v>
                  </c:pt>
                  <c:pt idx="244">
                    <c:v>May.</c:v>
                  </c:pt>
                  <c:pt idx="245">
                    <c:v>Jun.</c:v>
                  </c:pt>
                  <c:pt idx="246">
                    <c:v>Jul.</c:v>
                  </c:pt>
                  <c:pt idx="247">
                    <c:v>Ago.</c:v>
                  </c:pt>
                  <c:pt idx="248">
                    <c:v>Set.</c:v>
                  </c:pt>
                  <c:pt idx="249">
                    <c:v>Oct.</c:v>
                  </c:pt>
                  <c:pt idx="250">
                    <c:v>Nov.</c:v>
                  </c:pt>
                  <c:pt idx="251">
                    <c:v>Dic.</c:v>
                  </c:pt>
                </c:lvl>
                <c:lvl>
                  <c:pt idx="0">
                    <c:v>1980 </c:v>
                  </c:pt>
                  <c:pt idx="12">
                    <c:v>1981 </c:v>
                  </c:pt>
                  <c:pt idx="24">
                    <c:v>1982 </c:v>
                  </c:pt>
                  <c:pt idx="36">
                    <c:v>1983 </c:v>
                  </c:pt>
                  <c:pt idx="48">
                    <c:v>1984 </c:v>
                  </c:pt>
                  <c:pt idx="60">
                    <c:v>1985 </c:v>
                  </c:pt>
                  <c:pt idx="72">
                    <c:v>1986 </c:v>
                  </c:pt>
                  <c:pt idx="84">
                    <c:v>1987 </c:v>
                  </c:pt>
                  <c:pt idx="96">
                    <c:v>1988 </c:v>
                  </c:pt>
                  <c:pt idx="108">
                    <c:v>1989 </c:v>
                  </c:pt>
                  <c:pt idx="120">
                    <c:v>1990 </c:v>
                  </c:pt>
                  <c:pt idx="132">
                    <c:v>1991 </c:v>
                  </c:pt>
                  <c:pt idx="144">
                    <c:v>1992 </c:v>
                  </c:pt>
                  <c:pt idx="156">
                    <c:v>1993 </c:v>
                  </c:pt>
                  <c:pt idx="168">
                    <c:v>1994 </c:v>
                  </c:pt>
                  <c:pt idx="180">
                    <c:v>1995 </c:v>
                  </c:pt>
                  <c:pt idx="192">
                    <c:v>1996 </c:v>
                  </c:pt>
                  <c:pt idx="204">
                    <c:v>1997 </c:v>
                  </c:pt>
                  <c:pt idx="216">
                    <c:v>1998 </c:v>
                  </c:pt>
                  <c:pt idx="228">
                    <c:v>1999 </c:v>
                  </c:pt>
                  <c:pt idx="240">
                    <c:v>2000 </c:v>
                  </c:pt>
                </c:lvl>
              </c:multiLvlStrCache>
            </c:multiLvlStrRef>
          </c:cat>
          <c:val>
            <c:numRef>
              <c:f>Hoja2!$J$8:$J$259</c:f>
              <c:numCache>
                <c:formatCode>#,##0</c:formatCode>
                <c:ptCount val="252"/>
                <c:pt idx="0">
                  <c:v>5507498500.2999401</c:v>
                </c:pt>
                <c:pt idx="1">
                  <c:v>5429239766.081871</c:v>
                </c:pt>
                <c:pt idx="2">
                  <c:v>5209023415.1913195</c:v>
                </c:pt>
                <c:pt idx="3">
                  <c:v>4296254891.0005598</c:v>
                </c:pt>
                <c:pt idx="4">
                  <c:v>3230684931.5068502</c:v>
                </c:pt>
                <c:pt idx="5">
                  <c:v>2839074273.4122715</c:v>
                </c:pt>
                <c:pt idx="6">
                  <c:v>3710275423.7288146</c:v>
                </c:pt>
                <c:pt idx="7">
                  <c:v>3840647857.8892379</c:v>
                </c:pt>
                <c:pt idx="8">
                  <c:v>2877645844.0887976</c:v>
                </c:pt>
                <c:pt idx="9">
                  <c:v>2228527607.3619633</c:v>
                </c:pt>
                <c:pt idx="10">
                  <c:v>1399797570.8502026</c:v>
                </c:pt>
                <c:pt idx="11">
                  <c:v>825651302.60521042</c:v>
                </c:pt>
                <c:pt idx="12">
                  <c:v>-97729516.288252741</c:v>
                </c:pt>
                <c:pt idx="13">
                  <c:v>-1402660753.8802662</c:v>
                </c:pt>
                <c:pt idx="14">
                  <c:v>-2279729157.8501906</c:v>
                </c:pt>
                <c:pt idx="15">
                  <c:v>-421518987.34177226</c:v>
                </c:pt>
                <c:pt idx="16">
                  <c:v>-1220830788.0268786</c:v>
                </c:pt>
                <c:pt idx="17">
                  <c:v>-786969696.96969712</c:v>
                </c:pt>
                <c:pt idx="18">
                  <c:v>-833972602.73972631</c:v>
                </c:pt>
                <c:pt idx="19">
                  <c:v>-785637583.89261758</c:v>
                </c:pt>
                <c:pt idx="20">
                  <c:v>-637418513.68970025</c:v>
                </c:pt>
                <c:pt idx="21">
                  <c:v>-882608695.652174</c:v>
                </c:pt>
                <c:pt idx="22">
                  <c:v>-903098591.54929578</c:v>
                </c:pt>
                <c:pt idx="23">
                  <c:v>-1077075471.6981134</c:v>
                </c:pt>
                <c:pt idx="24">
                  <c:v>-1153746898.2630274</c:v>
                </c:pt>
                <c:pt idx="25">
                  <c:v>-1101691542.2885573</c:v>
                </c:pt>
                <c:pt idx="26">
                  <c:v>-1464482758.6206899</c:v>
                </c:pt>
                <c:pt idx="27">
                  <c:v>-1853083333.3333337</c:v>
                </c:pt>
                <c:pt idx="28">
                  <c:v>-1433150684.9315071</c:v>
                </c:pt>
                <c:pt idx="29">
                  <c:v>-1774158730.1587303</c:v>
                </c:pt>
                <c:pt idx="30">
                  <c:v>-716256410.25641024</c:v>
                </c:pt>
                <c:pt idx="31">
                  <c:v>-1175461538.4615386</c:v>
                </c:pt>
                <c:pt idx="32">
                  <c:v>-878769230.76923084</c:v>
                </c:pt>
                <c:pt idx="33">
                  <c:v>-976615384.6153847</c:v>
                </c:pt>
                <c:pt idx="34">
                  <c:v>-977073732.71889412</c:v>
                </c:pt>
                <c:pt idx="35">
                  <c:v>-974696314.59748828</c:v>
                </c:pt>
                <c:pt idx="36">
                  <c:v>-1064176068.0599226</c:v>
                </c:pt>
                <c:pt idx="37">
                  <c:v>-1216310293.386375</c:v>
                </c:pt>
                <c:pt idx="38">
                  <c:v>-1243483501.5820403</c:v>
                </c:pt>
                <c:pt idx="39">
                  <c:v>-1215024862.2496977</c:v>
                </c:pt>
                <c:pt idx="40">
                  <c:v>-672500924.44225323</c:v>
                </c:pt>
                <c:pt idx="41">
                  <c:v>-283432684.7373749</c:v>
                </c:pt>
                <c:pt idx="42">
                  <c:v>-85949252.83321631</c:v>
                </c:pt>
                <c:pt idx="43">
                  <c:v>-394522247.8283993</c:v>
                </c:pt>
                <c:pt idx="44">
                  <c:v>-769906770.59452856</c:v>
                </c:pt>
                <c:pt idx="45">
                  <c:v>-467029145.85572481</c:v>
                </c:pt>
                <c:pt idx="46">
                  <c:v>-245283018.86792454</c:v>
                </c:pt>
                <c:pt idx="47">
                  <c:v>-1272313179.4937906</c:v>
                </c:pt>
                <c:pt idx="48">
                  <c:v>-632134985.17899227</c:v>
                </c:pt>
                <c:pt idx="49">
                  <c:v>-421574023.11502481</c:v>
                </c:pt>
                <c:pt idx="50">
                  <c:v>-182073684.85366896</c:v>
                </c:pt>
                <c:pt idx="51">
                  <c:v>223332267.6896846</c:v>
                </c:pt>
                <c:pt idx="52">
                  <c:v>397577492.95518601</c:v>
                </c:pt>
                <c:pt idx="53">
                  <c:v>567889675.61979437</c:v>
                </c:pt>
                <c:pt idx="54">
                  <c:v>538132780.75472307</c:v>
                </c:pt>
                <c:pt idx="55">
                  <c:v>171875839.82800323</c:v>
                </c:pt>
                <c:pt idx="56">
                  <c:v>271054293.61674327</c:v>
                </c:pt>
                <c:pt idx="57">
                  <c:v>482767806.5998469</c:v>
                </c:pt>
                <c:pt idx="58">
                  <c:v>206966110.81226468</c:v>
                </c:pt>
                <c:pt idx="59">
                  <c:v>-465527655.05284941</c:v>
                </c:pt>
                <c:pt idx="60">
                  <c:v>-172104886.34329697</c:v>
                </c:pt>
                <c:pt idx="61">
                  <c:v>-355245198.5828827</c:v>
                </c:pt>
                <c:pt idx="62">
                  <c:v>-355008894.98089772</c:v>
                </c:pt>
                <c:pt idx="63">
                  <c:v>-45797392.176529594</c:v>
                </c:pt>
                <c:pt idx="64">
                  <c:v>370186717.1666832</c:v>
                </c:pt>
                <c:pt idx="65">
                  <c:v>212808988.76404497</c:v>
                </c:pt>
                <c:pt idx="66">
                  <c:v>745480649.18851435</c:v>
                </c:pt>
                <c:pt idx="67">
                  <c:v>1132756554.3071163</c:v>
                </c:pt>
                <c:pt idx="68">
                  <c:v>1138337078.6516855</c:v>
                </c:pt>
                <c:pt idx="69">
                  <c:v>1427465667.9151063</c:v>
                </c:pt>
                <c:pt idx="70">
                  <c:v>1671423220.9737828</c:v>
                </c:pt>
                <c:pt idx="71">
                  <c:v>-1084815230.9612985</c:v>
                </c:pt>
                <c:pt idx="72">
                  <c:v>-784806491.88514364</c:v>
                </c:pt>
                <c:pt idx="73">
                  <c:v>-798086142.32209742</c:v>
                </c:pt>
                <c:pt idx="74">
                  <c:v>-1104764044.9438205</c:v>
                </c:pt>
                <c:pt idx="75">
                  <c:v>-719034482.75862074</c:v>
                </c:pt>
                <c:pt idx="76">
                  <c:v>-457159117.30545878</c:v>
                </c:pt>
                <c:pt idx="77">
                  <c:v>-547713804.71380472</c:v>
                </c:pt>
                <c:pt idx="78">
                  <c:v>-443182410.42345273</c:v>
                </c:pt>
                <c:pt idx="79">
                  <c:v>-330966269.84126985</c:v>
                </c:pt>
                <c:pt idx="80">
                  <c:v>-334978504.67289722</c:v>
                </c:pt>
                <c:pt idx="81">
                  <c:v>-393322723.25375777</c:v>
                </c:pt>
                <c:pt idx="82">
                  <c:v>-695768839.9661305</c:v>
                </c:pt>
                <c:pt idx="83">
                  <c:v>-933932486.10007966</c:v>
                </c:pt>
                <c:pt idx="84">
                  <c:v>-826814564.56456459</c:v>
                </c:pt>
                <c:pt idx="85">
                  <c:v>-894409474.36729395</c:v>
                </c:pt>
                <c:pt idx="86">
                  <c:v>-884243997.40428293</c:v>
                </c:pt>
                <c:pt idx="87">
                  <c:v>-1206902011.6807268</c:v>
                </c:pt>
                <c:pt idx="88">
                  <c:v>-1008627003.6991369</c:v>
                </c:pt>
                <c:pt idx="89">
                  <c:v>-1246708657.047725</c:v>
                </c:pt>
                <c:pt idx="90">
                  <c:v>-1254325240.2630248</c:v>
                </c:pt>
                <c:pt idx="91">
                  <c:v>-1095064082.8011451</c:v>
                </c:pt>
                <c:pt idx="92">
                  <c:v>-1201087080.250427</c:v>
                </c:pt>
                <c:pt idx="93">
                  <c:v>-844589137.38019168</c:v>
                </c:pt>
                <c:pt idx="94">
                  <c:v>-634352643.67816103</c:v>
                </c:pt>
                <c:pt idx="95">
                  <c:v>-3993512304.6875005</c:v>
                </c:pt>
                <c:pt idx="96">
                  <c:v>-3863793501.8050542</c:v>
                </c:pt>
                <c:pt idx="97">
                  <c:v>-3468525931.9286871</c:v>
                </c:pt>
                <c:pt idx="98">
                  <c:v>-3193690332.3262839</c:v>
                </c:pt>
                <c:pt idx="99">
                  <c:v>-2729150200.2670236</c:v>
                </c:pt>
                <c:pt idx="100">
                  <c:v>-2046227499.9999998</c:v>
                </c:pt>
                <c:pt idx="101">
                  <c:v>-1303979125.7805529</c:v>
                </c:pt>
                <c:pt idx="102">
                  <c:v>-743494907.4074074</c:v>
                </c:pt>
                <c:pt idx="103">
                  <c:v>87213740.458015263</c:v>
                </c:pt>
                <c:pt idx="104">
                  <c:v>247633422.28152114</c:v>
                </c:pt>
                <c:pt idx="105">
                  <c:v>316973262.73990721</c:v>
                </c:pt>
                <c:pt idx="106">
                  <c:v>151266943.20357367</c:v>
                </c:pt>
                <c:pt idx="107">
                  <c:v>765912273.27690434</c:v>
                </c:pt>
                <c:pt idx="108">
                  <c:v>600342661.33637905</c:v>
                </c:pt>
                <c:pt idx="109">
                  <c:v>-182872340.42553192</c:v>
                </c:pt>
                <c:pt idx="110">
                  <c:v>-254036144.57831326</c:v>
                </c:pt>
                <c:pt idx="111">
                  <c:v>-43155844.155844152</c:v>
                </c:pt>
                <c:pt idx="112">
                  <c:v>698045197.74011302</c:v>
                </c:pt>
                <c:pt idx="113">
                  <c:v>558377862.59541988</c:v>
                </c:pt>
                <c:pt idx="114">
                  <c:v>1361148091.6030533</c:v>
                </c:pt>
                <c:pt idx="115">
                  <c:v>1845062595.4198472</c:v>
                </c:pt>
                <c:pt idx="116">
                  <c:v>2384186259.5419846</c:v>
                </c:pt>
                <c:pt idx="117">
                  <c:v>2548271755.7251906</c:v>
                </c:pt>
                <c:pt idx="118">
                  <c:v>2121561832.0610685</c:v>
                </c:pt>
                <c:pt idx="119">
                  <c:v>799250555.55555558</c:v>
                </c:pt>
                <c:pt idx="120">
                  <c:v>-9800973262.0320854</c:v>
                </c:pt>
                <c:pt idx="121">
                  <c:v>-7750959798.9949751</c:v>
                </c:pt>
                <c:pt idx="122">
                  <c:v>-7387115879.8283262</c:v>
                </c:pt>
                <c:pt idx="123">
                  <c:v>-6179159680.6387224</c:v>
                </c:pt>
                <c:pt idx="124">
                  <c:v>-6157111776.4471054</c:v>
                </c:pt>
                <c:pt idx="125">
                  <c:v>-5269480075.9013281</c:v>
                </c:pt>
                <c:pt idx="126">
                  <c:v>-5201653211.0091743</c:v>
                </c:pt>
                <c:pt idx="127">
                  <c:v>-5235600000</c:v>
                </c:pt>
                <c:pt idx="128">
                  <c:v>-4840910062.3330364</c:v>
                </c:pt>
                <c:pt idx="129">
                  <c:v>-4424709156.1938953</c:v>
                </c:pt>
                <c:pt idx="130">
                  <c:v>-3702775828.4600391</c:v>
                </c:pt>
                <c:pt idx="131">
                  <c:v>-1454787119.8568871</c:v>
                </c:pt>
                <c:pt idx="132">
                  <c:v>-4007135737.0095444</c:v>
                </c:pt>
                <c:pt idx="133">
                  <c:v>-4289320320.3203201</c:v>
                </c:pt>
                <c:pt idx="134">
                  <c:v>-4895316035.2880125</c:v>
                </c:pt>
                <c:pt idx="135">
                  <c:v>-4501041794.0876656</c:v>
                </c:pt>
                <c:pt idx="136">
                  <c:v>-3954026236.1251264</c:v>
                </c:pt>
                <c:pt idx="137">
                  <c:v>-3467354385.9649119</c:v>
                </c:pt>
                <c:pt idx="138">
                  <c:v>-3360140562.2489958</c:v>
                </c:pt>
                <c:pt idx="139">
                  <c:v>-2777946813.8484697</c:v>
                </c:pt>
                <c:pt idx="140">
                  <c:v>-2036703329.9697275</c:v>
                </c:pt>
                <c:pt idx="141">
                  <c:v>-1987415741.6750758</c:v>
                </c:pt>
                <c:pt idx="142">
                  <c:v>-1477109989.9091825</c:v>
                </c:pt>
                <c:pt idx="143">
                  <c:v>362379379.37937939</c:v>
                </c:pt>
                <c:pt idx="144">
                  <c:v>581748748.74874878</c:v>
                </c:pt>
                <c:pt idx="145">
                  <c:v>453715715.71571571</c:v>
                </c:pt>
                <c:pt idx="146">
                  <c:v>1174957957.957958</c:v>
                </c:pt>
                <c:pt idx="147">
                  <c:v>1530423423.4234235</c:v>
                </c:pt>
                <c:pt idx="148">
                  <c:v>2213525525.5255256</c:v>
                </c:pt>
                <c:pt idx="149">
                  <c:v>1985275275.2752752</c:v>
                </c:pt>
                <c:pt idx="150">
                  <c:v>2445201201.2012014</c:v>
                </c:pt>
                <c:pt idx="151">
                  <c:v>2500267267.2672672</c:v>
                </c:pt>
                <c:pt idx="152">
                  <c:v>3516616616.6166167</c:v>
                </c:pt>
                <c:pt idx="153">
                  <c:v>8052436436.4364367</c:v>
                </c:pt>
                <c:pt idx="154">
                  <c:v>7843092092.0920925</c:v>
                </c:pt>
                <c:pt idx="155">
                  <c:v>8665757757.7577572</c:v>
                </c:pt>
                <c:pt idx="156">
                  <c:v>7935934934.9349346</c:v>
                </c:pt>
                <c:pt idx="157">
                  <c:v>8099700700.7007008</c:v>
                </c:pt>
                <c:pt idx="158">
                  <c:v>8054116116.1161165</c:v>
                </c:pt>
                <c:pt idx="159">
                  <c:v>7523356356.3563566</c:v>
                </c:pt>
                <c:pt idx="160">
                  <c:v>7760782782.7827826</c:v>
                </c:pt>
                <c:pt idx="161">
                  <c:v>7792798798.7987986</c:v>
                </c:pt>
                <c:pt idx="162">
                  <c:v>8989479479.4794788</c:v>
                </c:pt>
                <c:pt idx="163">
                  <c:v>10483100100.1001</c:v>
                </c:pt>
                <c:pt idx="164">
                  <c:v>9503102102.1021023</c:v>
                </c:pt>
                <c:pt idx="165">
                  <c:v>9739412412.4124126</c:v>
                </c:pt>
                <c:pt idx="166">
                  <c:v>9600546546.5465469</c:v>
                </c:pt>
                <c:pt idx="167">
                  <c:v>11644514514.514515</c:v>
                </c:pt>
                <c:pt idx="168">
                  <c:v>11675511511.511511</c:v>
                </c:pt>
                <c:pt idx="169">
                  <c:v>11414631631.631632</c:v>
                </c:pt>
                <c:pt idx="170">
                  <c:v>10656509509.50951</c:v>
                </c:pt>
                <c:pt idx="171">
                  <c:v>10193765765.765766</c:v>
                </c:pt>
                <c:pt idx="172">
                  <c:v>10594806806.806807</c:v>
                </c:pt>
                <c:pt idx="173">
                  <c:v>10652769769.76977</c:v>
                </c:pt>
                <c:pt idx="174">
                  <c:v>11036385385.385386</c:v>
                </c:pt>
                <c:pt idx="175">
                  <c:v>10854592592.592592</c:v>
                </c:pt>
                <c:pt idx="176">
                  <c:v>10198873873.873875</c:v>
                </c:pt>
                <c:pt idx="177">
                  <c:v>10034291291.291292</c:v>
                </c:pt>
                <c:pt idx="178">
                  <c:v>10087154154.154154</c:v>
                </c:pt>
                <c:pt idx="179">
                  <c:v>11942277277.277277</c:v>
                </c:pt>
                <c:pt idx="180">
                  <c:v>9649770284.7747746</c:v>
                </c:pt>
                <c:pt idx="181">
                  <c:v>8876855999.679678</c:v>
                </c:pt>
                <c:pt idx="182">
                  <c:v>5848077088.6386375</c:v>
                </c:pt>
                <c:pt idx="183">
                  <c:v>5467585750.2502508</c:v>
                </c:pt>
                <c:pt idx="184">
                  <c:v>4916590847.5875854</c:v>
                </c:pt>
                <c:pt idx="185">
                  <c:v>6733879972.9129124</c:v>
                </c:pt>
                <c:pt idx="186">
                  <c:v>7058651570.6306305</c:v>
                </c:pt>
                <c:pt idx="187">
                  <c:v>5831895359.2192192</c:v>
                </c:pt>
                <c:pt idx="188">
                  <c:v>6948383296.3163147</c:v>
                </c:pt>
                <c:pt idx="189">
                  <c:v>6410554055.5955963</c:v>
                </c:pt>
                <c:pt idx="190">
                  <c:v>6568087465.4754753</c:v>
                </c:pt>
                <c:pt idx="191">
                  <c:v>9963767767.767767</c:v>
                </c:pt>
                <c:pt idx="192">
                  <c:v>8783511073.6636639</c:v>
                </c:pt>
                <c:pt idx="193">
                  <c:v>9664671858.0680695</c:v>
                </c:pt>
                <c:pt idx="194">
                  <c:v>9259239239.2392387</c:v>
                </c:pt>
                <c:pt idx="195">
                  <c:v>8409361361.3613615</c:v>
                </c:pt>
                <c:pt idx="196">
                  <c:v>8101063063.0630627</c:v>
                </c:pt>
                <c:pt idx="197">
                  <c:v>9866915915.9159164</c:v>
                </c:pt>
                <c:pt idx="198">
                  <c:v>8497280280.2802801</c:v>
                </c:pt>
                <c:pt idx="199">
                  <c:v>8099137137.1371374</c:v>
                </c:pt>
                <c:pt idx="200">
                  <c:v>8394247247.2472477</c:v>
                </c:pt>
                <c:pt idx="201">
                  <c:v>7558050050.0500498</c:v>
                </c:pt>
                <c:pt idx="202">
                  <c:v>7833841841.8418417</c:v>
                </c:pt>
                <c:pt idx="203">
                  <c:v>11520992992.992992</c:v>
                </c:pt>
                <c:pt idx="204">
                  <c:v>10279839839.83984</c:v>
                </c:pt>
                <c:pt idx="205">
                  <c:v>11037820820.820822</c:v>
                </c:pt>
                <c:pt idx="206">
                  <c:v>9275204204.2042046</c:v>
                </c:pt>
                <c:pt idx="207">
                  <c:v>8436204204.2042046</c:v>
                </c:pt>
                <c:pt idx="208">
                  <c:v>9619665665.6656666</c:v>
                </c:pt>
                <c:pt idx="209">
                  <c:v>10914907907.907907</c:v>
                </c:pt>
                <c:pt idx="210">
                  <c:v>11013765765.765766</c:v>
                </c:pt>
                <c:pt idx="211">
                  <c:v>10116981981.981981</c:v>
                </c:pt>
                <c:pt idx="212">
                  <c:v>9911584584.5845852</c:v>
                </c:pt>
                <c:pt idx="213">
                  <c:v>10381003003.003002</c:v>
                </c:pt>
                <c:pt idx="214">
                  <c:v>10396479479.479479</c:v>
                </c:pt>
                <c:pt idx="215">
                  <c:v>12298031031.031031</c:v>
                </c:pt>
                <c:pt idx="216">
                  <c:v>10404969709.469469</c:v>
                </c:pt>
                <c:pt idx="217">
                  <c:v>11570187680.770771</c:v>
                </c:pt>
                <c:pt idx="218">
                  <c:v>11497563708.548548</c:v>
                </c:pt>
                <c:pt idx="219">
                  <c:v>11026763187.357361</c:v>
                </c:pt>
                <c:pt idx="220">
                  <c:v>11561415574.354355</c:v>
                </c:pt>
                <c:pt idx="221">
                  <c:v>11967037658.998995</c:v>
                </c:pt>
                <c:pt idx="222">
                  <c:v>14557856165.095093</c:v>
                </c:pt>
                <c:pt idx="223">
                  <c:v>12289204738.008013</c:v>
                </c:pt>
                <c:pt idx="224">
                  <c:v>10956174174.174173</c:v>
                </c:pt>
                <c:pt idx="225">
                  <c:v>11208146601.421425</c:v>
                </c:pt>
                <c:pt idx="226">
                  <c:v>11659764885.325327</c:v>
                </c:pt>
                <c:pt idx="227">
                  <c:v>14216624624.624624</c:v>
                </c:pt>
                <c:pt idx="228">
                  <c:v>11915468638.18819</c:v>
                </c:pt>
                <c:pt idx="229">
                  <c:v>13960580400.380386</c:v>
                </c:pt>
                <c:pt idx="230">
                  <c:v>12613663632.662666</c:v>
                </c:pt>
                <c:pt idx="231">
                  <c:v>11809456387.037037</c:v>
                </c:pt>
                <c:pt idx="232">
                  <c:v>11998691923.983984</c:v>
                </c:pt>
                <c:pt idx="233">
                  <c:v>12881418258.108109</c:v>
                </c:pt>
                <c:pt idx="234">
                  <c:v>12018589797.247252</c:v>
                </c:pt>
                <c:pt idx="235">
                  <c:v>11391030018.738739</c:v>
                </c:pt>
                <c:pt idx="236">
                  <c:v>11165445146.406406</c:v>
                </c:pt>
                <c:pt idx="237">
                  <c:v>12715356145.885885</c:v>
                </c:pt>
                <c:pt idx="238">
                  <c:v>13428009259.519518</c:v>
                </c:pt>
                <c:pt idx="239">
                  <c:v>14834895113.573578</c:v>
                </c:pt>
                <c:pt idx="240">
                  <c:v>13396243243.243244</c:v>
                </c:pt>
                <c:pt idx="241">
                  <c:v>13218706389.419418</c:v>
                </c:pt>
                <c:pt idx="242">
                  <c:v>13703147571.501501</c:v>
                </c:pt>
                <c:pt idx="243">
                  <c:v>11678118762.83283</c:v>
                </c:pt>
                <c:pt idx="244">
                  <c:v>11966651212.732729</c:v>
                </c:pt>
                <c:pt idx="245">
                  <c:v>13953281185.705702</c:v>
                </c:pt>
                <c:pt idx="246">
                  <c:v>13528853553.493494</c:v>
                </c:pt>
                <c:pt idx="247">
                  <c:v>12283969165.885887</c:v>
                </c:pt>
                <c:pt idx="248">
                  <c:v>13085876197.717718</c:v>
                </c:pt>
                <c:pt idx="249">
                  <c:v>13160749492.412413</c:v>
                </c:pt>
                <c:pt idx="250">
                  <c:v>13075253041.77177</c:v>
                </c:pt>
                <c:pt idx="251">
                  <c:v>13731346081.921923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D-45F4-9518-001006FEB5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24133440"/>
        <c:axId val="981349504"/>
      </c:lineChart>
      <c:catAx>
        <c:axId val="102413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981349504"/>
        <c:crosses val="autoZero"/>
        <c:auto val="1"/>
        <c:lblAlgn val="ctr"/>
        <c:lblOffset val="100"/>
        <c:noMultiLvlLbl val="0"/>
      </c:catAx>
      <c:valAx>
        <c:axId val="98134950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024133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AR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Hoja2!$A$8:$B$139</c:f>
              <c:multiLvlStrCache>
                <c:ptCount val="132"/>
                <c:lvl>
                  <c:pt idx="0">
                    <c:v>Ene.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 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 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 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 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 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  <c:pt idx="108">
                    <c:v>Ene.</c:v>
                  </c:pt>
                  <c:pt idx="109">
                    <c:v>Feb.</c:v>
                  </c:pt>
                  <c:pt idx="110">
                    <c:v>Mar.</c:v>
                  </c:pt>
                  <c:pt idx="111">
                    <c:v>Abr.</c:v>
                  </c:pt>
                  <c:pt idx="112">
                    <c:v>May.</c:v>
                  </c:pt>
                  <c:pt idx="113">
                    <c:v>Jun.</c:v>
                  </c:pt>
                  <c:pt idx="114">
                    <c:v>Jul.</c:v>
                  </c:pt>
                  <c:pt idx="115">
                    <c:v>Ago.</c:v>
                  </c:pt>
                  <c:pt idx="116">
                    <c:v>Set.</c:v>
                  </c:pt>
                  <c:pt idx="117">
                    <c:v>Oct.</c:v>
                  </c:pt>
                  <c:pt idx="118">
                    <c:v>Nov.</c:v>
                  </c:pt>
                  <c:pt idx="119">
                    <c:v>Dic.</c:v>
                  </c:pt>
                  <c:pt idx="120">
                    <c:v>Ene.</c:v>
                  </c:pt>
                  <c:pt idx="121">
                    <c:v>Feb.</c:v>
                  </c:pt>
                  <c:pt idx="122">
                    <c:v>Mar.</c:v>
                  </c:pt>
                  <c:pt idx="123">
                    <c:v>Abr.</c:v>
                  </c:pt>
                  <c:pt idx="124">
                    <c:v>May.</c:v>
                  </c:pt>
                  <c:pt idx="125">
                    <c:v>Jun.</c:v>
                  </c:pt>
                  <c:pt idx="126">
                    <c:v>Jul.</c:v>
                  </c:pt>
                  <c:pt idx="127">
                    <c:v>Ago.</c:v>
                  </c:pt>
                  <c:pt idx="128">
                    <c:v>Set.</c:v>
                  </c:pt>
                  <c:pt idx="129">
                    <c:v>Oct.</c:v>
                  </c:pt>
                  <c:pt idx="130">
                    <c:v>Nov.</c:v>
                  </c:pt>
                  <c:pt idx="131">
                    <c:v>Dic.</c:v>
                  </c:pt>
                </c:lvl>
                <c:lvl>
                  <c:pt idx="0">
                    <c:v>1980 </c:v>
                  </c:pt>
                  <c:pt idx="12">
                    <c:v>1981 </c:v>
                  </c:pt>
                  <c:pt idx="24">
                    <c:v>1982 </c:v>
                  </c:pt>
                  <c:pt idx="36">
                    <c:v>1983 </c:v>
                  </c:pt>
                  <c:pt idx="48">
                    <c:v>1984 </c:v>
                  </c:pt>
                  <c:pt idx="60">
                    <c:v>1985 </c:v>
                  </c:pt>
                  <c:pt idx="72">
                    <c:v>1986 </c:v>
                  </c:pt>
                  <c:pt idx="84">
                    <c:v>1987 </c:v>
                  </c:pt>
                  <c:pt idx="96">
                    <c:v>1988 </c:v>
                  </c:pt>
                  <c:pt idx="108">
                    <c:v>1989 </c:v>
                  </c:pt>
                  <c:pt idx="120">
                    <c:v>1990 </c:v>
                  </c:pt>
                </c:lvl>
              </c:multiLvlStrCache>
            </c:multiLvlStrRef>
          </c:cat>
          <c:val>
            <c:numRef>
              <c:f>Hoja2!$O$8:$O$139</c:f>
              <c:numCache>
                <c:formatCode>0,000,000,000,000</c:formatCode>
                <c:ptCount val="132"/>
                <c:pt idx="0">
                  <c:v>1.8367567305509827E-2</c:v>
                </c:pt>
                <c:pt idx="1">
                  <c:v>1.7885308108424713E-2</c:v>
                </c:pt>
                <c:pt idx="2">
                  <c:v>1.7310804571792387E-2</c:v>
                </c:pt>
                <c:pt idx="3">
                  <c:v>1.6657712409111181E-2</c:v>
                </c:pt>
                <c:pt idx="4">
                  <c:v>1.606368436664633E-2</c:v>
                </c:pt>
                <c:pt idx="5">
                  <c:v>1.5466719498805036E-2</c:v>
                </c:pt>
                <c:pt idx="6">
                  <c:v>1.5029035172559272E-2</c:v>
                </c:pt>
                <c:pt idx="7">
                  <c:v>1.4731870716673952E-2</c:v>
                </c:pt>
                <c:pt idx="8">
                  <c:v>1.4260892612607308E-2</c:v>
                </c:pt>
                <c:pt idx="9">
                  <c:v>1.3381770416435769E-2</c:v>
                </c:pt>
                <c:pt idx="10">
                  <c:v>1.2914526227729631E-2</c:v>
                </c:pt>
                <c:pt idx="11">
                  <c:v>1.2566033055718018E-2</c:v>
                </c:pt>
                <c:pt idx="12">
                  <c:v>1.2159404633297321E-2</c:v>
                </c:pt>
                <c:pt idx="13">
                  <c:v>1.2991128010139416E-2</c:v>
                </c:pt>
                <c:pt idx="14">
                  <c:v>1.2843787368192196E-2</c:v>
                </c:pt>
                <c:pt idx="15">
                  <c:v>1.5920197491057483E-2</c:v>
                </c:pt>
                <c:pt idx="16">
                  <c:v>1.5338486765050363E-2</c:v>
                </c:pt>
                <c:pt idx="17">
                  <c:v>2.827036751477769E-2</c:v>
                </c:pt>
                <c:pt idx="18">
                  <c:v>2.8363834168706529E-2</c:v>
                </c:pt>
                <c:pt idx="19">
                  <c:v>2.6821716589861752E-2</c:v>
                </c:pt>
                <c:pt idx="20">
                  <c:v>2.5771983468297437E-2</c:v>
                </c:pt>
                <c:pt idx="21">
                  <c:v>2.9211913380326408E-2</c:v>
                </c:pt>
                <c:pt idx="22">
                  <c:v>3.1542471271176403E-2</c:v>
                </c:pt>
                <c:pt idx="23">
                  <c:v>2.8854529616724738E-2</c:v>
                </c:pt>
                <c:pt idx="24">
                  <c:v>2.4503842786263257E-2</c:v>
                </c:pt>
                <c:pt idx="25">
                  <c:v>2.321605950703412E-2</c:v>
                </c:pt>
                <c:pt idx="26">
                  <c:v>2.5590116920361793E-2</c:v>
                </c:pt>
                <c:pt idx="27">
                  <c:v>2.5408117893667023E-2</c:v>
                </c:pt>
                <c:pt idx="28">
                  <c:v>2.9995480133130619E-2</c:v>
                </c:pt>
                <c:pt idx="29">
                  <c:v>2.9990288858845707E-2</c:v>
                </c:pt>
                <c:pt idx="30">
                  <c:v>6.3875786163522019E-2</c:v>
                </c:pt>
                <c:pt idx="31">
                  <c:v>5.5694394858978938E-2</c:v>
                </c:pt>
                <c:pt idx="32">
                  <c:v>4.7574899970723145E-2</c:v>
                </c:pt>
                <c:pt idx="33">
                  <c:v>4.2217844075429216E-2</c:v>
                </c:pt>
                <c:pt idx="34">
                  <c:v>4.2194092827004218E-2</c:v>
                </c:pt>
                <c:pt idx="35">
                  <c:v>4.2686892478599421E-2</c:v>
                </c:pt>
                <c:pt idx="36">
                  <c:v>4.0973295747325028E-2</c:v>
                </c:pt>
                <c:pt idx="37">
                  <c:v>4.0444873496641325E-2</c:v>
                </c:pt>
                <c:pt idx="38">
                  <c:v>3.9991082295947264E-2</c:v>
                </c:pt>
                <c:pt idx="39">
                  <c:v>4.0659424724602204E-2</c:v>
                </c:pt>
                <c:pt idx="40">
                  <c:v>4.0649347395846379E-2</c:v>
                </c:pt>
                <c:pt idx="41">
                  <c:v>3.8459375635330195E-2</c:v>
                </c:pt>
                <c:pt idx="42">
                  <c:v>3.8355458276754774E-2</c:v>
                </c:pt>
                <c:pt idx="43">
                  <c:v>3.7015164340505384E-2</c:v>
                </c:pt>
                <c:pt idx="44">
                  <c:v>3.5375407522748287E-2</c:v>
                </c:pt>
                <c:pt idx="45">
                  <c:v>3.6554194592096148E-2</c:v>
                </c:pt>
                <c:pt idx="46">
                  <c:v>3.7392597072089098E-2</c:v>
                </c:pt>
                <c:pt idx="47">
                  <c:v>3.8322132509506023E-2</c:v>
                </c:pt>
                <c:pt idx="48">
                  <c:v>3.8505099577108237E-2</c:v>
                </c:pt>
                <c:pt idx="49">
                  <c:v>3.6375466079427439E-2</c:v>
                </c:pt>
                <c:pt idx="50">
                  <c:v>3.4053930339977528E-2</c:v>
                </c:pt>
                <c:pt idx="51">
                  <c:v>3.294972743791641E-2</c:v>
                </c:pt>
                <c:pt idx="52">
                  <c:v>3.2994174058439366E-2</c:v>
                </c:pt>
                <c:pt idx="53">
                  <c:v>3.2601811105741105E-2</c:v>
                </c:pt>
                <c:pt idx="54">
                  <c:v>3.3209322330044894E-2</c:v>
                </c:pt>
                <c:pt idx="55">
                  <c:v>3.256978301399599E-2</c:v>
                </c:pt>
                <c:pt idx="56">
                  <c:v>3.151118782018509E-2</c:v>
                </c:pt>
                <c:pt idx="57">
                  <c:v>3.4543007660631717E-2</c:v>
                </c:pt>
                <c:pt idx="58">
                  <c:v>3.7196180338447231E-2</c:v>
                </c:pt>
                <c:pt idx="59">
                  <c:v>3.7368939120039961E-2</c:v>
                </c:pt>
                <c:pt idx="60">
                  <c:v>3.7321932564004068E-2</c:v>
                </c:pt>
                <c:pt idx="61">
                  <c:v>3.7102375714305483E-2</c:v>
                </c:pt>
                <c:pt idx="62">
                  <c:v>3.751121321518433E-2</c:v>
                </c:pt>
                <c:pt idx="63">
                  <c:v>3.7907784340067426E-2</c:v>
                </c:pt>
                <c:pt idx="64">
                  <c:v>4.0662784885370375E-2</c:v>
                </c:pt>
                <c:pt idx="65">
                  <c:v>4.144932935916542E-2</c:v>
                </c:pt>
                <c:pt idx="66">
                  <c:v>3.90341365951122E-2</c:v>
                </c:pt>
                <c:pt idx="67">
                  <c:v>3.7870370808137641E-2</c:v>
                </c:pt>
                <c:pt idx="68">
                  <c:v>3.7130433976433071E-2</c:v>
                </c:pt>
                <c:pt idx="69">
                  <c:v>3.6424157265050543E-2</c:v>
                </c:pt>
                <c:pt idx="70">
                  <c:v>3.5580549299716158E-2</c:v>
                </c:pt>
                <c:pt idx="71">
                  <c:v>3.448543087414755E-2</c:v>
                </c:pt>
                <c:pt idx="72">
                  <c:v>3.3473188018186682E-2</c:v>
                </c:pt>
                <c:pt idx="73">
                  <c:v>3.2914877442419506E-2</c:v>
                </c:pt>
                <c:pt idx="74">
                  <c:v>3.145419703443076E-2</c:v>
                </c:pt>
                <c:pt idx="75">
                  <c:v>3.1532730674485483E-2</c:v>
                </c:pt>
                <c:pt idx="76">
                  <c:v>3.1033065893903682E-2</c:v>
                </c:pt>
                <c:pt idx="77">
                  <c:v>3.0717888429595355E-2</c:v>
                </c:pt>
                <c:pt idx="78">
                  <c:v>2.9738840669559827E-2</c:v>
                </c:pt>
                <c:pt idx="79">
                  <c:v>2.9920923274203891E-2</c:v>
                </c:pt>
                <c:pt idx="80">
                  <c:v>2.9620279095003584E-2</c:v>
                </c:pt>
                <c:pt idx="81">
                  <c:v>2.9520468568922854E-2</c:v>
                </c:pt>
                <c:pt idx="82">
                  <c:v>2.9274991571975328E-2</c:v>
                </c:pt>
                <c:pt idx="83">
                  <c:v>2.9797194472253576E-2</c:v>
                </c:pt>
                <c:pt idx="84">
                  <c:v>2.9303706962930373E-2</c:v>
                </c:pt>
                <c:pt idx="85">
                  <c:v>3.1845422607976855E-2</c:v>
                </c:pt>
                <c:pt idx="86">
                  <c:v>2.9416256251670294E-2</c:v>
                </c:pt>
                <c:pt idx="87">
                  <c:v>2.8466398197066541E-2</c:v>
                </c:pt>
                <c:pt idx="88">
                  <c:v>2.8768046539675785E-2</c:v>
                </c:pt>
                <c:pt idx="89">
                  <c:v>2.9585118783759377E-2</c:v>
                </c:pt>
                <c:pt idx="90">
                  <c:v>2.9481501364470097E-2</c:v>
                </c:pt>
                <c:pt idx="91">
                  <c:v>2.9769631173871436E-2</c:v>
                </c:pt>
                <c:pt idx="92">
                  <c:v>3.0945447713876431E-2</c:v>
                </c:pt>
                <c:pt idx="93">
                  <c:v>3.0735089063021664E-2</c:v>
                </c:pt>
                <c:pt idx="94">
                  <c:v>3.8736909596067536E-2</c:v>
                </c:pt>
                <c:pt idx="95">
                  <c:v>4.4098014728047891E-2</c:v>
                </c:pt>
                <c:pt idx="96">
                  <c:v>4.3739144165482392E-2</c:v>
                </c:pt>
                <c:pt idx="97">
                  <c:v>4.4115544115544116E-2</c:v>
                </c:pt>
                <c:pt idx="98">
                  <c:v>4.1246105919003122E-2</c:v>
                </c:pt>
                <c:pt idx="99">
                  <c:v>3.9806547619047616E-2</c:v>
                </c:pt>
                <c:pt idx="100">
                  <c:v>4.2256108763549516E-2</c:v>
                </c:pt>
                <c:pt idx="101">
                  <c:v>4.3645849556143916E-2</c:v>
                </c:pt>
                <c:pt idx="102">
                  <c:v>4.0159895881751416E-2</c:v>
                </c:pt>
                <c:pt idx="103">
                  <c:v>3.498846667476023E-2</c:v>
                </c:pt>
                <c:pt idx="104">
                  <c:v>3.2585539759140907E-2</c:v>
                </c:pt>
                <c:pt idx="105">
                  <c:v>3.0136822370258085E-2</c:v>
                </c:pt>
                <c:pt idx="106">
                  <c:v>2.9565479896605726E-2</c:v>
                </c:pt>
                <c:pt idx="107">
                  <c:v>2.9207649790743261E-2</c:v>
                </c:pt>
                <c:pt idx="108">
                  <c:v>2.8388456549935156E-2</c:v>
                </c:pt>
                <c:pt idx="109">
                  <c:v>4.1718444878395169E-2</c:v>
                </c:pt>
                <c:pt idx="110">
                  <c:v>6.2965444867304751E-2</c:v>
                </c:pt>
                <c:pt idx="111">
                  <c:v>7.2996852603238419E-2</c:v>
                </c:pt>
                <c:pt idx="112">
                  <c:v>9.4020907700152978E-2</c:v>
                </c:pt>
                <c:pt idx="113">
                  <c:v>6.4890515830066109E-2</c:v>
                </c:pt>
                <c:pt idx="114">
                  <c:v>5.468906552668492E-2</c:v>
                </c:pt>
                <c:pt idx="115">
                  <c:v>3.9669609687379252E-2</c:v>
                </c:pt>
                <c:pt idx="116">
                  <c:v>3.6275869402439508E-2</c:v>
                </c:pt>
                <c:pt idx="117">
                  <c:v>3.4353681377210246E-2</c:v>
                </c:pt>
                <c:pt idx="118">
                  <c:v>3.2251218776019476E-2</c:v>
                </c:pt>
                <c:pt idx="119">
                  <c:v>6.3273674460460103E-2</c:v>
                </c:pt>
                <c:pt idx="120">
                  <c:v>3.6681051392703022E-2</c:v>
                </c:pt>
                <c:pt idx="121">
                  <c:v>7.2479603729603728E-2</c:v>
                </c:pt>
                <c:pt idx="122">
                  <c:v>2.8934753992499319E-2</c:v>
                </c:pt>
                <c:pt idx="123">
                  <c:v>2.7931559316931212E-2</c:v>
                </c:pt>
                <c:pt idx="124">
                  <c:v>2.4585940375414058E-2</c:v>
                </c:pt>
                <c:pt idx="125">
                  <c:v>2.270621943600681E-2</c:v>
                </c:pt>
                <c:pt idx="126">
                  <c:v>2.1188088018039033E-2</c:v>
                </c:pt>
                <c:pt idx="127">
                  <c:v>2.0898500701110989E-2</c:v>
                </c:pt>
                <c:pt idx="128">
                  <c:v>1.6361580735586367E-2</c:v>
                </c:pt>
                <c:pt idx="129">
                  <c:v>1.5071406538338737E-2</c:v>
                </c:pt>
                <c:pt idx="130">
                  <c:v>1.3072861453151759E-2</c:v>
                </c:pt>
                <c:pt idx="131">
                  <c:v>1.3608688137070408E-2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BE-47EC-BE84-4203BBEA65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24133440"/>
        <c:axId val="981349504"/>
      </c:lineChart>
      <c:catAx>
        <c:axId val="102413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981349504"/>
        <c:crosses val="autoZero"/>
        <c:auto val="1"/>
        <c:lblAlgn val="ctr"/>
        <c:lblOffset val="100"/>
        <c:noMultiLvlLbl val="0"/>
      </c:catAx>
      <c:valAx>
        <c:axId val="981349504"/>
        <c:scaling>
          <c:orientation val="minMax"/>
        </c:scaling>
        <c:delete val="1"/>
        <c:axPos val="l"/>
        <c:numFmt formatCode="0,000,000,000,000" sourceLinked="1"/>
        <c:majorTickMark val="none"/>
        <c:minorTickMark val="none"/>
        <c:tickLblPos val="nextTo"/>
        <c:crossAx val="1024133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Hoja2!$A$140:$B$259</c:f>
              <c:multiLvlStrCache>
                <c:ptCount val="120"/>
                <c:lvl>
                  <c:pt idx="0">
                    <c:v>Ene.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  <c:pt idx="108">
                    <c:v>Ene.</c:v>
                  </c:pt>
                  <c:pt idx="109">
                    <c:v>Feb.</c:v>
                  </c:pt>
                  <c:pt idx="110">
                    <c:v>Mar.</c:v>
                  </c:pt>
                  <c:pt idx="111">
                    <c:v>Abr.</c:v>
                  </c:pt>
                  <c:pt idx="112">
                    <c:v>May.</c:v>
                  </c:pt>
                  <c:pt idx="113">
                    <c:v>Jun.</c:v>
                  </c:pt>
                  <c:pt idx="114">
                    <c:v>Jul.</c:v>
                  </c:pt>
                  <c:pt idx="115">
                    <c:v>Ago.</c:v>
                  </c:pt>
                  <c:pt idx="116">
                    <c:v>Set.</c:v>
                  </c:pt>
                  <c:pt idx="117">
                    <c:v>Oct.</c:v>
                  </c:pt>
                  <c:pt idx="118">
                    <c:v>Nov.</c:v>
                  </c:pt>
                  <c:pt idx="119">
                    <c:v>Dic.</c:v>
                  </c:pt>
                </c:lvl>
                <c:lvl>
                  <c:pt idx="0">
                    <c:v>1991 </c:v>
                  </c:pt>
                  <c:pt idx="12">
                    <c:v>1992 </c:v>
                  </c:pt>
                  <c:pt idx="24">
                    <c:v>1993 </c:v>
                  </c:pt>
                  <c:pt idx="36">
                    <c:v>1994 </c:v>
                  </c:pt>
                  <c:pt idx="48">
                    <c:v>1995 </c:v>
                  </c:pt>
                  <c:pt idx="60">
                    <c:v>1996 </c:v>
                  </c:pt>
                  <c:pt idx="72">
                    <c:v>1997 </c:v>
                  </c:pt>
                  <c:pt idx="84">
                    <c:v>1998 </c:v>
                  </c:pt>
                  <c:pt idx="96">
                    <c:v>1999 </c:v>
                  </c:pt>
                  <c:pt idx="108">
                    <c:v>2000 </c:v>
                  </c:pt>
                </c:lvl>
              </c:multiLvlStrCache>
            </c:multiLvlStrRef>
          </c:cat>
          <c:val>
            <c:numRef>
              <c:f>Hoja2!$O$140:$O$259</c:f>
              <c:numCache>
                <c:formatCode>0,000,000,000,000</c:formatCode>
                <c:ptCount val="120"/>
                <c:pt idx="0">
                  <c:v>2.1316033364226137E-2</c:v>
                </c:pt>
                <c:pt idx="1">
                  <c:v>1.7782350438684712E-2</c:v>
                </c:pt>
                <c:pt idx="2">
                  <c:v>1.5444962393480253E-2</c:v>
                </c:pt>
                <c:pt idx="3">
                  <c:v>1.4904193836561308E-2</c:v>
                </c:pt>
                <c:pt idx="4">
                  <c:v>1.4645377912819361E-2</c:v>
                </c:pt>
                <c:pt idx="5">
                  <c:v>1.4294906427477175E-2</c:v>
                </c:pt>
                <c:pt idx="6">
                  <c:v>1.3912926869130484E-2</c:v>
                </c:pt>
                <c:pt idx="7">
                  <c:v>1.3741150643827721E-2</c:v>
                </c:pt>
                <c:pt idx="8">
                  <c:v>1.3428111500750675E-2</c:v>
                </c:pt>
                <c:pt idx="9">
                  <c:v>1.3249141346011151E-2</c:v>
                </c:pt>
                <c:pt idx="10">
                  <c:v>1.3197812705591557E-2</c:v>
                </c:pt>
                <c:pt idx="11">
                  <c:v>1.3218534528955736E-2</c:v>
                </c:pt>
                <c:pt idx="12">
                  <c:v>1.2828217455621301E-2</c:v>
                </c:pt>
                <c:pt idx="13">
                  <c:v>1.255771331457009E-2</c:v>
                </c:pt>
                <c:pt idx="14">
                  <c:v>1.2299471824483214E-2</c:v>
                </c:pt>
                <c:pt idx="15">
                  <c:v>1.2143224408975046E-2</c:v>
                </c:pt>
                <c:pt idx="16">
                  <c:v>1.206204163638076E-2</c:v>
                </c:pt>
                <c:pt idx="17">
                  <c:v>1.196819981023395E-2</c:v>
                </c:pt>
                <c:pt idx="18">
                  <c:v>1.1764816720878252E-2</c:v>
                </c:pt>
                <c:pt idx="19">
                  <c:v>1.1591330752067351E-2</c:v>
                </c:pt>
                <c:pt idx="20">
                  <c:v>1.1472723284575216E-2</c:v>
                </c:pt>
                <c:pt idx="21">
                  <c:v>1.1329305135951663E-2</c:v>
                </c:pt>
                <c:pt idx="22">
                  <c:v>1.1277329745057843E-2</c:v>
                </c:pt>
                <c:pt idx="23">
                  <c:v>1.1245428378778446E-2</c:v>
                </c:pt>
                <c:pt idx="24">
                  <c:v>1.1152590660849606E-2</c:v>
                </c:pt>
                <c:pt idx="25">
                  <c:v>1.1071717911690027E-2</c:v>
                </c:pt>
                <c:pt idx="26">
                  <c:v>1.0989095605131765E-2</c:v>
                </c:pt>
                <c:pt idx="27">
                  <c:v>1.0875410685553666E-2</c:v>
                </c:pt>
                <c:pt idx="28">
                  <c:v>1.0737271120932411E-2</c:v>
                </c:pt>
                <c:pt idx="29">
                  <c:v>1.0660594005310022E-2</c:v>
                </c:pt>
                <c:pt idx="30">
                  <c:v>1.0626404754332202E-2</c:v>
                </c:pt>
                <c:pt idx="31">
                  <c:v>1.0624709522143319E-2</c:v>
                </c:pt>
                <c:pt idx="32">
                  <c:v>1.0537863524646364E-2</c:v>
                </c:pt>
                <c:pt idx="33">
                  <c:v>1.0478628946399558E-2</c:v>
                </c:pt>
                <c:pt idx="34">
                  <c:v>1.0472642187870185E-2</c:v>
                </c:pt>
                <c:pt idx="35">
                  <c:v>1.0474014692977167E-2</c:v>
                </c:pt>
                <c:pt idx="36">
                  <c:v>1.0463483072514346E-2</c:v>
                </c:pt>
                <c:pt idx="37">
                  <c:v>1.0463855705629427E-2</c:v>
                </c:pt>
                <c:pt idx="38">
                  <c:v>1.0449288004970471E-2</c:v>
                </c:pt>
                <c:pt idx="39">
                  <c:v>1.042391636659213E-2</c:v>
                </c:pt>
                <c:pt idx="40">
                  <c:v>1.0387908848439474E-2</c:v>
                </c:pt>
                <c:pt idx="41">
                  <c:v>1.0347860043898129E-2</c:v>
                </c:pt>
                <c:pt idx="42">
                  <c:v>1.0253199634620713E-2</c:v>
                </c:pt>
                <c:pt idx="43">
                  <c:v>1.0232091279677162E-2</c:v>
                </c:pt>
                <c:pt idx="44">
                  <c:v>1.0162539597282666E-2</c:v>
                </c:pt>
                <c:pt idx="45">
                  <c:v>1.0130078728659909E-2</c:v>
                </c:pt>
                <c:pt idx="46">
                  <c:v>1.0107223579070054E-2</c:v>
                </c:pt>
                <c:pt idx="47">
                  <c:v>1.0085295961540598E-2</c:v>
                </c:pt>
                <c:pt idx="48">
                  <c:v>9.9611822996072373E-3</c:v>
                </c:pt>
                <c:pt idx="49">
                  <c:v>9.9614504829159626E-3</c:v>
                </c:pt>
                <c:pt idx="50">
                  <c:v>1.0006410513241717E-2</c:v>
                </c:pt>
                <c:pt idx="51">
                  <c:v>9.9608545396170818E-3</c:v>
                </c:pt>
                <c:pt idx="52">
                  <c:v>9.9587593718505046E-3</c:v>
                </c:pt>
                <c:pt idx="53">
                  <c:v>9.9793121566801955E-3</c:v>
                </c:pt>
                <c:pt idx="54">
                  <c:v>9.9389930874750777E-3</c:v>
                </c:pt>
                <c:pt idx="55">
                  <c:v>9.9631294399005876E-3</c:v>
                </c:pt>
                <c:pt idx="56">
                  <c:v>9.9467812355316151E-3</c:v>
                </c:pt>
                <c:pt idx="57">
                  <c:v>9.9130745415575133E-3</c:v>
                </c:pt>
                <c:pt idx="58">
                  <c:v>9.935770564260267E-3</c:v>
                </c:pt>
                <c:pt idx="59">
                  <c:v>9.925711168759942E-3</c:v>
                </c:pt>
                <c:pt idx="60">
                  <c:v>9.8960469304423797E-3</c:v>
                </c:pt>
                <c:pt idx="61">
                  <c:v>9.928305509563572E-3</c:v>
                </c:pt>
                <c:pt idx="62">
                  <c:v>9.982164001259012E-3</c:v>
                </c:pt>
                <c:pt idx="63">
                  <c:v>9.9820044144640144E-3</c:v>
                </c:pt>
                <c:pt idx="64">
                  <c:v>9.99091916456314E-3</c:v>
                </c:pt>
                <c:pt idx="65">
                  <c:v>9.9906593835193125E-3</c:v>
                </c:pt>
                <c:pt idx="66">
                  <c:v>9.9367786137447827E-3</c:v>
                </c:pt>
                <c:pt idx="67">
                  <c:v>9.9444840962912753E-3</c:v>
                </c:pt>
                <c:pt idx="68">
                  <c:v>9.9264607248999159E-3</c:v>
                </c:pt>
                <c:pt idx="69">
                  <c:v>9.8766750306977739E-3</c:v>
                </c:pt>
                <c:pt idx="70">
                  <c:v>9.8920391364319144E-3</c:v>
                </c:pt>
                <c:pt idx="71">
                  <c:v>9.9203196746055714E-3</c:v>
                </c:pt>
                <c:pt idx="72">
                  <c:v>9.8742051956703727E-3</c:v>
                </c:pt>
                <c:pt idx="73">
                  <c:v>9.836385172757053E-3</c:v>
                </c:pt>
                <c:pt idx="74">
                  <c:v>9.8851091072628336E-3</c:v>
                </c:pt>
                <c:pt idx="75">
                  <c:v>9.9178870433081073E-3</c:v>
                </c:pt>
                <c:pt idx="76">
                  <c:v>9.9261253831593697E-3</c:v>
                </c:pt>
                <c:pt idx="77">
                  <c:v>9.9035813491473394E-3</c:v>
                </c:pt>
                <c:pt idx="78">
                  <c:v>9.8816184092869411E-3</c:v>
                </c:pt>
                <c:pt idx="79">
                  <c:v>9.8653805133552958E-3</c:v>
                </c:pt>
                <c:pt idx="80">
                  <c:v>9.8701078005467586E-3</c:v>
                </c:pt>
                <c:pt idx="81">
                  <c:v>9.8855981974368696E-3</c:v>
                </c:pt>
                <c:pt idx="82">
                  <c:v>9.904739998096386E-3</c:v>
                </c:pt>
                <c:pt idx="83">
                  <c:v>9.8878877828663392E-3</c:v>
                </c:pt>
                <c:pt idx="84">
                  <c:v>9.8261296360594372E-3</c:v>
                </c:pt>
                <c:pt idx="85">
                  <c:v>9.7919864500079397E-3</c:v>
                </c:pt>
                <c:pt idx="86">
                  <c:v>9.8042968140451704E-3</c:v>
                </c:pt>
                <c:pt idx="87">
                  <c:v>9.8031904036677067E-3</c:v>
                </c:pt>
                <c:pt idx="88">
                  <c:v>9.8102757482913042E-3</c:v>
                </c:pt>
                <c:pt idx="89">
                  <c:v>9.7915833548963809E-3</c:v>
                </c:pt>
                <c:pt idx="90">
                  <c:v>9.7610735422144455E-3</c:v>
                </c:pt>
                <c:pt idx="91">
                  <c:v>9.7591092346181688E-3</c:v>
                </c:pt>
                <c:pt idx="92">
                  <c:v>9.7621227682214082E-3</c:v>
                </c:pt>
                <c:pt idx="93">
                  <c:v>9.7979695939285922E-3</c:v>
                </c:pt>
                <c:pt idx="94">
                  <c:v>9.8212898824001308E-3</c:v>
                </c:pt>
                <c:pt idx="95">
                  <c:v>9.8226225123888931E-3</c:v>
                </c:pt>
                <c:pt idx="96">
                  <c:v>9.7765390464596008E-3</c:v>
                </c:pt>
                <c:pt idx="97">
                  <c:v>9.7922647969550854E-3</c:v>
                </c:pt>
                <c:pt idx="98">
                  <c:v>9.8663450969005452E-3</c:v>
                </c:pt>
                <c:pt idx="99">
                  <c:v>9.8760110801133314E-3</c:v>
                </c:pt>
                <c:pt idx="100">
                  <c:v>9.9248828436627294E-3</c:v>
                </c:pt>
                <c:pt idx="101">
                  <c:v>9.9254843517138595E-3</c:v>
                </c:pt>
                <c:pt idx="102">
                  <c:v>9.9070679343217921E-3</c:v>
                </c:pt>
                <c:pt idx="103">
                  <c:v>9.9445038946818307E-3</c:v>
                </c:pt>
                <c:pt idx="104">
                  <c:v>9.9643517585734313E-3</c:v>
                </c:pt>
                <c:pt idx="105">
                  <c:v>9.9659123897539656E-3</c:v>
                </c:pt>
                <c:pt idx="106">
                  <c:v>9.9975181336364946E-3</c:v>
                </c:pt>
                <c:pt idx="107">
                  <c:v>1.0003735128331198E-2</c:v>
                </c:pt>
                <c:pt idx="108">
                  <c:v>9.9198862440272161E-3</c:v>
                </c:pt>
                <c:pt idx="109">
                  <c:v>9.9194823996210935E-3</c:v>
                </c:pt>
                <c:pt idx="110">
                  <c:v>9.9721697604682833E-3</c:v>
                </c:pt>
                <c:pt idx="111">
                  <c:v>9.9834009719575352E-3</c:v>
                </c:pt>
                <c:pt idx="112">
                  <c:v>1.0022352152749074E-2</c:v>
                </c:pt>
                <c:pt idx="113">
                  <c:v>1.0040917492605E-2</c:v>
                </c:pt>
                <c:pt idx="114">
                  <c:v>9.9974981235926956E-3</c:v>
                </c:pt>
                <c:pt idx="115">
                  <c:v>1.0019055260254739E-2</c:v>
                </c:pt>
                <c:pt idx="116">
                  <c:v>1.0034462704242499E-2</c:v>
                </c:pt>
                <c:pt idx="117">
                  <c:v>1.0016041708441949E-2</c:v>
                </c:pt>
                <c:pt idx="118">
                  <c:v>1.0065491183879094E-2</c:v>
                </c:pt>
                <c:pt idx="119">
                  <c:v>1.0077675779279734E-2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DA-4502-A0D5-C1F22FCA72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24133440"/>
        <c:axId val="981349504"/>
      </c:lineChart>
      <c:catAx>
        <c:axId val="102413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981349504"/>
        <c:crosses val="autoZero"/>
        <c:auto val="1"/>
        <c:lblAlgn val="ctr"/>
        <c:lblOffset val="100"/>
        <c:noMultiLvlLbl val="0"/>
      </c:catAx>
      <c:valAx>
        <c:axId val="981349504"/>
        <c:scaling>
          <c:orientation val="minMax"/>
        </c:scaling>
        <c:delete val="1"/>
        <c:axPos val="l"/>
        <c:numFmt formatCode="0,000,000,000,000" sourceLinked="1"/>
        <c:majorTickMark val="none"/>
        <c:minorTickMark val="none"/>
        <c:tickLblPos val="nextTo"/>
        <c:crossAx val="1024133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Hoja2!$P$7</c:f>
              <c:strCache>
                <c:ptCount val="1"/>
                <c:pt idx="0">
                  <c:v> act int S ofic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Hoja2!$A$8:$B$259</c:f>
              <c:multiLvlStrCache>
                <c:ptCount val="252"/>
                <c:lvl>
                  <c:pt idx="0">
                    <c:v>Ene.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 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 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 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 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 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  <c:pt idx="108">
                    <c:v>Ene.</c:v>
                  </c:pt>
                  <c:pt idx="109">
                    <c:v>Feb.</c:v>
                  </c:pt>
                  <c:pt idx="110">
                    <c:v>Mar.</c:v>
                  </c:pt>
                  <c:pt idx="111">
                    <c:v>Abr.</c:v>
                  </c:pt>
                  <c:pt idx="112">
                    <c:v>May.</c:v>
                  </c:pt>
                  <c:pt idx="113">
                    <c:v>Jun.</c:v>
                  </c:pt>
                  <c:pt idx="114">
                    <c:v>Jul.</c:v>
                  </c:pt>
                  <c:pt idx="115">
                    <c:v>Ago.</c:v>
                  </c:pt>
                  <c:pt idx="116">
                    <c:v>Set.</c:v>
                  </c:pt>
                  <c:pt idx="117">
                    <c:v>Oct.</c:v>
                  </c:pt>
                  <c:pt idx="118">
                    <c:v>Nov.</c:v>
                  </c:pt>
                  <c:pt idx="119">
                    <c:v>Dic.</c:v>
                  </c:pt>
                  <c:pt idx="120">
                    <c:v>Ene.</c:v>
                  </c:pt>
                  <c:pt idx="121">
                    <c:v>Feb.</c:v>
                  </c:pt>
                  <c:pt idx="122">
                    <c:v>Mar.</c:v>
                  </c:pt>
                  <c:pt idx="123">
                    <c:v>Abr.</c:v>
                  </c:pt>
                  <c:pt idx="124">
                    <c:v>May.</c:v>
                  </c:pt>
                  <c:pt idx="125">
                    <c:v>Jun.</c:v>
                  </c:pt>
                  <c:pt idx="126">
                    <c:v>Jul.</c:v>
                  </c:pt>
                  <c:pt idx="127">
                    <c:v>Ago.</c:v>
                  </c:pt>
                  <c:pt idx="128">
                    <c:v>Set.</c:v>
                  </c:pt>
                  <c:pt idx="129">
                    <c:v>Oct.</c:v>
                  </c:pt>
                  <c:pt idx="130">
                    <c:v>Nov.</c:v>
                  </c:pt>
                  <c:pt idx="131">
                    <c:v>Dic.</c:v>
                  </c:pt>
                  <c:pt idx="132">
                    <c:v>Ene.</c:v>
                  </c:pt>
                  <c:pt idx="133">
                    <c:v>Feb.</c:v>
                  </c:pt>
                  <c:pt idx="134">
                    <c:v>Mar.</c:v>
                  </c:pt>
                  <c:pt idx="135">
                    <c:v>Abr.</c:v>
                  </c:pt>
                  <c:pt idx="136">
                    <c:v>May.</c:v>
                  </c:pt>
                  <c:pt idx="137">
                    <c:v>Jun.</c:v>
                  </c:pt>
                  <c:pt idx="138">
                    <c:v>Jul.</c:v>
                  </c:pt>
                  <c:pt idx="139">
                    <c:v>Ago.</c:v>
                  </c:pt>
                  <c:pt idx="140">
                    <c:v>Set.</c:v>
                  </c:pt>
                  <c:pt idx="141">
                    <c:v>Oct.</c:v>
                  </c:pt>
                  <c:pt idx="142">
                    <c:v>Nov.</c:v>
                  </c:pt>
                  <c:pt idx="143">
                    <c:v>Dic.</c:v>
                  </c:pt>
                  <c:pt idx="144">
                    <c:v>Ene.</c:v>
                  </c:pt>
                  <c:pt idx="145">
                    <c:v>Feb.</c:v>
                  </c:pt>
                  <c:pt idx="146">
                    <c:v>Mar.</c:v>
                  </c:pt>
                  <c:pt idx="147">
                    <c:v>Abr.</c:v>
                  </c:pt>
                  <c:pt idx="148">
                    <c:v>May.</c:v>
                  </c:pt>
                  <c:pt idx="149">
                    <c:v>Jun.</c:v>
                  </c:pt>
                  <c:pt idx="150">
                    <c:v>Jul.</c:v>
                  </c:pt>
                  <c:pt idx="151">
                    <c:v>Ago.</c:v>
                  </c:pt>
                  <c:pt idx="152">
                    <c:v>Set.</c:v>
                  </c:pt>
                  <c:pt idx="153">
                    <c:v>Oct.</c:v>
                  </c:pt>
                  <c:pt idx="154">
                    <c:v>Nov.</c:v>
                  </c:pt>
                  <c:pt idx="155">
                    <c:v>Dic.</c:v>
                  </c:pt>
                  <c:pt idx="156">
                    <c:v>Ene.</c:v>
                  </c:pt>
                  <c:pt idx="157">
                    <c:v>Feb.</c:v>
                  </c:pt>
                  <c:pt idx="158">
                    <c:v>Mar.</c:v>
                  </c:pt>
                  <c:pt idx="159">
                    <c:v>Abr.</c:v>
                  </c:pt>
                  <c:pt idx="160">
                    <c:v>May.</c:v>
                  </c:pt>
                  <c:pt idx="161">
                    <c:v>Jun.</c:v>
                  </c:pt>
                  <c:pt idx="162">
                    <c:v>Jul.</c:v>
                  </c:pt>
                  <c:pt idx="163">
                    <c:v>Ago.</c:v>
                  </c:pt>
                  <c:pt idx="164">
                    <c:v>Set.</c:v>
                  </c:pt>
                  <c:pt idx="165">
                    <c:v>Oct.</c:v>
                  </c:pt>
                  <c:pt idx="166">
                    <c:v>Nov.</c:v>
                  </c:pt>
                  <c:pt idx="167">
                    <c:v>Dic.</c:v>
                  </c:pt>
                  <c:pt idx="168">
                    <c:v>Ene.</c:v>
                  </c:pt>
                  <c:pt idx="169">
                    <c:v>Feb.</c:v>
                  </c:pt>
                  <c:pt idx="170">
                    <c:v>Mar.</c:v>
                  </c:pt>
                  <c:pt idx="171">
                    <c:v>Abr.</c:v>
                  </c:pt>
                  <c:pt idx="172">
                    <c:v>May.</c:v>
                  </c:pt>
                  <c:pt idx="173">
                    <c:v>Jun.</c:v>
                  </c:pt>
                  <c:pt idx="174">
                    <c:v>Jul.</c:v>
                  </c:pt>
                  <c:pt idx="175">
                    <c:v>Ago.</c:v>
                  </c:pt>
                  <c:pt idx="176">
                    <c:v>Set.</c:v>
                  </c:pt>
                  <c:pt idx="177">
                    <c:v>Oct.</c:v>
                  </c:pt>
                  <c:pt idx="178">
                    <c:v>Nov.</c:v>
                  </c:pt>
                  <c:pt idx="179">
                    <c:v>Dic.</c:v>
                  </c:pt>
                  <c:pt idx="180">
                    <c:v>Ene.</c:v>
                  </c:pt>
                  <c:pt idx="181">
                    <c:v>Feb.</c:v>
                  </c:pt>
                  <c:pt idx="182">
                    <c:v>Mar.</c:v>
                  </c:pt>
                  <c:pt idx="183">
                    <c:v>Abr.</c:v>
                  </c:pt>
                  <c:pt idx="184">
                    <c:v>May.</c:v>
                  </c:pt>
                  <c:pt idx="185">
                    <c:v>Jun.</c:v>
                  </c:pt>
                  <c:pt idx="186">
                    <c:v>Jul.</c:v>
                  </c:pt>
                  <c:pt idx="187">
                    <c:v>Ago.</c:v>
                  </c:pt>
                  <c:pt idx="188">
                    <c:v>Set.</c:v>
                  </c:pt>
                  <c:pt idx="189">
                    <c:v>Oct.</c:v>
                  </c:pt>
                  <c:pt idx="190">
                    <c:v>Nov.</c:v>
                  </c:pt>
                  <c:pt idx="191">
                    <c:v>Dic.</c:v>
                  </c:pt>
                  <c:pt idx="192">
                    <c:v>Ene.</c:v>
                  </c:pt>
                  <c:pt idx="193">
                    <c:v>Feb.</c:v>
                  </c:pt>
                  <c:pt idx="194">
                    <c:v>Mar.</c:v>
                  </c:pt>
                  <c:pt idx="195">
                    <c:v>Abr.</c:v>
                  </c:pt>
                  <c:pt idx="196">
                    <c:v>May.</c:v>
                  </c:pt>
                  <c:pt idx="197">
                    <c:v>Jun.</c:v>
                  </c:pt>
                  <c:pt idx="198">
                    <c:v>Jul.</c:v>
                  </c:pt>
                  <c:pt idx="199">
                    <c:v>Ago.</c:v>
                  </c:pt>
                  <c:pt idx="200">
                    <c:v>Set.</c:v>
                  </c:pt>
                  <c:pt idx="201">
                    <c:v>Oct.</c:v>
                  </c:pt>
                  <c:pt idx="202">
                    <c:v>Nov.</c:v>
                  </c:pt>
                  <c:pt idx="203">
                    <c:v>Dic.</c:v>
                  </c:pt>
                  <c:pt idx="204">
                    <c:v>Ene.</c:v>
                  </c:pt>
                  <c:pt idx="205">
                    <c:v>Feb.</c:v>
                  </c:pt>
                  <c:pt idx="206">
                    <c:v>Mar.</c:v>
                  </c:pt>
                  <c:pt idx="207">
                    <c:v>Abr.</c:v>
                  </c:pt>
                  <c:pt idx="208">
                    <c:v>May.</c:v>
                  </c:pt>
                  <c:pt idx="209">
                    <c:v>Jun.</c:v>
                  </c:pt>
                  <c:pt idx="210">
                    <c:v>Jul.</c:v>
                  </c:pt>
                  <c:pt idx="211">
                    <c:v>Ago.</c:v>
                  </c:pt>
                  <c:pt idx="212">
                    <c:v>Set.</c:v>
                  </c:pt>
                  <c:pt idx="213">
                    <c:v>Oct.</c:v>
                  </c:pt>
                  <c:pt idx="214">
                    <c:v>Nov.</c:v>
                  </c:pt>
                  <c:pt idx="215">
                    <c:v>Dic.</c:v>
                  </c:pt>
                  <c:pt idx="216">
                    <c:v>Ene.</c:v>
                  </c:pt>
                  <c:pt idx="217">
                    <c:v>Feb.</c:v>
                  </c:pt>
                  <c:pt idx="218">
                    <c:v>Mar.</c:v>
                  </c:pt>
                  <c:pt idx="219">
                    <c:v>Abr.</c:v>
                  </c:pt>
                  <c:pt idx="220">
                    <c:v>May.</c:v>
                  </c:pt>
                  <c:pt idx="221">
                    <c:v>Jun.</c:v>
                  </c:pt>
                  <c:pt idx="222">
                    <c:v>Jul.</c:v>
                  </c:pt>
                  <c:pt idx="223">
                    <c:v>Ago.</c:v>
                  </c:pt>
                  <c:pt idx="224">
                    <c:v>Set.</c:v>
                  </c:pt>
                  <c:pt idx="225">
                    <c:v>Oct.</c:v>
                  </c:pt>
                  <c:pt idx="226">
                    <c:v>Nov.</c:v>
                  </c:pt>
                  <c:pt idx="227">
                    <c:v>Dic.</c:v>
                  </c:pt>
                  <c:pt idx="228">
                    <c:v>Ene.</c:v>
                  </c:pt>
                  <c:pt idx="229">
                    <c:v>Feb.</c:v>
                  </c:pt>
                  <c:pt idx="230">
                    <c:v>Mar.</c:v>
                  </c:pt>
                  <c:pt idx="231">
                    <c:v>Abr.</c:v>
                  </c:pt>
                  <c:pt idx="232">
                    <c:v>May.</c:v>
                  </c:pt>
                  <c:pt idx="233">
                    <c:v>Jun.</c:v>
                  </c:pt>
                  <c:pt idx="234">
                    <c:v>Jul.</c:v>
                  </c:pt>
                  <c:pt idx="235">
                    <c:v>Ago.</c:v>
                  </c:pt>
                  <c:pt idx="236">
                    <c:v>Set.</c:v>
                  </c:pt>
                  <c:pt idx="237">
                    <c:v>Oct.</c:v>
                  </c:pt>
                  <c:pt idx="238">
                    <c:v>Nov.</c:v>
                  </c:pt>
                  <c:pt idx="239">
                    <c:v>Dic.</c:v>
                  </c:pt>
                  <c:pt idx="240">
                    <c:v>Ene.</c:v>
                  </c:pt>
                  <c:pt idx="241">
                    <c:v>Feb.</c:v>
                  </c:pt>
                  <c:pt idx="242">
                    <c:v>Mar.</c:v>
                  </c:pt>
                  <c:pt idx="243">
                    <c:v>Abr.</c:v>
                  </c:pt>
                  <c:pt idx="244">
                    <c:v>May.</c:v>
                  </c:pt>
                  <c:pt idx="245">
                    <c:v>Jun.</c:v>
                  </c:pt>
                  <c:pt idx="246">
                    <c:v>Jul.</c:v>
                  </c:pt>
                  <c:pt idx="247">
                    <c:v>Ago.</c:v>
                  </c:pt>
                  <c:pt idx="248">
                    <c:v>Set.</c:v>
                  </c:pt>
                  <c:pt idx="249">
                    <c:v>Oct.</c:v>
                  </c:pt>
                  <c:pt idx="250">
                    <c:v>Nov.</c:v>
                  </c:pt>
                  <c:pt idx="251">
                    <c:v>Dic.</c:v>
                  </c:pt>
                </c:lvl>
                <c:lvl>
                  <c:pt idx="0">
                    <c:v>1980 </c:v>
                  </c:pt>
                  <c:pt idx="12">
                    <c:v>1981 </c:v>
                  </c:pt>
                  <c:pt idx="24">
                    <c:v>1982 </c:v>
                  </c:pt>
                  <c:pt idx="36">
                    <c:v>1983 </c:v>
                  </c:pt>
                  <c:pt idx="48">
                    <c:v>1984 </c:v>
                  </c:pt>
                  <c:pt idx="60">
                    <c:v>1985 </c:v>
                  </c:pt>
                  <c:pt idx="72">
                    <c:v>1986 </c:v>
                  </c:pt>
                  <c:pt idx="84">
                    <c:v>1987 </c:v>
                  </c:pt>
                  <c:pt idx="96">
                    <c:v>1988 </c:v>
                  </c:pt>
                  <c:pt idx="108">
                    <c:v>1989 </c:v>
                  </c:pt>
                  <c:pt idx="120">
                    <c:v>1990 </c:v>
                  </c:pt>
                  <c:pt idx="132">
                    <c:v>1991 </c:v>
                  </c:pt>
                  <c:pt idx="144">
                    <c:v>1992 </c:v>
                  </c:pt>
                  <c:pt idx="156">
                    <c:v>1993 </c:v>
                  </c:pt>
                  <c:pt idx="168">
                    <c:v>1994 </c:v>
                  </c:pt>
                  <c:pt idx="180">
                    <c:v>1995 </c:v>
                  </c:pt>
                  <c:pt idx="192">
                    <c:v>1996 </c:v>
                  </c:pt>
                  <c:pt idx="204">
                    <c:v>1997 </c:v>
                  </c:pt>
                  <c:pt idx="216">
                    <c:v>1998 </c:v>
                  </c:pt>
                  <c:pt idx="228">
                    <c:v>1999 </c:v>
                  </c:pt>
                  <c:pt idx="240">
                    <c:v>2000 </c:v>
                  </c:pt>
                </c:lvl>
              </c:multiLvlStrCache>
            </c:multiLvlStrRef>
          </c:cat>
          <c:val>
            <c:numRef>
              <c:f>Hoja2!$P$8:$P$259</c:f>
              <c:numCache>
                <c:formatCode>#,##0</c:formatCode>
                <c:ptCount val="252"/>
                <c:pt idx="0">
                  <c:v>45648969.014233492</c:v>
                </c:pt>
                <c:pt idx="1">
                  <c:v>44242604.268208504</c:v>
                </c:pt>
                <c:pt idx="2">
                  <c:v>39495524.993895255</c:v>
                </c:pt>
                <c:pt idx="3">
                  <c:v>33361980.750053313</c:v>
                </c:pt>
                <c:pt idx="4">
                  <c:v>31255968.869019799</c:v>
                </c:pt>
                <c:pt idx="5">
                  <c:v>37035218.003328092</c:v>
                </c:pt>
                <c:pt idx="6">
                  <c:v>51471261.348394215</c:v>
                </c:pt>
                <c:pt idx="7">
                  <c:v>33181345.172195099</c:v>
                </c:pt>
                <c:pt idx="8">
                  <c:v>51573336.474607229</c:v>
                </c:pt>
                <c:pt idx="9">
                  <c:v>61695708.392340377</c:v>
                </c:pt>
                <c:pt idx="10">
                  <c:v>63128243.336862609</c:v>
                </c:pt>
                <c:pt idx="11">
                  <c:v>78071831.625230044</c:v>
                </c:pt>
                <c:pt idx="12">
                  <c:v>72320249.669907585</c:v>
                </c:pt>
                <c:pt idx="13">
                  <c:v>92360871.068095416</c:v>
                </c:pt>
                <c:pt idx="14">
                  <c:v>77013805.848461807</c:v>
                </c:pt>
                <c:pt idx="15">
                  <c:v>72200110.83681798</c:v>
                </c:pt>
                <c:pt idx="16">
                  <c:v>85186226.282501757</c:v>
                </c:pt>
                <c:pt idx="17">
                  <c:v>79439732.716525316</c:v>
                </c:pt>
                <c:pt idx="18">
                  <c:v>76986439.755993322</c:v>
                </c:pt>
                <c:pt idx="19">
                  <c:v>82999711.981566831</c:v>
                </c:pt>
                <c:pt idx="20">
                  <c:v>75309969.423070461</c:v>
                </c:pt>
                <c:pt idx="21">
                  <c:v>96923223.471137375</c:v>
                </c:pt>
                <c:pt idx="22">
                  <c:v>96549579.433716387</c:v>
                </c:pt>
                <c:pt idx="23">
                  <c:v>131388828.39721256</c:v>
                </c:pt>
                <c:pt idx="24">
                  <c:v>116998248.85689272</c:v>
                </c:pt>
                <c:pt idx="25">
                  <c:v>121354154.63512671</c:v>
                </c:pt>
                <c:pt idx="26">
                  <c:v>126889477.16743881</c:v>
                </c:pt>
                <c:pt idx="27">
                  <c:v>148269071.96849394</c:v>
                </c:pt>
                <c:pt idx="28">
                  <c:v>145297283.97090849</c:v>
                </c:pt>
                <c:pt idx="29">
                  <c:v>135847439.87661138</c:v>
                </c:pt>
                <c:pt idx="30">
                  <c:v>142639544.02515724</c:v>
                </c:pt>
                <c:pt idx="31">
                  <c:v>126599071.76008569</c:v>
                </c:pt>
                <c:pt idx="32">
                  <c:v>110919049.47789599</c:v>
                </c:pt>
                <c:pt idx="33">
                  <c:v>121956526.44569054</c:v>
                </c:pt>
                <c:pt idx="34">
                  <c:v>116414863.20947325</c:v>
                </c:pt>
                <c:pt idx="35">
                  <c:v>126109577.96488021</c:v>
                </c:pt>
                <c:pt idx="36">
                  <c:v>162665575.45997396</c:v>
                </c:pt>
                <c:pt idx="37">
                  <c:v>155598460.77524367</c:v>
                </c:pt>
                <c:pt idx="38">
                  <c:v>171334401.85102618</c:v>
                </c:pt>
                <c:pt idx="39">
                  <c:v>190423369.4701871</c:v>
                </c:pt>
                <c:pt idx="40">
                  <c:v>205401207.50557408</c:v>
                </c:pt>
                <c:pt idx="41">
                  <c:v>214530731.59759319</c:v>
                </c:pt>
                <c:pt idx="42">
                  <c:v>221477671.8225286</c:v>
                </c:pt>
                <c:pt idx="43">
                  <c:v>230496663.32014412</c:v>
                </c:pt>
                <c:pt idx="44">
                  <c:v>237233657.18889052</c:v>
                </c:pt>
                <c:pt idx="45">
                  <c:v>231412063.78553274</c:v>
                </c:pt>
                <c:pt idx="46">
                  <c:v>238386528.43112743</c:v>
                </c:pt>
                <c:pt idx="47">
                  <c:v>274425398.56104684</c:v>
                </c:pt>
                <c:pt idx="48">
                  <c:v>329938980.66989571</c:v>
                </c:pt>
                <c:pt idx="49">
                  <c:v>268190235.47959265</c:v>
                </c:pt>
                <c:pt idx="50">
                  <c:v>257459115.30939206</c:v>
                </c:pt>
                <c:pt idx="51">
                  <c:v>246785874.17375505</c:v>
                </c:pt>
                <c:pt idx="52">
                  <c:v>236356274.69651872</c:v>
                </c:pt>
                <c:pt idx="53">
                  <c:v>229754152.57039657</c:v>
                </c:pt>
                <c:pt idx="54">
                  <c:v>226699819.89731461</c:v>
                </c:pt>
                <c:pt idx="55">
                  <c:v>209054067.06521836</c:v>
                </c:pt>
                <c:pt idx="56">
                  <c:v>184545332.88954923</c:v>
                </c:pt>
                <c:pt idx="57">
                  <c:v>173329844.2568267</c:v>
                </c:pt>
                <c:pt idx="58">
                  <c:v>178296308.89436907</c:v>
                </c:pt>
                <c:pt idx="59">
                  <c:v>175965467.01247025</c:v>
                </c:pt>
                <c:pt idx="60">
                  <c:v>168627064.58023682</c:v>
                </c:pt>
                <c:pt idx="61">
                  <c:v>178172623.24796259</c:v>
                </c:pt>
                <c:pt idx="62">
                  <c:v>173891368.55923858</c:v>
                </c:pt>
                <c:pt idx="63">
                  <c:v>168186188.77426007</c:v>
                </c:pt>
                <c:pt idx="64">
                  <c:v>171940530.39002445</c:v>
                </c:pt>
                <c:pt idx="65">
                  <c:v>180049470.11094552</c:v>
                </c:pt>
                <c:pt idx="66">
                  <c:v>171185594.89291197</c:v>
                </c:pt>
                <c:pt idx="67">
                  <c:v>172485402.65045318</c:v>
                </c:pt>
                <c:pt idx="68">
                  <c:v>174731001.36283991</c:v>
                </c:pt>
                <c:pt idx="69">
                  <c:v>176771664.64310241</c:v>
                </c:pt>
                <c:pt idx="70">
                  <c:v>178201783.02527952</c:v>
                </c:pt>
                <c:pt idx="71">
                  <c:v>302290418.13046771</c:v>
                </c:pt>
                <c:pt idx="72">
                  <c:v>297447094.81144691</c:v>
                </c:pt>
                <c:pt idx="73">
                  <c:v>317141583.2836802</c:v>
                </c:pt>
                <c:pt idx="74">
                  <c:v>308523027.14249814</c:v>
                </c:pt>
                <c:pt idx="75">
                  <c:v>309109659.66397583</c:v>
                </c:pt>
                <c:pt idx="76">
                  <c:v>312034666.20531565</c:v>
                </c:pt>
                <c:pt idx="77">
                  <c:v>323012180.28056359</c:v>
                </c:pt>
                <c:pt idx="78">
                  <c:v>309537837.1047737</c:v>
                </c:pt>
                <c:pt idx="79">
                  <c:v>293619274.06140918</c:v>
                </c:pt>
                <c:pt idx="80">
                  <c:v>283197107.73200017</c:v>
                </c:pt>
                <c:pt idx="81">
                  <c:v>276489335.0455727</c:v>
                </c:pt>
                <c:pt idx="82">
                  <c:v>288642319.59069544</c:v>
                </c:pt>
                <c:pt idx="83">
                  <c:v>295200474.29370713</c:v>
                </c:pt>
                <c:pt idx="84">
                  <c:v>295215135.84864151</c:v>
                </c:pt>
                <c:pt idx="85">
                  <c:v>296123103.94709647</c:v>
                </c:pt>
                <c:pt idx="86">
                  <c:v>289752472.034513</c:v>
                </c:pt>
                <c:pt idx="87">
                  <c:v>303563065.72579157</c:v>
                </c:pt>
                <c:pt idx="88">
                  <c:v>302950480.64985281</c:v>
                </c:pt>
                <c:pt idx="89">
                  <c:v>300908387.92296708</c:v>
                </c:pt>
                <c:pt idx="90">
                  <c:v>296012511.37058413</c:v>
                </c:pt>
                <c:pt idx="91">
                  <c:v>281195544.71672636</c:v>
                </c:pt>
                <c:pt idx="92">
                  <c:v>271133527.46401149</c:v>
                </c:pt>
                <c:pt idx="93">
                  <c:v>260141253.75596535</c:v>
                </c:pt>
                <c:pt idx="94">
                  <c:v>245676747.16819835</c:v>
                </c:pt>
                <c:pt idx="95">
                  <c:v>414661918.09138286</c:v>
                </c:pt>
                <c:pt idx="96">
                  <c:v>417270519.50102639</c:v>
                </c:pt>
                <c:pt idx="97">
                  <c:v>396563356.2133562</c:v>
                </c:pt>
                <c:pt idx="98">
                  <c:v>393177451.71339571</c:v>
                </c:pt>
                <c:pt idx="99">
                  <c:v>357164073.12925172</c:v>
                </c:pt>
                <c:pt idx="100">
                  <c:v>339292187.21293408</c:v>
                </c:pt>
                <c:pt idx="101">
                  <c:v>312610025.6969319</c:v>
                </c:pt>
                <c:pt idx="102">
                  <c:v>295016634.12971401</c:v>
                </c:pt>
                <c:pt idx="103">
                  <c:v>281611472.623528</c:v>
                </c:pt>
                <c:pt idx="104">
                  <c:v>279957962.69727409</c:v>
                </c:pt>
                <c:pt idx="105">
                  <c:v>289744513.14372331</c:v>
                </c:pt>
                <c:pt idx="106">
                  <c:v>296337476.651384</c:v>
                </c:pt>
                <c:pt idx="107">
                  <c:v>311515682.77737558</c:v>
                </c:pt>
                <c:pt idx="108">
                  <c:v>345445849.54604411</c:v>
                </c:pt>
                <c:pt idx="109">
                  <c:v>341039410.61601275</c:v>
                </c:pt>
                <c:pt idx="110">
                  <c:v>350520286.75829113</c:v>
                </c:pt>
                <c:pt idx="111">
                  <c:v>298315384.32368892</c:v>
                </c:pt>
                <c:pt idx="112">
                  <c:v>269040030.59663439</c:v>
                </c:pt>
                <c:pt idx="113">
                  <c:v>285091032.4774555</c:v>
                </c:pt>
                <c:pt idx="114">
                  <c:v>185157805.08984035</c:v>
                </c:pt>
                <c:pt idx="115">
                  <c:v>177179012.29333949</c:v>
                </c:pt>
                <c:pt idx="116">
                  <c:v>188863751.15750483</c:v>
                </c:pt>
                <c:pt idx="117">
                  <c:v>191698367.3347365</c:v>
                </c:pt>
                <c:pt idx="118">
                  <c:v>202254729.48120838</c:v>
                </c:pt>
                <c:pt idx="119">
                  <c:v>166918097.50121716</c:v>
                </c:pt>
                <c:pt idx="120">
                  <c:v>526058061.98509222</c:v>
                </c:pt>
                <c:pt idx="121">
                  <c:v>685736208.2362082</c:v>
                </c:pt>
                <c:pt idx="122">
                  <c:v>299545985.14765418</c:v>
                </c:pt>
                <c:pt idx="123">
                  <c:v>277643379.21691287</c:v>
                </c:pt>
                <c:pt idx="124">
                  <c:v>237296871.54950312</c:v>
                </c:pt>
                <c:pt idx="125">
                  <c:v>215922445.55031347</c:v>
                </c:pt>
                <c:pt idx="126">
                  <c:v>202937252.15768602</c:v>
                </c:pt>
                <c:pt idx="127">
                  <c:v>192971294.89806923</c:v>
                </c:pt>
                <c:pt idx="128">
                  <c:v>158166046.00474384</c:v>
                </c:pt>
                <c:pt idx="129">
                  <c:v>144662043.3255586</c:v>
                </c:pt>
                <c:pt idx="130">
                  <c:v>130961759.96901248</c:v>
                </c:pt>
                <c:pt idx="131">
                  <c:v>129852544.14302999</c:v>
                </c:pt>
                <c:pt idx="132">
                  <c:v>182587061.19035241</c:v>
                </c:pt>
                <c:pt idx="133">
                  <c:v>166169585.59469414</c:v>
                </c:pt>
                <c:pt idx="134">
                  <c:v>158485512.0321627</c:v>
                </c:pt>
                <c:pt idx="135">
                  <c:v>152956439.03713742</c:v>
                </c:pt>
                <c:pt idx="136">
                  <c:v>150607716.68065688</c:v>
                </c:pt>
                <c:pt idx="137">
                  <c:v>146451653.12173527</c:v>
                </c:pt>
                <c:pt idx="138">
                  <c:v>142494786.14462459</c:v>
                </c:pt>
                <c:pt idx="139">
                  <c:v>145384545.37682331</c:v>
                </c:pt>
                <c:pt idx="140">
                  <c:v>144017593.40057778</c:v>
                </c:pt>
                <c:pt idx="141">
                  <c:v>141022282.8898904</c:v>
                </c:pt>
                <c:pt idx="142">
                  <c:v>141093620.56887767</c:v>
                </c:pt>
                <c:pt idx="143">
                  <c:v>143949179.43201321</c:v>
                </c:pt>
                <c:pt idx="144">
                  <c:v>134914119.00065744</c:v>
                </c:pt>
                <c:pt idx="145">
                  <c:v>132479664.42370906</c:v>
                </c:pt>
                <c:pt idx="146">
                  <c:v>128779237.40812331</c:v>
                </c:pt>
                <c:pt idx="147">
                  <c:v>125844999.4590856</c:v>
                </c:pt>
                <c:pt idx="148">
                  <c:v>124363404.32108454</c:v>
                </c:pt>
                <c:pt idx="149">
                  <c:v>123449585.00656514</c:v>
                </c:pt>
                <c:pt idx="150">
                  <c:v>122727635.66046669</c:v>
                </c:pt>
                <c:pt idx="151">
                  <c:v>119534455.49172652</c:v>
                </c:pt>
                <c:pt idx="152">
                  <c:v>127284065.31757854</c:v>
                </c:pt>
                <c:pt idx="153">
                  <c:v>105856275.45974979</c:v>
                </c:pt>
                <c:pt idx="154">
                  <c:v>104846677.98538801</c:v>
                </c:pt>
                <c:pt idx="155">
                  <c:v>104373830.00829618</c:v>
                </c:pt>
                <c:pt idx="156">
                  <c:v>114263515.95747057</c:v>
                </c:pt>
                <c:pt idx="157">
                  <c:v>112832198.63925372</c:v>
                </c:pt>
                <c:pt idx="158">
                  <c:v>111042875.07301314</c:v>
                </c:pt>
                <c:pt idx="159">
                  <c:v>113263907.78871004</c:v>
                </c:pt>
                <c:pt idx="160">
                  <c:v>111671746.89704686</c:v>
                </c:pt>
                <c:pt idx="161">
                  <c:v>109731169.48530354</c:v>
                </c:pt>
                <c:pt idx="162">
                  <c:v>111356573.85138564</c:v>
                </c:pt>
                <c:pt idx="163">
                  <c:v>112103958.36900605</c:v>
                </c:pt>
                <c:pt idx="164">
                  <c:v>111736110.37858251</c:v>
                </c:pt>
                <c:pt idx="165">
                  <c:v>110880666.3526924</c:v>
                </c:pt>
                <c:pt idx="166">
                  <c:v>112253557.44857502</c:v>
                </c:pt>
                <c:pt idx="167">
                  <c:v>119868964.72909626</c:v>
                </c:pt>
                <c:pt idx="168">
                  <c:v>118572850.03702544</c:v>
                </c:pt>
                <c:pt idx="169">
                  <c:v>121880163.19006194</c:v>
                </c:pt>
                <c:pt idx="170">
                  <c:v>121865297.27649087</c:v>
                </c:pt>
                <c:pt idx="171">
                  <c:v>122424504.86397259</c:v>
                </c:pt>
                <c:pt idx="172">
                  <c:v>122386588.26343071</c:v>
                </c:pt>
                <c:pt idx="173">
                  <c:v>122552161.39761366</c:v>
                </c:pt>
                <c:pt idx="174">
                  <c:v>132317921.03291492</c:v>
                </c:pt>
                <c:pt idx="175">
                  <c:v>122335815.39217895</c:v>
                </c:pt>
                <c:pt idx="176">
                  <c:v>127667814.1486152</c:v>
                </c:pt>
                <c:pt idx="177">
                  <c:v>127927531.91126904</c:v>
                </c:pt>
                <c:pt idx="178">
                  <c:v>127760223.06713261</c:v>
                </c:pt>
                <c:pt idx="179">
                  <c:v>84403468.372653201</c:v>
                </c:pt>
                <c:pt idx="180">
                  <c:v>84914911.814620301</c:v>
                </c:pt>
                <c:pt idx="181">
                  <c:v>88008359.268336937</c:v>
                </c:pt>
                <c:pt idx="182">
                  <c:v>92494378.391461998</c:v>
                </c:pt>
                <c:pt idx="183">
                  <c:v>108102899.05057801</c:v>
                </c:pt>
                <c:pt idx="184">
                  <c:v>105173903.69271596</c:v>
                </c:pt>
                <c:pt idx="185">
                  <c:v>104668305.48692349</c:v>
                </c:pt>
                <c:pt idx="186">
                  <c:v>101171630.20568444</c:v>
                </c:pt>
                <c:pt idx="187">
                  <c:v>97131938.956235051</c:v>
                </c:pt>
                <c:pt idx="188">
                  <c:v>98089919.955891669</c:v>
                </c:pt>
                <c:pt idx="189">
                  <c:v>92939623.654739231</c:v>
                </c:pt>
                <c:pt idx="190">
                  <c:v>85974380.466613233</c:v>
                </c:pt>
                <c:pt idx="191">
                  <c:v>84444880.508943573</c:v>
                </c:pt>
                <c:pt idx="192">
                  <c:v>79101951.576334298</c:v>
                </c:pt>
                <c:pt idx="193">
                  <c:v>79177403.392021984</c:v>
                </c:pt>
                <c:pt idx="194">
                  <c:v>85520256.598570123</c:v>
                </c:pt>
                <c:pt idx="195">
                  <c:v>83477544.486866012</c:v>
                </c:pt>
                <c:pt idx="196">
                  <c:v>85653150.08980827</c:v>
                </c:pt>
                <c:pt idx="197">
                  <c:v>85334082.049415261</c:v>
                </c:pt>
                <c:pt idx="198">
                  <c:v>84517573.87432909</c:v>
                </c:pt>
                <c:pt idx="199">
                  <c:v>80410700.225069851</c:v>
                </c:pt>
                <c:pt idx="200">
                  <c:v>84347143.931693226</c:v>
                </c:pt>
                <c:pt idx="201">
                  <c:v>81574405.273887411</c:v>
                </c:pt>
                <c:pt idx="202">
                  <c:v>82062742.659443527</c:v>
                </c:pt>
                <c:pt idx="203">
                  <c:v>81655471.96491842</c:v>
                </c:pt>
                <c:pt idx="204">
                  <c:v>80150376.5343813</c:v>
                </c:pt>
                <c:pt idx="205">
                  <c:v>75744852.636377692</c:v>
                </c:pt>
                <c:pt idx="206">
                  <c:v>86145401.14841418</c:v>
                </c:pt>
                <c:pt idx="207">
                  <c:v>82201264.605056643</c:v>
                </c:pt>
                <c:pt idx="208">
                  <c:v>79510857.631143585</c:v>
                </c:pt>
                <c:pt idx="209">
                  <c:v>79063680.325479865</c:v>
                </c:pt>
                <c:pt idx="210">
                  <c:v>76255410.65592581</c:v>
                </c:pt>
                <c:pt idx="211">
                  <c:v>78350407.650558144</c:v>
                </c:pt>
                <c:pt idx="212">
                  <c:v>80335642.945145324</c:v>
                </c:pt>
                <c:pt idx="213">
                  <c:v>85868710.547903582</c:v>
                </c:pt>
                <c:pt idx="214">
                  <c:v>76467577.096354589</c:v>
                </c:pt>
                <c:pt idx="215">
                  <c:v>77870026.239029542</c:v>
                </c:pt>
                <c:pt idx="216">
                  <c:v>81581190.486260638</c:v>
                </c:pt>
                <c:pt idx="217">
                  <c:v>80542803.429057598</c:v>
                </c:pt>
                <c:pt idx="218">
                  <c:v>75379595.089411467</c:v>
                </c:pt>
                <c:pt idx="219">
                  <c:v>78409420.09075065</c:v>
                </c:pt>
                <c:pt idx="220">
                  <c:v>75896280.147694245</c:v>
                </c:pt>
                <c:pt idx="221">
                  <c:v>72879842.864199862</c:v>
                </c:pt>
                <c:pt idx="222">
                  <c:v>71327124.938810095</c:v>
                </c:pt>
                <c:pt idx="223">
                  <c:v>69187444.256339267</c:v>
                </c:pt>
                <c:pt idx="224">
                  <c:v>74883865.917878956</c:v>
                </c:pt>
                <c:pt idx="225">
                  <c:v>76132587.419171646</c:v>
                </c:pt>
                <c:pt idx="226">
                  <c:v>75654221.778292492</c:v>
                </c:pt>
                <c:pt idx="227">
                  <c:v>70498810.272948951</c:v>
                </c:pt>
                <c:pt idx="228">
                  <c:v>69262571.024256378</c:v>
                </c:pt>
                <c:pt idx="229">
                  <c:v>69846411.414310828</c:v>
                </c:pt>
                <c:pt idx="230">
                  <c:v>70027999.087437153</c:v>
                </c:pt>
                <c:pt idx="231">
                  <c:v>68610813.984985292</c:v>
                </c:pt>
                <c:pt idx="232">
                  <c:v>68755356.108571663</c:v>
                </c:pt>
                <c:pt idx="233">
                  <c:v>66460745.15648286</c:v>
                </c:pt>
                <c:pt idx="234">
                  <c:v>72128244.465578631</c:v>
                </c:pt>
                <c:pt idx="235">
                  <c:v>77555941.567329466</c:v>
                </c:pt>
                <c:pt idx="236">
                  <c:v>79011953.232379854</c:v>
                </c:pt>
                <c:pt idx="237">
                  <c:v>68657385.100212783</c:v>
                </c:pt>
                <c:pt idx="238">
                  <c:v>63823905.576993898</c:v>
                </c:pt>
                <c:pt idx="239">
                  <c:v>63588947.625089243</c:v>
                </c:pt>
                <c:pt idx="240">
                  <c:v>60215467.078687832</c:v>
                </c:pt>
                <c:pt idx="241">
                  <c:v>59284139.055454776</c:v>
                </c:pt>
                <c:pt idx="242">
                  <c:v>60284870.651275523</c:v>
                </c:pt>
                <c:pt idx="243">
                  <c:v>65829186.90745417</c:v>
                </c:pt>
                <c:pt idx="244">
                  <c:v>57673650.543955892</c:v>
                </c:pt>
                <c:pt idx="245">
                  <c:v>59420601.872093379</c:v>
                </c:pt>
                <c:pt idx="246">
                  <c:v>59802852.139104329</c:v>
                </c:pt>
                <c:pt idx="247">
                  <c:v>59417751.479289941</c:v>
                </c:pt>
                <c:pt idx="248">
                  <c:v>56464383.684104264</c:v>
                </c:pt>
                <c:pt idx="249">
                  <c:v>54258091.036695413</c:v>
                </c:pt>
                <c:pt idx="250">
                  <c:v>54151506.297229216</c:v>
                </c:pt>
                <c:pt idx="251">
                  <c:v>75334258.044991434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7D-40B3-A12D-FDB0F2B7F191}"/>
            </c:ext>
          </c:extLst>
        </c:ser>
        <c:ser>
          <c:idx val="1"/>
          <c:order val="1"/>
          <c:tx>
            <c:strRef>
              <c:f>Hoja2!$Q$7</c:f>
              <c:strCache>
                <c:ptCount val="1"/>
                <c:pt idx="0">
                  <c:v> act int bancos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Hoja2!$A$8:$B$259</c:f>
              <c:multiLvlStrCache>
                <c:ptCount val="252"/>
                <c:lvl>
                  <c:pt idx="0">
                    <c:v>Ene.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 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 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 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 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 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  <c:pt idx="108">
                    <c:v>Ene.</c:v>
                  </c:pt>
                  <c:pt idx="109">
                    <c:v>Feb.</c:v>
                  </c:pt>
                  <c:pt idx="110">
                    <c:v>Mar.</c:v>
                  </c:pt>
                  <c:pt idx="111">
                    <c:v>Abr.</c:v>
                  </c:pt>
                  <c:pt idx="112">
                    <c:v>May.</c:v>
                  </c:pt>
                  <c:pt idx="113">
                    <c:v>Jun.</c:v>
                  </c:pt>
                  <c:pt idx="114">
                    <c:v>Jul.</c:v>
                  </c:pt>
                  <c:pt idx="115">
                    <c:v>Ago.</c:v>
                  </c:pt>
                  <c:pt idx="116">
                    <c:v>Set.</c:v>
                  </c:pt>
                  <c:pt idx="117">
                    <c:v>Oct.</c:v>
                  </c:pt>
                  <c:pt idx="118">
                    <c:v>Nov.</c:v>
                  </c:pt>
                  <c:pt idx="119">
                    <c:v>Dic.</c:v>
                  </c:pt>
                  <c:pt idx="120">
                    <c:v>Ene.</c:v>
                  </c:pt>
                  <c:pt idx="121">
                    <c:v>Feb.</c:v>
                  </c:pt>
                  <c:pt idx="122">
                    <c:v>Mar.</c:v>
                  </c:pt>
                  <c:pt idx="123">
                    <c:v>Abr.</c:v>
                  </c:pt>
                  <c:pt idx="124">
                    <c:v>May.</c:v>
                  </c:pt>
                  <c:pt idx="125">
                    <c:v>Jun.</c:v>
                  </c:pt>
                  <c:pt idx="126">
                    <c:v>Jul.</c:v>
                  </c:pt>
                  <c:pt idx="127">
                    <c:v>Ago.</c:v>
                  </c:pt>
                  <c:pt idx="128">
                    <c:v>Set.</c:v>
                  </c:pt>
                  <c:pt idx="129">
                    <c:v>Oct.</c:v>
                  </c:pt>
                  <c:pt idx="130">
                    <c:v>Nov.</c:v>
                  </c:pt>
                  <c:pt idx="131">
                    <c:v>Dic.</c:v>
                  </c:pt>
                  <c:pt idx="132">
                    <c:v>Ene.</c:v>
                  </c:pt>
                  <c:pt idx="133">
                    <c:v>Feb.</c:v>
                  </c:pt>
                  <c:pt idx="134">
                    <c:v>Mar.</c:v>
                  </c:pt>
                  <c:pt idx="135">
                    <c:v>Abr.</c:v>
                  </c:pt>
                  <c:pt idx="136">
                    <c:v>May.</c:v>
                  </c:pt>
                  <c:pt idx="137">
                    <c:v>Jun.</c:v>
                  </c:pt>
                  <c:pt idx="138">
                    <c:v>Jul.</c:v>
                  </c:pt>
                  <c:pt idx="139">
                    <c:v>Ago.</c:v>
                  </c:pt>
                  <c:pt idx="140">
                    <c:v>Set.</c:v>
                  </c:pt>
                  <c:pt idx="141">
                    <c:v>Oct.</c:v>
                  </c:pt>
                  <c:pt idx="142">
                    <c:v>Nov.</c:v>
                  </c:pt>
                  <c:pt idx="143">
                    <c:v>Dic.</c:v>
                  </c:pt>
                  <c:pt idx="144">
                    <c:v>Ene.</c:v>
                  </c:pt>
                  <c:pt idx="145">
                    <c:v>Feb.</c:v>
                  </c:pt>
                  <c:pt idx="146">
                    <c:v>Mar.</c:v>
                  </c:pt>
                  <c:pt idx="147">
                    <c:v>Abr.</c:v>
                  </c:pt>
                  <c:pt idx="148">
                    <c:v>May.</c:v>
                  </c:pt>
                  <c:pt idx="149">
                    <c:v>Jun.</c:v>
                  </c:pt>
                  <c:pt idx="150">
                    <c:v>Jul.</c:v>
                  </c:pt>
                  <c:pt idx="151">
                    <c:v>Ago.</c:v>
                  </c:pt>
                  <c:pt idx="152">
                    <c:v>Set.</c:v>
                  </c:pt>
                  <c:pt idx="153">
                    <c:v>Oct.</c:v>
                  </c:pt>
                  <c:pt idx="154">
                    <c:v>Nov.</c:v>
                  </c:pt>
                  <c:pt idx="155">
                    <c:v>Dic.</c:v>
                  </c:pt>
                  <c:pt idx="156">
                    <c:v>Ene.</c:v>
                  </c:pt>
                  <c:pt idx="157">
                    <c:v>Feb.</c:v>
                  </c:pt>
                  <c:pt idx="158">
                    <c:v>Mar.</c:v>
                  </c:pt>
                  <c:pt idx="159">
                    <c:v>Abr.</c:v>
                  </c:pt>
                  <c:pt idx="160">
                    <c:v>May.</c:v>
                  </c:pt>
                  <c:pt idx="161">
                    <c:v>Jun.</c:v>
                  </c:pt>
                  <c:pt idx="162">
                    <c:v>Jul.</c:v>
                  </c:pt>
                  <c:pt idx="163">
                    <c:v>Ago.</c:v>
                  </c:pt>
                  <c:pt idx="164">
                    <c:v>Set.</c:v>
                  </c:pt>
                  <c:pt idx="165">
                    <c:v>Oct.</c:v>
                  </c:pt>
                  <c:pt idx="166">
                    <c:v>Nov.</c:v>
                  </c:pt>
                  <c:pt idx="167">
                    <c:v>Dic.</c:v>
                  </c:pt>
                  <c:pt idx="168">
                    <c:v>Ene.</c:v>
                  </c:pt>
                  <c:pt idx="169">
                    <c:v>Feb.</c:v>
                  </c:pt>
                  <c:pt idx="170">
                    <c:v>Mar.</c:v>
                  </c:pt>
                  <c:pt idx="171">
                    <c:v>Abr.</c:v>
                  </c:pt>
                  <c:pt idx="172">
                    <c:v>May.</c:v>
                  </c:pt>
                  <c:pt idx="173">
                    <c:v>Jun.</c:v>
                  </c:pt>
                  <c:pt idx="174">
                    <c:v>Jul.</c:v>
                  </c:pt>
                  <c:pt idx="175">
                    <c:v>Ago.</c:v>
                  </c:pt>
                  <c:pt idx="176">
                    <c:v>Set.</c:v>
                  </c:pt>
                  <c:pt idx="177">
                    <c:v>Oct.</c:v>
                  </c:pt>
                  <c:pt idx="178">
                    <c:v>Nov.</c:v>
                  </c:pt>
                  <c:pt idx="179">
                    <c:v>Dic.</c:v>
                  </c:pt>
                  <c:pt idx="180">
                    <c:v>Ene.</c:v>
                  </c:pt>
                  <c:pt idx="181">
                    <c:v>Feb.</c:v>
                  </c:pt>
                  <c:pt idx="182">
                    <c:v>Mar.</c:v>
                  </c:pt>
                  <c:pt idx="183">
                    <c:v>Abr.</c:v>
                  </c:pt>
                  <c:pt idx="184">
                    <c:v>May.</c:v>
                  </c:pt>
                  <c:pt idx="185">
                    <c:v>Jun.</c:v>
                  </c:pt>
                  <c:pt idx="186">
                    <c:v>Jul.</c:v>
                  </c:pt>
                  <c:pt idx="187">
                    <c:v>Ago.</c:v>
                  </c:pt>
                  <c:pt idx="188">
                    <c:v>Set.</c:v>
                  </c:pt>
                  <c:pt idx="189">
                    <c:v>Oct.</c:v>
                  </c:pt>
                  <c:pt idx="190">
                    <c:v>Nov.</c:v>
                  </c:pt>
                  <c:pt idx="191">
                    <c:v>Dic.</c:v>
                  </c:pt>
                  <c:pt idx="192">
                    <c:v>Ene.</c:v>
                  </c:pt>
                  <c:pt idx="193">
                    <c:v>Feb.</c:v>
                  </c:pt>
                  <c:pt idx="194">
                    <c:v>Mar.</c:v>
                  </c:pt>
                  <c:pt idx="195">
                    <c:v>Abr.</c:v>
                  </c:pt>
                  <c:pt idx="196">
                    <c:v>May.</c:v>
                  </c:pt>
                  <c:pt idx="197">
                    <c:v>Jun.</c:v>
                  </c:pt>
                  <c:pt idx="198">
                    <c:v>Jul.</c:v>
                  </c:pt>
                  <c:pt idx="199">
                    <c:v>Ago.</c:v>
                  </c:pt>
                  <c:pt idx="200">
                    <c:v>Set.</c:v>
                  </c:pt>
                  <c:pt idx="201">
                    <c:v>Oct.</c:v>
                  </c:pt>
                  <c:pt idx="202">
                    <c:v>Nov.</c:v>
                  </c:pt>
                  <c:pt idx="203">
                    <c:v>Dic.</c:v>
                  </c:pt>
                  <c:pt idx="204">
                    <c:v>Ene.</c:v>
                  </c:pt>
                  <c:pt idx="205">
                    <c:v>Feb.</c:v>
                  </c:pt>
                  <c:pt idx="206">
                    <c:v>Mar.</c:v>
                  </c:pt>
                  <c:pt idx="207">
                    <c:v>Abr.</c:v>
                  </c:pt>
                  <c:pt idx="208">
                    <c:v>May.</c:v>
                  </c:pt>
                  <c:pt idx="209">
                    <c:v>Jun.</c:v>
                  </c:pt>
                  <c:pt idx="210">
                    <c:v>Jul.</c:v>
                  </c:pt>
                  <c:pt idx="211">
                    <c:v>Ago.</c:v>
                  </c:pt>
                  <c:pt idx="212">
                    <c:v>Set.</c:v>
                  </c:pt>
                  <c:pt idx="213">
                    <c:v>Oct.</c:v>
                  </c:pt>
                  <c:pt idx="214">
                    <c:v>Nov.</c:v>
                  </c:pt>
                  <c:pt idx="215">
                    <c:v>Dic.</c:v>
                  </c:pt>
                  <c:pt idx="216">
                    <c:v>Ene.</c:v>
                  </c:pt>
                  <c:pt idx="217">
                    <c:v>Feb.</c:v>
                  </c:pt>
                  <c:pt idx="218">
                    <c:v>Mar.</c:v>
                  </c:pt>
                  <c:pt idx="219">
                    <c:v>Abr.</c:v>
                  </c:pt>
                  <c:pt idx="220">
                    <c:v>May.</c:v>
                  </c:pt>
                  <c:pt idx="221">
                    <c:v>Jun.</c:v>
                  </c:pt>
                  <c:pt idx="222">
                    <c:v>Jul.</c:v>
                  </c:pt>
                  <c:pt idx="223">
                    <c:v>Ago.</c:v>
                  </c:pt>
                  <c:pt idx="224">
                    <c:v>Set.</c:v>
                  </c:pt>
                  <c:pt idx="225">
                    <c:v>Oct.</c:v>
                  </c:pt>
                  <c:pt idx="226">
                    <c:v>Nov.</c:v>
                  </c:pt>
                  <c:pt idx="227">
                    <c:v>Dic.</c:v>
                  </c:pt>
                  <c:pt idx="228">
                    <c:v>Ene.</c:v>
                  </c:pt>
                  <c:pt idx="229">
                    <c:v>Feb.</c:v>
                  </c:pt>
                  <c:pt idx="230">
                    <c:v>Mar.</c:v>
                  </c:pt>
                  <c:pt idx="231">
                    <c:v>Abr.</c:v>
                  </c:pt>
                  <c:pt idx="232">
                    <c:v>May.</c:v>
                  </c:pt>
                  <c:pt idx="233">
                    <c:v>Jun.</c:v>
                  </c:pt>
                  <c:pt idx="234">
                    <c:v>Jul.</c:v>
                  </c:pt>
                  <c:pt idx="235">
                    <c:v>Ago.</c:v>
                  </c:pt>
                  <c:pt idx="236">
                    <c:v>Set.</c:v>
                  </c:pt>
                  <c:pt idx="237">
                    <c:v>Oct.</c:v>
                  </c:pt>
                  <c:pt idx="238">
                    <c:v>Nov.</c:v>
                  </c:pt>
                  <c:pt idx="239">
                    <c:v>Dic.</c:v>
                  </c:pt>
                  <c:pt idx="240">
                    <c:v>Ene.</c:v>
                  </c:pt>
                  <c:pt idx="241">
                    <c:v>Feb.</c:v>
                  </c:pt>
                  <c:pt idx="242">
                    <c:v>Mar.</c:v>
                  </c:pt>
                  <c:pt idx="243">
                    <c:v>Abr.</c:v>
                  </c:pt>
                  <c:pt idx="244">
                    <c:v>May.</c:v>
                  </c:pt>
                  <c:pt idx="245">
                    <c:v>Jun.</c:v>
                  </c:pt>
                  <c:pt idx="246">
                    <c:v>Jul.</c:v>
                  </c:pt>
                  <c:pt idx="247">
                    <c:v>Ago.</c:v>
                  </c:pt>
                  <c:pt idx="248">
                    <c:v>Set.</c:v>
                  </c:pt>
                  <c:pt idx="249">
                    <c:v>Oct.</c:v>
                  </c:pt>
                  <c:pt idx="250">
                    <c:v>Nov.</c:v>
                  </c:pt>
                  <c:pt idx="251">
                    <c:v>Dic.</c:v>
                  </c:pt>
                </c:lvl>
                <c:lvl>
                  <c:pt idx="0">
                    <c:v>1980 </c:v>
                  </c:pt>
                  <c:pt idx="12">
                    <c:v>1981 </c:v>
                  </c:pt>
                  <c:pt idx="24">
                    <c:v>1982 </c:v>
                  </c:pt>
                  <c:pt idx="36">
                    <c:v>1983 </c:v>
                  </c:pt>
                  <c:pt idx="48">
                    <c:v>1984 </c:v>
                  </c:pt>
                  <c:pt idx="60">
                    <c:v>1985 </c:v>
                  </c:pt>
                  <c:pt idx="72">
                    <c:v>1986 </c:v>
                  </c:pt>
                  <c:pt idx="84">
                    <c:v>1987 </c:v>
                  </c:pt>
                  <c:pt idx="96">
                    <c:v>1988 </c:v>
                  </c:pt>
                  <c:pt idx="108">
                    <c:v>1989 </c:v>
                  </c:pt>
                  <c:pt idx="120">
                    <c:v>1990 </c:v>
                  </c:pt>
                  <c:pt idx="132">
                    <c:v>1991 </c:v>
                  </c:pt>
                  <c:pt idx="144">
                    <c:v>1992 </c:v>
                  </c:pt>
                  <c:pt idx="156">
                    <c:v>1993 </c:v>
                  </c:pt>
                  <c:pt idx="168">
                    <c:v>1994 </c:v>
                  </c:pt>
                  <c:pt idx="180">
                    <c:v>1995 </c:v>
                  </c:pt>
                  <c:pt idx="192">
                    <c:v>1996 </c:v>
                  </c:pt>
                  <c:pt idx="204">
                    <c:v>1997 </c:v>
                  </c:pt>
                  <c:pt idx="216">
                    <c:v>1998 </c:v>
                  </c:pt>
                  <c:pt idx="228">
                    <c:v>1999 </c:v>
                  </c:pt>
                  <c:pt idx="240">
                    <c:v>2000 </c:v>
                  </c:pt>
                </c:lvl>
              </c:multiLvlStrCache>
            </c:multiLvlStrRef>
          </c:cat>
          <c:val>
            <c:numRef>
              <c:f>Hoja2!$Q$8:$Q$259</c:f>
              <c:numCache>
                <c:formatCode>#,##0</c:formatCode>
                <c:ptCount val="252"/>
                <c:pt idx="0">
                  <c:v>7018680.4880682444</c:v>
                </c:pt>
                <c:pt idx="1">
                  <c:v>6746212.7075637085</c:v>
                </c:pt>
                <c:pt idx="2">
                  <c:v>8413189.4292377625</c:v>
                </c:pt>
                <c:pt idx="3">
                  <c:v>49237553.504404657</c:v>
                </c:pt>
                <c:pt idx="4">
                  <c:v>63629794.129581563</c:v>
                </c:pt>
                <c:pt idx="5">
                  <c:v>62849156.198050611</c:v>
                </c:pt>
                <c:pt idx="6">
                  <c:v>67344087.690599293</c:v>
                </c:pt>
                <c:pt idx="7">
                  <c:v>60959465.034512907</c:v>
                </c:pt>
                <c:pt idx="8">
                  <c:v>58633840.354571305</c:v>
                </c:pt>
                <c:pt idx="9">
                  <c:v>55736852.547393776</c:v>
                </c:pt>
                <c:pt idx="10">
                  <c:v>61670784.152255476</c:v>
                </c:pt>
                <c:pt idx="11">
                  <c:v>74439265.957319573</c:v>
                </c:pt>
                <c:pt idx="12">
                  <c:v>77115592.365862444</c:v>
                </c:pt>
                <c:pt idx="13">
                  <c:v>85413066.021431059</c:v>
                </c:pt>
                <c:pt idx="14">
                  <c:v>84134145.015762597</c:v>
                </c:pt>
                <c:pt idx="15">
                  <c:v>75162476.699078053</c:v>
                </c:pt>
                <c:pt idx="16">
                  <c:v>91787303.818224415</c:v>
                </c:pt>
                <c:pt idx="17">
                  <c:v>89668465.690053985</c:v>
                </c:pt>
                <c:pt idx="18">
                  <c:v>94933364.416987225</c:v>
                </c:pt>
                <c:pt idx="19">
                  <c:v>90531394.009216607</c:v>
                </c:pt>
                <c:pt idx="20">
                  <c:v>86831759.685494438</c:v>
                </c:pt>
                <c:pt idx="21">
                  <c:v>94941893.694036976</c:v>
                </c:pt>
                <c:pt idx="22">
                  <c:v>122485487.50148089</c:v>
                </c:pt>
                <c:pt idx="23">
                  <c:v>114024390.24390246</c:v>
                </c:pt>
                <c:pt idx="24">
                  <c:v>113780523.39721765</c:v>
                </c:pt>
                <c:pt idx="25">
                  <c:v>123155998.05955325</c:v>
                </c:pt>
                <c:pt idx="26">
                  <c:v>136320317.67041695</c:v>
                </c:pt>
                <c:pt idx="27">
                  <c:v>154350081.51771158</c:v>
                </c:pt>
                <c:pt idx="28">
                  <c:v>153435098.82072565</c:v>
                </c:pt>
                <c:pt idx="29">
                  <c:v>163727935.71605387</c:v>
                </c:pt>
                <c:pt idx="30">
                  <c:v>560883451.25786173</c:v>
                </c:pt>
                <c:pt idx="31">
                  <c:v>530224919.67154592</c:v>
                </c:pt>
                <c:pt idx="32">
                  <c:v>470946374.54864848</c:v>
                </c:pt>
                <c:pt idx="33">
                  <c:v>437717854.90051746</c:v>
                </c:pt>
                <c:pt idx="34">
                  <c:v>459585059.01339716</c:v>
                </c:pt>
                <c:pt idx="35">
                  <c:v>420452268.3728534</c:v>
                </c:pt>
                <c:pt idx="36">
                  <c:v>382733169.6523295</c:v>
                </c:pt>
                <c:pt idx="37">
                  <c:v>344260756.47265464</c:v>
                </c:pt>
                <c:pt idx="38">
                  <c:v>312692062.03829795</c:v>
                </c:pt>
                <c:pt idx="39">
                  <c:v>302795506.20737892</c:v>
                </c:pt>
                <c:pt idx="40">
                  <c:v>289295287.72202325</c:v>
                </c:pt>
                <c:pt idx="41">
                  <c:v>264215175.25380766</c:v>
                </c:pt>
                <c:pt idx="42">
                  <c:v>254817031.65450469</c:v>
                </c:pt>
                <c:pt idx="43">
                  <c:v>221064062.94087154</c:v>
                </c:pt>
                <c:pt idx="44">
                  <c:v>221030066.12276238</c:v>
                </c:pt>
                <c:pt idx="45">
                  <c:v>203293274.78622603</c:v>
                </c:pt>
                <c:pt idx="46">
                  <c:v>176573999.236332</c:v>
                </c:pt>
                <c:pt idx="47">
                  <c:v>229547449.39044574</c:v>
                </c:pt>
                <c:pt idx="48">
                  <c:v>198863021.11532214</c:v>
                </c:pt>
                <c:pt idx="49">
                  <c:v>180467205.52538726</c:v>
                </c:pt>
                <c:pt idx="50">
                  <c:v>158563938.24643171</c:v>
                </c:pt>
                <c:pt idx="51">
                  <c:v>140060042.66189134</c:v>
                </c:pt>
                <c:pt idx="52">
                  <c:v>137270280.20004651</c:v>
                </c:pt>
                <c:pt idx="53">
                  <c:v>135913692.67163533</c:v>
                </c:pt>
                <c:pt idx="54">
                  <c:v>136511921.72253436</c:v>
                </c:pt>
                <c:pt idx="55">
                  <c:v>120215848.11855017</c:v>
                </c:pt>
                <c:pt idx="56">
                  <c:v>106452598.02424571</c:v>
                </c:pt>
                <c:pt idx="57">
                  <c:v>204678909.10763994</c:v>
                </c:pt>
                <c:pt idx="58">
                  <c:v>187049866.69201106</c:v>
                </c:pt>
                <c:pt idx="59">
                  <c:v>198600206.06103674</c:v>
                </c:pt>
                <c:pt idx="60">
                  <c:v>177189999.83299655</c:v>
                </c:pt>
                <c:pt idx="61">
                  <c:v>164970044.13819823</c:v>
                </c:pt>
                <c:pt idx="62">
                  <c:v>130436385.5158079</c:v>
                </c:pt>
                <c:pt idx="63">
                  <c:v>145508521.11902532</c:v>
                </c:pt>
                <c:pt idx="64">
                  <c:v>140644006.43060753</c:v>
                </c:pt>
                <c:pt idx="65">
                  <c:v>135606836.81073025</c:v>
                </c:pt>
                <c:pt idx="66">
                  <c:v>161057430.37450355</c:v>
                </c:pt>
                <c:pt idx="67">
                  <c:v>168099105.9566642</c:v>
                </c:pt>
                <c:pt idx="68">
                  <c:v>184672454.87331152</c:v>
                </c:pt>
                <c:pt idx="69">
                  <c:v>190517441.30526718</c:v>
                </c:pt>
                <c:pt idx="70">
                  <c:v>183927630.67300987</c:v>
                </c:pt>
                <c:pt idx="71">
                  <c:v>195949274.9879452</c:v>
                </c:pt>
                <c:pt idx="72">
                  <c:v>192584456.07114202</c:v>
                </c:pt>
                <c:pt idx="73">
                  <c:v>204063816.23554066</c:v>
                </c:pt>
                <c:pt idx="74">
                  <c:v>200434586.26539335</c:v>
                </c:pt>
                <c:pt idx="75">
                  <c:v>203764280.65255129</c:v>
                </c:pt>
                <c:pt idx="76">
                  <c:v>203271195.11544591</c:v>
                </c:pt>
                <c:pt idx="77">
                  <c:v>200834381.97056463</c:v>
                </c:pt>
                <c:pt idx="78">
                  <c:v>187503616.4496797</c:v>
                </c:pt>
                <c:pt idx="79">
                  <c:v>177081730.42672935</c:v>
                </c:pt>
                <c:pt idx="80">
                  <c:v>174641054.81412581</c:v>
                </c:pt>
                <c:pt idx="81">
                  <c:v>178563885.32172349</c:v>
                </c:pt>
                <c:pt idx="82">
                  <c:v>182411877.56558987</c:v>
                </c:pt>
                <c:pt idx="83">
                  <c:v>195654485.08128554</c:v>
                </c:pt>
                <c:pt idx="84">
                  <c:v>296776614.23385769</c:v>
                </c:pt>
                <c:pt idx="85">
                  <c:v>289717627.6090101</c:v>
                </c:pt>
                <c:pt idx="86">
                  <c:v>276626732.33306605</c:v>
                </c:pt>
                <c:pt idx="87">
                  <c:v>282280470.68385863</c:v>
                </c:pt>
                <c:pt idx="88">
                  <c:v>280203859.38774788</c:v>
                </c:pt>
                <c:pt idx="89">
                  <c:v>274898865.52069479</c:v>
                </c:pt>
                <c:pt idx="90">
                  <c:v>263607479.98031586</c:v>
                </c:pt>
                <c:pt idx="91">
                  <c:v>256709646.12096658</c:v>
                </c:pt>
                <c:pt idx="92">
                  <c:v>254865627.12819675</c:v>
                </c:pt>
                <c:pt idx="93">
                  <c:v>239188240.14611444</c:v>
                </c:pt>
                <c:pt idx="94">
                  <c:v>230261184.72608107</c:v>
                </c:pt>
                <c:pt idx="95">
                  <c:v>384429490.54734945</c:v>
                </c:pt>
                <c:pt idx="96">
                  <c:v>368425248.69729996</c:v>
                </c:pt>
                <c:pt idx="97">
                  <c:v>363356921.20692116</c:v>
                </c:pt>
                <c:pt idx="98">
                  <c:v>352968965.73208731</c:v>
                </c:pt>
                <c:pt idx="99">
                  <c:v>328213557.61054426</c:v>
                </c:pt>
                <c:pt idx="100">
                  <c:v>330780075.32610697</c:v>
                </c:pt>
                <c:pt idx="101">
                  <c:v>341228519.7009812</c:v>
                </c:pt>
                <c:pt idx="102">
                  <c:v>332825465.5882991</c:v>
                </c:pt>
                <c:pt idx="103">
                  <c:v>317748629.35534787</c:v>
                </c:pt>
                <c:pt idx="104">
                  <c:v>367340765.61888617</c:v>
                </c:pt>
                <c:pt idx="105">
                  <c:v>363879919.42239422</c:v>
                </c:pt>
                <c:pt idx="106">
                  <c:v>367510267.73079753</c:v>
                </c:pt>
                <c:pt idx="107">
                  <c:v>404068117.04250479</c:v>
                </c:pt>
                <c:pt idx="108">
                  <c:v>397796692.60700393</c:v>
                </c:pt>
                <c:pt idx="109">
                  <c:v>400004438.13243383</c:v>
                </c:pt>
                <c:pt idx="110">
                  <c:v>367825669.16589755</c:v>
                </c:pt>
                <c:pt idx="111">
                  <c:v>351407796.44306248</c:v>
                </c:pt>
                <c:pt idx="112">
                  <c:v>331781722.76049632</c:v>
                </c:pt>
                <c:pt idx="113">
                  <c:v>301987829.31317604</c:v>
                </c:pt>
                <c:pt idx="114">
                  <c:v>203554455.28020838</c:v>
                </c:pt>
                <c:pt idx="115">
                  <c:v>377966650.87957519</c:v>
                </c:pt>
                <c:pt idx="116">
                  <c:v>424799125.83462191</c:v>
                </c:pt>
                <c:pt idx="117">
                  <c:v>427638139.82420355</c:v>
                </c:pt>
                <c:pt idx="118">
                  <c:v>413256777.31050444</c:v>
                </c:pt>
                <c:pt idx="119">
                  <c:v>330222916.67032838</c:v>
                </c:pt>
                <c:pt idx="120">
                  <c:v>255561592.78148293</c:v>
                </c:pt>
                <c:pt idx="121">
                  <c:v>251976252.91375288</c:v>
                </c:pt>
                <c:pt idx="122">
                  <c:v>234916424.50885427</c:v>
                </c:pt>
                <c:pt idx="123">
                  <c:v>346146225.33687919</c:v>
                </c:pt>
                <c:pt idx="124">
                  <c:v>349427800.26990551</c:v>
                </c:pt>
                <c:pt idx="125">
                  <c:v>333972338.91294515</c:v>
                </c:pt>
                <c:pt idx="126">
                  <c:v>340407549.95723504</c:v>
                </c:pt>
                <c:pt idx="127">
                  <c:v>313281637.63348073</c:v>
                </c:pt>
                <c:pt idx="128">
                  <c:v>314223822.92777598</c:v>
                </c:pt>
                <c:pt idx="129">
                  <c:v>330119948.91415524</c:v>
                </c:pt>
                <c:pt idx="130">
                  <c:v>326328054.92130804</c:v>
                </c:pt>
                <c:pt idx="131">
                  <c:v>353398788.12075943</c:v>
                </c:pt>
                <c:pt idx="132">
                  <c:v>341526029.06937319</c:v>
                </c:pt>
                <c:pt idx="133">
                  <c:v>281569706.27971512</c:v>
                </c:pt>
                <c:pt idx="134">
                  <c:v>317110357.34208786</c:v>
                </c:pt>
                <c:pt idx="135">
                  <c:v>302464084.08335406</c:v>
                </c:pt>
                <c:pt idx="136">
                  <c:v>297814040.6464656</c:v>
                </c:pt>
                <c:pt idx="137">
                  <c:v>292443705.29706889</c:v>
                </c:pt>
                <c:pt idx="138">
                  <c:v>287782494.57661259</c:v>
                </c:pt>
                <c:pt idx="139">
                  <c:v>287543498.70517403</c:v>
                </c:pt>
                <c:pt idx="140">
                  <c:v>284915664.41374302</c:v>
                </c:pt>
                <c:pt idx="141">
                  <c:v>285636580.46480286</c:v>
                </c:pt>
                <c:pt idx="142">
                  <c:v>287953220.34620619</c:v>
                </c:pt>
                <c:pt idx="143">
                  <c:v>237214858.74427891</c:v>
                </c:pt>
                <c:pt idx="144">
                  <c:v>233770224.66715974</c:v>
                </c:pt>
                <c:pt idx="145">
                  <c:v>231843532.65194017</c:v>
                </c:pt>
                <c:pt idx="146">
                  <c:v>229945483.42218336</c:v>
                </c:pt>
                <c:pt idx="147">
                  <c:v>229404945.53782085</c:v>
                </c:pt>
                <c:pt idx="148">
                  <c:v>230169110.06522438</c:v>
                </c:pt>
                <c:pt idx="149">
                  <c:v>230733127.11450177</c:v>
                </c:pt>
                <c:pt idx="150">
                  <c:v>228628533.27240911</c:v>
                </c:pt>
                <c:pt idx="151">
                  <c:v>227360112.13075113</c:v>
                </c:pt>
                <c:pt idx="152">
                  <c:v>228935379.51286289</c:v>
                </c:pt>
                <c:pt idx="153">
                  <c:v>215651429.37499434</c:v>
                </c:pt>
                <c:pt idx="154">
                  <c:v>228186302.84202257</c:v>
                </c:pt>
                <c:pt idx="155">
                  <c:v>263553431.54415828</c:v>
                </c:pt>
                <c:pt idx="156">
                  <c:v>265264804.25473011</c:v>
                </c:pt>
                <c:pt idx="157">
                  <c:v>266850312.36873809</c:v>
                </c:pt>
                <c:pt idx="158">
                  <c:v>269248836.46487725</c:v>
                </c:pt>
                <c:pt idx="159">
                  <c:v>269693681.37550539</c:v>
                </c:pt>
                <c:pt idx="160">
                  <c:v>265125966.78432164</c:v>
                </c:pt>
                <c:pt idx="161">
                  <c:v>267343644.62125546</c:v>
                </c:pt>
                <c:pt idx="162">
                  <c:v>266734853.65026045</c:v>
                </c:pt>
                <c:pt idx="163">
                  <c:v>268546807.74806142</c:v>
                </c:pt>
                <c:pt idx="164">
                  <c:v>267813145.43095535</c:v>
                </c:pt>
                <c:pt idx="165">
                  <c:v>266582351.63929182</c:v>
                </c:pt>
                <c:pt idx="166">
                  <c:v>245835452.67183414</c:v>
                </c:pt>
                <c:pt idx="167">
                  <c:v>236232196.00980929</c:v>
                </c:pt>
                <c:pt idx="168">
                  <c:v>235791333.63847461</c:v>
                </c:pt>
                <c:pt idx="169">
                  <c:v>236024530.88094351</c:v>
                </c:pt>
                <c:pt idx="170">
                  <c:v>235877081.22830909</c:v>
                </c:pt>
                <c:pt idx="171">
                  <c:v>234667076.38883817</c:v>
                </c:pt>
                <c:pt idx="172">
                  <c:v>234067859.35249743</c:v>
                </c:pt>
                <c:pt idx="173">
                  <c:v>234350762.41665518</c:v>
                </c:pt>
                <c:pt idx="174">
                  <c:v>228607987.02698264</c:v>
                </c:pt>
                <c:pt idx="175">
                  <c:v>228423151.77089947</c:v>
                </c:pt>
                <c:pt idx="176">
                  <c:v>227373110.6730063</c:v>
                </c:pt>
                <c:pt idx="177">
                  <c:v>226477298.07782009</c:v>
                </c:pt>
                <c:pt idx="178">
                  <c:v>226094564.76211098</c:v>
                </c:pt>
                <c:pt idx="179">
                  <c:v>226811946.07849571</c:v>
                </c:pt>
                <c:pt idx="180">
                  <c:v>225851520.15758413</c:v>
                </c:pt>
                <c:pt idx="181">
                  <c:v>230137329.24588129</c:v>
                </c:pt>
                <c:pt idx="182">
                  <c:v>240837983.61162308</c:v>
                </c:pt>
                <c:pt idx="183">
                  <c:v>243391542.3165817</c:v>
                </c:pt>
                <c:pt idx="184">
                  <c:v>243198958.10741702</c:v>
                </c:pt>
                <c:pt idx="185">
                  <c:v>243299690.31137651</c:v>
                </c:pt>
                <c:pt idx="186">
                  <c:v>242137291.42043036</c:v>
                </c:pt>
                <c:pt idx="187">
                  <c:v>242140183.46738842</c:v>
                </c:pt>
                <c:pt idx="188">
                  <c:v>241369183.43656811</c:v>
                </c:pt>
                <c:pt idx="189">
                  <c:v>239588446.45907754</c:v>
                </c:pt>
                <c:pt idx="190">
                  <c:v>245551342.27466485</c:v>
                </c:pt>
                <c:pt idx="191">
                  <c:v>239774003.77753291</c:v>
                </c:pt>
                <c:pt idx="192">
                  <c:v>243640453.59021452</c:v>
                </c:pt>
                <c:pt idx="193">
                  <c:v>244047239.68141967</c:v>
                </c:pt>
                <c:pt idx="194">
                  <c:v>244807795.880234</c:v>
                </c:pt>
                <c:pt idx="195">
                  <c:v>244279751.91871309</c:v>
                </c:pt>
                <c:pt idx="196">
                  <c:v>237818319.28537428</c:v>
                </c:pt>
                <c:pt idx="197">
                  <c:v>237191124.61422455</c:v>
                </c:pt>
                <c:pt idx="198">
                  <c:v>235752927.32126728</c:v>
                </c:pt>
                <c:pt idx="199">
                  <c:v>235876334.01919416</c:v>
                </c:pt>
                <c:pt idx="200">
                  <c:v>235417234.28335226</c:v>
                </c:pt>
                <c:pt idx="201">
                  <c:v>233981733.58880207</c:v>
                </c:pt>
                <c:pt idx="202">
                  <c:v>234131426.48353356</c:v>
                </c:pt>
                <c:pt idx="203">
                  <c:v>20948348.798042551</c:v>
                </c:pt>
                <c:pt idx="204">
                  <c:v>20264982.549640365</c:v>
                </c:pt>
                <c:pt idx="205">
                  <c:v>20156820.927574076</c:v>
                </c:pt>
                <c:pt idx="206">
                  <c:v>19954562.141120572</c:v>
                </c:pt>
                <c:pt idx="207">
                  <c:v>19985614.59627052</c:v>
                </c:pt>
                <c:pt idx="208">
                  <c:v>18946370.108352751</c:v>
                </c:pt>
                <c:pt idx="209">
                  <c:v>18484504.216209356</c:v>
                </c:pt>
                <c:pt idx="210">
                  <c:v>18352786.636174437</c:v>
                </c:pt>
                <c:pt idx="211">
                  <c:v>18325324.500904575</c:v>
                </c:pt>
                <c:pt idx="212">
                  <c:v>17864401.119600218</c:v>
                </c:pt>
                <c:pt idx="213">
                  <c:v>17881800.306958213</c:v>
                </c:pt>
                <c:pt idx="214">
                  <c:v>17870530.473682541</c:v>
                </c:pt>
                <c:pt idx="215">
                  <c:v>17757478.51933087</c:v>
                </c:pt>
                <c:pt idx="216">
                  <c:v>17636706.791340809</c:v>
                </c:pt>
                <c:pt idx="217">
                  <c:v>17621611.625606976</c:v>
                </c:pt>
                <c:pt idx="218">
                  <c:v>17570697.803994536</c:v>
                </c:pt>
                <c:pt idx="219">
                  <c:v>17602436.298005212</c:v>
                </c:pt>
                <c:pt idx="220">
                  <c:v>17653195.864561237</c:v>
                </c:pt>
                <c:pt idx="221">
                  <c:v>17567941.043494627</c:v>
                </c:pt>
                <c:pt idx="222">
                  <c:v>17519218.803403772</c:v>
                </c:pt>
                <c:pt idx="223">
                  <c:v>17409851.707844116</c:v>
                </c:pt>
                <c:pt idx="224">
                  <c:v>19278785.314405825</c:v>
                </c:pt>
                <c:pt idx="225">
                  <c:v>20411617.041993961</c:v>
                </c:pt>
                <c:pt idx="226">
                  <c:v>20569343.983648878</c:v>
                </c:pt>
                <c:pt idx="227">
                  <c:v>20355108.943601038</c:v>
                </c:pt>
                <c:pt idx="228">
                  <c:v>20260591.362589218</c:v>
                </c:pt>
                <c:pt idx="229">
                  <c:v>20332653.11740033</c:v>
                </c:pt>
                <c:pt idx="230">
                  <c:v>20979586.509377964</c:v>
                </c:pt>
                <c:pt idx="231">
                  <c:v>21300485.715076584</c:v>
                </c:pt>
                <c:pt idx="232">
                  <c:v>21912964.661555529</c:v>
                </c:pt>
                <c:pt idx="233">
                  <c:v>21876255.579731736</c:v>
                </c:pt>
                <c:pt idx="234">
                  <c:v>21846043.971613619</c:v>
                </c:pt>
                <c:pt idx="235">
                  <c:v>21937083.617051985</c:v>
                </c:pt>
                <c:pt idx="236">
                  <c:v>22022953.138122473</c:v>
                </c:pt>
                <c:pt idx="237">
                  <c:v>22052147.341475658</c:v>
                </c:pt>
                <c:pt idx="238">
                  <c:v>22124521.435919814</c:v>
                </c:pt>
                <c:pt idx="239">
                  <c:v>21634416.071866672</c:v>
                </c:pt>
                <c:pt idx="240">
                  <c:v>21431442.563957945</c:v>
                </c:pt>
                <c:pt idx="241">
                  <c:v>21413183.517474275</c:v>
                </c:pt>
                <c:pt idx="242">
                  <c:v>21415588.880781166</c:v>
                </c:pt>
                <c:pt idx="243">
                  <c:v>21277794.105296399</c:v>
                </c:pt>
                <c:pt idx="244">
                  <c:v>21338332.051963739</c:v>
                </c:pt>
                <c:pt idx="245">
                  <c:v>20719473.268243264</c:v>
                </c:pt>
                <c:pt idx="246">
                  <c:v>20300263.549762323</c:v>
                </c:pt>
                <c:pt idx="247">
                  <c:v>19434000.453715779</c:v>
                </c:pt>
                <c:pt idx="248">
                  <c:v>19454845.430201225</c:v>
                </c:pt>
                <c:pt idx="249">
                  <c:v>19403950.444656104</c:v>
                </c:pt>
                <c:pt idx="250">
                  <c:v>19478000.643727958</c:v>
                </c:pt>
                <c:pt idx="251">
                  <c:v>19473027.732876021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17D-40B3-A12D-FDB0F2B7F1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9113232"/>
        <c:axId val="271686016"/>
      </c:lineChart>
      <c:catAx>
        <c:axId val="609113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271686016"/>
        <c:crosses val="autoZero"/>
        <c:auto val="1"/>
        <c:lblAlgn val="ctr"/>
        <c:lblOffset val="100"/>
        <c:noMultiLvlLbl val="0"/>
      </c:catAx>
      <c:valAx>
        <c:axId val="271686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09113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Hoja2!$A$8:$B$259</c:f>
              <c:multiLvlStrCache>
                <c:ptCount val="252"/>
                <c:lvl>
                  <c:pt idx="0">
                    <c:v>Ene.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 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 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 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 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 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  <c:pt idx="108">
                    <c:v>Ene.</c:v>
                  </c:pt>
                  <c:pt idx="109">
                    <c:v>Feb.</c:v>
                  </c:pt>
                  <c:pt idx="110">
                    <c:v>Mar.</c:v>
                  </c:pt>
                  <c:pt idx="111">
                    <c:v>Abr.</c:v>
                  </c:pt>
                  <c:pt idx="112">
                    <c:v>May.</c:v>
                  </c:pt>
                  <c:pt idx="113">
                    <c:v>Jun.</c:v>
                  </c:pt>
                  <c:pt idx="114">
                    <c:v>Jul.</c:v>
                  </c:pt>
                  <c:pt idx="115">
                    <c:v>Ago.</c:v>
                  </c:pt>
                  <c:pt idx="116">
                    <c:v>Set.</c:v>
                  </c:pt>
                  <c:pt idx="117">
                    <c:v>Oct.</c:v>
                  </c:pt>
                  <c:pt idx="118">
                    <c:v>Nov.</c:v>
                  </c:pt>
                  <c:pt idx="119">
                    <c:v>Dic.</c:v>
                  </c:pt>
                  <c:pt idx="120">
                    <c:v>Ene.</c:v>
                  </c:pt>
                  <c:pt idx="121">
                    <c:v>Feb.</c:v>
                  </c:pt>
                  <c:pt idx="122">
                    <c:v>Mar.</c:v>
                  </c:pt>
                  <c:pt idx="123">
                    <c:v>Abr.</c:v>
                  </c:pt>
                  <c:pt idx="124">
                    <c:v>May.</c:v>
                  </c:pt>
                  <c:pt idx="125">
                    <c:v>Jun.</c:v>
                  </c:pt>
                  <c:pt idx="126">
                    <c:v>Jul.</c:v>
                  </c:pt>
                  <c:pt idx="127">
                    <c:v>Ago.</c:v>
                  </c:pt>
                  <c:pt idx="128">
                    <c:v>Set.</c:v>
                  </c:pt>
                  <c:pt idx="129">
                    <c:v>Oct.</c:v>
                  </c:pt>
                  <c:pt idx="130">
                    <c:v>Nov.</c:v>
                  </c:pt>
                  <c:pt idx="131">
                    <c:v>Dic.</c:v>
                  </c:pt>
                  <c:pt idx="132">
                    <c:v>Ene.</c:v>
                  </c:pt>
                  <c:pt idx="133">
                    <c:v>Feb.</c:v>
                  </c:pt>
                  <c:pt idx="134">
                    <c:v>Mar.</c:v>
                  </c:pt>
                  <c:pt idx="135">
                    <c:v>Abr.</c:v>
                  </c:pt>
                  <c:pt idx="136">
                    <c:v>May.</c:v>
                  </c:pt>
                  <c:pt idx="137">
                    <c:v>Jun.</c:v>
                  </c:pt>
                  <c:pt idx="138">
                    <c:v>Jul.</c:v>
                  </c:pt>
                  <c:pt idx="139">
                    <c:v>Ago.</c:v>
                  </c:pt>
                  <c:pt idx="140">
                    <c:v>Set.</c:v>
                  </c:pt>
                  <c:pt idx="141">
                    <c:v>Oct.</c:v>
                  </c:pt>
                  <c:pt idx="142">
                    <c:v>Nov.</c:v>
                  </c:pt>
                  <c:pt idx="143">
                    <c:v>Dic.</c:v>
                  </c:pt>
                  <c:pt idx="144">
                    <c:v>Ene.</c:v>
                  </c:pt>
                  <c:pt idx="145">
                    <c:v>Feb.</c:v>
                  </c:pt>
                  <c:pt idx="146">
                    <c:v>Mar.</c:v>
                  </c:pt>
                  <c:pt idx="147">
                    <c:v>Abr.</c:v>
                  </c:pt>
                  <c:pt idx="148">
                    <c:v>May.</c:v>
                  </c:pt>
                  <c:pt idx="149">
                    <c:v>Jun.</c:v>
                  </c:pt>
                  <c:pt idx="150">
                    <c:v>Jul.</c:v>
                  </c:pt>
                  <c:pt idx="151">
                    <c:v>Ago.</c:v>
                  </c:pt>
                  <c:pt idx="152">
                    <c:v>Set.</c:v>
                  </c:pt>
                  <c:pt idx="153">
                    <c:v>Oct.</c:v>
                  </c:pt>
                  <c:pt idx="154">
                    <c:v>Nov.</c:v>
                  </c:pt>
                  <c:pt idx="155">
                    <c:v>Dic.</c:v>
                  </c:pt>
                  <c:pt idx="156">
                    <c:v>Ene.</c:v>
                  </c:pt>
                  <c:pt idx="157">
                    <c:v>Feb.</c:v>
                  </c:pt>
                  <c:pt idx="158">
                    <c:v>Mar.</c:v>
                  </c:pt>
                  <c:pt idx="159">
                    <c:v>Abr.</c:v>
                  </c:pt>
                  <c:pt idx="160">
                    <c:v>May.</c:v>
                  </c:pt>
                  <c:pt idx="161">
                    <c:v>Jun.</c:v>
                  </c:pt>
                  <c:pt idx="162">
                    <c:v>Jul.</c:v>
                  </c:pt>
                  <c:pt idx="163">
                    <c:v>Ago.</c:v>
                  </c:pt>
                  <c:pt idx="164">
                    <c:v>Set.</c:v>
                  </c:pt>
                  <c:pt idx="165">
                    <c:v>Oct.</c:v>
                  </c:pt>
                  <c:pt idx="166">
                    <c:v>Nov.</c:v>
                  </c:pt>
                  <c:pt idx="167">
                    <c:v>Dic.</c:v>
                  </c:pt>
                  <c:pt idx="168">
                    <c:v>Ene.</c:v>
                  </c:pt>
                  <c:pt idx="169">
                    <c:v>Feb.</c:v>
                  </c:pt>
                  <c:pt idx="170">
                    <c:v>Mar.</c:v>
                  </c:pt>
                  <c:pt idx="171">
                    <c:v>Abr.</c:v>
                  </c:pt>
                  <c:pt idx="172">
                    <c:v>May.</c:v>
                  </c:pt>
                  <c:pt idx="173">
                    <c:v>Jun.</c:v>
                  </c:pt>
                  <c:pt idx="174">
                    <c:v>Jul.</c:v>
                  </c:pt>
                  <c:pt idx="175">
                    <c:v>Ago.</c:v>
                  </c:pt>
                  <c:pt idx="176">
                    <c:v>Set.</c:v>
                  </c:pt>
                  <c:pt idx="177">
                    <c:v>Oct.</c:v>
                  </c:pt>
                  <c:pt idx="178">
                    <c:v>Nov.</c:v>
                  </c:pt>
                  <c:pt idx="179">
                    <c:v>Dic.</c:v>
                  </c:pt>
                  <c:pt idx="180">
                    <c:v>Ene.</c:v>
                  </c:pt>
                  <c:pt idx="181">
                    <c:v>Feb.</c:v>
                  </c:pt>
                  <c:pt idx="182">
                    <c:v>Mar.</c:v>
                  </c:pt>
                  <c:pt idx="183">
                    <c:v>Abr.</c:v>
                  </c:pt>
                  <c:pt idx="184">
                    <c:v>May.</c:v>
                  </c:pt>
                  <c:pt idx="185">
                    <c:v>Jun.</c:v>
                  </c:pt>
                  <c:pt idx="186">
                    <c:v>Jul.</c:v>
                  </c:pt>
                  <c:pt idx="187">
                    <c:v>Ago.</c:v>
                  </c:pt>
                  <c:pt idx="188">
                    <c:v>Set.</c:v>
                  </c:pt>
                  <c:pt idx="189">
                    <c:v>Oct.</c:v>
                  </c:pt>
                  <c:pt idx="190">
                    <c:v>Nov.</c:v>
                  </c:pt>
                  <c:pt idx="191">
                    <c:v>Dic.</c:v>
                  </c:pt>
                  <c:pt idx="192">
                    <c:v>Ene.</c:v>
                  </c:pt>
                  <c:pt idx="193">
                    <c:v>Feb.</c:v>
                  </c:pt>
                  <c:pt idx="194">
                    <c:v>Mar.</c:v>
                  </c:pt>
                  <c:pt idx="195">
                    <c:v>Abr.</c:v>
                  </c:pt>
                  <c:pt idx="196">
                    <c:v>May.</c:v>
                  </c:pt>
                  <c:pt idx="197">
                    <c:v>Jun.</c:v>
                  </c:pt>
                  <c:pt idx="198">
                    <c:v>Jul.</c:v>
                  </c:pt>
                  <c:pt idx="199">
                    <c:v>Ago.</c:v>
                  </c:pt>
                  <c:pt idx="200">
                    <c:v>Set.</c:v>
                  </c:pt>
                  <c:pt idx="201">
                    <c:v>Oct.</c:v>
                  </c:pt>
                  <c:pt idx="202">
                    <c:v>Nov.</c:v>
                  </c:pt>
                  <c:pt idx="203">
                    <c:v>Dic.</c:v>
                  </c:pt>
                  <c:pt idx="204">
                    <c:v>Ene.</c:v>
                  </c:pt>
                  <c:pt idx="205">
                    <c:v>Feb.</c:v>
                  </c:pt>
                  <c:pt idx="206">
                    <c:v>Mar.</c:v>
                  </c:pt>
                  <c:pt idx="207">
                    <c:v>Abr.</c:v>
                  </c:pt>
                  <c:pt idx="208">
                    <c:v>May.</c:v>
                  </c:pt>
                  <c:pt idx="209">
                    <c:v>Jun.</c:v>
                  </c:pt>
                  <c:pt idx="210">
                    <c:v>Jul.</c:v>
                  </c:pt>
                  <c:pt idx="211">
                    <c:v>Ago.</c:v>
                  </c:pt>
                  <c:pt idx="212">
                    <c:v>Set.</c:v>
                  </c:pt>
                  <c:pt idx="213">
                    <c:v>Oct.</c:v>
                  </c:pt>
                  <c:pt idx="214">
                    <c:v>Nov.</c:v>
                  </c:pt>
                  <c:pt idx="215">
                    <c:v>Dic.</c:v>
                  </c:pt>
                  <c:pt idx="216">
                    <c:v>Ene.</c:v>
                  </c:pt>
                  <c:pt idx="217">
                    <c:v>Feb.</c:v>
                  </c:pt>
                  <c:pt idx="218">
                    <c:v>Mar.</c:v>
                  </c:pt>
                  <c:pt idx="219">
                    <c:v>Abr.</c:v>
                  </c:pt>
                  <c:pt idx="220">
                    <c:v>May.</c:v>
                  </c:pt>
                  <c:pt idx="221">
                    <c:v>Jun.</c:v>
                  </c:pt>
                  <c:pt idx="222">
                    <c:v>Jul.</c:v>
                  </c:pt>
                  <c:pt idx="223">
                    <c:v>Ago.</c:v>
                  </c:pt>
                  <c:pt idx="224">
                    <c:v>Set.</c:v>
                  </c:pt>
                  <c:pt idx="225">
                    <c:v>Oct.</c:v>
                  </c:pt>
                  <c:pt idx="226">
                    <c:v>Nov.</c:v>
                  </c:pt>
                  <c:pt idx="227">
                    <c:v>Dic.</c:v>
                  </c:pt>
                  <c:pt idx="228">
                    <c:v>Ene.</c:v>
                  </c:pt>
                  <c:pt idx="229">
                    <c:v>Feb.</c:v>
                  </c:pt>
                  <c:pt idx="230">
                    <c:v>Mar.</c:v>
                  </c:pt>
                  <c:pt idx="231">
                    <c:v>Abr.</c:v>
                  </c:pt>
                  <c:pt idx="232">
                    <c:v>May.</c:v>
                  </c:pt>
                  <c:pt idx="233">
                    <c:v>Jun.</c:v>
                  </c:pt>
                  <c:pt idx="234">
                    <c:v>Jul.</c:v>
                  </c:pt>
                  <c:pt idx="235">
                    <c:v>Ago.</c:v>
                  </c:pt>
                  <c:pt idx="236">
                    <c:v>Set.</c:v>
                  </c:pt>
                  <c:pt idx="237">
                    <c:v>Oct.</c:v>
                  </c:pt>
                  <c:pt idx="238">
                    <c:v>Nov.</c:v>
                  </c:pt>
                  <c:pt idx="239">
                    <c:v>Dic.</c:v>
                  </c:pt>
                  <c:pt idx="240">
                    <c:v>Ene.</c:v>
                  </c:pt>
                  <c:pt idx="241">
                    <c:v>Feb.</c:v>
                  </c:pt>
                  <c:pt idx="242">
                    <c:v>Mar.</c:v>
                  </c:pt>
                  <c:pt idx="243">
                    <c:v>Abr.</c:v>
                  </c:pt>
                  <c:pt idx="244">
                    <c:v>May.</c:v>
                  </c:pt>
                  <c:pt idx="245">
                    <c:v>Jun.</c:v>
                  </c:pt>
                  <c:pt idx="246">
                    <c:v>Jul.</c:v>
                  </c:pt>
                  <c:pt idx="247">
                    <c:v>Ago.</c:v>
                  </c:pt>
                  <c:pt idx="248">
                    <c:v>Set.</c:v>
                  </c:pt>
                  <c:pt idx="249">
                    <c:v>Oct.</c:v>
                  </c:pt>
                  <c:pt idx="250">
                    <c:v>Nov.</c:v>
                  </c:pt>
                  <c:pt idx="251">
                    <c:v>Dic.</c:v>
                  </c:pt>
                </c:lvl>
                <c:lvl>
                  <c:pt idx="0">
                    <c:v>1980 </c:v>
                  </c:pt>
                  <c:pt idx="12">
                    <c:v>1981 </c:v>
                  </c:pt>
                  <c:pt idx="24">
                    <c:v>1982 </c:v>
                  </c:pt>
                  <c:pt idx="36">
                    <c:v>1983 </c:v>
                  </c:pt>
                  <c:pt idx="48">
                    <c:v>1984 </c:v>
                  </c:pt>
                  <c:pt idx="60">
                    <c:v>1985 </c:v>
                  </c:pt>
                  <c:pt idx="72">
                    <c:v>1986 </c:v>
                  </c:pt>
                  <c:pt idx="84">
                    <c:v>1987 </c:v>
                  </c:pt>
                  <c:pt idx="96">
                    <c:v>1988 </c:v>
                  </c:pt>
                  <c:pt idx="108">
                    <c:v>1989 </c:v>
                  </c:pt>
                  <c:pt idx="120">
                    <c:v>1990 </c:v>
                  </c:pt>
                  <c:pt idx="132">
                    <c:v>1991 </c:v>
                  </c:pt>
                  <c:pt idx="144">
                    <c:v>1992 </c:v>
                  </c:pt>
                  <c:pt idx="156">
                    <c:v>1993 </c:v>
                  </c:pt>
                  <c:pt idx="168">
                    <c:v>1994 </c:v>
                  </c:pt>
                  <c:pt idx="180">
                    <c:v>1995 </c:v>
                  </c:pt>
                  <c:pt idx="192">
                    <c:v>1996 </c:v>
                  </c:pt>
                  <c:pt idx="204">
                    <c:v>1997 </c:v>
                  </c:pt>
                  <c:pt idx="216">
                    <c:v>1998 </c:v>
                  </c:pt>
                  <c:pt idx="228">
                    <c:v>1999 </c:v>
                  </c:pt>
                  <c:pt idx="240">
                    <c:v>2000 </c:v>
                  </c:pt>
                </c:lvl>
              </c:multiLvlStrCache>
            </c:multiLvlStrRef>
          </c:cat>
          <c:val>
            <c:numRef>
              <c:f>Hoja2!$R$8:$R$259</c:f>
              <c:numCache>
                <c:formatCode>#,##0</c:formatCode>
                <c:ptCount val="252"/>
                <c:pt idx="0">
                  <c:v>144924182.82505745</c:v>
                </c:pt>
                <c:pt idx="1">
                  <c:v>138574530.48451406</c:v>
                </c:pt>
                <c:pt idx="2">
                  <c:v>129885408.60320297</c:v>
                </c:pt>
                <c:pt idx="3">
                  <c:v>132572671.48179153</c:v>
                </c:pt>
                <c:pt idx="4">
                  <c:v>136017596.99604702</c:v>
                </c:pt>
                <c:pt idx="5">
                  <c:v>132207986.58774036</c:v>
                </c:pt>
                <c:pt idx="6">
                  <c:v>159564094.29764336</c:v>
                </c:pt>
                <c:pt idx="7">
                  <c:v>132379020.09199338</c:v>
                </c:pt>
                <c:pt idx="8">
                  <c:v>135563146.96744367</c:v>
                </c:pt>
                <c:pt idx="9">
                  <c:v>131915796.09903605</c:v>
                </c:pt>
                <c:pt idx="10">
                  <c:v>125805523.96638042</c:v>
                </c:pt>
                <c:pt idx="11">
                  <c:v>148532273.48875514</c:v>
                </c:pt>
                <c:pt idx="12">
                  <c:v>132289040.93146081</c:v>
                </c:pt>
                <c:pt idx="13">
                  <c:v>140551906.9017168</c:v>
                </c:pt>
                <c:pt idx="14">
                  <c:v>114180889.22708991</c:v>
                </c:pt>
                <c:pt idx="15">
                  <c:v>123981056.98020054</c:v>
                </c:pt>
                <c:pt idx="16">
                  <c:v>141246193.48793629</c:v>
                </c:pt>
                <c:pt idx="17">
                  <c:v>130030840.40092523</c:v>
                </c:pt>
                <c:pt idx="18">
                  <c:v>131114737.53739753</c:v>
                </c:pt>
                <c:pt idx="19">
                  <c:v>135210253.45622122</c:v>
                </c:pt>
                <c:pt idx="20">
                  <c:v>126672490.84372166</c:v>
                </c:pt>
                <c:pt idx="21">
                  <c:v>146726360.57661778</c:v>
                </c:pt>
                <c:pt idx="22">
                  <c:v>134027366.42577894</c:v>
                </c:pt>
                <c:pt idx="23">
                  <c:v>139721254.35540071</c:v>
                </c:pt>
                <c:pt idx="24">
                  <c:v>123562603.36608621</c:v>
                </c:pt>
                <c:pt idx="25">
                  <c:v>133673681.53572503</c:v>
                </c:pt>
                <c:pt idx="26">
                  <c:v>133869402.16192369</c:v>
                </c:pt>
                <c:pt idx="27">
                  <c:v>150299604.05682948</c:v>
                </c:pt>
                <c:pt idx="28">
                  <c:v>139832354.02884498</c:v>
                </c:pt>
                <c:pt idx="29">
                  <c:v>124096959.07991698</c:v>
                </c:pt>
                <c:pt idx="30">
                  <c:v>525822196.01677161</c:v>
                </c:pt>
                <c:pt idx="31">
                  <c:v>414690467.69011068</c:v>
                </c:pt>
                <c:pt idx="32">
                  <c:v>384336879.08656198</c:v>
                </c:pt>
                <c:pt idx="33">
                  <c:v>329083764.53268099</c:v>
                </c:pt>
                <c:pt idx="34">
                  <c:v>343424915.90347862</c:v>
                </c:pt>
                <c:pt idx="35">
                  <c:v>380764971.61238158</c:v>
                </c:pt>
                <c:pt idx="36">
                  <c:v>373427601.46706682</c:v>
                </c:pt>
                <c:pt idx="37">
                  <c:v>337925532.62807882</c:v>
                </c:pt>
                <c:pt idx="38">
                  <c:v>319410467.45640576</c:v>
                </c:pt>
                <c:pt idx="39">
                  <c:v>310833406.18989342</c:v>
                </c:pt>
                <c:pt idx="40">
                  <c:v>342325325.0494777</c:v>
                </c:pt>
                <c:pt idx="41">
                  <c:v>324415279.93459618</c:v>
                </c:pt>
                <c:pt idx="42">
                  <c:v>335105380.38105422</c:v>
                </c:pt>
                <c:pt idx="43">
                  <c:v>304494182.95635742</c:v>
                </c:pt>
                <c:pt idx="44">
                  <c:v>298660784.28192198</c:v>
                </c:pt>
                <c:pt idx="45">
                  <c:v>301090825.05199909</c:v>
                </c:pt>
                <c:pt idx="46">
                  <c:v>293754397.39034873</c:v>
                </c:pt>
                <c:pt idx="47">
                  <c:v>325478759.05521154</c:v>
                </c:pt>
                <c:pt idx="48">
                  <c:v>331405200.54434514</c:v>
                </c:pt>
                <c:pt idx="49">
                  <c:v>329287305.12249446</c:v>
                </c:pt>
                <c:pt idx="50">
                  <c:v>319286546.5440473</c:v>
                </c:pt>
                <c:pt idx="51">
                  <c:v>309527822.40012646</c:v>
                </c:pt>
                <c:pt idx="52">
                  <c:v>286468369.71110231</c:v>
                </c:pt>
                <c:pt idx="53">
                  <c:v>286851677.56212962</c:v>
                </c:pt>
                <c:pt idx="54">
                  <c:v>270722830.03145081</c:v>
                </c:pt>
                <c:pt idx="55">
                  <c:v>242519716.05381322</c:v>
                </c:pt>
                <c:pt idx="56">
                  <c:v>222806614.21321538</c:v>
                </c:pt>
                <c:pt idx="57">
                  <c:v>220521521.0839909</c:v>
                </c:pt>
                <c:pt idx="58">
                  <c:v>210610615.61779377</c:v>
                </c:pt>
                <c:pt idx="59">
                  <c:v>221208403.77931827</c:v>
                </c:pt>
                <c:pt idx="60">
                  <c:v>199689874.58040383</c:v>
                </c:pt>
                <c:pt idx="61">
                  <c:v>180583066.98213717</c:v>
                </c:pt>
                <c:pt idx="62">
                  <c:v>160541188.05382344</c:v>
                </c:pt>
                <c:pt idx="63">
                  <c:v>111799616.40178113</c:v>
                </c:pt>
                <c:pt idx="64">
                  <c:v>88286702.422285572</c:v>
                </c:pt>
                <c:pt idx="65">
                  <c:v>128283707.98145388</c:v>
                </c:pt>
                <c:pt idx="66">
                  <c:v>146234935.7959114</c:v>
                </c:pt>
                <c:pt idx="67">
                  <c:v>161874323.3212457</c:v>
                </c:pt>
                <c:pt idx="68">
                  <c:v>166343973.37363139</c:v>
                </c:pt>
                <c:pt idx="69">
                  <c:v>181520219.72725084</c:v>
                </c:pt>
                <c:pt idx="70">
                  <c:v>196772297.81053025</c:v>
                </c:pt>
                <c:pt idx="71">
                  <c:v>221888949.16305023</c:v>
                </c:pt>
                <c:pt idx="72">
                  <c:v>208203814.52259964</c:v>
                </c:pt>
                <c:pt idx="73">
                  <c:v>186434796.90164575</c:v>
                </c:pt>
                <c:pt idx="74">
                  <c:v>202247581.05051523</c:v>
                </c:pt>
                <c:pt idx="75">
                  <c:v>196471296.21644726</c:v>
                </c:pt>
                <c:pt idx="76">
                  <c:v>195788874.23138198</c:v>
                </c:pt>
                <c:pt idx="77">
                  <c:v>200797010.26342916</c:v>
                </c:pt>
                <c:pt idx="78">
                  <c:v>197958158.96879518</c:v>
                </c:pt>
                <c:pt idx="79">
                  <c:v>195484760.51388001</c:v>
                </c:pt>
                <c:pt idx="80">
                  <c:v>173904008.14972913</c:v>
                </c:pt>
                <c:pt idx="81">
                  <c:v>156590816.55025527</c:v>
                </c:pt>
                <c:pt idx="82">
                  <c:v>159684097.80474746</c:v>
                </c:pt>
                <c:pt idx="83">
                  <c:v>164322557.58858097</c:v>
                </c:pt>
                <c:pt idx="84">
                  <c:v>161956374.43625566</c:v>
                </c:pt>
                <c:pt idx="85">
                  <c:v>143488634.01529241</c:v>
                </c:pt>
                <c:pt idx="86">
                  <c:v>137321574.4664605</c:v>
                </c:pt>
                <c:pt idx="87">
                  <c:v>136560091.6244874</c:v>
                </c:pt>
                <c:pt idx="88">
                  <c:v>144502021.92188996</c:v>
                </c:pt>
                <c:pt idx="89">
                  <c:v>136034953.78351313</c:v>
                </c:pt>
                <c:pt idx="90">
                  <c:v>137101761.13571632</c:v>
                </c:pt>
                <c:pt idx="91">
                  <c:v>121171013.12459847</c:v>
                </c:pt>
                <c:pt idx="92">
                  <c:v>114003193.76276921</c:v>
                </c:pt>
                <c:pt idx="93">
                  <c:v>116505705.13953535</c:v>
                </c:pt>
                <c:pt idx="94">
                  <c:v>106797526.18080787</c:v>
                </c:pt>
                <c:pt idx="95">
                  <c:v>116437741.69932391</c:v>
                </c:pt>
                <c:pt idx="96">
                  <c:v>113503521.23795989</c:v>
                </c:pt>
                <c:pt idx="97">
                  <c:v>97178964.678964674</c:v>
                </c:pt>
                <c:pt idx="98">
                  <c:v>97235177.570093468</c:v>
                </c:pt>
                <c:pt idx="99">
                  <c:v>91500504.88945578</c:v>
                </c:pt>
                <c:pt idx="100">
                  <c:v>93853458.57064119</c:v>
                </c:pt>
                <c:pt idx="101">
                  <c:v>91464857.498831958</c:v>
                </c:pt>
                <c:pt idx="102">
                  <c:v>97684958.631588742</c:v>
                </c:pt>
                <c:pt idx="103">
                  <c:v>90693053.296102956</c:v>
                </c:pt>
                <c:pt idx="104">
                  <c:v>99215729.75088039</c:v>
                </c:pt>
                <c:pt idx="105">
                  <c:v>95994367.545574218</c:v>
                </c:pt>
                <c:pt idx="106">
                  <c:v>106745382.16260071</c:v>
                </c:pt>
                <c:pt idx="107">
                  <c:v>123606226.49172686</c:v>
                </c:pt>
                <c:pt idx="108">
                  <c:v>111845006.48508431</c:v>
                </c:pt>
                <c:pt idx="109">
                  <c:v>107537428.25019231</c:v>
                </c:pt>
                <c:pt idx="110">
                  <c:v>95261154.87223579</c:v>
                </c:pt>
                <c:pt idx="111">
                  <c:v>90856433.203139812</c:v>
                </c:pt>
                <c:pt idx="112">
                  <c:v>106083205.84735678</c:v>
                </c:pt>
                <c:pt idx="113">
                  <c:v>91089194.738419399</c:v>
                </c:pt>
                <c:pt idx="114">
                  <c:v>75124908.155767813</c:v>
                </c:pt>
                <c:pt idx="115">
                  <c:v>70726553.443746075</c:v>
                </c:pt>
                <c:pt idx="116">
                  <c:v>92722008.32074292</c:v>
                </c:pt>
                <c:pt idx="117">
                  <c:v>113823816.48945238</c:v>
                </c:pt>
                <c:pt idx="118">
                  <c:v>133619704.46066362</c:v>
                </c:pt>
                <c:pt idx="119">
                  <c:v>129651168.71749535</c:v>
                </c:pt>
                <c:pt idx="120">
                  <c:v>98038642.604943112</c:v>
                </c:pt>
                <c:pt idx="121">
                  <c:v>72174873.737373739</c:v>
                </c:pt>
                <c:pt idx="122">
                  <c:v>57753148.051560983</c:v>
                </c:pt>
                <c:pt idx="123">
                  <c:v>68529774.150206015</c:v>
                </c:pt>
                <c:pt idx="124">
                  <c:v>69193080.60360691</c:v>
                </c:pt>
                <c:pt idx="125">
                  <c:v>78453521.187444806</c:v>
                </c:pt>
                <c:pt idx="126">
                  <c:v>76432781.276728094</c:v>
                </c:pt>
                <c:pt idx="127">
                  <c:v>66621521.410851039</c:v>
                </c:pt>
                <c:pt idx="128">
                  <c:v>66979241.335501283</c:v>
                </c:pt>
                <c:pt idx="129">
                  <c:v>68351561.527596638</c:v>
                </c:pt>
                <c:pt idx="130">
                  <c:v>74943733.181113929</c:v>
                </c:pt>
                <c:pt idx="131">
                  <c:v>88057950.127444506</c:v>
                </c:pt>
                <c:pt idx="132">
                  <c:v>79367910.667058483</c:v>
                </c:pt>
                <c:pt idx="133">
                  <c:v>73519641.576167732</c:v>
                </c:pt>
                <c:pt idx="134">
                  <c:v>76936607.526433557</c:v>
                </c:pt>
                <c:pt idx="135">
                  <c:v>74538623.28396666</c:v>
                </c:pt>
                <c:pt idx="136">
                  <c:v>81253059.125356168</c:v>
                </c:pt>
                <c:pt idx="137">
                  <c:v>80483547.60168013</c:v>
                </c:pt>
                <c:pt idx="138">
                  <c:v>84013879.401744142</c:v>
                </c:pt>
                <c:pt idx="139">
                  <c:v>84668874.811429769</c:v>
                </c:pt>
                <c:pt idx="140">
                  <c:v>88861401.835220411</c:v>
                </c:pt>
                <c:pt idx="141">
                  <c:v>89929529.541841745</c:v>
                </c:pt>
                <c:pt idx="142">
                  <c:v>96749555.855647087</c:v>
                </c:pt>
                <c:pt idx="143">
                  <c:v>103510586.07462452</c:v>
                </c:pt>
                <c:pt idx="144">
                  <c:v>104539686.57544377</c:v>
                </c:pt>
                <c:pt idx="145">
                  <c:v>106275148.42362358</c:v>
                </c:pt>
                <c:pt idx="146">
                  <c:v>98902884.65089938</c:v>
                </c:pt>
                <c:pt idx="147">
                  <c:v>105272152.87578052</c:v>
                </c:pt>
                <c:pt idx="148">
                  <c:v>113037678.48561612</c:v>
                </c:pt>
                <c:pt idx="149">
                  <c:v>111144454.61428612</c:v>
                </c:pt>
                <c:pt idx="150">
                  <c:v>118371332.47442713</c:v>
                </c:pt>
                <c:pt idx="151">
                  <c:v>115436020.84351006</c:v>
                </c:pt>
                <c:pt idx="152">
                  <c:v>108758890.21212479</c:v>
                </c:pt>
                <c:pt idx="153">
                  <c:v>112629453.47159849</c:v>
                </c:pt>
                <c:pt idx="154">
                  <c:v>109810497.96353325</c:v>
                </c:pt>
                <c:pt idx="155">
                  <c:v>123936789.2106925</c:v>
                </c:pt>
                <c:pt idx="156">
                  <c:v>132078322.66822663</c:v>
                </c:pt>
                <c:pt idx="157">
                  <c:v>128407168.79881281</c:v>
                </c:pt>
                <c:pt idx="158">
                  <c:v>115689755.50087287</c:v>
                </c:pt>
                <c:pt idx="159">
                  <c:v>129181274.2628344</c:v>
                </c:pt>
                <c:pt idx="160">
                  <c:v>128953949.03719243</c:v>
                </c:pt>
                <c:pt idx="161">
                  <c:v>125159578.10085627</c:v>
                </c:pt>
                <c:pt idx="162">
                  <c:v>140563199.45197961</c:v>
                </c:pt>
                <c:pt idx="163">
                  <c:v>154894991.92245558</c:v>
                </c:pt>
                <c:pt idx="164">
                  <c:v>138302802.71305156</c:v>
                </c:pt>
                <c:pt idx="165">
                  <c:v>148984968.04490182</c:v>
                </c:pt>
                <c:pt idx="166">
                  <c:v>151017638.90665194</c:v>
                </c:pt>
                <c:pt idx="167">
                  <c:v>157153846.39579612</c:v>
                </c:pt>
                <c:pt idx="168">
                  <c:v>167980820.0898875</c:v>
                </c:pt>
                <c:pt idx="169">
                  <c:v>167528749.41736537</c:v>
                </c:pt>
                <c:pt idx="170">
                  <c:v>153054131.28656989</c:v>
                </c:pt>
                <c:pt idx="171">
                  <c:v>158222717.0423207</c:v>
                </c:pt>
                <c:pt idx="172">
                  <c:v>161654495.44814104</c:v>
                </c:pt>
                <c:pt idx="173">
                  <c:v>147287389.80150545</c:v>
                </c:pt>
                <c:pt idx="174">
                  <c:v>170648158.2215471</c:v>
                </c:pt>
                <c:pt idx="175">
                  <c:v>159333490.38244873</c:v>
                </c:pt>
                <c:pt idx="176">
                  <c:v>144259385.85301244</c:v>
                </c:pt>
                <c:pt idx="177">
                  <c:v>154676800.80148292</c:v>
                </c:pt>
                <c:pt idx="178">
                  <c:v>151378103.24139369</c:v>
                </c:pt>
                <c:pt idx="179">
                  <c:v>162224085.38278192</c:v>
                </c:pt>
                <c:pt idx="180">
                  <c:v>116944508.94183128</c:v>
                </c:pt>
                <c:pt idx="181">
                  <c:v>112953337.61230314</c:v>
                </c:pt>
                <c:pt idx="182">
                  <c:v>108690205.28246324</c:v>
                </c:pt>
                <c:pt idx="183">
                  <c:v>110371816.1103611</c:v>
                </c:pt>
                <c:pt idx="184">
                  <c:v>107502005.58886771</c:v>
                </c:pt>
                <c:pt idx="185">
                  <c:v>111749394.41308357</c:v>
                </c:pt>
                <c:pt idx="186">
                  <c:v>118159089.95405577</c:v>
                </c:pt>
                <c:pt idx="187">
                  <c:v>113406687.21607824</c:v>
                </c:pt>
                <c:pt idx="188">
                  <c:v>110654289.57937761</c:v>
                </c:pt>
                <c:pt idx="189">
                  <c:v>110166873.15720013</c:v>
                </c:pt>
                <c:pt idx="190">
                  <c:v>109960655.8596182</c:v>
                </c:pt>
                <c:pt idx="191">
                  <c:v>129660310.17102228</c:v>
                </c:pt>
                <c:pt idx="192">
                  <c:v>120939257.84917989</c:v>
                </c:pt>
                <c:pt idx="193">
                  <c:v>120189609.57599479</c:v>
                </c:pt>
                <c:pt idx="194">
                  <c:v>119501970.95280205</c:v>
                </c:pt>
                <c:pt idx="195">
                  <c:v>120333642.75215553</c:v>
                </c:pt>
                <c:pt idx="196">
                  <c:v>121856100.76127005</c:v>
                </c:pt>
                <c:pt idx="197">
                  <c:v>128049601.27368407</c:v>
                </c:pt>
                <c:pt idx="198">
                  <c:v>131496445.0403638</c:v>
                </c:pt>
                <c:pt idx="199">
                  <c:v>123227438.01619986</c:v>
                </c:pt>
                <c:pt idx="200">
                  <c:v>121439853.49776083</c:v>
                </c:pt>
                <c:pt idx="201">
                  <c:v>117463454.32507409</c:v>
                </c:pt>
                <c:pt idx="202">
                  <c:v>119431945.44426544</c:v>
                </c:pt>
                <c:pt idx="203">
                  <c:v>139325011.12187991</c:v>
                </c:pt>
                <c:pt idx="204">
                  <c:v>130415181.17041454</c:v>
                </c:pt>
                <c:pt idx="205">
                  <c:v>129420184.97130315</c:v>
                </c:pt>
                <c:pt idx="206">
                  <c:v>132304556.35254318</c:v>
                </c:pt>
                <c:pt idx="207">
                  <c:v>131261179.96050715</c:v>
                </c:pt>
                <c:pt idx="208">
                  <c:v>133544650.17611669</c:v>
                </c:pt>
                <c:pt idx="209">
                  <c:v>139197661.20829639</c:v>
                </c:pt>
                <c:pt idx="210">
                  <c:v>143682787.190099</c:v>
                </c:pt>
                <c:pt idx="211">
                  <c:v>141167087.35256243</c:v>
                </c:pt>
                <c:pt idx="212">
                  <c:v>140218594.72981691</c:v>
                </c:pt>
                <c:pt idx="213">
                  <c:v>140677336.64766401</c:v>
                </c:pt>
                <c:pt idx="214">
                  <c:v>140645136.66359973</c:v>
                </c:pt>
                <c:pt idx="215">
                  <c:v>158024778.11639202</c:v>
                </c:pt>
                <c:pt idx="216">
                  <c:v>144733227.21601847</c:v>
                </c:pt>
                <c:pt idx="217">
                  <c:v>142858903.88738921</c:v>
                </c:pt>
                <c:pt idx="218">
                  <c:v>142153725.67253649</c:v>
                </c:pt>
                <c:pt idx="219">
                  <c:v>144227260.23260742</c:v>
                </c:pt>
                <c:pt idx="220">
                  <c:v>144566394.67289263</c:v>
                </c:pt>
                <c:pt idx="221">
                  <c:v>147149952.89728934</c:v>
                </c:pt>
                <c:pt idx="222">
                  <c:v>152606099.9291614</c:v>
                </c:pt>
                <c:pt idx="223">
                  <c:v>148330920.19266182</c:v>
                </c:pt>
                <c:pt idx="224">
                  <c:v>140459425.62757552</c:v>
                </c:pt>
                <c:pt idx="225">
                  <c:v>140449769.69298714</c:v>
                </c:pt>
                <c:pt idx="226">
                  <c:v>142486664.35451809</c:v>
                </c:pt>
                <c:pt idx="227">
                  <c:v>160958929.83560136</c:v>
                </c:pt>
                <c:pt idx="228">
                  <c:v>146470025.01042244</c:v>
                </c:pt>
                <c:pt idx="229">
                  <c:v>143111489.2686972</c:v>
                </c:pt>
                <c:pt idx="230">
                  <c:v>143623359.26552516</c:v>
                </c:pt>
                <c:pt idx="231">
                  <c:v>141084680.22652543</c:v>
                </c:pt>
                <c:pt idx="232">
                  <c:v>140652142.80535409</c:v>
                </c:pt>
                <c:pt idx="233">
                  <c:v>139935081.02543464</c:v>
                </c:pt>
                <c:pt idx="234">
                  <c:v>146088201.69620109</c:v>
                </c:pt>
                <c:pt idx="235">
                  <c:v>142394560.27703258</c:v>
                </c:pt>
                <c:pt idx="236">
                  <c:v>139028202.68877909</c:v>
                </c:pt>
                <c:pt idx="237">
                  <c:v>138876490.99087507</c:v>
                </c:pt>
                <c:pt idx="238">
                  <c:v>138802986.66717371</c:v>
                </c:pt>
                <c:pt idx="239">
                  <c:v>165154492.29201692</c:v>
                </c:pt>
                <c:pt idx="240">
                  <c:v>144862064.92510933</c:v>
                </c:pt>
                <c:pt idx="241">
                  <c:v>138901266.75652784</c:v>
                </c:pt>
                <c:pt idx="242">
                  <c:v>136175928.68391317</c:v>
                </c:pt>
                <c:pt idx="243">
                  <c:v>138953732.22799727</c:v>
                </c:pt>
                <c:pt idx="244">
                  <c:v>135736975.38714972</c:v>
                </c:pt>
                <c:pt idx="245">
                  <c:v>138189129.37435737</c:v>
                </c:pt>
                <c:pt idx="246">
                  <c:v>143031773.64133102</c:v>
                </c:pt>
                <c:pt idx="247">
                  <c:v>136766363.90231675</c:v>
                </c:pt>
                <c:pt idx="248">
                  <c:v>136281813.46436056</c:v>
                </c:pt>
                <c:pt idx="249">
                  <c:v>133898956.86083817</c:v>
                </c:pt>
                <c:pt idx="250">
                  <c:v>134307207.89944586</c:v>
                </c:pt>
                <c:pt idx="251">
                  <c:v>151863163.23948351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CAF-41B2-A2D6-AA65BC760E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1437488"/>
        <c:axId val="271693504"/>
      </c:lineChart>
      <c:catAx>
        <c:axId val="201437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271693504"/>
        <c:crosses val="autoZero"/>
        <c:auto val="1"/>
        <c:lblAlgn val="ctr"/>
        <c:lblOffset val="100"/>
        <c:noMultiLvlLbl val="0"/>
      </c:catAx>
      <c:valAx>
        <c:axId val="27169350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201437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0.16962</cdr:x>
      <cdr:y>0.43449</cdr:y>
    </cdr:from>
    <cdr:to>
      <cdr:x>0.29712</cdr:x>
      <cdr:y>0.62714</cdr:y>
    </cdr:to>
    <cdr:sp macro="" textlink="">
      <cdr:nvSpPr>
        <cdr:cNvPr id="2" name="Elipse 1">
          <a:extLst xmlns:a="http://schemas.openxmlformats.org/drawingml/2006/main">
            <a:ext uri="{FF2B5EF4-FFF2-40B4-BE49-F238E27FC236}">
              <a16:creationId xmlns:a16="http://schemas.microsoft.com/office/drawing/2014/main" id="{21C54C47-4BD6-4D86-ABD2-F7DE8AB0B1CD}"/>
            </a:ext>
          </a:extLst>
        </cdr:cNvPr>
        <cdr:cNvSpPr/>
      </cdr:nvSpPr>
      <cdr:spPr>
        <a:xfrm xmlns:a="http://schemas.openxmlformats.org/drawingml/2006/main">
          <a:off x="2027584" y="2779645"/>
          <a:ext cx="1524000" cy="1232452"/>
        </a:xfrm>
        <a:prstGeom xmlns:a="http://schemas.openxmlformats.org/drawingml/2006/main" prst="ellipse">
          <a:avLst/>
        </a:prstGeom>
        <a:noFill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s-ES"/>
        </a:p>
      </cdr:txBody>
    </cdr:sp>
  </cdr:relSizeAnchor>
  <cdr:relSizeAnchor xmlns:cdr="http://schemas.openxmlformats.org/drawingml/2006/chartDrawing">
    <cdr:from>
      <cdr:x>0.28917</cdr:x>
      <cdr:y>0.37407</cdr:y>
    </cdr:from>
    <cdr:to>
      <cdr:x>0.43126</cdr:x>
      <cdr:y>0.56672</cdr:y>
    </cdr:to>
    <cdr:sp macro="" textlink="">
      <cdr:nvSpPr>
        <cdr:cNvPr id="3" name="Elipse 2">
          <a:extLst xmlns:a="http://schemas.openxmlformats.org/drawingml/2006/main">
            <a:ext uri="{FF2B5EF4-FFF2-40B4-BE49-F238E27FC236}">
              <a16:creationId xmlns:a16="http://schemas.microsoft.com/office/drawing/2014/main" id="{59B9B547-3307-4633-B445-2A5284FA340F}"/>
            </a:ext>
          </a:extLst>
        </cdr:cNvPr>
        <cdr:cNvSpPr/>
      </cdr:nvSpPr>
      <cdr:spPr>
        <a:xfrm xmlns:a="http://schemas.openxmlformats.org/drawingml/2006/main">
          <a:off x="3456609" y="2393123"/>
          <a:ext cx="1698487" cy="1232452"/>
        </a:xfrm>
        <a:prstGeom xmlns:a="http://schemas.openxmlformats.org/drawingml/2006/main" prst="ellipse">
          <a:avLst/>
        </a:prstGeom>
        <a:noFill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s-ES"/>
        </a:p>
      </cdr:txBody>
    </cdr:sp>
  </cdr:relSizeAnchor>
  <cdr:relSizeAnchor xmlns:cdr="http://schemas.openxmlformats.org/drawingml/2006/chartDrawing">
    <cdr:from>
      <cdr:x>0.48744</cdr:x>
      <cdr:y>0.4483</cdr:y>
    </cdr:from>
    <cdr:to>
      <cdr:x>0.62953</cdr:x>
      <cdr:y>0.70999</cdr:y>
    </cdr:to>
    <cdr:sp macro="" textlink="">
      <cdr:nvSpPr>
        <cdr:cNvPr id="4" name="Elipse 3">
          <a:extLst xmlns:a="http://schemas.openxmlformats.org/drawingml/2006/main">
            <a:ext uri="{FF2B5EF4-FFF2-40B4-BE49-F238E27FC236}">
              <a16:creationId xmlns:a16="http://schemas.microsoft.com/office/drawing/2014/main" id="{C154B523-24F1-48D5-AD5D-D7D3453F5E88}"/>
            </a:ext>
          </a:extLst>
        </cdr:cNvPr>
        <cdr:cNvSpPr/>
      </cdr:nvSpPr>
      <cdr:spPr>
        <a:xfrm xmlns:a="http://schemas.openxmlformats.org/drawingml/2006/main">
          <a:off x="5826540" y="2867992"/>
          <a:ext cx="1698487" cy="1674191"/>
        </a:xfrm>
        <a:prstGeom xmlns:a="http://schemas.openxmlformats.org/drawingml/2006/main" prst="ellipse">
          <a:avLst/>
        </a:prstGeom>
        <a:noFill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s-ES"/>
        </a:p>
      </cdr:txBody>
    </cdr:sp>
  </cdr:relSizeAnchor>
  <cdr:relSizeAnchor xmlns:cdr="http://schemas.openxmlformats.org/drawingml/2006/chartDrawing">
    <cdr:from>
      <cdr:x>0.62583</cdr:x>
      <cdr:y>0.36915</cdr:y>
    </cdr:from>
    <cdr:to>
      <cdr:x>0.86142</cdr:x>
      <cdr:y>0.826</cdr:y>
    </cdr:to>
    <cdr:sp macro="" textlink="">
      <cdr:nvSpPr>
        <cdr:cNvPr id="5" name="Elipse 4">
          <a:extLst xmlns:a="http://schemas.openxmlformats.org/drawingml/2006/main">
            <a:ext uri="{FF2B5EF4-FFF2-40B4-BE49-F238E27FC236}">
              <a16:creationId xmlns:a16="http://schemas.microsoft.com/office/drawing/2014/main" id="{F8ED7C78-F658-409D-8A0C-F27C73B88B12}"/>
            </a:ext>
          </a:extLst>
        </cdr:cNvPr>
        <cdr:cNvSpPr/>
      </cdr:nvSpPr>
      <cdr:spPr>
        <a:xfrm xmlns:a="http://schemas.openxmlformats.org/drawingml/2006/main">
          <a:off x="7480853" y="2361647"/>
          <a:ext cx="2816087" cy="2922658"/>
        </a:xfrm>
        <a:prstGeom xmlns:a="http://schemas.openxmlformats.org/drawingml/2006/main" prst="ellipse">
          <a:avLst/>
        </a:prstGeom>
        <a:noFill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s-ES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0.30249</cdr:x>
      <cdr:y>0.26018</cdr:y>
    </cdr:from>
    <cdr:to>
      <cdr:x>0.46931</cdr:x>
      <cdr:y>0.46833</cdr:y>
    </cdr:to>
    <cdr:sp macro="" textlink="">
      <cdr:nvSpPr>
        <cdr:cNvPr id="2" name="Elipse 1">
          <a:extLst xmlns:a="http://schemas.openxmlformats.org/drawingml/2006/main">
            <a:ext uri="{FF2B5EF4-FFF2-40B4-BE49-F238E27FC236}">
              <a16:creationId xmlns:a16="http://schemas.microsoft.com/office/drawing/2014/main" id="{A1EB702A-A066-4567-86CA-F7BB25FC2FCF}"/>
            </a:ext>
          </a:extLst>
        </cdr:cNvPr>
        <cdr:cNvSpPr/>
      </cdr:nvSpPr>
      <cdr:spPr>
        <a:xfrm xmlns:a="http://schemas.openxmlformats.org/drawingml/2006/main">
          <a:off x="3604592" y="1706219"/>
          <a:ext cx="1987826" cy="1364973"/>
        </a:xfrm>
        <a:prstGeom xmlns:a="http://schemas.openxmlformats.org/drawingml/2006/main" prst="ellipse">
          <a:avLst/>
        </a:prstGeom>
        <a:noFill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s-ES"/>
        </a:p>
      </cdr:txBody>
    </cdr:sp>
  </cdr:relSizeAnchor>
  <cdr:relSizeAnchor xmlns:cdr="http://schemas.openxmlformats.org/drawingml/2006/chartDrawing">
    <cdr:from>
      <cdr:x>0.5</cdr:x>
      <cdr:y>0.23357</cdr:y>
    </cdr:from>
    <cdr:to>
      <cdr:x>0.63502</cdr:x>
      <cdr:y>0.52895</cdr:y>
    </cdr:to>
    <cdr:sp macro="" textlink="">
      <cdr:nvSpPr>
        <cdr:cNvPr id="3" name="Elipse 2">
          <a:extLst xmlns:a="http://schemas.openxmlformats.org/drawingml/2006/main">
            <a:ext uri="{FF2B5EF4-FFF2-40B4-BE49-F238E27FC236}">
              <a16:creationId xmlns:a16="http://schemas.microsoft.com/office/drawing/2014/main" id="{8161F797-0B22-46CA-B21D-656A9460290E}"/>
            </a:ext>
          </a:extLst>
        </cdr:cNvPr>
        <cdr:cNvSpPr/>
      </cdr:nvSpPr>
      <cdr:spPr>
        <a:xfrm xmlns:a="http://schemas.openxmlformats.org/drawingml/2006/main">
          <a:off x="5958114" y="1531732"/>
          <a:ext cx="1608878" cy="1937026"/>
        </a:xfrm>
        <a:prstGeom xmlns:a="http://schemas.openxmlformats.org/drawingml/2006/main" prst="ellipse">
          <a:avLst/>
        </a:prstGeom>
        <a:noFill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s-ES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4768B5-14EC-4EEB-B73B-EB77C8894E87}" type="datetimeFigureOut">
              <a:rPr lang="es-ES" smtClean="0"/>
              <a:t>14/11/2018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134FE2-2E25-4304-B061-948AD0558AC1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60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20165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20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41252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23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3423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6D93-59E5-43A2-BC8A-F0CED9D31D27}" type="datetimeFigureOut">
              <a:rPr lang="es-ES" smtClean="0"/>
              <a:t>14/11/2018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67E7B-A408-4CB3-A858-780A661A93D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9764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6D93-59E5-43A2-BC8A-F0CED9D31D27}" type="datetimeFigureOut">
              <a:rPr lang="es-ES" smtClean="0"/>
              <a:t>14/11/2018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67E7B-A408-4CB3-A858-780A661A93D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944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6D93-59E5-43A2-BC8A-F0CED9D31D27}" type="datetimeFigureOut">
              <a:rPr lang="es-ES" smtClean="0"/>
              <a:t>14/11/2018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67E7B-A408-4CB3-A858-780A661A93D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32577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6D93-59E5-43A2-BC8A-F0CED9D31D27}" type="datetimeFigureOut">
              <a:rPr lang="es-ES" smtClean="0"/>
              <a:t>14/11/2018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67E7B-A408-4CB3-A858-780A661A93D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0346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6D93-59E5-43A2-BC8A-F0CED9D31D27}" type="datetimeFigureOut">
              <a:rPr lang="es-ES" smtClean="0"/>
              <a:t>14/11/2018</a:t>
            </a:fld>
            <a:endParaRPr lang="es-E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67E7B-A408-4CB3-A858-780A661A93D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65839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6D93-59E5-43A2-BC8A-F0CED9D31D27}" type="datetimeFigureOut">
              <a:rPr lang="es-ES" smtClean="0"/>
              <a:t>14/11/2018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67E7B-A408-4CB3-A858-780A661A93D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6622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6D93-59E5-43A2-BC8A-F0CED9D31D27}" type="datetimeFigureOut">
              <a:rPr lang="es-ES" smtClean="0"/>
              <a:t>14/11/2018</a:t>
            </a:fld>
            <a:endParaRPr lang="es-E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67E7B-A408-4CB3-A858-780A661A93D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8457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6D93-59E5-43A2-BC8A-F0CED9D31D27}" type="datetimeFigureOut">
              <a:rPr lang="es-ES" smtClean="0"/>
              <a:t>14/11/2018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67E7B-A408-4CB3-A858-780A661A93D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83770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6D93-59E5-43A2-BC8A-F0CED9D31D27}" type="datetimeFigureOut">
              <a:rPr lang="es-ES" smtClean="0"/>
              <a:t>14/11/2018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67E7B-A408-4CB3-A858-780A661A93D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56325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6D93-59E5-43A2-BC8A-F0CED9D31D27}" type="datetimeFigureOut">
              <a:rPr lang="es-ES" smtClean="0"/>
              <a:t>14/11/2018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67E7B-A408-4CB3-A858-780A661A93D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97182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6D93-59E5-43A2-BC8A-F0CED9D31D27}" type="datetimeFigureOut">
              <a:rPr lang="es-ES" smtClean="0"/>
              <a:t>14/11/2018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67E7B-A408-4CB3-A858-780A661A93D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4567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B6D93-59E5-43A2-BC8A-F0CED9D31D27}" type="datetimeFigureOut">
              <a:rPr lang="es-ES" smtClean="0"/>
              <a:t>14/11/2018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67E7B-A408-4CB3-A858-780A661A93D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86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9.xml"/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2.xml"/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440CFE94-7926-4032-88AE-C34A33156B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6120170"/>
              </p:ext>
            </p:extLst>
          </p:nvPr>
        </p:nvGraphicFramePr>
        <p:xfrm>
          <a:off x="364435" y="334616"/>
          <a:ext cx="10979426" cy="6185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79110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7547EA9A-B9F0-4420-B841-C850E63D5C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0066121"/>
              </p:ext>
            </p:extLst>
          </p:nvPr>
        </p:nvGraphicFramePr>
        <p:xfrm>
          <a:off x="192157" y="387626"/>
          <a:ext cx="11907078" cy="64703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30496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083D1CFC-D488-4C82-B83C-F5622117C2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8929119"/>
              </p:ext>
            </p:extLst>
          </p:nvPr>
        </p:nvGraphicFramePr>
        <p:xfrm>
          <a:off x="106018" y="520147"/>
          <a:ext cx="11900452" cy="6238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64094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4035E6D2-E0F5-48D6-B5B0-F15D9E87B8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1889739"/>
              </p:ext>
            </p:extLst>
          </p:nvPr>
        </p:nvGraphicFramePr>
        <p:xfrm>
          <a:off x="404192" y="281608"/>
          <a:ext cx="11323982" cy="63047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11695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8255298F-74B3-4635-A8FD-E068A09D10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1014816"/>
              </p:ext>
            </p:extLst>
          </p:nvPr>
        </p:nvGraphicFramePr>
        <p:xfrm>
          <a:off x="205409" y="281609"/>
          <a:ext cx="11893826" cy="6370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25982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5E46A00B-168C-41AD-8B25-00290D1E6F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7527870"/>
              </p:ext>
            </p:extLst>
          </p:nvPr>
        </p:nvGraphicFramePr>
        <p:xfrm>
          <a:off x="337930" y="215347"/>
          <a:ext cx="11363740" cy="62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9868A685-DCA8-44D5-99C6-1DC59AF6EF7D}"/>
              </a:ext>
            </a:extLst>
          </p:cNvPr>
          <p:cNvSpPr/>
          <p:nvPr/>
        </p:nvSpPr>
        <p:spPr>
          <a:xfrm>
            <a:off x="1749287" y="516835"/>
            <a:ext cx="3843131" cy="16830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1973: Máximo </a:t>
            </a:r>
            <a:r>
              <a:rPr lang="es-AR" dirty="0" err="1"/>
              <a:t>hist</a:t>
            </a:r>
            <a:endParaRPr lang="es-AR" dirty="0"/>
          </a:p>
          <a:p>
            <a:pPr algn="ctr"/>
            <a:r>
              <a:rPr lang="es-AR" dirty="0"/>
              <a:t>(boom de </a:t>
            </a:r>
            <a:r>
              <a:rPr lang="es-AR" dirty="0" err="1"/>
              <a:t>mat.</a:t>
            </a:r>
            <a:r>
              <a:rPr lang="es-AR" dirty="0"/>
              <a:t> primas:. Post colapso Bretton Woods)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46250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5023D09A-A7B6-48C5-9455-A3057B2310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0289309"/>
              </p:ext>
            </p:extLst>
          </p:nvPr>
        </p:nvGraphicFramePr>
        <p:xfrm>
          <a:off x="1899050" y="1690688"/>
          <a:ext cx="8748464" cy="4687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/>
              <a:t>Retenciones: precios internos vs externos</a:t>
            </a:r>
            <a:endParaRPr sz="4000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4BB7E75E-57C2-4C14-BA2C-78CC5238BEF4}"/>
              </a:ext>
            </a:extLst>
          </p:cNvPr>
          <p:cNvSpPr/>
          <p:nvPr/>
        </p:nvSpPr>
        <p:spPr>
          <a:xfrm>
            <a:off x="6111010" y="3857824"/>
            <a:ext cx="936104" cy="11521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E6917E8-5CD4-4EE2-9FB5-6F3BB21B2126}"/>
              </a:ext>
            </a:extLst>
          </p:cNvPr>
          <p:cNvSpPr/>
          <p:nvPr/>
        </p:nvSpPr>
        <p:spPr>
          <a:xfrm>
            <a:off x="5282918" y="2757369"/>
            <a:ext cx="1656184" cy="13782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Precios internos 17% menores</a:t>
            </a:r>
            <a:endParaRPr lang="es-ES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B8C0D5D4-0C90-4B93-A63C-0A12B867C02A}"/>
              </a:ext>
            </a:extLst>
          </p:cNvPr>
          <p:cNvSpPr/>
          <p:nvPr/>
        </p:nvSpPr>
        <p:spPr>
          <a:xfrm>
            <a:off x="6303285" y="1562917"/>
            <a:ext cx="1512168" cy="13782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1975: 77% menores</a:t>
            </a:r>
            <a:endParaRPr lang="es-ES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8E47CAF-8BF4-4871-B62B-83A8BF311110}"/>
              </a:ext>
            </a:extLst>
          </p:cNvPr>
          <p:cNvSpPr/>
          <p:nvPr/>
        </p:nvSpPr>
        <p:spPr>
          <a:xfrm>
            <a:off x="7875206" y="1769593"/>
            <a:ext cx="1620180" cy="339888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CC53D3F-0DF7-4F91-8D84-75A3C9029593}"/>
              </a:ext>
            </a:extLst>
          </p:cNvPr>
          <p:cNvSpPr/>
          <p:nvPr/>
        </p:nvSpPr>
        <p:spPr>
          <a:xfrm>
            <a:off x="8271250" y="4135608"/>
            <a:ext cx="1422158" cy="1144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25% menores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5946268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937B176C-08F5-441B-A2F9-5F849F8992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1538040"/>
              </p:ext>
            </p:extLst>
          </p:nvPr>
        </p:nvGraphicFramePr>
        <p:xfrm>
          <a:off x="-1" y="-1"/>
          <a:ext cx="11794435" cy="6440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64872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AD6B8FB4-B0F5-43A6-9A51-8FF8CA3048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5192482"/>
              </p:ext>
            </p:extLst>
          </p:nvPr>
        </p:nvGraphicFramePr>
        <p:xfrm>
          <a:off x="0" y="135834"/>
          <a:ext cx="12072730" cy="6556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F76513F7-529F-48CA-9CC3-954CB317EA47}"/>
              </a:ext>
            </a:extLst>
          </p:cNvPr>
          <p:cNvSpPr/>
          <p:nvPr/>
        </p:nvSpPr>
        <p:spPr>
          <a:xfrm rot="2026146">
            <a:off x="2650436" y="1603513"/>
            <a:ext cx="2213113" cy="11264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Perón 3: Crecer en base a expo</a:t>
            </a:r>
            <a:endParaRPr lang="es-ES" dirty="0"/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53D81DD3-C73F-4BDE-9E9D-617F07D675D6}"/>
              </a:ext>
            </a:extLst>
          </p:cNvPr>
          <p:cNvSpPr/>
          <p:nvPr/>
        </p:nvSpPr>
        <p:spPr>
          <a:xfrm rot="2026146">
            <a:off x="3696882" y="1146313"/>
            <a:ext cx="2213113" cy="11264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err="1"/>
              <a:t>MdH</a:t>
            </a:r>
            <a:r>
              <a:rPr lang="es-AR" dirty="0"/>
              <a:t>: Más apertura expo</a:t>
            </a:r>
            <a:endParaRPr lang="es-ES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060BAA4C-4222-468F-8D67-747A2A3499FF}"/>
              </a:ext>
            </a:extLst>
          </p:cNvPr>
          <p:cNvSpPr/>
          <p:nvPr/>
        </p:nvSpPr>
        <p:spPr>
          <a:xfrm rot="2026146">
            <a:off x="4435691" y="689114"/>
            <a:ext cx="2213113" cy="11264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err="1"/>
              <a:t>MdH</a:t>
            </a:r>
            <a:r>
              <a:rPr lang="es-AR" dirty="0"/>
              <a:t>: “avalancha </a:t>
            </a:r>
            <a:r>
              <a:rPr lang="es-AR" dirty="0" err="1"/>
              <a:t>impo</a:t>
            </a:r>
            <a:r>
              <a:rPr lang="es-AR" dirty="0"/>
              <a:t>”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99030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D52B0203-543C-4B3B-9521-537F2242B6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3201213"/>
              </p:ext>
            </p:extLst>
          </p:nvPr>
        </p:nvGraphicFramePr>
        <p:xfrm>
          <a:off x="-1" y="0"/>
          <a:ext cx="12085983" cy="66923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18087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E27938BF-77DC-4032-98D9-C45B06AC1D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4536121"/>
              </p:ext>
            </p:extLst>
          </p:nvPr>
        </p:nvGraphicFramePr>
        <p:xfrm>
          <a:off x="218660" y="149086"/>
          <a:ext cx="11827565" cy="65432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2768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72C6D3AB-6F3E-4016-B9E3-C07AC19283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1077921"/>
              </p:ext>
            </p:extLst>
          </p:nvPr>
        </p:nvGraphicFramePr>
        <p:xfrm>
          <a:off x="470452" y="493642"/>
          <a:ext cx="11443252" cy="6211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73985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2C3F253C-ED0B-4908-9F29-CE52C6D06C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0586652"/>
              </p:ext>
            </p:extLst>
          </p:nvPr>
        </p:nvGraphicFramePr>
        <p:xfrm>
          <a:off x="192156" y="387625"/>
          <a:ext cx="11522765" cy="6238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Flecha: hacia la izquierda 4">
            <a:extLst>
              <a:ext uri="{FF2B5EF4-FFF2-40B4-BE49-F238E27FC236}">
                <a16:creationId xmlns:a16="http://schemas.microsoft.com/office/drawing/2014/main" id="{81097E27-68C1-4EB1-B769-03DB1238D20A}"/>
              </a:ext>
            </a:extLst>
          </p:cNvPr>
          <p:cNvSpPr/>
          <p:nvPr/>
        </p:nvSpPr>
        <p:spPr>
          <a:xfrm rot="19934487">
            <a:off x="7726016" y="1372658"/>
            <a:ext cx="2835965" cy="156375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err="1"/>
              <a:t>MdH</a:t>
            </a:r>
            <a:r>
              <a:rPr lang="es-AR" dirty="0"/>
              <a:t>: atraso cambiario determinante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5657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6FB8B94E-FD49-4631-A3A3-C5663135F5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1080442"/>
              </p:ext>
            </p:extLst>
          </p:nvPr>
        </p:nvGraphicFramePr>
        <p:xfrm>
          <a:off x="589722" y="294861"/>
          <a:ext cx="10966174" cy="63047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29995295-862A-47E6-8844-88A4D5C7A8F8}"/>
              </a:ext>
            </a:extLst>
          </p:cNvPr>
          <p:cNvSpPr/>
          <p:nvPr/>
        </p:nvSpPr>
        <p:spPr>
          <a:xfrm>
            <a:off x="7460974" y="1961322"/>
            <a:ext cx="3260035" cy="10469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600" dirty="0"/>
              <a:t>LOS 70</a:t>
            </a:r>
          </a:p>
        </p:txBody>
      </p:sp>
    </p:spTree>
    <p:extLst>
      <p:ext uri="{BB962C8B-B14F-4D97-AF65-F5344CB8AC3E}">
        <p14:creationId xmlns:p14="http://schemas.microsoft.com/office/powerpoint/2010/main" val="1317707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35CF0195-AB53-46AA-A0AE-3A6DB1274B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8269265"/>
              </p:ext>
            </p:extLst>
          </p:nvPr>
        </p:nvGraphicFramePr>
        <p:xfrm>
          <a:off x="271669" y="685800"/>
          <a:ext cx="11668540" cy="60065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E188D97E-500E-4946-B55E-598FCF1452B4}"/>
              </a:ext>
            </a:extLst>
          </p:cNvPr>
          <p:cNvSpPr/>
          <p:nvPr/>
        </p:nvSpPr>
        <p:spPr>
          <a:xfrm>
            <a:off x="3061253" y="2642153"/>
            <a:ext cx="3260035" cy="10469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600" dirty="0"/>
              <a:t>LOS 80</a:t>
            </a:r>
          </a:p>
        </p:txBody>
      </p:sp>
    </p:spTree>
    <p:extLst>
      <p:ext uri="{BB962C8B-B14F-4D97-AF65-F5344CB8AC3E}">
        <p14:creationId xmlns:p14="http://schemas.microsoft.com/office/powerpoint/2010/main" val="299304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18E8AACA-2B13-49E8-A9A3-73A739C08A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5100962"/>
              </p:ext>
            </p:extLst>
          </p:nvPr>
        </p:nvGraphicFramePr>
        <p:xfrm>
          <a:off x="-1" y="162338"/>
          <a:ext cx="11953461" cy="6397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39907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1446DFAF-9700-402C-9813-F7DEFB05A7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4325320"/>
              </p:ext>
            </p:extLst>
          </p:nvPr>
        </p:nvGraphicFramePr>
        <p:xfrm>
          <a:off x="-1" y="162338"/>
          <a:ext cx="11916229" cy="655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28526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2F965902-18AC-4ADA-A085-EAF16B86B3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4158043"/>
              </p:ext>
            </p:extLst>
          </p:nvPr>
        </p:nvGraphicFramePr>
        <p:xfrm>
          <a:off x="204476" y="215347"/>
          <a:ext cx="11391175" cy="6344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67098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9437C3A-3726-4330-94FC-B4E91A4D65CD}"/>
              </a:ext>
            </a:extLst>
          </p:cNvPr>
          <p:cNvSpPr/>
          <p:nvPr/>
        </p:nvSpPr>
        <p:spPr>
          <a:xfrm>
            <a:off x="4015409" y="119270"/>
            <a:ext cx="4572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ACTIVOS INTERNOS BCRA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0C36CC4E-3975-47E6-9386-5DEDD40B33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5445469"/>
              </p:ext>
            </p:extLst>
          </p:nvPr>
        </p:nvGraphicFramePr>
        <p:xfrm>
          <a:off x="0" y="930966"/>
          <a:ext cx="6096000" cy="5927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B92759C2-3865-4170-BED5-65FE796937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1340423"/>
              </p:ext>
            </p:extLst>
          </p:nvPr>
        </p:nvGraphicFramePr>
        <p:xfrm>
          <a:off x="5996609" y="1126435"/>
          <a:ext cx="6096000" cy="5731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75CCF653-5140-411B-BDAE-B8EA4F87937E}"/>
              </a:ext>
            </a:extLst>
          </p:cNvPr>
          <p:cNvSpPr/>
          <p:nvPr/>
        </p:nvSpPr>
        <p:spPr>
          <a:xfrm>
            <a:off x="927652" y="1550504"/>
            <a:ext cx="967409" cy="53074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333565C-AE2C-4329-95AF-4989BB1EC189}"/>
              </a:ext>
            </a:extLst>
          </p:cNvPr>
          <p:cNvSpPr/>
          <p:nvPr/>
        </p:nvSpPr>
        <p:spPr>
          <a:xfrm>
            <a:off x="6924261" y="1550504"/>
            <a:ext cx="967409" cy="53074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Flecha: hacia abajo 7">
            <a:extLst>
              <a:ext uri="{FF2B5EF4-FFF2-40B4-BE49-F238E27FC236}">
                <a16:creationId xmlns:a16="http://schemas.microsoft.com/office/drawing/2014/main" id="{1DD59E89-294D-4AF4-8486-177D688444B0}"/>
              </a:ext>
            </a:extLst>
          </p:cNvPr>
          <p:cNvSpPr/>
          <p:nvPr/>
        </p:nvSpPr>
        <p:spPr>
          <a:xfrm>
            <a:off x="2822713" y="4876800"/>
            <a:ext cx="371061" cy="5830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4B204F48-1221-4F84-B768-1AC36BCD7EFA}"/>
              </a:ext>
            </a:extLst>
          </p:cNvPr>
          <p:cNvSpPr/>
          <p:nvPr/>
        </p:nvSpPr>
        <p:spPr>
          <a:xfrm>
            <a:off x="8786192" y="4204252"/>
            <a:ext cx="371061" cy="5830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70805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/>
              <a:t>Agregados monetarios (M1)</a:t>
            </a:r>
            <a:endParaRPr sz="4000" dirty="0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A47526E8-FBE6-4714-AC6C-5FFB039356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9318481"/>
              </p:ext>
            </p:extLst>
          </p:nvPr>
        </p:nvGraphicFramePr>
        <p:xfrm>
          <a:off x="838199" y="1777902"/>
          <a:ext cx="10399643" cy="47474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9226578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9C47F1A6-0666-4BFA-A01B-B6AD71FB53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7301232"/>
              </p:ext>
            </p:extLst>
          </p:nvPr>
        </p:nvGraphicFramePr>
        <p:xfrm>
          <a:off x="-1" y="308112"/>
          <a:ext cx="11953461" cy="6397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61130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ACF75B70-BC4B-44DD-8DD5-7EF7958004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222981"/>
              </p:ext>
            </p:extLst>
          </p:nvPr>
        </p:nvGraphicFramePr>
        <p:xfrm>
          <a:off x="139147" y="294861"/>
          <a:ext cx="11390243" cy="6052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17074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/>
              <a:t>1. Planes </a:t>
            </a:r>
            <a:endParaRPr sz="4000" dirty="0"/>
          </a:p>
        </p:txBody>
      </p:sp>
      <p:sp>
        <p:nvSpPr>
          <p:cNvPr id="19" name="13 Marcador de pie de página"/>
          <p:cNvSpPr>
            <a:spLocks noGrp="1"/>
          </p:cNvSpPr>
          <p:nvPr>
            <p:ph type="ftr" sz="quarter" idx="4294967295"/>
          </p:nvPr>
        </p:nvSpPr>
        <p:spPr>
          <a:xfrm>
            <a:off x="5951985" y="1479700"/>
            <a:ext cx="5867607" cy="365125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s-ES" sz="1400" dirty="0">
                <a:solidFill>
                  <a:schemeClr val="tx1"/>
                </a:solidFill>
              </a:rPr>
              <a:t>Plan Anti-Inflacionario de K.V. - Cátedra HEA - FCE - UNC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14947C9-7963-4C48-9841-0BEE78FC61C6}"/>
              </a:ext>
            </a:extLst>
          </p:cNvPr>
          <p:cNvSpPr/>
          <p:nvPr/>
        </p:nvSpPr>
        <p:spPr>
          <a:xfrm>
            <a:off x="2855640" y="1988841"/>
            <a:ext cx="6840760" cy="9621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dirty="0"/>
              <a:t>Krieger Vasena (1967)</a:t>
            </a:r>
            <a:endParaRPr lang="es-ES" sz="24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B6AE096-E9F1-43D4-A743-F41032A88420}"/>
              </a:ext>
            </a:extLst>
          </p:cNvPr>
          <p:cNvSpPr/>
          <p:nvPr/>
        </p:nvSpPr>
        <p:spPr>
          <a:xfrm>
            <a:off x="2855640" y="3176194"/>
            <a:ext cx="6840760" cy="9621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dirty="0"/>
              <a:t>Perón (1973)</a:t>
            </a:r>
            <a:endParaRPr lang="es-ES" sz="24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B9311A5-1561-4CCC-8B37-82D80919441F}"/>
              </a:ext>
            </a:extLst>
          </p:cNvPr>
          <p:cNvSpPr/>
          <p:nvPr/>
        </p:nvSpPr>
        <p:spPr>
          <a:xfrm>
            <a:off x="2855640" y="4346921"/>
            <a:ext cx="6840760" cy="9621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dirty="0"/>
              <a:t>Martínez de Hoz (1976)</a:t>
            </a:r>
            <a:endParaRPr lang="es-ES" sz="24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7024DF2-BE37-4289-8245-3D55608DF464}"/>
              </a:ext>
            </a:extLst>
          </p:cNvPr>
          <p:cNvSpPr/>
          <p:nvPr/>
        </p:nvSpPr>
        <p:spPr>
          <a:xfrm>
            <a:off x="2855640" y="5517648"/>
            <a:ext cx="6840760" cy="9621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dirty="0"/>
              <a:t>Austral (1986)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269883927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23F211A3-20DA-48BF-8D9A-6BF5658500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5323334"/>
              </p:ext>
            </p:extLst>
          </p:nvPr>
        </p:nvGraphicFramePr>
        <p:xfrm>
          <a:off x="212035" y="516835"/>
          <a:ext cx="11688417" cy="6122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A5FF7CF6-7A23-4325-A525-A54AC975C0F7}"/>
              </a:ext>
            </a:extLst>
          </p:cNvPr>
          <p:cNvSpPr/>
          <p:nvPr/>
        </p:nvSpPr>
        <p:spPr>
          <a:xfrm>
            <a:off x="1338469" y="795131"/>
            <a:ext cx="2902226" cy="5963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PIB</a:t>
            </a:r>
          </a:p>
        </p:txBody>
      </p:sp>
    </p:spTree>
    <p:extLst>
      <p:ext uri="{BB962C8B-B14F-4D97-AF65-F5344CB8AC3E}">
        <p14:creationId xmlns:p14="http://schemas.microsoft.com/office/powerpoint/2010/main" val="15230413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A41588CE-F2AB-40EB-8784-384D739CDC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1991248"/>
              </p:ext>
            </p:extLst>
          </p:nvPr>
        </p:nvGraphicFramePr>
        <p:xfrm>
          <a:off x="123411" y="0"/>
          <a:ext cx="5972589" cy="4452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09DB44A9-CF4A-4858-8EC8-704B6C7171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2649113"/>
              </p:ext>
            </p:extLst>
          </p:nvPr>
        </p:nvGraphicFramePr>
        <p:xfrm>
          <a:off x="6096000" y="2584174"/>
          <a:ext cx="6096000" cy="42881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20EA2D6D-A819-48C1-AC1E-4E4892F16644}"/>
              </a:ext>
            </a:extLst>
          </p:cNvPr>
          <p:cNvSpPr/>
          <p:nvPr/>
        </p:nvSpPr>
        <p:spPr>
          <a:xfrm>
            <a:off x="7792278" y="755374"/>
            <a:ext cx="2902226" cy="5963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INFLACIÓN</a:t>
            </a:r>
          </a:p>
        </p:txBody>
      </p:sp>
    </p:spTree>
    <p:extLst>
      <p:ext uri="{BB962C8B-B14F-4D97-AF65-F5344CB8AC3E}">
        <p14:creationId xmlns:p14="http://schemas.microsoft.com/office/powerpoint/2010/main" val="2690279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0EA2D6D-A819-48C1-AC1E-4E4892F16644}"/>
              </a:ext>
            </a:extLst>
          </p:cNvPr>
          <p:cNvSpPr/>
          <p:nvPr/>
        </p:nvSpPr>
        <p:spPr>
          <a:xfrm>
            <a:off x="4479235" y="145774"/>
            <a:ext cx="2902226" cy="5963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SECTOR EXTERNO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5F6A2028-68F2-4646-8416-BFFC363138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454268"/>
              </p:ext>
            </p:extLst>
          </p:nvPr>
        </p:nvGraphicFramePr>
        <p:xfrm>
          <a:off x="238539" y="742122"/>
          <a:ext cx="11953461" cy="5993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992269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0EA2D6D-A819-48C1-AC1E-4E4892F16644}"/>
              </a:ext>
            </a:extLst>
          </p:cNvPr>
          <p:cNvSpPr/>
          <p:nvPr/>
        </p:nvSpPr>
        <p:spPr>
          <a:xfrm>
            <a:off x="4479235" y="145774"/>
            <a:ext cx="2902226" cy="5963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SECTOR PÚBLICO (%PIB)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3D8DBD33-8050-4F39-BBF8-A5ECE2FF7F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4197190"/>
              </p:ext>
            </p:extLst>
          </p:nvPr>
        </p:nvGraphicFramePr>
        <p:xfrm>
          <a:off x="0" y="1169503"/>
          <a:ext cx="6255026" cy="33097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1027E3F6-9F17-4E7F-80A1-126F1F0D36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0422880"/>
              </p:ext>
            </p:extLst>
          </p:nvPr>
        </p:nvGraphicFramePr>
        <p:xfrm>
          <a:off x="6255026" y="3313043"/>
          <a:ext cx="5698435" cy="3544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89E08F31-5100-4B92-A2A7-1F04B41CE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1025" y="145774"/>
            <a:ext cx="3990975" cy="287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BB96D65-D182-4AAA-91B3-428FD1380AFB}"/>
              </a:ext>
            </a:extLst>
          </p:cNvPr>
          <p:cNvSpPr/>
          <p:nvPr/>
        </p:nvSpPr>
        <p:spPr>
          <a:xfrm>
            <a:off x="1676400" y="5317435"/>
            <a:ext cx="2902226" cy="5963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Ver contenido…</a:t>
            </a:r>
          </a:p>
        </p:txBody>
      </p:sp>
    </p:spTree>
    <p:extLst>
      <p:ext uri="{BB962C8B-B14F-4D97-AF65-F5344CB8AC3E}">
        <p14:creationId xmlns:p14="http://schemas.microsoft.com/office/powerpoint/2010/main" val="11757887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0EA2D6D-A819-48C1-AC1E-4E4892F16644}"/>
              </a:ext>
            </a:extLst>
          </p:cNvPr>
          <p:cNvSpPr/>
          <p:nvPr/>
        </p:nvSpPr>
        <p:spPr>
          <a:xfrm>
            <a:off x="4479235" y="145774"/>
            <a:ext cx="2902226" cy="5963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Reservas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11C4D08C-F4CF-40DA-9DFD-5E8A9E7A03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0706018"/>
              </p:ext>
            </p:extLst>
          </p:nvPr>
        </p:nvGraphicFramePr>
        <p:xfrm>
          <a:off x="755373" y="1152938"/>
          <a:ext cx="10986053" cy="53803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600362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0EA2D6D-A819-48C1-AC1E-4E4892F16644}"/>
              </a:ext>
            </a:extLst>
          </p:cNvPr>
          <p:cNvSpPr/>
          <p:nvPr/>
        </p:nvSpPr>
        <p:spPr>
          <a:xfrm>
            <a:off x="4479235" y="145774"/>
            <a:ext cx="2902226" cy="5963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TC/IPC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E8933B45-9E49-4A13-98B0-F230DCAC4F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7990687"/>
              </p:ext>
            </p:extLst>
          </p:nvPr>
        </p:nvGraphicFramePr>
        <p:xfrm>
          <a:off x="152400" y="1050235"/>
          <a:ext cx="5943600" cy="3309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362009BE-29A6-495E-A9BF-B7E3F9BB8B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650160"/>
              </p:ext>
            </p:extLst>
          </p:nvPr>
        </p:nvGraphicFramePr>
        <p:xfrm>
          <a:off x="6202017" y="3087757"/>
          <a:ext cx="5751444" cy="3770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910367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0EA2D6D-A819-48C1-AC1E-4E4892F16644}"/>
              </a:ext>
            </a:extLst>
          </p:cNvPr>
          <p:cNvSpPr/>
          <p:nvPr/>
        </p:nvSpPr>
        <p:spPr>
          <a:xfrm>
            <a:off x="4479235" y="145774"/>
            <a:ext cx="2902226" cy="5963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Activos internos reales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1A5488FC-7B8A-4231-8900-B57C6F2E08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4188347"/>
              </p:ext>
            </p:extLst>
          </p:nvPr>
        </p:nvGraphicFramePr>
        <p:xfrm>
          <a:off x="119270" y="1179442"/>
          <a:ext cx="12072730" cy="5678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466389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0EA2D6D-A819-48C1-AC1E-4E4892F16644}"/>
              </a:ext>
            </a:extLst>
          </p:cNvPr>
          <p:cNvSpPr/>
          <p:nvPr/>
        </p:nvSpPr>
        <p:spPr>
          <a:xfrm>
            <a:off x="4479235" y="145774"/>
            <a:ext cx="2902226" cy="5963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Base Monetaria real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0EE55FB5-6E01-484B-99CE-A1D72548EE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158969"/>
              </p:ext>
            </p:extLst>
          </p:nvPr>
        </p:nvGraphicFramePr>
        <p:xfrm>
          <a:off x="0" y="742121"/>
          <a:ext cx="12046226" cy="60429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650987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226</Words>
  <Application>Microsoft Office PowerPoint</Application>
  <PresentationFormat>Panorámica</PresentationFormat>
  <Paragraphs>56</Paragraphs>
  <Slides>31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Retenciones: precios internos vs externos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Agregados monetarios (M1)</vt:lpstr>
      <vt:lpstr>Presentación de PowerPoint</vt:lpstr>
      <vt:lpstr>Presentación de PowerPoint</vt:lpstr>
      <vt:lpstr>1. Planes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Lucas</dc:creator>
  <cp:lastModifiedBy>Lucas Tossolini</cp:lastModifiedBy>
  <cp:revision>26</cp:revision>
  <dcterms:created xsi:type="dcterms:W3CDTF">2016-10-27T11:48:13Z</dcterms:created>
  <dcterms:modified xsi:type="dcterms:W3CDTF">2018-11-14T22:58:21Z</dcterms:modified>
</cp:coreProperties>
</file>