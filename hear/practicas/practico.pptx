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53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0EFC-B5A4-47E8-98BB-59C5F397BCF4}" type="datetimeFigureOut">
              <a:rPr lang="es-AR" smtClean="0"/>
              <a:t>30/8/2018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439B-9A1D-435B-B7AD-58CB7A0D50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48066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0EFC-B5A4-47E8-98BB-59C5F397BCF4}" type="datetimeFigureOut">
              <a:rPr lang="es-AR" smtClean="0"/>
              <a:t>30/8/2018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439B-9A1D-435B-B7AD-58CB7A0D50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4666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0EFC-B5A4-47E8-98BB-59C5F397BCF4}" type="datetimeFigureOut">
              <a:rPr lang="es-AR" smtClean="0"/>
              <a:t>30/8/2018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439B-9A1D-435B-B7AD-58CB7A0D50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03079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0EFC-B5A4-47E8-98BB-59C5F397BCF4}" type="datetimeFigureOut">
              <a:rPr lang="es-AR" smtClean="0"/>
              <a:t>30/8/2018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439B-9A1D-435B-B7AD-58CB7A0D50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3965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0EFC-B5A4-47E8-98BB-59C5F397BCF4}" type="datetimeFigureOut">
              <a:rPr lang="es-AR" smtClean="0"/>
              <a:t>30/8/2018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439B-9A1D-435B-B7AD-58CB7A0D50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54109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0EFC-B5A4-47E8-98BB-59C5F397BCF4}" type="datetimeFigureOut">
              <a:rPr lang="es-AR" smtClean="0"/>
              <a:t>30/8/2018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439B-9A1D-435B-B7AD-58CB7A0D50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5550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0EFC-B5A4-47E8-98BB-59C5F397BCF4}" type="datetimeFigureOut">
              <a:rPr lang="es-AR" smtClean="0"/>
              <a:t>30/8/2018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439B-9A1D-435B-B7AD-58CB7A0D50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33335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0EFC-B5A4-47E8-98BB-59C5F397BCF4}" type="datetimeFigureOut">
              <a:rPr lang="es-AR" smtClean="0"/>
              <a:t>30/8/2018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439B-9A1D-435B-B7AD-58CB7A0D50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9153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0EFC-B5A4-47E8-98BB-59C5F397BCF4}" type="datetimeFigureOut">
              <a:rPr lang="es-AR" smtClean="0"/>
              <a:t>30/8/2018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439B-9A1D-435B-B7AD-58CB7A0D50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34487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0EFC-B5A4-47E8-98BB-59C5F397BCF4}" type="datetimeFigureOut">
              <a:rPr lang="es-AR" smtClean="0"/>
              <a:t>30/8/2018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439B-9A1D-435B-B7AD-58CB7A0D50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2490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E0EFC-B5A4-47E8-98BB-59C5F397BCF4}" type="datetimeFigureOut">
              <a:rPr lang="es-AR" smtClean="0"/>
              <a:t>30/8/2018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5439B-9A1D-435B-B7AD-58CB7A0D50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227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E0EFC-B5A4-47E8-98BB-59C5F397BCF4}" type="datetimeFigureOut">
              <a:rPr lang="es-AR" smtClean="0"/>
              <a:t>30/8/2018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5439B-9A1D-435B-B7AD-58CB7A0D50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9351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74508E70-0E37-4F1B-9B7D-EE48A1B710BA}"/>
              </a:ext>
            </a:extLst>
          </p:cNvPr>
          <p:cNvSpPr/>
          <p:nvPr/>
        </p:nvSpPr>
        <p:spPr>
          <a:xfrm>
            <a:off x="1361226" y="268437"/>
            <a:ext cx="3352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Della </a:t>
            </a:r>
            <a:r>
              <a:rPr lang="es-AR" b="1" dirty="0" err="1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Paolera</a:t>
            </a:r>
            <a:r>
              <a:rPr lang="es-AR" b="1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 y Taylor</a:t>
            </a:r>
          </a:p>
          <a:p>
            <a:pPr algn="ctr"/>
            <a:r>
              <a:rPr lang="es-AR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1- Preludio crisis </a:t>
            </a:r>
          </a:p>
          <a:p>
            <a:pPr algn="ctr"/>
            <a:r>
              <a:rPr lang="es-AR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2- Crisis de 1890</a:t>
            </a:r>
          </a:p>
          <a:p>
            <a:pPr algn="ctr"/>
            <a:r>
              <a:rPr lang="es-AR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3- Patrón oro (1900-1914)</a:t>
            </a:r>
          </a:p>
          <a:p>
            <a:pPr algn="ctr"/>
            <a:r>
              <a:rPr lang="es-AR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4- Fragilidad financiera años 20</a:t>
            </a:r>
          </a:p>
          <a:p>
            <a:pPr algn="ctr"/>
            <a:r>
              <a:rPr lang="es-AR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5- Gran Depresión</a:t>
            </a:r>
            <a:endParaRPr lang="es-AR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6368C8BF-6567-4237-99FB-3E79EEAC9110}"/>
              </a:ext>
            </a:extLst>
          </p:cNvPr>
          <p:cNvSpPr/>
          <p:nvPr/>
        </p:nvSpPr>
        <p:spPr>
          <a:xfrm flipH="1">
            <a:off x="4555001" y="1336673"/>
            <a:ext cx="636104" cy="450573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2133471-DCDC-49A6-9FF8-16C66F2AAA41}"/>
              </a:ext>
            </a:extLst>
          </p:cNvPr>
          <p:cNvSpPr/>
          <p:nvPr/>
        </p:nvSpPr>
        <p:spPr>
          <a:xfrm>
            <a:off x="3797997" y="2622981"/>
            <a:ext cx="20766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Trabajo de </a:t>
            </a:r>
          </a:p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Pedro </a:t>
            </a:r>
            <a:r>
              <a:rPr lang="es-AR" b="1" dirty="0" err="1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Baiocco</a:t>
            </a:r>
            <a:endParaRPr lang="es-A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5B79E74-4762-4DC1-B21C-4296EC0B937B}"/>
              </a:ext>
            </a:extLst>
          </p:cNvPr>
          <p:cNvSpPr/>
          <p:nvPr/>
        </p:nvSpPr>
        <p:spPr>
          <a:xfrm>
            <a:off x="3159903" y="3618087"/>
            <a:ext cx="3352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Base de Datos</a:t>
            </a:r>
            <a:endParaRPr lang="es-AR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78509404-720B-427B-B3B4-7B90DDC5F178}"/>
              </a:ext>
            </a:extLst>
          </p:cNvPr>
          <p:cNvSpPr/>
          <p:nvPr/>
        </p:nvSpPr>
        <p:spPr>
          <a:xfrm>
            <a:off x="4611016" y="3294060"/>
            <a:ext cx="450574" cy="369332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AR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C6AC6E8-FC7A-44CF-B139-F7B3ADD4096A}"/>
              </a:ext>
            </a:extLst>
          </p:cNvPr>
          <p:cNvSpPr/>
          <p:nvPr/>
        </p:nvSpPr>
        <p:spPr>
          <a:xfrm>
            <a:off x="5191105" y="961796"/>
            <a:ext cx="30109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Comportamiento de la caja?</a:t>
            </a:r>
          </a:p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Situación de los bancos?</a:t>
            </a:r>
          </a:p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El BNA?</a:t>
            </a:r>
          </a:p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EL Estado?</a:t>
            </a:r>
            <a:endParaRPr lang="es-AR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B8455CD-4DCD-40DE-A207-84D71F14EBA2}"/>
              </a:ext>
            </a:extLst>
          </p:cNvPr>
          <p:cNvSpPr/>
          <p:nvPr/>
        </p:nvSpPr>
        <p:spPr>
          <a:xfrm>
            <a:off x="635952" y="3344804"/>
            <a:ext cx="23020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Notas de Cátedra</a:t>
            </a:r>
          </a:p>
          <a:p>
            <a:pPr algn="ctr"/>
            <a:r>
              <a:rPr lang="es-AR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Patrón Oro</a:t>
            </a:r>
          </a:p>
          <a:p>
            <a:pPr algn="ctr"/>
            <a:r>
              <a:rPr lang="es-AR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Crisis de 1914</a:t>
            </a:r>
            <a:endParaRPr lang="es-AR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Signo más 15">
            <a:extLst>
              <a:ext uri="{FF2B5EF4-FFF2-40B4-BE49-F238E27FC236}">
                <a16:creationId xmlns:a16="http://schemas.microsoft.com/office/drawing/2014/main" id="{1C8D2893-D385-4011-9D90-8C5D08B907A5}"/>
              </a:ext>
            </a:extLst>
          </p:cNvPr>
          <p:cNvSpPr/>
          <p:nvPr/>
        </p:nvSpPr>
        <p:spPr>
          <a:xfrm>
            <a:off x="5649321" y="3566282"/>
            <a:ext cx="450574" cy="466360"/>
          </a:xfrm>
          <a:prstGeom prst="mathPlu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3C68FB5-735A-4E2B-BC01-A9C685B22E14}"/>
              </a:ext>
            </a:extLst>
          </p:cNvPr>
          <p:cNvSpPr/>
          <p:nvPr/>
        </p:nvSpPr>
        <p:spPr>
          <a:xfrm>
            <a:off x="6096435" y="3618087"/>
            <a:ext cx="290791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Otros Datos</a:t>
            </a:r>
          </a:p>
          <a:p>
            <a:r>
              <a:rPr lang="es-AR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El BNA en su cincuentenario</a:t>
            </a:r>
          </a:p>
          <a:p>
            <a:r>
              <a:rPr lang="es-AR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Bases extranjeras</a:t>
            </a:r>
          </a:p>
          <a:p>
            <a:r>
              <a:rPr lang="es-AR" dirty="0" err="1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Ferreres</a:t>
            </a:r>
            <a:endParaRPr lang="es-AR" dirty="0">
              <a:solidFill>
                <a:schemeClr val="accent1">
                  <a:lumMod val="50000"/>
                </a:schemeClr>
              </a:solidFill>
              <a:cs typeface="Browallia New" panose="020B0604020202020204" pitchFamily="34" charset="-34"/>
            </a:endParaRPr>
          </a:p>
          <a:p>
            <a:r>
              <a:rPr lang="es-AR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Bibliografía</a:t>
            </a:r>
          </a:p>
          <a:p>
            <a:r>
              <a:rPr lang="es-AR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Decretos</a:t>
            </a:r>
          </a:p>
          <a:p>
            <a:r>
              <a:rPr lang="es-AR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Leyes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587C901-EB2B-49EC-AF8D-5C1940F3EEFA}"/>
              </a:ext>
            </a:extLst>
          </p:cNvPr>
          <p:cNvSpPr/>
          <p:nvPr/>
        </p:nvSpPr>
        <p:spPr>
          <a:xfrm>
            <a:off x="932155" y="5515764"/>
            <a:ext cx="18556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3 </a:t>
            </a:r>
            <a:r>
              <a:rPr lang="es-AR" b="1" dirty="0" err="1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papers</a:t>
            </a:r>
            <a:endParaRPr lang="es-AR" b="1" dirty="0">
              <a:solidFill>
                <a:schemeClr val="accent1">
                  <a:lumMod val="50000"/>
                </a:schemeClr>
              </a:solidFill>
              <a:cs typeface="Browallia New" panose="020B0604020202020204" pitchFamily="34" charset="-34"/>
            </a:endParaRPr>
          </a:p>
          <a:p>
            <a:pPr algn="ctr"/>
            <a:r>
              <a:rPr lang="es-AR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1890-1914</a:t>
            </a:r>
          </a:p>
          <a:p>
            <a:pPr algn="ctr"/>
            <a:r>
              <a:rPr lang="es-AR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1914-1929</a:t>
            </a:r>
          </a:p>
          <a:p>
            <a:pPr algn="ctr"/>
            <a:r>
              <a:rPr lang="es-AR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1929-1934</a:t>
            </a:r>
            <a:endParaRPr lang="es-AR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D2FD68F-2EE1-4D0A-80F5-E83351AA8C5F}"/>
              </a:ext>
            </a:extLst>
          </p:cNvPr>
          <p:cNvSpPr/>
          <p:nvPr/>
        </p:nvSpPr>
        <p:spPr>
          <a:xfrm>
            <a:off x="1569635" y="38466"/>
            <a:ext cx="580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3941E7B-F1E5-4B1B-89D4-8ED2DDED9A77}"/>
              </a:ext>
            </a:extLst>
          </p:cNvPr>
          <p:cNvSpPr/>
          <p:nvPr/>
        </p:nvSpPr>
        <p:spPr>
          <a:xfrm>
            <a:off x="516203" y="3064089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endParaRPr lang="es-E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3B06EB3-DC9B-4335-A49A-4C829D9742E3}"/>
              </a:ext>
            </a:extLst>
          </p:cNvPr>
          <p:cNvSpPr/>
          <p:nvPr/>
        </p:nvSpPr>
        <p:spPr>
          <a:xfrm>
            <a:off x="3641788" y="3337797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B0D79A2-6854-40E1-BF77-A427438E5FDB}"/>
              </a:ext>
            </a:extLst>
          </p:cNvPr>
          <p:cNvSpPr/>
          <p:nvPr/>
        </p:nvSpPr>
        <p:spPr>
          <a:xfrm>
            <a:off x="851414" y="527990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</a:t>
            </a:r>
            <a:endParaRPr lang="es-E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70E0075-1459-4144-9EFF-07AB019470D5}"/>
              </a:ext>
            </a:extLst>
          </p:cNvPr>
          <p:cNvSpPr/>
          <p:nvPr/>
        </p:nvSpPr>
        <p:spPr>
          <a:xfrm>
            <a:off x="4639420" y="6065299"/>
            <a:ext cx="10760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  <a:cs typeface="Browallia New" panose="020B0604020202020204" pitchFamily="34" charset="-34"/>
              </a:rPr>
              <a:t>LIBRO</a:t>
            </a:r>
            <a:endParaRPr lang="es-AR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77F15AF-B6F1-4C54-908F-D46E6ACFE5F2}"/>
              </a:ext>
            </a:extLst>
          </p:cNvPr>
          <p:cNvSpPr/>
          <p:nvPr/>
        </p:nvSpPr>
        <p:spPr>
          <a:xfrm>
            <a:off x="4446164" y="5792763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876231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317</TotalTime>
  <Words>80</Words>
  <Application>Microsoft Office PowerPoint</Application>
  <PresentationFormat>Presentación en pantalla (4:3)</PresentationFormat>
  <Paragraphs>33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Browallia New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Lucas Tossolini</dc:creator>
  <cp:lastModifiedBy>Lucas Tossolini</cp:lastModifiedBy>
  <cp:revision>7</cp:revision>
  <dcterms:created xsi:type="dcterms:W3CDTF">2018-08-30T11:40:45Z</dcterms:created>
  <dcterms:modified xsi:type="dcterms:W3CDTF">2018-08-30T16:57:56Z</dcterms:modified>
</cp:coreProperties>
</file>