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2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3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4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drawings/drawing1.xml" ContentType="application/vnd.openxmlformats-officedocument.drawingml.chartshapes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22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23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30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31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80" r:id="rId2"/>
    <p:sldId id="370" r:id="rId3"/>
    <p:sldId id="304" r:id="rId4"/>
    <p:sldId id="371" r:id="rId5"/>
    <p:sldId id="355" r:id="rId6"/>
    <p:sldId id="356" r:id="rId7"/>
    <p:sldId id="372" r:id="rId8"/>
    <p:sldId id="357" r:id="rId9"/>
    <p:sldId id="302" r:id="rId10"/>
    <p:sldId id="294" r:id="rId11"/>
    <p:sldId id="350" r:id="rId12"/>
    <p:sldId id="292" r:id="rId13"/>
    <p:sldId id="295" r:id="rId14"/>
    <p:sldId id="256" r:id="rId15"/>
    <p:sldId id="299" r:id="rId16"/>
    <p:sldId id="300" r:id="rId17"/>
    <p:sldId id="301" r:id="rId18"/>
    <p:sldId id="259" r:id="rId19"/>
    <p:sldId id="342" r:id="rId20"/>
    <p:sldId id="351" r:id="rId21"/>
    <p:sldId id="332" r:id="rId22"/>
    <p:sldId id="261" r:id="rId23"/>
    <p:sldId id="333" r:id="rId24"/>
    <p:sldId id="269" r:id="rId25"/>
    <p:sldId id="272" r:id="rId26"/>
    <p:sldId id="274" r:id="rId27"/>
    <p:sldId id="273" r:id="rId28"/>
    <p:sldId id="362" r:id="rId29"/>
    <p:sldId id="363" r:id="rId30"/>
    <p:sldId id="364" r:id="rId31"/>
    <p:sldId id="365" r:id="rId32"/>
    <p:sldId id="366" r:id="rId33"/>
    <p:sldId id="367" r:id="rId34"/>
    <p:sldId id="278" r:id="rId35"/>
    <p:sldId id="337" r:id="rId36"/>
    <p:sldId id="352" r:id="rId37"/>
    <p:sldId id="368" r:id="rId38"/>
    <p:sldId id="369" r:id="rId39"/>
    <p:sldId id="326" r:id="rId40"/>
    <p:sldId id="335" r:id="rId41"/>
    <p:sldId id="339" r:id="rId42"/>
    <p:sldId id="340" r:id="rId43"/>
    <p:sldId id="341" r:id="rId44"/>
    <p:sldId id="343" r:id="rId45"/>
    <p:sldId id="377" r:id="rId46"/>
    <p:sldId id="358" r:id="rId47"/>
    <p:sldId id="320" r:id="rId48"/>
    <p:sldId id="347" r:id="rId49"/>
    <p:sldId id="305" r:id="rId50"/>
    <p:sldId id="344" r:id="rId51"/>
    <p:sldId id="346" r:id="rId52"/>
    <p:sldId id="313" r:id="rId53"/>
    <p:sldId id="359" r:id="rId54"/>
    <p:sldId id="279" r:id="rId55"/>
    <p:sldId id="314" r:id="rId56"/>
    <p:sldId id="306" r:id="rId57"/>
    <p:sldId id="312" r:id="rId58"/>
    <p:sldId id="378" r:id="rId59"/>
    <p:sldId id="379" r:id="rId60"/>
    <p:sldId id="325" r:id="rId61"/>
    <p:sldId id="373" r:id="rId62"/>
    <p:sldId id="374" r:id="rId63"/>
    <p:sldId id="376" r:id="rId64"/>
    <p:sldId id="375" r:id="rId65"/>
    <p:sldId id="361" r:id="rId66"/>
    <p:sldId id="315" r:id="rId67"/>
    <p:sldId id="354" r:id="rId68"/>
    <p:sldId id="285" r:id="rId69"/>
    <p:sldId id="284" r:id="rId70"/>
    <p:sldId id="311" r:id="rId71"/>
    <p:sldId id="348" r:id="rId72"/>
    <p:sldId id="316" r:id="rId73"/>
    <p:sldId id="360" r:id="rId74"/>
    <p:sldId id="349" r:id="rId75"/>
    <p:sldId id="327" r:id="rId76"/>
    <p:sldId id="328" r:id="rId77"/>
    <p:sldId id="329" r:id="rId78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cas Tossolini" initials="LT" lastIdx="2" clrIdx="0">
    <p:extLst>
      <p:ext uri="{19B8F6BF-5375-455C-9EA6-DF929625EA0E}">
        <p15:presenceInfo xmlns:p15="http://schemas.microsoft.com/office/powerpoint/2012/main" userId="82ff3cc4fadd8f4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22" autoAdjust="0"/>
    <p:restoredTop sz="94660"/>
  </p:normalViewPr>
  <p:slideViewPr>
    <p:cSldViewPr>
      <p:cViewPr varScale="1">
        <p:scale>
          <a:sx n="72" d="100"/>
          <a:sy n="72" d="100"/>
        </p:scale>
        <p:origin x="133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2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ommentAuthors" Target="commentAuthors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Tossolini" userId="82ff3cc4fadd8f44" providerId="LiveId" clId="{6F929317-6B04-4EBD-9102-3B64F359135C}"/>
    <pc:docChg chg="undo custSel addSld delSld modSld sldOrd">
      <pc:chgData name="Lucas Tossolini" userId="82ff3cc4fadd8f44" providerId="LiveId" clId="{6F929317-6B04-4EBD-9102-3B64F359135C}" dt="2019-10-08T19:57:30.002" v="1376" actId="14100"/>
      <pc:docMkLst>
        <pc:docMk/>
      </pc:docMkLst>
      <pc:sldChg chg="modSp">
        <pc:chgData name="Lucas Tossolini" userId="82ff3cc4fadd8f44" providerId="LiveId" clId="{6F929317-6B04-4EBD-9102-3B64F359135C}" dt="2019-09-26T13:26:26.708" v="149" actId="20577"/>
        <pc:sldMkLst>
          <pc:docMk/>
          <pc:sldMk cId="0" sldId="259"/>
        </pc:sldMkLst>
        <pc:spChg chg="mod">
          <ac:chgData name="Lucas Tossolini" userId="82ff3cc4fadd8f44" providerId="LiveId" clId="{6F929317-6B04-4EBD-9102-3B64F359135C}" dt="2019-09-26T13:26:26.708" v="149" actId="20577"/>
          <ac:spMkLst>
            <pc:docMk/>
            <pc:sldMk cId="0" sldId="259"/>
            <ac:spMk id="14" creationId="{00000000-0000-0000-0000-000000000000}"/>
          </ac:spMkLst>
        </pc:spChg>
      </pc:sldChg>
      <pc:sldChg chg="modSp">
        <pc:chgData name="Lucas Tossolini" userId="82ff3cc4fadd8f44" providerId="LiveId" clId="{6F929317-6B04-4EBD-9102-3B64F359135C}" dt="2019-09-26T13:28:19.731" v="153" actId="1076"/>
        <pc:sldMkLst>
          <pc:docMk/>
          <pc:sldMk cId="0" sldId="261"/>
        </pc:sldMkLst>
        <pc:spChg chg="mod">
          <ac:chgData name="Lucas Tossolini" userId="82ff3cc4fadd8f44" providerId="LiveId" clId="{6F929317-6B04-4EBD-9102-3B64F359135C}" dt="2019-09-26T13:28:06.187" v="152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3:28:19.731" v="153" actId="1076"/>
          <ac:spMkLst>
            <pc:docMk/>
            <pc:sldMk cId="0" sldId="261"/>
            <ac:spMk id="21" creationId="{46D4461A-C73A-45F0-AB9E-F4F810292127}"/>
          </ac:spMkLst>
        </pc:spChg>
        <pc:picChg chg="mod">
          <ac:chgData name="Lucas Tossolini" userId="82ff3cc4fadd8f44" providerId="LiveId" clId="{6F929317-6B04-4EBD-9102-3B64F359135C}" dt="2019-09-26T13:28:19.731" v="153" actId="1076"/>
          <ac:picMkLst>
            <pc:docMk/>
            <pc:sldMk cId="0" sldId="261"/>
            <ac:picMk id="22" creationId="{F760A6DC-4164-4C5F-820E-10A496776861}"/>
          </ac:picMkLst>
        </pc:picChg>
      </pc:sldChg>
      <pc:sldChg chg="addSp modSp">
        <pc:chgData name="Lucas Tossolini" userId="82ff3cc4fadd8f44" providerId="LiveId" clId="{6F929317-6B04-4EBD-9102-3B64F359135C}" dt="2019-09-26T13:46:20.176" v="286" actId="1076"/>
        <pc:sldMkLst>
          <pc:docMk/>
          <pc:sldMk cId="0" sldId="274"/>
        </pc:sldMkLst>
        <pc:spChg chg="add mod">
          <ac:chgData name="Lucas Tossolini" userId="82ff3cc4fadd8f44" providerId="LiveId" clId="{6F929317-6B04-4EBD-9102-3B64F359135C}" dt="2019-09-26T13:46:20.176" v="286" actId="1076"/>
          <ac:spMkLst>
            <pc:docMk/>
            <pc:sldMk cId="0" sldId="274"/>
            <ac:spMk id="24" creationId="{29B85965-100A-423D-ADFF-30B7B221FE39}"/>
          </ac:spMkLst>
        </pc:spChg>
        <pc:cxnChg chg="add mod">
          <ac:chgData name="Lucas Tossolini" userId="82ff3cc4fadd8f44" providerId="LiveId" clId="{6F929317-6B04-4EBD-9102-3B64F359135C}" dt="2019-09-26T13:46:20.176" v="286" actId="1076"/>
          <ac:cxnSpMkLst>
            <pc:docMk/>
            <pc:sldMk cId="0" sldId="274"/>
            <ac:cxnSpMk id="26" creationId="{8E916E36-77F3-4628-9228-893F220E15A9}"/>
          </ac:cxnSpMkLst>
        </pc:cxnChg>
      </pc:sldChg>
      <pc:sldChg chg="modSp">
        <pc:chgData name="Lucas Tossolini" userId="82ff3cc4fadd8f44" providerId="LiveId" clId="{6F929317-6B04-4EBD-9102-3B64F359135C}" dt="2019-09-26T16:05:55.322" v="748" actId="1076"/>
        <pc:sldMkLst>
          <pc:docMk/>
          <pc:sldMk cId="1525226058" sldId="280"/>
        </pc:sldMkLst>
        <pc:spChg chg="mod">
          <ac:chgData name="Lucas Tossolini" userId="82ff3cc4fadd8f44" providerId="LiveId" clId="{6F929317-6B04-4EBD-9102-3B64F359135C}" dt="2019-09-26T16:05:55.322" v="748" actId="1076"/>
          <ac:spMkLst>
            <pc:docMk/>
            <pc:sldMk cId="1525226058" sldId="280"/>
            <ac:spMk id="8" creationId="{BDB68376-3601-4F72-98F3-FDAD011EED1E}"/>
          </ac:spMkLst>
        </pc:spChg>
      </pc:sldChg>
      <pc:sldChg chg="modSp">
        <pc:chgData name="Lucas Tossolini" userId="82ff3cc4fadd8f44" providerId="LiveId" clId="{6F929317-6B04-4EBD-9102-3B64F359135C}" dt="2019-09-26T16:14:50.428" v="875" actId="1076"/>
        <pc:sldMkLst>
          <pc:docMk/>
          <pc:sldMk cId="0" sldId="292"/>
        </pc:sldMkLst>
        <pc:spChg chg="mod">
          <ac:chgData name="Lucas Tossolini" userId="82ff3cc4fadd8f44" providerId="LiveId" clId="{6F929317-6B04-4EBD-9102-3B64F359135C}" dt="2019-09-26T16:14:50.428" v="875" actId="1076"/>
          <ac:spMkLst>
            <pc:docMk/>
            <pc:sldMk cId="0" sldId="292"/>
            <ac:spMk id="12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6:14:50.428" v="875" actId="1076"/>
          <ac:spMkLst>
            <pc:docMk/>
            <pc:sldMk cId="0" sldId="292"/>
            <ac:spMk id="14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6:14:50.428" v="875" actId="1076"/>
          <ac:spMkLst>
            <pc:docMk/>
            <pc:sldMk cId="0" sldId="292"/>
            <ac:spMk id="16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6:14:50.428" v="875" actId="1076"/>
          <ac:spMkLst>
            <pc:docMk/>
            <pc:sldMk cId="0" sldId="292"/>
            <ac:spMk id="18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6:14:50.428" v="875" actId="1076"/>
          <ac:spMkLst>
            <pc:docMk/>
            <pc:sldMk cId="0" sldId="292"/>
            <ac:spMk id="25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6:14:50.428" v="875" actId="1076"/>
          <ac:spMkLst>
            <pc:docMk/>
            <pc:sldMk cId="0" sldId="292"/>
            <ac:spMk id="26" creationId="{00000000-0000-0000-0000-000000000000}"/>
          </ac:spMkLst>
        </pc:spChg>
        <pc:cxnChg chg="mod">
          <ac:chgData name="Lucas Tossolini" userId="82ff3cc4fadd8f44" providerId="LiveId" clId="{6F929317-6B04-4EBD-9102-3B64F359135C}" dt="2019-09-26T16:14:50.428" v="875" actId="1076"/>
          <ac:cxnSpMkLst>
            <pc:docMk/>
            <pc:sldMk cId="0" sldId="292"/>
            <ac:cxnSpMk id="20" creationId="{CC1819AB-747D-4CDF-BB45-90F94FF4842A}"/>
          </ac:cxnSpMkLst>
        </pc:cxnChg>
        <pc:cxnChg chg="mod">
          <ac:chgData name="Lucas Tossolini" userId="82ff3cc4fadd8f44" providerId="LiveId" clId="{6F929317-6B04-4EBD-9102-3B64F359135C}" dt="2019-09-26T16:14:50.428" v="875" actId="1076"/>
          <ac:cxnSpMkLst>
            <pc:docMk/>
            <pc:sldMk cId="0" sldId="292"/>
            <ac:cxnSpMk id="23" creationId="{B3C7868B-FE58-4D93-AE77-5156ED72875C}"/>
          </ac:cxnSpMkLst>
        </pc:cxnChg>
        <pc:cxnChg chg="mod">
          <ac:chgData name="Lucas Tossolini" userId="82ff3cc4fadd8f44" providerId="LiveId" clId="{6F929317-6B04-4EBD-9102-3B64F359135C}" dt="2019-09-26T16:14:50.428" v="875" actId="1076"/>
          <ac:cxnSpMkLst>
            <pc:docMk/>
            <pc:sldMk cId="0" sldId="292"/>
            <ac:cxnSpMk id="27" creationId="{00000000-0000-0000-0000-000000000000}"/>
          </ac:cxnSpMkLst>
        </pc:cxnChg>
        <pc:cxnChg chg="mod">
          <ac:chgData name="Lucas Tossolini" userId="82ff3cc4fadd8f44" providerId="LiveId" clId="{6F929317-6B04-4EBD-9102-3B64F359135C}" dt="2019-09-26T16:14:50.428" v="875" actId="1076"/>
          <ac:cxnSpMkLst>
            <pc:docMk/>
            <pc:sldMk cId="0" sldId="292"/>
            <ac:cxnSpMk id="30" creationId="{00000000-0000-0000-0000-000000000000}"/>
          </ac:cxnSpMkLst>
        </pc:cxnChg>
      </pc:sldChg>
      <pc:sldChg chg="modSp">
        <pc:chgData name="Lucas Tossolini" userId="82ff3cc4fadd8f44" providerId="LiveId" clId="{6F929317-6B04-4EBD-9102-3B64F359135C}" dt="2019-09-26T16:15:48.322" v="901" actId="1076"/>
        <pc:sldMkLst>
          <pc:docMk/>
          <pc:sldMk cId="0" sldId="294"/>
        </pc:sldMkLst>
        <pc:spChg chg="mod">
          <ac:chgData name="Lucas Tossolini" userId="82ff3cc4fadd8f44" providerId="LiveId" clId="{6F929317-6B04-4EBD-9102-3B64F359135C}" dt="2019-09-26T13:20:21.546" v="33" actId="14100"/>
          <ac:spMkLst>
            <pc:docMk/>
            <pc:sldMk cId="0" sldId="294"/>
            <ac:spMk id="33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3:21:26.212" v="71" actId="1076"/>
          <ac:spMkLst>
            <pc:docMk/>
            <pc:sldMk cId="0" sldId="294"/>
            <ac:spMk id="34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3:21:19.362" v="69" actId="1076"/>
          <ac:spMkLst>
            <pc:docMk/>
            <pc:sldMk cId="0" sldId="294"/>
            <ac:spMk id="35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3:21:08.775" v="66" actId="20577"/>
          <ac:spMkLst>
            <pc:docMk/>
            <pc:sldMk cId="0" sldId="294"/>
            <ac:spMk id="36" creationId="{00000000-0000-0000-0000-000000000000}"/>
          </ac:spMkLst>
        </pc:spChg>
        <pc:graphicFrameChg chg="mod">
          <ac:chgData name="Lucas Tossolini" userId="82ff3cc4fadd8f44" providerId="LiveId" clId="{6F929317-6B04-4EBD-9102-3B64F359135C}" dt="2019-09-26T13:21:21.284" v="70"/>
          <ac:graphicFrameMkLst>
            <pc:docMk/>
            <pc:sldMk cId="0" sldId="294"/>
            <ac:graphicFrameMk id="15" creationId="{121CEC45-AAB6-4339-85B7-1696044B25E0}"/>
          </ac:graphicFrameMkLst>
        </pc:graphicFrameChg>
        <pc:cxnChg chg="mod">
          <ac:chgData name="Lucas Tossolini" userId="82ff3cc4fadd8f44" providerId="LiveId" clId="{6F929317-6B04-4EBD-9102-3B64F359135C}" dt="2019-09-26T13:20:21.546" v="33" actId="14100"/>
          <ac:cxnSpMkLst>
            <pc:docMk/>
            <pc:sldMk cId="0" sldId="294"/>
            <ac:cxnSpMk id="8" creationId="{C64796DA-6C5C-4E26-8335-63DD8B7E14DD}"/>
          </ac:cxnSpMkLst>
        </pc:cxnChg>
        <pc:cxnChg chg="mod">
          <ac:chgData name="Lucas Tossolini" userId="82ff3cc4fadd8f44" providerId="LiveId" clId="{6F929317-6B04-4EBD-9102-3B64F359135C}" dt="2019-09-26T16:15:48.322" v="901" actId="1076"/>
          <ac:cxnSpMkLst>
            <pc:docMk/>
            <pc:sldMk cId="0" sldId="294"/>
            <ac:cxnSpMk id="25" creationId="{2F3D6FBA-C2FE-49E6-880D-E3F570CE4EDD}"/>
          </ac:cxnSpMkLst>
        </pc:cxnChg>
      </pc:sldChg>
      <pc:sldChg chg="modSp">
        <pc:chgData name="Lucas Tossolini" userId="82ff3cc4fadd8f44" providerId="LiveId" clId="{6F929317-6B04-4EBD-9102-3B64F359135C}" dt="2019-09-26T13:24:32.200" v="139" actId="20577"/>
        <pc:sldMkLst>
          <pc:docMk/>
          <pc:sldMk cId="0" sldId="295"/>
        </pc:sldMkLst>
        <pc:spChg chg="mod">
          <ac:chgData name="Lucas Tossolini" userId="82ff3cc4fadd8f44" providerId="LiveId" clId="{6F929317-6B04-4EBD-9102-3B64F359135C}" dt="2019-09-26T13:23:05.668" v="100" actId="1036"/>
          <ac:spMkLst>
            <pc:docMk/>
            <pc:sldMk cId="0" sldId="295"/>
            <ac:spMk id="15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3:22:59.877" v="85" actId="1076"/>
          <ac:spMkLst>
            <pc:docMk/>
            <pc:sldMk cId="0" sldId="295"/>
            <ac:spMk id="16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3:23:05.668" v="100" actId="1036"/>
          <ac:spMkLst>
            <pc:docMk/>
            <pc:sldMk cId="0" sldId="295"/>
            <ac:spMk id="17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3:24:16.693" v="129" actId="1076"/>
          <ac:spMkLst>
            <pc:docMk/>
            <pc:sldMk cId="0" sldId="295"/>
            <ac:spMk id="22" creationId="{CEACB694-8403-46F3-9DDC-982A8D0D240B}"/>
          </ac:spMkLst>
        </pc:spChg>
        <pc:spChg chg="mod">
          <ac:chgData name="Lucas Tossolini" userId="82ff3cc4fadd8f44" providerId="LiveId" clId="{6F929317-6B04-4EBD-9102-3B64F359135C}" dt="2019-09-26T13:23:05.668" v="100" actId="1036"/>
          <ac:spMkLst>
            <pc:docMk/>
            <pc:sldMk cId="0" sldId="295"/>
            <ac:spMk id="30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3:23:05.668" v="100" actId="1036"/>
          <ac:spMkLst>
            <pc:docMk/>
            <pc:sldMk cId="0" sldId="295"/>
            <ac:spMk id="31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3:22:42.521" v="78" actId="1076"/>
          <ac:spMkLst>
            <pc:docMk/>
            <pc:sldMk cId="0" sldId="295"/>
            <ac:spMk id="33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3:23:21.220" v="103" actId="1076"/>
          <ac:spMkLst>
            <pc:docMk/>
            <pc:sldMk cId="0" sldId="295"/>
            <ac:spMk id="34" creationId="{EA07E956-2318-4693-BBC8-33948D757A4F}"/>
          </ac:spMkLst>
        </pc:spChg>
        <pc:spChg chg="mod">
          <ac:chgData name="Lucas Tossolini" userId="82ff3cc4fadd8f44" providerId="LiveId" clId="{6F929317-6B04-4EBD-9102-3B64F359135C}" dt="2019-09-26T13:24:32.200" v="139" actId="20577"/>
          <ac:spMkLst>
            <pc:docMk/>
            <pc:sldMk cId="0" sldId="295"/>
            <ac:spMk id="38" creationId="{4AB29236-DB28-47B5-99ED-2176EF6A1C3B}"/>
          </ac:spMkLst>
        </pc:spChg>
        <pc:spChg chg="mod">
          <ac:chgData name="Lucas Tossolini" userId="82ff3cc4fadd8f44" providerId="LiveId" clId="{6F929317-6B04-4EBD-9102-3B64F359135C}" dt="2019-09-26T13:23:12.863" v="102" actId="1076"/>
          <ac:spMkLst>
            <pc:docMk/>
            <pc:sldMk cId="0" sldId="295"/>
            <ac:spMk id="46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3:23:57.770" v="126" actId="20577"/>
          <ac:spMkLst>
            <pc:docMk/>
            <pc:sldMk cId="0" sldId="295"/>
            <ac:spMk id="48" creationId="{00000000-0000-0000-0000-000000000000}"/>
          </ac:spMkLst>
        </pc:spChg>
        <pc:graphicFrameChg chg="mod">
          <ac:chgData name="Lucas Tossolini" userId="82ff3cc4fadd8f44" providerId="LiveId" clId="{6F929317-6B04-4EBD-9102-3B64F359135C}" dt="2019-09-26T13:24:09.442" v="127" actId="14100"/>
          <ac:graphicFrameMkLst>
            <pc:docMk/>
            <pc:sldMk cId="0" sldId="295"/>
            <ac:graphicFrameMk id="20" creationId="{00000000-0000-0000-0000-000000000000}"/>
          </ac:graphicFrameMkLst>
        </pc:graphicFrameChg>
        <pc:picChg chg="mod">
          <ac:chgData name="Lucas Tossolini" userId="82ff3cc4fadd8f44" providerId="LiveId" clId="{6F929317-6B04-4EBD-9102-3B64F359135C}" dt="2019-09-26T13:23:05.668" v="100" actId="1036"/>
          <ac:picMkLst>
            <pc:docMk/>
            <pc:sldMk cId="0" sldId="295"/>
            <ac:picMk id="13" creationId="{FFB19B68-3B0F-4D23-83F9-8AAE13B6CA07}"/>
          </ac:picMkLst>
        </pc:picChg>
        <pc:picChg chg="mod">
          <ac:chgData name="Lucas Tossolini" userId="82ff3cc4fadd8f44" providerId="LiveId" clId="{6F929317-6B04-4EBD-9102-3B64F359135C}" dt="2019-09-26T13:24:13.649" v="128" actId="1076"/>
          <ac:picMkLst>
            <pc:docMk/>
            <pc:sldMk cId="0" sldId="295"/>
            <ac:picMk id="19" creationId="{5317E737-A9B5-48CE-99E1-8536CE15F733}"/>
          </ac:picMkLst>
        </pc:picChg>
        <pc:picChg chg="mod">
          <ac:chgData name="Lucas Tossolini" userId="82ff3cc4fadd8f44" providerId="LiveId" clId="{6F929317-6B04-4EBD-9102-3B64F359135C}" dt="2019-09-26T13:24:21.401" v="130" actId="1076"/>
          <ac:picMkLst>
            <pc:docMk/>
            <pc:sldMk cId="0" sldId="295"/>
            <ac:picMk id="35" creationId="{C0B42525-C5D9-48C1-8237-29DB63D48792}"/>
          </ac:picMkLst>
        </pc:picChg>
        <pc:cxnChg chg="mod">
          <ac:chgData name="Lucas Tossolini" userId="82ff3cc4fadd8f44" providerId="LiveId" clId="{6F929317-6B04-4EBD-9102-3B64F359135C}" dt="2019-09-26T13:22:59.877" v="85" actId="1076"/>
          <ac:cxnSpMkLst>
            <pc:docMk/>
            <pc:sldMk cId="0" sldId="295"/>
            <ac:cxnSpMk id="18" creationId="{00000000-0000-0000-0000-000000000000}"/>
          </ac:cxnSpMkLst>
        </pc:cxnChg>
        <pc:cxnChg chg="mod">
          <ac:chgData name="Lucas Tossolini" userId="82ff3cc4fadd8f44" providerId="LiveId" clId="{6F929317-6B04-4EBD-9102-3B64F359135C}" dt="2019-09-26T13:23:05.668" v="100" actId="1036"/>
          <ac:cxnSpMkLst>
            <pc:docMk/>
            <pc:sldMk cId="0" sldId="295"/>
            <ac:cxnSpMk id="23" creationId="{00000000-0000-0000-0000-000000000000}"/>
          </ac:cxnSpMkLst>
        </pc:cxnChg>
        <pc:cxnChg chg="mod">
          <ac:chgData name="Lucas Tossolini" userId="82ff3cc4fadd8f44" providerId="LiveId" clId="{6F929317-6B04-4EBD-9102-3B64F359135C}" dt="2019-09-26T13:23:05.668" v="100" actId="1036"/>
          <ac:cxnSpMkLst>
            <pc:docMk/>
            <pc:sldMk cId="0" sldId="295"/>
            <ac:cxnSpMk id="26" creationId="{00000000-0000-0000-0000-000000000000}"/>
          </ac:cxnSpMkLst>
        </pc:cxnChg>
        <pc:cxnChg chg="mod">
          <ac:chgData name="Lucas Tossolini" userId="82ff3cc4fadd8f44" providerId="LiveId" clId="{6F929317-6B04-4EBD-9102-3B64F359135C}" dt="2019-09-26T13:23:05.668" v="100" actId="1036"/>
          <ac:cxnSpMkLst>
            <pc:docMk/>
            <pc:sldMk cId="0" sldId="295"/>
            <ac:cxnSpMk id="32" creationId="{00000000-0000-0000-0000-000000000000}"/>
          </ac:cxnSpMkLst>
        </pc:cxnChg>
        <pc:cxnChg chg="mod">
          <ac:chgData name="Lucas Tossolini" userId="82ff3cc4fadd8f44" providerId="LiveId" clId="{6F929317-6B04-4EBD-9102-3B64F359135C}" dt="2019-09-26T13:23:05.668" v="100" actId="1036"/>
          <ac:cxnSpMkLst>
            <pc:docMk/>
            <pc:sldMk cId="0" sldId="295"/>
            <ac:cxnSpMk id="41" creationId="{00000000-0000-0000-0000-000000000000}"/>
          </ac:cxnSpMkLst>
        </pc:cxnChg>
      </pc:sldChg>
      <pc:sldChg chg="modSp">
        <pc:chgData name="Lucas Tossolini" userId="82ff3cc4fadd8f44" providerId="LiveId" clId="{6F929317-6B04-4EBD-9102-3B64F359135C}" dt="2019-09-26T13:25:39.689" v="140" actId="20577"/>
        <pc:sldMkLst>
          <pc:docMk/>
          <pc:sldMk cId="0" sldId="299"/>
        </pc:sldMkLst>
        <pc:spChg chg="mod">
          <ac:chgData name="Lucas Tossolini" userId="82ff3cc4fadd8f44" providerId="LiveId" clId="{6F929317-6B04-4EBD-9102-3B64F359135C}" dt="2019-09-26T13:25:39.689" v="140" actId="20577"/>
          <ac:spMkLst>
            <pc:docMk/>
            <pc:sldMk cId="0" sldId="299"/>
            <ac:spMk id="39" creationId="{00000000-0000-0000-0000-000000000000}"/>
          </ac:spMkLst>
        </pc:spChg>
      </pc:sldChg>
      <pc:sldChg chg="ord">
        <pc:chgData name="Lucas Tossolini" userId="82ff3cc4fadd8f44" providerId="LiveId" clId="{6F929317-6B04-4EBD-9102-3B64F359135C}" dt="2019-10-08T19:30:43.765" v="1330"/>
        <pc:sldMkLst>
          <pc:docMk/>
          <pc:sldMk cId="0" sldId="312"/>
        </pc:sldMkLst>
      </pc:sldChg>
      <pc:sldChg chg="addSp modSp">
        <pc:chgData name="Lucas Tossolini" userId="82ff3cc4fadd8f44" providerId="LiveId" clId="{6F929317-6B04-4EBD-9102-3B64F359135C}" dt="2019-09-26T13:29:08.218" v="171" actId="1076"/>
        <pc:sldMkLst>
          <pc:docMk/>
          <pc:sldMk cId="3845391820" sldId="333"/>
        </pc:sldMkLst>
        <pc:spChg chg="add mod">
          <ac:chgData name="Lucas Tossolini" userId="82ff3cc4fadd8f44" providerId="LiveId" clId="{6F929317-6B04-4EBD-9102-3B64F359135C}" dt="2019-09-26T13:29:08.218" v="171" actId="1076"/>
          <ac:spMkLst>
            <pc:docMk/>
            <pc:sldMk cId="3845391820" sldId="333"/>
            <ac:spMk id="4" creationId="{A900C22A-A862-4DC5-978A-F0C187B13E92}"/>
          </ac:spMkLst>
        </pc:spChg>
      </pc:sldChg>
      <pc:sldChg chg="del">
        <pc:chgData name="Lucas Tossolini" userId="82ff3cc4fadd8f44" providerId="LiveId" clId="{6F929317-6B04-4EBD-9102-3B64F359135C}" dt="2019-09-26T16:24:16.088" v="904" actId="2696"/>
        <pc:sldMkLst>
          <pc:docMk/>
          <pc:sldMk cId="300954161" sldId="334"/>
        </pc:sldMkLst>
      </pc:sldChg>
      <pc:sldChg chg="modSp">
        <pc:chgData name="Lucas Tossolini" userId="82ff3cc4fadd8f44" providerId="LiveId" clId="{6F929317-6B04-4EBD-9102-3B64F359135C}" dt="2019-09-26T16:42:12.138" v="915" actId="14100"/>
        <pc:sldMkLst>
          <pc:docMk/>
          <pc:sldMk cId="3291446316" sldId="335"/>
        </pc:sldMkLst>
        <pc:spChg chg="mod">
          <ac:chgData name="Lucas Tossolini" userId="82ff3cc4fadd8f44" providerId="LiveId" clId="{6F929317-6B04-4EBD-9102-3B64F359135C}" dt="2019-09-26T16:42:12.138" v="915" actId="14100"/>
          <ac:spMkLst>
            <pc:docMk/>
            <pc:sldMk cId="3291446316" sldId="335"/>
            <ac:spMk id="29" creationId="{2F16002F-C939-41A0-A526-FEBA9DC4EC4A}"/>
          </ac:spMkLst>
        </pc:spChg>
        <pc:spChg chg="mod">
          <ac:chgData name="Lucas Tossolini" userId="82ff3cc4fadd8f44" providerId="LiveId" clId="{6F929317-6B04-4EBD-9102-3B64F359135C}" dt="2019-09-26T16:42:04.544" v="913" actId="1037"/>
          <ac:spMkLst>
            <pc:docMk/>
            <pc:sldMk cId="3291446316" sldId="335"/>
            <ac:spMk id="36" creationId="{E48EE12F-274C-41F2-827F-F3B5655EA1F5}"/>
          </ac:spMkLst>
        </pc:spChg>
      </pc:sldChg>
      <pc:sldChg chg="del">
        <pc:chgData name="Lucas Tossolini" userId="82ff3cc4fadd8f44" providerId="LiveId" clId="{6F929317-6B04-4EBD-9102-3B64F359135C}" dt="2019-09-26T14:23:31.609" v="645" actId="2696"/>
        <pc:sldMkLst>
          <pc:docMk/>
          <pc:sldMk cId="2442160792" sldId="336"/>
        </pc:sldMkLst>
      </pc:sldChg>
      <pc:sldChg chg="delSp modSp ord">
        <pc:chgData name="Lucas Tossolini" userId="82ff3cc4fadd8f44" providerId="LiveId" clId="{6F929317-6B04-4EBD-9102-3B64F359135C}" dt="2019-09-26T16:40:13.376" v="907" actId="1076"/>
        <pc:sldMkLst>
          <pc:docMk/>
          <pc:sldMk cId="647043675" sldId="337"/>
        </pc:sldMkLst>
        <pc:spChg chg="del">
          <ac:chgData name="Lucas Tossolini" userId="82ff3cc4fadd8f44" providerId="LiveId" clId="{6F929317-6B04-4EBD-9102-3B64F359135C}" dt="2019-09-26T16:40:10.668" v="906" actId="478"/>
          <ac:spMkLst>
            <pc:docMk/>
            <pc:sldMk cId="647043675" sldId="337"/>
            <ac:spMk id="15" creationId="{EA9CAF7D-BCCB-408C-B50B-40B7065643BC}"/>
          </ac:spMkLst>
        </pc:spChg>
        <pc:spChg chg="mod">
          <ac:chgData name="Lucas Tossolini" userId="82ff3cc4fadd8f44" providerId="LiveId" clId="{6F929317-6B04-4EBD-9102-3B64F359135C}" dt="2019-09-26T16:40:13.376" v="907" actId="1076"/>
          <ac:spMkLst>
            <pc:docMk/>
            <pc:sldMk cId="647043675" sldId="337"/>
            <ac:spMk id="32" creationId="{00000000-0000-0000-0000-000000000000}"/>
          </ac:spMkLst>
        </pc:spChg>
        <pc:picChg chg="del">
          <ac:chgData name="Lucas Tossolini" userId="82ff3cc4fadd8f44" providerId="LiveId" clId="{6F929317-6B04-4EBD-9102-3B64F359135C}" dt="2019-09-26T16:40:08.298" v="905" actId="478"/>
          <ac:picMkLst>
            <pc:docMk/>
            <pc:sldMk cId="647043675" sldId="337"/>
            <ac:picMk id="6" creationId="{00000000-0000-0000-0000-000000000000}"/>
          </ac:picMkLst>
        </pc:picChg>
      </pc:sldChg>
      <pc:sldChg chg="del">
        <pc:chgData name="Lucas Tossolini" userId="82ff3cc4fadd8f44" providerId="LiveId" clId="{6F929317-6B04-4EBD-9102-3B64F359135C}" dt="2019-09-26T15:01:42.963" v="728" actId="2696"/>
        <pc:sldMkLst>
          <pc:docMk/>
          <pc:sldMk cId="2226527279" sldId="338"/>
        </pc:sldMkLst>
      </pc:sldChg>
      <pc:sldChg chg="modSp">
        <pc:chgData name="Lucas Tossolini" userId="82ff3cc4fadd8f44" providerId="LiveId" clId="{6F929317-6B04-4EBD-9102-3B64F359135C}" dt="2019-09-26T16:43:21.163" v="917" actId="1076"/>
        <pc:sldMkLst>
          <pc:docMk/>
          <pc:sldMk cId="3115459541" sldId="341"/>
        </pc:sldMkLst>
        <pc:cxnChg chg="mod">
          <ac:chgData name="Lucas Tossolini" userId="82ff3cc4fadd8f44" providerId="LiveId" clId="{6F929317-6B04-4EBD-9102-3B64F359135C}" dt="2019-09-26T16:43:21.163" v="917" actId="1076"/>
          <ac:cxnSpMkLst>
            <pc:docMk/>
            <pc:sldMk cId="3115459541" sldId="341"/>
            <ac:cxnSpMk id="19" creationId="{9A34636F-D8FE-4C77-914A-7810455C529F}"/>
          </ac:cxnSpMkLst>
        </pc:cxnChg>
      </pc:sldChg>
      <pc:sldChg chg="addSp delSp modSp">
        <pc:chgData name="Lucas Tossolini" userId="82ff3cc4fadd8f44" providerId="LiveId" clId="{6F929317-6B04-4EBD-9102-3B64F359135C}" dt="2019-09-26T16:15:39.521" v="900" actId="478"/>
        <pc:sldMkLst>
          <pc:docMk/>
          <pc:sldMk cId="586752021" sldId="350"/>
        </pc:sldMkLst>
        <pc:spChg chg="add mod">
          <ac:chgData name="Lucas Tossolini" userId="82ff3cc4fadd8f44" providerId="LiveId" clId="{6F929317-6B04-4EBD-9102-3B64F359135C}" dt="2019-09-26T16:15:23.962" v="899" actId="14100"/>
          <ac:spMkLst>
            <pc:docMk/>
            <pc:sldMk cId="586752021" sldId="350"/>
            <ac:spMk id="2" creationId="{51C8F28E-90C0-45F3-8183-23C62B97EF6D}"/>
          </ac:spMkLst>
        </pc:spChg>
        <pc:spChg chg="del">
          <ac:chgData name="Lucas Tossolini" userId="82ff3cc4fadd8f44" providerId="LiveId" clId="{6F929317-6B04-4EBD-9102-3B64F359135C}" dt="2019-09-26T16:15:39.521" v="900" actId="478"/>
          <ac:spMkLst>
            <pc:docMk/>
            <pc:sldMk cId="586752021" sldId="350"/>
            <ac:spMk id="5" creationId="{00000000-0000-0000-0000-000000000000}"/>
          </ac:spMkLst>
        </pc:spChg>
        <pc:cxnChg chg="del">
          <ac:chgData name="Lucas Tossolini" userId="82ff3cc4fadd8f44" providerId="LiveId" clId="{6F929317-6B04-4EBD-9102-3B64F359135C}" dt="2019-09-26T16:15:39.521" v="900" actId="478"/>
          <ac:cxnSpMkLst>
            <pc:docMk/>
            <pc:sldMk cId="586752021" sldId="350"/>
            <ac:cxnSpMk id="3" creationId="{00000000-0000-0000-0000-000000000000}"/>
          </ac:cxnSpMkLst>
        </pc:cxnChg>
      </pc:sldChg>
      <pc:sldChg chg="modSp">
        <pc:chgData name="Lucas Tossolini" userId="82ff3cc4fadd8f44" providerId="LiveId" clId="{6F929317-6B04-4EBD-9102-3B64F359135C}" dt="2019-09-26T16:19:39.240" v="903" actId="1582"/>
        <pc:sldMkLst>
          <pc:docMk/>
          <pc:sldMk cId="356311287" sldId="351"/>
        </pc:sldMkLst>
        <pc:graphicFrameChg chg="mod">
          <ac:chgData name="Lucas Tossolini" userId="82ff3cc4fadd8f44" providerId="LiveId" clId="{6F929317-6B04-4EBD-9102-3B64F359135C}" dt="2019-09-26T16:19:39.240" v="903" actId="1582"/>
          <ac:graphicFrameMkLst>
            <pc:docMk/>
            <pc:sldMk cId="356311287" sldId="351"/>
            <ac:graphicFrameMk id="13" creationId="{00000000-0000-0000-0000-000000000000}"/>
          </ac:graphicFrameMkLst>
        </pc:graphicFrameChg>
      </pc:sldChg>
      <pc:sldChg chg="addSp delSp modSp add">
        <pc:chgData name="Lucas Tossolini" userId="82ff3cc4fadd8f44" providerId="LiveId" clId="{6F929317-6B04-4EBD-9102-3B64F359135C}" dt="2019-09-26T14:18:07.877" v="542" actId="20577"/>
        <pc:sldMkLst>
          <pc:docMk/>
          <pc:sldMk cId="1311132281" sldId="362"/>
        </pc:sldMkLst>
        <pc:spChg chg="add mod">
          <ac:chgData name="Lucas Tossolini" userId="82ff3cc4fadd8f44" providerId="LiveId" clId="{6F929317-6B04-4EBD-9102-3B64F359135C}" dt="2019-09-26T13:54:52.171" v="364" actId="693"/>
          <ac:spMkLst>
            <pc:docMk/>
            <pc:sldMk cId="1311132281" sldId="362"/>
            <ac:spMk id="2" creationId="{D0138BA8-8FC7-49CB-8AD0-DCAA41054A5E}"/>
          </ac:spMkLst>
        </pc:spChg>
        <pc:spChg chg="del">
          <ac:chgData name="Lucas Tossolini" userId="82ff3cc4fadd8f44" providerId="LiveId" clId="{6F929317-6B04-4EBD-9102-3B64F359135C}" dt="2019-09-26T13:43:35.316" v="173" actId="478"/>
          <ac:spMkLst>
            <pc:docMk/>
            <pc:sldMk cId="1311132281" sldId="362"/>
            <ac:spMk id="6" creationId="{CFF797EB-417F-4DE7-AB46-D56FE699C75F}"/>
          </ac:spMkLst>
        </pc:spChg>
        <pc:spChg chg="del">
          <ac:chgData name="Lucas Tossolini" userId="82ff3cc4fadd8f44" providerId="LiveId" clId="{6F929317-6B04-4EBD-9102-3B64F359135C}" dt="2019-09-26T13:43:35.316" v="173" actId="478"/>
          <ac:spMkLst>
            <pc:docMk/>
            <pc:sldMk cId="1311132281" sldId="362"/>
            <ac:spMk id="9" creationId="{D796F6D8-D59F-445C-8B5E-576E5CA42C6C}"/>
          </ac:spMkLst>
        </pc:spChg>
        <pc:spChg chg="mod">
          <ac:chgData name="Lucas Tossolini" userId="82ff3cc4fadd8f44" providerId="LiveId" clId="{6F929317-6B04-4EBD-9102-3B64F359135C}" dt="2019-09-26T13:43:51.786" v="206" actId="20577"/>
          <ac:spMkLst>
            <pc:docMk/>
            <pc:sldMk cId="1311132281" sldId="362"/>
            <ac:spMk id="12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4:18:07.877" v="542" actId="20577"/>
          <ac:spMkLst>
            <pc:docMk/>
            <pc:sldMk cId="1311132281" sldId="362"/>
            <ac:spMk id="13" creationId="{5609FA57-88DF-440A-A5FE-D39BB978F28F}"/>
          </ac:spMkLst>
        </pc:spChg>
        <pc:spChg chg="add mod">
          <ac:chgData name="Lucas Tossolini" userId="82ff3cc4fadd8f44" providerId="LiveId" clId="{6F929317-6B04-4EBD-9102-3B64F359135C}" dt="2019-09-26T14:06:32.991" v="413" actId="14100"/>
          <ac:spMkLst>
            <pc:docMk/>
            <pc:sldMk cId="1311132281" sldId="362"/>
            <ac:spMk id="16" creationId="{B1EB1749-4815-4E01-8A97-CDD9A5147276}"/>
          </ac:spMkLst>
        </pc:spChg>
        <pc:spChg chg="add mod">
          <ac:chgData name="Lucas Tossolini" userId="82ff3cc4fadd8f44" providerId="LiveId" clId="{6F929317-6B04-4EBD-9102-3B64F359135C}" dt="2019-09-26T14:07:05.623" v="432" actId="1076"/>
          <ac:spMkLst>
            <pc:docMk/>
            <pc:sldMk cId="1311132281" sldId="362"/>
            <ac:spMk id="17" creationId="{30C5F63D-3F99-4C6E-8760-672AC218F163}"/>
          </ac:spMkLst>
        </pc:spChg>
        <pc:graphicFrameChg chg="del">
          <ac:chgData name="Lucas Tossolini" userId="82ff3cc4fadd8f44" providerId="LiveId" clId="{6F929317-6B04-4EBD-9102-3B64F359135C}" dt="2019-09-26T13:43:35.316" v="173" actId="478"/>
          <ac:graphicFrameMkLst>
            <pc:docMk/>
            <pc:sldMk cId="1311132281" sldId="362"/>
            <ac:graphicFrameMk id="5" creationId="{00000000-0000-0000-0000-000000000000}"/>
          </ac:graphicFrameMkLst>
        </pc:graphicFrameChg>
        <pc:graphicFrameChg chg="add mod">
          <ac:chgData name="Lucas Tossolini" userId="82ff3cc4fadd8f44" providerId="LiveId" clId="{6F929317-6B04-4EBD-9102-3B64F359135C}" dt="2019-09-26T13:51:31.207" v="301" actId="14100"/>
          <ac:graphicFrameMkLst>
            <pc:docMk/>
            <pc:sldMk cId="1311132281" sldId="362"/>
            <ac:graphicFrameMk id="10" creationId="{21C9FE44-CF8C-47D5-8133-62A15195F25F}"/>
          </ac:graphicFrameMkLst>
        </pc:graphicFrameChg>
        <pc:graphicFrameChg chg="add mod">
          <ac:chgData name="Lucas Tossolini" userId="82ff3cc4fadd8f44" providerId="LiveId" clId="{6F929317-6B04-4EBD-9102-3B64F359135C}" dt="2019-09-26T13:51:35.984" v="303" actId="404"/>
          <ac:graphicFrameMkLst>
            <pc:docMk/>
            <pc:sldMk cId="1311132281" sldId="362"/>
            <ac:graphicFrameMk id="11" creationId="{D0AF51EF-F9BA-41FA-AE48-595BCD80086D}"/>
          </ac:graphicFrameMkLst>
        </pc:graphicFrameChg>
        <pc:picChg chg="del">
          <ac:chgData name="Lucas Tossolini" userId="82ff3cc4fadd8f44" providerId="LiveId" clId="{6F929317-6B04-4EBD-9102-3B64F359135C}" dt="2019-09-26T13:43:35.316" v="173" actId="478"/>
          <ac:picMkLst>
            <pc:docMk/>
            <pc:sldMk cId="1311132281" sldId="362"/>
            <ac:picMk id="8" creationId="{091A5ACD-659A-46C3-8574-C2B55C12B179}"/>
          </ac:picMkLst>
        </pc:picChg>
        <pc:cxnChg chg="del">
          <ac:chgData name="Lucas Tossolini" userId="82ff3cc4fadd8f44" providerId="LiveId" clId="{6F929317-6B04-4EBD-9102-3B64F359135C}" dt="2019-09-26T13:43:35.316" v="173" actId="478"/>
          <ac:cxnSpMkLst>
            <pc:docMk/>
            <pc:sldMk cId="1311132281" sldId="362"/>
            <ac:cxnSpMk id="14" creationId="{9F530119-35F4-4A59-9161-F2B8DE0E4229}"/>
          </ac:cxnSpMkLst>
        </pc:cxnChg>
        <pc:cxnChg chg="del">
          <ac:chgData name="Lucas Tossolini" userId="82ff3cc4fadd8f44" providerId="LiveId" clId="{6F929317-6B04-4EBD-9102-3B64F359135C}" dt="2019-09-26T13:43:35.316" v="173" actId="478"/>
          <ac:cxnSpMkLst>
            <pc:docMk/>
            <pc:sldMk cId="1311132281" sldId="362"/>
            <ac:cxnSpMk id="15" creationId="{DB08DE52-6325-43CE-B0DF-7F51B22E3972}"/>
          </ac:cxnSpMkLst>
        </pc:cxnChg>
      </pc:sldChg>
      <pc:sldChg chg="addSp delSp modSp add">
        <pc:chgData name="Lucas Tossolini" userId="82ff3cc4fadd8f44" providerId="LiveId" clId="{6F929317-6B04-4EBD-9102-3B64F359135C}" dt="2019-09-26T14:18:14.535" v="544"/>
        <pc:sldMkLst>
          <pc:docMk/>
          <pc:sldMk cId="799749936" sldId="363"/>
        </pc:sldMkLst>
        <pc:spChg chg="del">
          <ac:chgData name="Lucas Tossolini" userId="82ff3cc4fadd8f44" providerId="LiveId" clId="{6F929317-6B04-4EBD-9102-3B64F359135C}" dt="2019-09-26T13:52:14.473" v="307" actId="478"/>
          <ac:spMkLst>
            <pc:docMk/>
            <pc:sldMk cId="799749936" sldId="363"/>
            <ac:spMk id="2" creationId="{D0138BA8-8FC7-49CB-8AD0-DCAA41054A5E}"/>
          </ac:spMkLst>
        </pc:spChg>
        <pc:spChg chg="add mod">
          <ac:chgData name="Lucas Tossolini" userId="82ff3cc4fadd8f44" providerId="LiveId" clId="{6F929317-6B04-4EBD-9102-3B64F359135C}" dt="2019-09-26T13:55:06.840" v="369" actId="14100"/>
          <ac:spMkLst>
            <pc:docMk/>
            <pc:sldMk cId="799749936" sldId="363"/>
            <ac:spMk id="9" creationId="{90861747-4506-4245-91BD-48166031EA7E}"/>
          </ac:spMkLst>
        </pc:spChg>
        <pc:spChg chg="mod">
          <ac:chgData name="Lucas Tossolini" userId="82ff3cc4fadd8f44" providerId="LiveId" clId="{6F929317-6B04-4EBD-9102-3B64F359135C}" dt="2019-09-26T13:52:30.156" v="340" actId="20577"/>
          <ac:spMkLst>
            <pc:docMk/>
            <pc:sldMk cId="799749936" sldId="363"/>
            <ac:spMk id="12" creationId="{00000000-0000-0000-0000-000000000000}"/>
          </ac:spMkLst>
        </pc:spChg>
        <pc:spChg chg="del">
          <ac:chgData name="Lucas Tossolini" userId="82ff3cc4fadd8f44" providerId="LiveId" clId="{6F929317-6B04-4EBD-9102-3B64F359135C}" dt="2019-09-26T14:18:13.921" v="543" actId="478"/>
          <ac:spMkLst>
            <pc:docMk/>
            <pc:sldMk cId="799749936" sldId="363"/>
            <ac:spMk id="13" creationId="{5609FA57-88DF-440A-A5FE-D39BB978F28F}"/>
          </ac:spMkLst>
        </pc:spChg>
        <pc:spChg chg="add mod">
          <ac:chgData name="Lucas Tossolini" userId="82ff3cc4fadd8f44" providerId="LiveId" clId="{6F929317-6B04-4EBD-9102-3B64F359135C}" dt="2019-09-26T14:04:31.183" v="372" actId="14100"/>
          <ac:spMkLst>
            <pc:docMk/>
            <pc:sldMk cId="799749936" sldId="363"/>
            <ac:spMk id="14" creationId="{61287CF3-024C-4C96-A069-8AC25EB1544A}"/>
          </ac:spMkLst>
        </pc:spChg>
        <pc:spChg chg="add del mod">
          <ac:chgData name="Lucas Tossolini" userId="82ff3cc4fadd8f44" providerId="LiveId" clId="{6F929317-6B04-4EBD-9102-3B64F359135C}" dt="2019-09-26T14:04:47.636" v="375" actId="478"/>
          <ac:spMkLst>
            <pc:docMk/>
            <pc:sldMk cId="799749936" sldId="363"/>
            <ac:spMk id="15" creationId="{251DCD63-09B1-45A5-947F-02F1C098032E}"/>
          </ac:spMkLst>
        </pc:spChg>
        <pc:spChg chg="add mod">
          <ac:chgData name="Lucas Tossolini" userId="82ff3cc4fadd8f44" providerId="LiveId" clId="{6F929317-6B04-4EBD-9102-3B64F359135C}" dt="2019-09-26T14:05:28.167" v="410" actId="1076"/>
          <ac:spMkLst>
            <pc:docMk/>
            <pc:sldMk cId="799749936" sldId="363"/>
            <ac:spMk id="16" creationId="{FE885EB5-0B04-41A9-9C77-9C024DF63A81}"/>
          </ac:spMkLst>
        </pc:spChg>
        <pc:spChg chg="add">
          <ac:chgData name="Lucas Tossolini" userId="82ff3cc4fadd8f44" providerId="LiveId" clId="{6F929317-6B04-4EBD-9102-3B64F359135C}" dt="2019-09-26T14:18:14.535" v="544"/>
          <ac:spMkLst>
            <pc:docMk/>
            <pc:sldMk cId="799749936" sldId="363"/>
            <ac:spMk id="17" creationId="{1C71AFB7-3E13-411B-AC8A-3ED6A520A72C}"/>
          </ac:spMkLst>
        </pc:spChg>
        <pc:graphicFrameChg chg="add mod">
          <ac:chgData name="Lucas Tossolini" userId="82ff3cc4fadd8f44" providerId="LiveId" clId="{6F929317-6B04-4EBD-9102-3B64F359135C}" dt="2019-09-26T13:54:59.328" v="367" actId="1076"/>
          <ac:graphicFrameMkLst>
            <pc:docMk/>
            <pc:sldMk cId="799749936" sldId="363"/>
            <ac:graphicFrameMk id="7" creationId="{EAD3480B-534D-4B3F-9656-8FA1219BBADA}"/>
          </ac:graphicFrameMkLst>
        </pc:graphicFrameChg>
        <pc:graphicFrameChg chg="add mod">
          <ac:chgData name="Lucas Tossolini" userId="82ff3cc4fadd8f44" providerId="LiveId" clId="{6F929317-6B04-4EBD-9102-3B64F359135C}" dt="2019-09-26T13:54:19.942" v="362" actId="403"/>
          <ac:graphicFrameMkLst>
            <pc:docMk/>
            <pc:sldMk cId="799749936" sldId="363"/>
            <ac:graphicFrameMk id="8" creationId="{9C469AFF-7378-4769-B2C7-8A9477292D76}"/>
          </ac:graphicFrameMkLst>
        </pc:graphicFrameChg>
        <pc:graphicFrameChg chg="del">
          <ac:chgData name="Lucas Tossolini" userId="82ff3cc4fadd8f44" providerId="LiveId" clId="{6F929317-6B04-4EBD-9102-3B64F359135C}" dt="2019-09-26T13:52:14.473" v="307" actId="478"/>
          <ac:graphicFrameMkLst>
            <pc:docMk/>
            <pc:sldMk cId="799749936" sldId="363"/>
            <ac:graphicFrameMk id="10" creationId="{21C9FE44-CF8C-47D5-8133-62A15195F25F}"/>
          </ac:graphicFrameMkLst>
        </pc:graphicFrameChg>
        <pc:graphicFrameChg chg="del">
          <ac:chgData name="Lucas Tossolini" userId="82ff3cc4fadd8f44" providerId="LiveId" clId="{6F929317-6B04-4EBD-9102-3B64F359135C}" dt="2019-09-26T13:52:14.473" v="307" actId="478"/>
          <ac:graphicFrameMkLst>
            <pc:docMk/>
            <pc:sldMk cId="799749936" sldId="363"/>
            <ac:graphicFrameMk id="11" creationId="{D0AF51EF-F9BA-41FA-AE48-595BCD80086D}"/>
          </ac:graphicFrameMkLst>
        </pc:graphicFrameChg>
      </pc:sldChg>
      <pc:sldChg chg="addSp delSp modSp add">
        <pc:chgData name="Lucas Tossolini" userId="82ff3cc4fadd8f44" providerId="LiveId" clId="{6F929317-6B04-4EBD-9102-3B64F359135C}" dt="2019-09-26T14:18:17.833" v="546"/>
        <pc:sldMkLst>
          <pc:docMk/>
          <pc:sldMk cId="2230082085" sldId="364"/>
        </pc:sldMkLst>
        <pc:spChg chg="del">
          <ac:chgData name="Lucas Tossolini" userId="82ff3cc4fadd8f44" providerId="LiveId" clId="{6F929317-6B04-4EBD-9102-3B64F359135C}" dt="2019-09-26T14:07:22.590" v="441" actId="478"/>
          <ac:spMkLst>
            <pc:docMk/>
            <pc:sldMk cId="2230082085" sldId="364"/>
            <ac:spMk id="9" creationId="{90861747-4506-4245-91BD-48166031EA7E}"/>
          </ac:spMkLst>
        </pc:spChg>
        <pc:spChg chg="add">
          <ac:chgData name="Lucas Tossolini" userId="82ff3cc4fadd8f44" providerId="LiveId" clId="{6F929317-6B04-4EBD-9102-3B64F359135C}" dt="2019-09-26T14:18:17.833" v="546"/>
          <ac:spMkLst>
            <pc:docMk/>
            <pc:sldMk cId="2230082085" sldId="364"/>
            <ac:spMk id="11" creationId="{9F83317D-CD1A-4F28-8A9F-D24DDFEFEE9F}"/>
          </ac:spMkLst>
        </pc:spChg>
        <pc:spChg chg="mod">
          <ac:chgData name="Lucas Tossolini" userId="82ff3cc4fadd8f44" providerId="LiveId" clId="{6F929317-6B04-4EBD-9102-3B64F359135C}" dt="2019-09-26T14:07:19.057" v="440" actId="20577"/>
          <ac:spMkLst>
            <pc:docMk/>
            <pc:sldMk cId="2230082085" sldId="364"/>
            <ac:spMk id="12" creationId="{00000000-0000-0000-0000-000000000000}"/>
          </ac:spMkLst>
        </pc:spChg>
        <pc:spChg chg="del">
          <ac:chgData name="Lucas Tossolini" userId="82ff3cc4fadd8f44" providerId="LiveId" clId="{6F929317-6B04-4EBD-9102-3B64F359135C}" dt="2019-09-26T14:18:17.265" v="545" actId="478"/>
          <ac:spMkLst>
            <pc:docMk/>
            <pc:sldMk cId="2230082085" sldId="364"/>
            <ac:spMk id="13" creationId="{5609FA57-88DF-440A-A5FE-D39BB978F28F}"/>
          </ac:spMkLst>
        </pc:spChg>
        <pc:spChg chg="del">
          <ac:chgData name="Lucas Tossolini" userId="82ff3cc4fadd8f44" providerId="LiveId" clId="{6F929317-6B04-4EBD-9102-3B64F359135C}" dt="2019-09-26T14:07:22.590" v="441" actId="478"/>
          <ac:spMkLst>
            <pc:docMk/>
            <pc:sldMk cId="2230082085" sldId="364"/>
            <ac:spMk id="14" creationId="{61287CF3-024C-4C96-A069-8AC25EB1544A}"/>
          </ac:spMkLst>
        </pc:spChg>
        <pc:spChg chg="del">
          <ac:chgData name="Lucas Tossolini" userId="82ff3cc4fadd8f44" providerId="LiveId" clId="{6F929317-6B04-4EBD-9102-3B64F359135C}" dt="2019-09-26T14:07:22.590" v="441" actId="478"/>
          <ac:spMkLst>
            <pc:docMk/>
            <pc:sldMk cId="2230082085" sldId="364"/>
            <ac:spMk id="16" creationId="{FE885EB5-0B04-41A9-9C77-9C024DF63A81}"/>
          </ac:spMkLst>
        </pc:spChg>
        <pc:graphicFrameChg chg="del">
          <ac:chgData name="Lucas Tossolini" userId="82ff3cc4fadd8f44" providerId="LiveId" clId="{6F929317-6B04-4EBD-9102-3B64F359135C}" dt="2019-09-26T14:07:22.590" v="441" actId="478"/>
          <ac:graphicFrameMkLst>
            <pc:docMk/>
            <pc:sldMk cId="2230082085" sldId="364"/>
            <ac:graphicFrameMk id="7" creationId="{EAD3480B-534D-4B3F-9656-8FA1219BBADA}"/>
          </ac:graphicFrameMkLst>
        </pc:graphicFrameChg>
        <pc:graphicFrameChg chg="del">
          <ac:chgData name="Lucas Tossolini" userId="82ff3cc4fadd8f44" providerId="LiveId" clId="{6F929317-6B04-4EBD-9102-3B64F359135C}" dt="2019-09-26T14:07:22.590" v="441" actId="478"/>
          <ac:graphicFrameMkLst>
            <pc:docMk/>
            <pc:sldMk cId="2230082085" sldId="364"/>
            <ac:graphicFrameMk id="8" creationId="{9C469AFF-7378-4769-B2C7-8A9477292D76}"/>
          </ac:graphicFrameMkLst>
        </pc:graphicFrameChg>
        <pc:graphicFrameChg chg="add mod">
          <ac:chgData name="Lucas Tossolini" userId="82ff3cc4fadd8f44" providerId="LiveId" clId="{6F929317-6B04-4EBD-9102-3B64F359135C}" dt="2019-09-26T14:07:50.007" v="447" actId="14100"/>
          <ac:graphicFrameMkLst>
            <pc:docMk/>
            <pc:sldMk cId="2230082085" sldId="364"/>
            <ac:graphicFrameMk id="10" creationId="{00000000-0008-0000-0300-000029000000}"/>
          </ac:graphicFrameMkLst>
        </pc:graphicFrameChg>
      </pc:sldChg>
      <pc:sldChg chg="addSp delSp modSp add">
        <pc:chgData name="Lucas Tossolini" userId="82ff3cc4fadd8f44" providerId="LiveId" clId="{6F929317-6B04-4EBD-9102-3B64F359135C}" dt="2019-09-26T14:18:21.998" v="548"/>
        <pc:sldMkLst>
          <pc:docMk/>
          <pc:sldMk cId="2722934323" sldId="365"/>
        </pc:sldMkLst>
        <pc:spChg chg="add mod">
          <ac:chgData name="Lucas Tossolini" userId="82ff3cc4fadd8f44" providerId="LiveId" clId="{6F929317-6B04-4EBD-9102-3B64F359135C}" dt="2019-09-26T14:10:09.943" v="486" actId="14100"/>
          <ac:spMkLst>
            <pc:docMk/>
            <pc:sldMk cId="2722934323" sldId="365"/>
            <ac:spMk id="2" creationId="{DC5C01FD-599F-45E0-881C-C1D72B09E8F8}"/>
          </ac:spMkLst>
        </pc:spChg>
        <pc:spChg chg="del">
          <ac:chgData name="Lucas Tossolini" userId="82ff3cc4fadd8f44" providerId="LiveId" clId="{6F929317-6B04-4EBD-9102-3B64F359135C}" dt="2019-09-26T14:08:58.470" v="449" actId="478"/>
          <ac:spMkLst>
            <pc:docMk/>
            <pc:sldMk cId="2722934323" sldId="365"/>
            <ac:spMk id="9" creationId="{90861747-4506-4245-91BD-48166031EA7E}"/>
          </ac:spMkLst>
        </pc:spChg>
        <pc:spChg chg="add mod">
          <ac:chgData name="Lucas Tossolini" userId="82ff3cc4fadd8f44" providerId="LiveId" clId="{6F929317-6B04-4EBD-9102-3B64F359135C}" dt="2019-09-26T14:13:23.886" v="507" actId="1076"/>
          <ac:spMkLst>
            <pc:docMk/>
            <pc:sldMk cId="2722934323" sldId="365"/>
            <ac:spMk id="11" creationId="{494BF338-9347-4141-A87A-490CDF6B8D8F}"/>
          </ac:spMkLst>
        </pc:spChg>
        <pc:spChg chg="mod">
          <ac:chgData name="Lucas Tossolini" userId="82ff3cc4fadd8f44" providerId="LiveId" clId="{6F929317-6B04-4EBD-9102-3B64F359135C}" dt="2019-09-26T14:09:09.301" v="472" actId="20577"/>
          <ac:spMkLst>
            <pc:docMk/>
            <pc:sldMk cId="2722934323" sldId="365"/>
            <ac:spMk id="12" creationId="{00000000-0000-0000-0000-000000000000}"/>
          </ac:spMkLst>
        </pc:spChg>
        <pc:spChg chg="del">
          <ac:chgData name="Lucas Tossolini" userId="82ff3cc4fadd8f44" providerId="LiveId" clId="{6F929317-6B04-4EBD-9102-3B64F359135C}" dt="2019-09-26T14:18:21.346" v="547" actId="478"/>
          <ac:spMkLst>
            <pc:docMk/>
            <pc:sldMk cId="2722934323" sldId="365"/>
            <ac:spMk id="13" creationId="{5609FA57-88DF-440A-A5FE-D39BB978F28F}"/>
          </ac:spMkLst>
        </pc:spChg>
        <pc:spChg chg="del">
          <ac:chgData name="Lucas Tossolini" userId="82ff3cc4fadd8f44" providerId="LiveId" clId="{6F929317-6B04-4EBD-9102-3B64F359135C}" dt="2019-09-26T14:08:58.470" v="449" actId="478"/>
          <ac:spMkLst>
            <pc:docMk/>
            <pc:sldMk cId="2722934323" sldId="365"/>
            <ac:spMk id="14" creationId="{61287CF3-024C-4C96-A069-8AC25EB1544A}"/>
          </ac:spMkLst>
        </pc:spChg>
        <pc:spChg chg="add">
          <ac:chgData name="Lucas Tossolini" userId="82ff3cc4fadd8f44" providerId="LiveId" clId="{6F929317-6B04-4EBD-9102-3B64F359135C}" dt="2019-09-26T14:18:21.998" v="548"/>
          <ac:spMkLst>
            <pc:docMk/>
            <pc:sldMk cId="2722934323" sldId="365"/>
            <ac:spMk id="15" creationId="{2DB624F4-FD09-4763-AA0C-176A54C43B49}"/>
          </ac:spMkLst>
        </pc:spChg>
        <pc:spChg chg="del">
          <ac:chgData name="Lucas Tossolini" userId="82ff3cc4fadd8f44" providerId="LiveId" clId="{6F929317-6B04-4EBD-9102-3B64F359135C}" dt="2019-09-26T14:08:58.470" v="449" actId="478"/>
          <ac:spMkLst>
            <pc:docMk/>
            <pc:sldMk cId="2722934323" sldId="365"/>
            <ac:spMk id="16" creationId="{FE885EB5-0B04-41A9-9C77-9C024DF63A81}"/>
          </ac:spMkLst>
        </pc:spChg>
        <pc:graphicFrameChg chg="del">
          <ac:chgData name="Lucas Tossolini" userId="82ff3cc4fadd8f44" providerId="LiveId" clId="{6F929317-6B04-4EBD-9102-3B64F359135C}" dt="2019-09-26T14:08:58.470" v="449" actId="478"/>
          <ac:graphicFrameMkLst>
            <pc:docMk/>
            <pc:sldMk cId="2722934323" sldId="365"/>
            <ac:graphicFrameMk id="7" creationId="{EAD3480B-534D-4B3F-9656-8FA1219BBADA}"/>
          </ac:graphicFrameMkLst>
        </pc:graphicFrameChg>
        <pc:graphicFrameChg chg="del">
          <ac:chgData name="Lucas Tossolini" userId="82ff3cc4fadd8f44" providerId="LiveId" clId="{6F929317-6B04-4EBD-9102-3B64F359135C}" dt="2019-09-26T14:09:01.304" v="450" actId="478"/>
          <ac:graphicFrameMkLst>
            <pc:docMk/>
            <pc:sldMk cId="2722934323" sldId="365"/>
            <ac:graphicFrameMk id="8" creationId="{9C469AFF-7378-4769-B2C7-8A9477292D76}"/>
          </ac:graphicFrameMkLst>
        </pc:graphicFrameChg>
        <pc:graphicFrameChg chg="add mod">
          <ac:chgData name="Lucas Tossolini" userId="82ff3cc4fadd8f44" providerId="LiveId" clId="{6F929317-6B04-4EBD-9102-3B64F359135C}" dt="2019-09-26T14:09:40.846" v="482" actId="1076"/>
          <ac:graphicFrameMkLst>
            <pc:docMk/>
            <pc:sldMk cId="2722934323" sldId="365"/>
            <ac:graphicFrameMk id="10" creationId="{EE817925-9D36-4F4E-8765-AC1F8637909A}"/>
          </ac:graphicFrameMkLst>
        </pc:graphicFrameChg>
      </pc:sldChg>
      <pc:sldChg chg="addSp delSp modSp add">
        <pc:chgData name="Lucas Tossolini" userId="82ff3cc4fadd8f44" providerId="LiveId" clId="{6F929317-6B04-4EBD-9102-3B64F359135C}" dt="2019-09-26T14:18:26.867" v="550"/>
        <pc:sldMkLst>
          <pc:docMk/>
          <pc:sldMk cId="1330740128" sldId="366"/>
        </pc:sldMkLst>
        <pc:spChg chg="mod">
          <ac:chgData name="Lucas Tossolini" userId="82ff3cc4fadd8f44" providerId="LiveId" clId="{6F929317-6B04-4EBD-9102-3B64F359135C}" dt="2019-09-26T14:15:03.620" v="521"/>
          <ac:spMkLst>
            <pc:docMk/>
            <pc:sldMk cId="1330740128" sldId="366"/>
            <ac:spMk id="2" creationId="{DC5C01FD-599F-45E0-881C-C1D72B09E8F8}"/>
          </ac:spMkLst>
        </pc:spChg>
        <pc:spChg chg="add">
          <ac:chgData name="Lucas Tossolini" userId="82ff3cc4fadd8f44" providerId="LiveId" clId="{6F929317-6B04-4EBD-9102-3B64F359135C}" dt="2019-09-26T14:18:26.867" v="550"/>
          <ac:spMkLst>
            <pc:docMk/>
            <pc:sldMk cId="1330740128" sldId="366"/>
            <ac:spMk id="8" creationId="{DC0AE822-1F5B-438D-9A72-A120B684EB2B}"/>
          </ac:spMkLst>
        </pc:spChg>
        <pc:spChg chg="del">
          <ac:chgData name="Lucas Tossolini" userId="82ff3cc4fadd8f44" providerId="LiveId" clId="{6F929317-6B04-4EBD-9102-3B64F359135C}" dt="2019-09-26T14:14:37.938" v="512" actId="478"/>
          <ac:spMkLst>
            <pc:docMk/>
            <pc:sldMk cId="1330740128" sldId="366"/>
            <ac:spMk id="11" creationId="{494BF338-9347-4141-A87A-490CDF6B8D8F}"/>
          </ac:spMkLst>
        </pc:spChg>
        <pc:spChg chg="mod">
          <ac:chgData name="Lucas Tossolini" userId="82ff3cc4fadd8f44" providerId="LiveId" clId="{6F929317-6B04-4EBD-9102-3B64F359135C}" dt="2019-09-26T14:14:32.802" v="510" actId="404"/>
          <ac:spMkLst>
            <pc:docMk/>
            <pc:sldMk cId="1330740128" sldId="366"/>
            <ac:spMk id="12" creationId="{00000000-0000-0000-0000-000000000000}"/>
          </ac:spMkLst>
        </pc:spChg>
        <pc:spChg chg="del">
          <ac:chgData name="Lucas Tossolini" userId="82ff3cc4fadd8f44" providerId="LiveId" clId="{6F929317-6B04-4EBD-9102-3B64F359135C}" dt="2019-09-26T14:18:26.094" v="549" actId="478"/>
          <ac:spMkLst>
            <pc:docMk/>
            <pc:sldMk cId="1330740128" sldId="366"/>
            <ac:spMk id="13" creationId="{5609FA57-88DF-440A-A5FE-D39BB978F28F}"/>
          </ac:spMkLst>
        </pc:spChg>
        <pc:graphicFrameChg chg="add mod">
          <ac:chgData name="Lucas Tossolini" userId="82ff3cc4fadd8f44" providerId="LiveId" clId="{6F929317-6B04-4EBD-9102-3B64F359135C}" dt="2019-09-26T14:15:08.282" v="522" actId="14100"/>
          <ac:graphicFrameMkLst>
            <pc:docMk/>
            <pc:sldMk cId="1330740128" sldId="366"/>
            <ac:graphicFrameMk id="7" creationId="{00000000-0008-0000-1000-000003000000}"/>
          </ac:graphicFrameMkLst>
        </pc:graphicFrameChg>
        <pc:graphicFrameChg chg="del">
          <ac:chgData name="Lucas Tossolini" userId="82ff3cc4fadd8f44" providerId="LiveId" clId="{6F929317-6B04-4EBD-9102-3B64F359135C}" dt="2019-09-26T14:14:36.155" v="511" actId="478"/>
          <ac:graphicFrameMkLst>
            <pc:docMk/>
            <pc:sldMk cId="1330740128" sldId="366"/>
            <ac:graphicFrameMk id="10" creationId="{EE817925-9D36-4F4E-8765-AC1F8637909A}"/>
          </ac:graphicFrameMkLst>
        </pc:graphicFrameChg>
      </pc:sldChg>
      <pc:sldChg chg="addSp delSp modSp add">
        <pc:chgData name="Lucas Tossolini" userId="82ff3cc4fadd8f44" providerId="LiveId" clId="{6F929317-6B04-4EBD-9102-3B64F359135C}" dt="2019-09-26T14:19:06.217" v="605" actId="1076"/>
        <pc:sldMkLst>
          <pc:docMk/>
          <pc:sldMk cId="3112949542" sldId="367"/>
        </pc:sldMkLst>
        <pc:spChg chg="del">
          <ac:chgData name="Lucas Tossolini" userId="82ff3cc4fadd8f44" providerId="LiveId" clId="{6F929317-6B04-4EBD-9102-3B64F359135C}" dt="2019-09-26T14:17:16.469" v="533" actId="478"/>
          <ac:spMkLst>
            <pc:docMk/>
            <pc:sldMk cId="3112949542" sldId="367"/>
            <ac:spMk id="2" creationId="{DC5C01FD-599F-45E0-881C-C1D72B09E8F8}"/>
          </ac:spMkLst>
        </pc:spChg>
        <pc:spChg chg="add">
          <ac:chgData name="Lucas Tossolini" userId="82ff3cc4fadd8f44" providerId="LiveId" clId="{6F929317-6B04-4EBD-9102-3B64F359135C}" dt="2019-09-26T14:18:31.297" v="552"/>
          <ac:spMkLst>
            <pc:docMk/>
            <pc:sldMk cId="3112949542" sldId="367"/>
            <ac:spMk id="8" creationId="{51BE0FEA-E422-49F6-85AF-002766904B69}"/>
          </ac:spMkLst>
        </pc:spChg>
        <pc:spChg chg="add mod">
          <ac:chgData name="Lucas Tossolini" userId="82ff3cc4fadd8f44" providerId="LiveId" clId="{6F929317-6B04-4EBD-9102-3B64F359135C}" dt="2019-09-26T14:19:06.217" v="605" actId="1076"/>
          <ac:spMkLst>
            <pc:docMk/>
            <pc:sldMk cId="3112949542" sldId="367"/>
            <ac:spMk id="9" creationId="{0CAC3945-0A8B-4397-9C5F-51C0B6515537}"/>
          </ac:spMkLst>
        </pc:spChg>
        <pc:spChg chg="mod">
          <ac:chgData name="Lucas Tossolini" userId="82ff3cc4fadd8f44" providerId="LiveId" clId="{6F929317-6B04-4EBD-9102-3B64F359135C}" dt="2019-09-26T14:16:08.755" v="532"/>
          <ac:spMkLst>
            <pc:docMk/>
            <pc:sldMk cId="3112949542" sldId="367"/>
            <ac:spMk id="12" creationId="{00000000-0000-0000-0000-000000000000}"/>
          </ac:spMkLst>
        </pc:spChg>
        <pc:spChg chg="del">
          <ac:chgData name="Lucas Tossolini" userId="82ff3cc4fadd8f44" providerId="LiveId" clId="{6F929317-6B04-4EBD-9102-3B64F359135C}" dt="2019-09-26T14:18:30.641" v="551" actId="478"/>
          <ac:spMkLst>
            <pc:docMk/>
            <pc:sldMk cId="3112949542" sldId="367"/>
            <ac:spMk id="13" creationId="{5609FA57-88DF-440A-A5FE-D39BB978F28F}"/>
          </ac:spMkLst>
        </pc:spChg>
        <pc:graphicFrameChg chg="add mod">
          <ac:chgData name="Lucas Tossolini" userId="82ff3cc4fadd8f44" providerId="LiveId" clId="{6F929317-6B04-4EBD-9102-3B64F359135C}" dt="2019-09-26T14:18:39.070" v="553" actId="14100"/>
          <ac:graphicFrameMkLst>
            <pc:docMk/>
            <pc:sldMk cId="3112949542" sldId="367"/>
            <ac:graphicFrameMk id="6" creationId="{00000000-0008-0000-1500-000002000000}"/>
          </ac:graphicFrameMkLst>
        </pc:graphicFrameChg>
        <pc:graphicFrameChg chg="del">
          <ac:chgData name="Lucas Tossolini" userId="82ff3cc4fadd8f44" providerId="LiveId" clId="{6F929317-6B04-4EBD-9102-3B64F359135C}" dt="2019-09-26T14:15:47.966" v="524" actId="478"/>
          <ac:graphicFrameMkLst>
            <pc:docMk/>
            <pc:sldMk cId="3112949542" sldId="367"/>
            <ac:graphicFrameMk id="7" creationId="{00000000-0008-0000-1000-000003000000}"/>
          </ac:graphicFrameMkLst>
        </pc:graphicFrameChg>
      </pc:sldChg>
      <pc:sldChg chg="addSp delSp modSp add">
        <pc:chgData name="Lucas Tossolini" userId="82ff3cc4fadd8f44" providerId="LiveId" clId="{6F929317-6B04-4EBD-9102-3B64F359135C}" dt="2019-09-26T14:22:42.758" v="642" actId="1076"/>
        <pc:sldMkLst>
          <pc:docMk/>
          <pc:sldMk cId="946159003" sldId="368"/>
        </pc:sldMkLst>
        <pc:spChg chg="del">
          <ac:chgData name="Lucas Tossolini" userId="82ff3cc4fadd8f44" providerId="LiveId" clId="{6F929317-6B04-4EBD-9102-3B64F359135C}" dt="2019-09-26T14:22:11.219" v="627" actId="478"/>
          <ac:spMkLst>
            <pc:docMk/>
            <pc:sldMk cId="946159003" sldId="368"/>
            <ac:spMk id="2" creationId="{00000000-0000-0000-0000-000000000000}"/>
          </ac:spMkLst>
        </pc:spChg>
        <pc:spChg chg="add mod">
          <ac:chgData name="Lucas Tossolini" userId="82ff3cc4fadd8f44" providerId="LiveId" clId="{6F929317-6B04-4EBD-9102-3B64F359135C}" dt="2019-09-26T14:21:44.078" v="620" actId="1076"/>
          <ac:spMkLst>
            <pc:docMk/>
            <pc:sldMk cId="946159003" sldId="368"/>
            <ac:spMk id="3" creationId="{8B3F1FB0-653C-4FD3-89B8-A9E3EFC44CF3}"/>
          </ac:spMkLst>
        </pc:spChg>
        <pc:spChg chg="add mod">
          <ac:chgData name="Lucas Tossolini" userId="82ff3cc4fadd8f44" providerId="LiveId" clId="{6F929317-6B04-4EBD-9102-3B64F359135C}" dt="2019-09-26T14:21:53.223" v="623" actId="14100"/>
          <ac:spMkLst>
            <pc:docMk/>
            <pc:sldMk cId="946159003" sldId="368"/>
            <ac:spMk id="11" creationId="{24561F53-D1F8-4A5E-9C6B-91BA2B34D8F2}"/>
          </ac:spMkLst>
        </pc:spChg>
        <pc:spChg chg="add mod">
          <ac:chgData name="Lucas Tossolini" userId="82ff3cc4fadd8f44" providerId="LiveId" clId="{6F929317-6B04-4EBD-9102-3B64F359135C}" dt="2019-09-26T14:22:01.046" v="626" actId="14100"/>
          <ac:spMkLst>
            <pc:docMk/>
            <pc:sldMk cId="946159003" sldId="368"/>
            <ac:spMk id="12" creationId="{8ACDE74B-8260-4AA3-9906-A9AE963C8577}"/>
          </ac:spMkLst>
        </pc:spChg>
        <pc:spChg chg="mod">
          <ac:chgData name="Lucas Tossolini" userId="82ff3cc4fadd8f44" providerId="LiveId" clId="{6F929317-6B04-4EBD-9102-3B64F359135C}" dt="2019-09-26T14:21:21.583" v="616"/>
          <ac:spMkLst>
            <pc:docMk/>
            <pc:sldMk cId="946159003" sldId="368"/>
            <ac:spMk id="14" creationId="{00000000-0000-0000-0000-000000000000}"/>
          </ac:spMkLst>
        </pc:spChg>
        <pc:spChg chg="del">
          <ac:chgData name="Lucas Tossolini" userId="82ff3cc4fadd8f44" providerId="LiveId" clId="{6F929317-6B04-4EBD-9102-3B64F359135C}" dt="2019-09-26T14:22:11.219" v="627" actId="478"/>
          <ac:spMkLst>
            <pc:docMk/>
            <pc:sldMk cId="946159003" sldId="368"/>
            <ac:spMk id="17" creationId="{00000000-0000-0000-0000-000000000000}"/>
          </ac:spMkLst>
        </pc:spChg>
        <pc:graphicFrameChg chg="add mod">
          <ac:chgData name="Lucas Tossolini" userId="82ff3cc4fadd8f44" providerId="LiveId" clId="{6F929317-6B04-4EBD-9102-3B64F359135C}" dt="2019-09-26T14:22:15.064" v="629" actId="1076"/>
          <ac:graphicFrameMkLst>
            <pc:docMk/>
            <pc:sldMk cId="946159003" sldId="368"/>
            <ac:graphicFrameMk id="10" creationId="{00000000-0008-0000-1B00-000007000000}"/>
          </ac:graphicFrameMkLst>
        </pc:graphicFrameChg>
        <pc:graphicFrameChg chg="del">
          <ac:chgData name="Lucas Tossolini" userId="82ff3cc4fadd8f44" providerId="LiveId" clId="{6F929317-6B04-4EBD-9102-3B64F359135C}" dt="2019-09-26T14:20:07.976" v="607" actId="478"/>
          <ac:graphicFrameMkLst>
            <pc:docMk/>
            <pc:sldMk cId="946159003" sldId="368"/>
            <ac:graphicFrameMk id="15" creationId="{00000000-0000-0000-0000-000000000000}"/>
          </ac:graphicFrameMkLst>
        </pc:graphicFrameChg>
        <pc:picChg chg="del">
          <ac:chgData name="Lucas Tossolini" userId="82ff3cc4fadd8f44" providerId="LiveId" clId="{6F929317-6B04-4EBD-9102-3B64F359135C}" dt="2019-09-26T14:22:37.811" v="639" actId="478"/>
          <ac:picMkLst>
            <pc:docMk/>
            <pc:sldMk cId="946159003" sldId="368"/>
            <ac:picMk id="7" creationId="{F0AF1744-0230-415C-93FF-CB4E1D7C33A8}"/>
          </ac:picMkLst>
        </pc:picChg>
        <pc:picChg chg="del mod">
          <ac:chgData name="Lucas Tossolini" userId="82ff3cc4fadd8f44" providerId="LiveId" clId="{6F929317-6B04-4EBD-9102-3B64F359135C}" dt="2019-09-26T14:22:36.294" v="638" actId="478"/>
          <ac:picMkLst>
            <pc:docMk/>
            <pc:sldMk cId="946159003" sldId="368"/>
            <ac:picMk id="8" creationId="{286FC2FC-458D-465D-A210-EDC342FED28A}"/>
          </ac:picMkLst>
        </pc:picChg>
        <pc:picChg chg="add del mod">
          <ac:chgData name="Lucas Tossolini" userId="82ff3cc4fadd8f44" providerId="LiveId" clId="{6F929317-6B04-4EBD-9102-3B64F359135C}" dt="2019-09-26T14:22:31.458" v="634"/>
          <ac:picMkLst>
            <pc:docMk/>
            <pc:sldMk cId="946159003" sldId="368"/>
            <ac:picMk id="13" creationId="{B486DB2B-CEEA-4168-8FAD-0505E584E528}"/>
          </ac:picMkLst>
        </pc:picChg>
        <pc:picChg chg="add mod">
          <ac:chgData name="Lucas Tossolini" userId="82ff3cc4fadd8f44" providerId="LiveId" clId="{6F929317-6B04-4EBD-9102-3B64F359135C}" dt="2019-09-26T14:22:40.190" v="640" actId="1076"/>
          <ac:picMkLst>
            <pc:docMk/>
            <pc:sldMk cId="946159003" sldId="368"/>
            <ac:picMk id="16" creationId="{4C6042BC-5336-4C38-9D9B-F868CBC15987}"/>
          </ac:picMkLst>
        </pc:picChg>
        <pc:picChg chg="add mod">
          <ac:chgData name="Lucas Tossolini" userId="82ff3cc4fadd8f44" providerId="LiveId" clId="{6F929317-6B04-4EBD-9102-3B64F359135C}" dt="2019-09-26T14:22:42.758" v="642" actId="1076"/>
          <ac:picMkLst>
            <pc:docMk/>
            <pc:sldMk cId="946159003" sldId="368"/>
            <ac:picMk id="18" creationId="{3077A5CF-74B4-4353-8A7C-7453011434ED}"/>
          </ac:picMkLst>
        </pc:picChg>
      </pc:sldChg>
      <pc:sldChg chg="add del">
        <pc:chgData name="Lucas Tossolini" userId="82ff3cc4fadd8f44" providerId="LiveId" clId="{6F929317-6B04-4EBD-9102-3B64F359135C}" dt="2019-09-26T14:26:06.952" v="647" actId="2696"/>
        <pc:sldMkLst>
          <pc:docMk/>
          <pc:sldMk cId="1706038081" sldId="369"/>
        </pc:sldMkLst>
      </pc:sldChg>
      <pc:sldChg chg="addSp delSp modSp add">
        <pc:chgData name="Lucas Tossolini" userId="82ff3cc4fadd8f44" providerId="LiveId" clId="{6F929317-6B04-4EBD-9102-3B64F359135C}" dt="2019-09-26T15:00:33.496" v="727" actId="1036"/>
        <pc:sldMkLst>
          <pc:docMk/>
          <pc:sldMk cId="1708637352" sldId="369"/>
        </pc:sldMkLst>
        <pc:spChg chg="del mod">
          <ac:chgData name="Lucas Tossolini" userId="82ff3cc4fadd8f44" providerId="LiveId" clId="{6F929317-6B04-4EBD-9102-3B64F359135C}" dt="2019-09-26T15:00:29.435" v="717" actId="478"/>
          <ac:spMkLst>
            <pc:docMk/>
            <pc:sldMk cId="1708637352" sldId="369"/>
            <ac:spMk id="6" creationId="{297B80FB-826B-44DD-A749-66FEFAFE0938}"/>
          </ac:spMkLst>
        </pc:spChg>
        <pc:spChg chg="del mod">
          <ac:chgData name="Lucas Tossolini" userId="82ff3cc4fadd8f44" providerId="LiveId" clId="{6F929317-6B04-4EBD-9102-3B64F359135C}" dt="2019-09-26T15:00:29.435" v="717" actId="478"/>
          <ac:spMkLst>
            <pc:docMk/>
            <pc:sldMk cId="1708637352" sldId="369"/>
            <ac:spMk id="8" creationId="{00000000-0000-0000-0000-000000000000}"/>
          </ac:spMkLst>
        </pc:spChg>
        <pc:spChg chg="mod">
          <ac:chgData name="Lucas Tossolini" userId="82ff3cc4fadd8f44" providerId="LiveId" clId="{6F929317-6B04-4EBD-9102-3B64F359135C}" dt="2019-09-26T14:54:52.024" v="667" actId="20577"/>
          <ac:spMkLst>
            <pc:docMk/>
            <pc:sldMk cId="1708637352" sldId="369"/>
            <ac:spMk id="9" creationId="{9C77614D-464C-4389-861D-6688BA449BFA}"/>
          </ac:spMkLst>
        </pc:spChg>
        <pc:spChg chg="add del mod">
          <ac:chgData name="Lucas Tossolini" userId="82ff3cc4fadd8f44" providerId="LiveId" clId="{6F929317-6B04-4EBD-9102-3B64F359135C}" dt="2019-09-26T14:59:03.557" v="694" actId="478"/>
          <ac:spMkLst>
            <pc:docMk/>
            <pc:sldMk cId="1708637352" sldId="369"/>
            <ac:spMk id="12" creationId="{D0EEDE12-769B-422C-83B2-D7CB073296F5}"/>
          </ac:spMkLst>
        </pc:spChg>
        <pc:spChg chg="add mod">
          <ac:chgData name="Lucas Tossolini" userId="82ff3cc4fadd8f44" providerId="LiveId" clId="{6F929317-6B04-4EBD-9102-3B64F359135C}" dt="2019-09-26T15:00:33.496" v="727" actId="1036"/>
          <ac:spMkLst>
            <pc:docMk/>
            <pc:sldMk cId="1708637352" sldId="369"/>
            <ac:spMk id="16" creationId="{4596F03E-A2A9-41F6-AED4-3647B5ED31B0}"/>
          </ac:spMkLst>
        </pc:spChg>
        <pc:spChg chg="add mod">
          <ac:chgData name="Lucas Tossolini" userId="82ff3cc4fadd8f44" providerId="LiveId" clId="{6F929317-6B04-4EBD-9102-3B64F359135C}" dt="2019-09-26T15:00:33.496" v="727" actId="1036"/>
          <ac:spMkLst>
            <pc:docMk/>
            <pc:sldMk cId="1708637352" sldId="369"/>
            <ac:spMk id="17" creationId="{10086644-E3DD-46D8-9185-384BCC9A3A60}"/>
          </ac:spMkLst>
        </pc:spChg>
        <pc:spChg chg="add mod">
          <ac:chgData name="Lucas Tossolini" userId="82ff3cc4fadd8f44" providerId="LiveId" clId="{6F929317-6B04-4EBD-9102-3B64F359135C}" dt="2019-09-26T15:00:33.496" v="727" actId="1036"/>
          <ac:spMkLst>
            <pc:docMk/>
            <pc:sldMk cId="1708637352" sldId="369"/>
            <ac:spMk id="18" creationId="{E8894F98-B983-49D0-BC13-C87DE81250A2}"/>
          </ac:spMkLst>
        </pc:spChg>
        <pc:spChg chg="add mod">
          <ac:chgData name="Lucas Tossolini" userId="82ff3cc4fadd8f44" providerId="LiveId" clId="{6F929317-6B04-4EBD-9102-3B64F359135C}" dt="2019-09-26T15:00:33.496" v="727" actId="1036"/>
          <ac:spMkLst>
            <pc:docMk/>
            <pc:sldMk cId="1708637352" sldId="369"/>
            <ac:spMk id="19" creationId="{CDDBB6F3-44A9-426C-B27E-0612B5A58EF1}"/>
          </ac:spMkLst>
        </pc:spChg>
        <pc:graphicFrameChg chg="add mod">
          <ac:chgData name="Lucas Tossolini" userId="82ff3cc4fadd8f44" providerId="LiveId" clId="{6F929317-6B04-4EBD-9102-3B64F359135C}" dt="2019-09-26T15:00:33.496" v="727" actId="1036"/>
          <ac:graphicFrameMkLst>
            <pc:docMk/>
            <pc:sldMk cId="1708637352" sldId="369"/>
            <ac:graphicFrameMk id="10" creationId="{7BDB04DD-145C-45BA-AD8F-3B690F9358F3}"/>
          </ac:graphicFrameMkLst>
        </pc:graphicFrameChg>
        <pc:graphicFrameChg chg="add mod">
          <ac:chgData name="Lucas Tossolini" userId="82ff3cc4fadd8f44" providerId="LiveId" clId="{6F929317-6B04-4EBD-9102-3B64F359135C}" dt="2019-09-26T15:00:33.496" v="727" actId="1036"/>
          <ac:graphicFrameMkLst>
            <pc:docMk/>
            <pc:sldMk cId="1708637352" sldId="369"/>
            <ac:graphicFrameMk id="11" creationId="{717ABFB5-C227-4BFA-9714-54D4802D9105}"/>
          </ac:graphicFrameMkLst>
        </pc:graphicFrameChg>
        <pc:picChg chg="del">
          <ac:chgData name="Lucas Tossolini" userId="82ff3cc4fadd8f44" providerId="LiveId" clId="{6F929317-6B04-4EBD-9102-3B64F359135C}" dt="2019-09-26T14:54:54.897" v="668" actId="478"/>
          <ac:picMkLst>
            <pc:docMk/>
            <pc:sldMk cId="1708637352" sldId="369"/>
            <ac:picMk id="3" creationId="{00000000-0000-0000-0000-000000000000}"/>
          </ac:picMkLst>
        </pc:picChg>
        <pc:cxnChg chg="add mod">
          <ac:chgData name="Lucas Tossolini" userId="82ff3cc4fadd8f44" providerId="LiveId" clId="{6F929317-6B04-4EBD-9102-3B64F359135C}" dt="2019-09-26T15:00:33.496" v="727" actId="1036"/>
          <ac:cxnSpMkLst>
            <pc:docMk/>
            <pc:sldMk cId="1708637352" sldId="369"/>
            <ac:cxnSpMk id="4" creationId="{DC592BC1-DD35-4F4E-9CAD-34CF4EFB85C3}"/>
          </ac:cxnSpMkLst>
        </pc:cxnChg>
        <pc:cxnChg chg="add mod">
          <ac:chgData name="Lucas Tossolini" userId="82ff3cc4fadd8f44" providerId="LiveId" clId="{6F929317-6B04-4EBD-9102-3B64F359135C}" dt="2019-09-26T15:00:33.496" v="727" actId="1036"/>
          <ac:cxnSpMkLst>
            <pc:docMk/>
            <pc:sldMk cId="1708637352" sldId="369"/>
            <ac:cxnSpMk id="13" creationId="{143DEDA3-4F77-49D5-996F-F4E4D4D3094C}"/>
          </ac:cxnSpMkLst>
        </pc:cxnChg>
        <pc:cxnChg chg="add mod">
          <ac:chgData name="Lucas Tossolini" userId="82ff3cc4fadd8f44" providerId="LiveId" clId="{6F929317-6B04-4EBD-9102-3B64F359135C}" dt="2019-09-26T15:00:33.496" v="727" actId="1036"/>
          <ac:cxnSpMkLst>
            <pc:docMk/>
            <pc:sldMk cId="1708637352" sldId="369"/>
            <ac:cxnSpMk id="14" creationId="{1BCB5FE9-CFDE-4A68-87E6-EC778643E43F}"/>
          </ac:cxnSpMkLst>
        </pc:cxnChg>
        <pc:cxnChg chg="add mod">
          <ac:chgData name="Lucas Tossolini" userId="82ff3cc4fadd8f44" providerId="LiveId" clId="{6F929317-6B04-4EBD-9102-3B64F359135C}" dt="2019-09-26T15:00:33.496" v="727" actId="1036"/>
          <ac:cxnSpMkLst>
            <pc:docMk/>
            <pc:sldMk cId="1708637352" sldId="369"/>
            <ac:cxnSpMk id="15" creationId="{FA4001AF-B4F8-4B56-A687-0671EA848C5B}"/>
          </ac:cxnSpMkLst>
        </pc:cxnChg>
      </pc:sldChg>
      <pc:sldChg chg="addSp modSp add">
        <pc:chgData name="Lucas Tossolini" userId="82ff3cc4fadd8f44" providerId="LiveId" clId="{6F929317-6B04-4EBD-9102-3B64F359135C}" dt="2019-09-26T16:10:01.939" v="763" actId="1035"/>
        <pc:sldMkLst>
          <pc:docMk/>
          <pc:sldMk cId="1159229245" sldId="370"/>
        </pc:sldMkLst>
        <pc:spChg chg="add mod">
          <ac:chgData name="Lucas Tossolini" userId="82ff3cc4fadd8f44" providerId="LiveId" clId="{6F929317-6B04-4EBD-9102-3B64F359135C}" dt="2019-09-26T16:10:01.939" v="763" actId="1035"/>
          <ac:spMkLst>
            <pc:docMk/>
            <pc:sldMk cId="1159229245" sldId="370"/>
            <ac:spMk id="2" creationId="{1C45FD4C-159D-462B-A51E-CC1E869170F5}"/>
          </ac:spMkLst>
        </pc:spChg>
      </pc:sldChg>
      <pc:sldChg chg="addSp modSp add">
        <pc:chgData name="Lucas Tossolini" userId="82ff3cc4fadd8f44" providerId="LiveId" clId="{6F929317-6B04-4EBD-9102-3B64F359135C}" dt="2019-09-26T16:11:48.947" v="769" actId="14100"/>
        <pc:sldMkLst>
          <pc:docMk/>
          <pc:sldMk cId="2780029521" sldId="371"/>
        </pc:sldMkLst>
        <pc:spChg chg="add mod">
          <ac:chgData name="Lucas Tossolini" userId="82ff3cc4fadd8f44" providerId="LiveId" clId="{6F929317-6B04-4EBD-9102-3B64F359135C}" dt="2019-09-26T16:11:48.947" v="769" actId="14100"/>
          <ac:spMkLst>
            <pc:docMk/>
            <pc:sldMk cId="2780029521" sldId="371"/>
            <ac:spMk id="8" creationId="{E151367B-142D-488B-A2F8-11A1CE56B941}"/>
          </ac:spMkLst>
        </pc:spChg>
      </pc:sldChg>
      <pc:sldChg chg="addSp delSp modSp add">
        <pc:chgData name="Lucas Tossolini" userId="82ff3cc4fadd8f44" providerId="LiveId" clId="{6F929317-6B04-4EBD-9102-3B64F359135C}" dt="2019-09-26T16:13:49.587" v="874" actId="1076"/>
        <pc:sldMkLst>
          <pc:docMk/>
          <pc:sldMk cId="1266308466" sldId="372"/>
        </pc:sldMkLst>
        <pc:spChg chg="mod">
          <ac:chgData name="Lucas Tossolini" userId="82ff3cc4fadd8f44" providerId="LiveId" clId="{6F929317-6B04-4EBD-9102-3B64F359135C}" dt="2019-09-26T16:12:51.759" v="790" actId="5793"/>
          <ac:spMkLst>
            <pc:docMk/>
            <pc:sldMk cId="1266308466" sldId="372"/>
            <ac:spMk id="9" creationId="{7DFE4203-8FAC-4057-9FFA-2BC80CB25781}"/>
          </ac:spMkLst>
        </pc:spChg>
        <pc:spChg chg="add mod">
          <ac:chgData name="Lucas Tossolini" userId="82ff3cc4fadd8f44" providerId="LiveId" clId="{6F929317-6B04-4EBD-9102-3B64F359135C}" dt="2019-09-26T16:13:49.587" v="874" actId="1076"/>
          <ac:spMkLst>
            <pc:docMk/>
            <pc:sldMk cId="1266308466" sldId="372"/>
            <ac:spMk id="11" creationId="{AFF2A56A-8528-4F6E-8233-12D6E93D98BE}"/>
          </ac:spMkLst>
        </pc:spChg>
        <pc:spChg chg="mod">
          <ac:chgData name="Lucas Tossolini" userId="82ff3cc4fadd8f44" providerId="LiveId" clId="{6F929317-6B04-4EBD-9102-3B64F359135C}" dt="2019-09-26T16:13:49.587" v="874" actId="1076"/>
          <ac:spMkLst>
            <pc:docMk/>
            <pc:sldMk cId="1266308466" sldId="372"/>
            <ac:spMk id="33" creationId="{1B88ED7B-37D2-4EB8-85D0-188B3B3A00BB}"/>
          </ac:spMkLst>
        </pc:spChg>
        <pc:spChg chg="del">
          <ac:chgData name="Lucas Tossolini" userId="82ff3cc4fadd8f44" providerId="LiveId" clId="{6F929317-6B04-4EBD-9102-3B64F359135C}" dt="2019-09-26T16:13:27.423" v="838" actId="478"/>
          <ac:spMkLst>
            <pc:docMk/>
            <pc:sldMk cId="1266308466" sldId="372"/>
            <ac:spMk id="34" creationId="{5DE75577-1ADF-444A-A1D5-150D51886D27}"/>
          </ac:spMkLst>
        </pc:spChg>
        <pc:spChg chg="del">
          <ac:chgData name="Lucas Tossolini" userId="82ff3cc4fadd8f44" providerId="LiveId" clId="{6F929317-6B04-4EBD-9102-3B64F359135C}" dt="2019-09-26T16:13:30.277" v="840" actId="478"/>
          <ac:spMkLst>
            <pc:docMk/>
            <pc:sldMk cId="1266308466" sldId="372"/>
            <ac:spMk id="35" creationId="{75783B79-C038-4D3A-8A59-7A2347D7CBD8}"/>
          </ac:spMkLst>
        </pc:spChg>
        <pc:spChg chg="del">
          <ac:chgData name="Lucas Tossolini" userId="82ff3cc4fadd8f44" providerId="LiveId" clId="{6F929317-6B04-4EBD-9102-3B64F359135C}" dt="2019-09-26T16:13:29.068" v="839" actId="478"/>
          <ac:spMkLst>
            <pc:docMk/>
            <pc:sldMk cId="1266308466" sldId="372"/>
            <ac:spMk id="49" creationId="{D10BB269-5568-4FFD-ABF1-BEC2CB2F4C1A}"/>
          </ac:spMkLst>
        </pc:spChg>
        <pc:spChg chg="mod">
          <ac:chgData name="Lucas Tossolini" userId="82ff3cc4fadd8f44" providerId="LiveId" clId="{6F929317-6B04-4EBD-9102-3B64F359135C}" dt="2019-09-26T16:13:49.587" v="874" actId="1076"/>
          <ac:spMkLst>
            <pc:docMk/>
            <pc:sldMk cId="1266308466" sldId="372"/>
            <ac:spMk id="50" creationId="{F2C8E8AC-D4D2-4B33-9A08-AEB66A40A199}"/>
          </ac:spMkLst>
        </pc:spChg>
        <pc:spChg chg="del">
          <ac:chgData name="Lucas Tossolini" userId="82ff3cc4fadd8f44" providerId="LiveId" clId="{6F929317-6B04-4EBD-9102-3B64F359135C}" dt="2019-09-26T16:12:54.738" v="791" actId="478"/>
          <ac:spMkLst>
            <pc:docMk/>
            <pc:sldMk cId="1266308466" sldId="372"/>
            <ac:spMk id="51" creationId="{40AD12C4-67E0-40D4-AF54-E47AFED431E8}"/>
          </ac:spMkLst>
        </pc:spChg>
        <pc:spChg chg="del">
          <ac:chgData name="Lucas Tossolini" userId="82ff3cc4fadd8f44" providerId="LiveId" clId="{6F929317-6B04-4EBD-9102-3B64F359135C}" dt="2019-09-26T16:13:31.020" v="841" actId="478"/>
          <ac:spMkLst>
            <pc:docMk/>
            <pc:sldMk cId="1266308466" sldId="372"/>
            <ac:spMk id="52" creationId="{12ACE8C6-6D5A-4CCA-8D9D-B9169B70135D}"/>
          </ac:spMkLst>
        </pc:spChg>
      </pc:sldChg>
      <pc:sldChg chg="addSp delSp modSp add">
        <pc:chgData name="Lucas Tossolini" userId="82ff3cc4fadd8f44" providerId="LiveId" clId="{6F929317-6B04-4EBD-9102-3B64F359135C}" dt="2019-10-07T21:07:23.028" v="932" actId="14100"/>
        <pc:sldMkLst>
          <pc:docMk/>
          <pc:sldMk cId="1876489855" sldId="373"/>
        </pc:sldMkLst>
        <pc:spChg chg="del">
          <ac:chgData name="Lucas Tossolini" userId="82ff3cc4fadd8f44" providerId="LiveId" clId="{6F929317-6B04-4EBD-9102-3B64F359135C}" dt="2019-10-07T21:02:56.144" v="919" actId="478"/>
          <ac:spMkLst>
            <pc:docMk/>
            <pc:sldMk cId="1876489855" sldId="373"/>
            <ac:spMk id="15" creationId="{00000000-0000-0000-0000-000000000000}"/>
          </ac:spMkLst>
        </pc:spChg>
        <pc:spChg chg="add">
          <ac:chgData name="Lucas Tossolini" userId="82ff3cc4fadd8f44" providerId="LiveId" clId="{6F929317-6B04-4EBD-9102-3B64F359135C}" dt="2019-10-07T21:06:46.327" v="924"/>
          <ac:spMkLst>
            <pc:docMk/>
            <pc:sldMk cId="1876489855" sldId="373"/>
            <ac:spMk id="18" creationId="{25908818-7030-4849-AEF5-A5C9133B26BB}"/>
          </ac:spMkLst>
        </pc:spChg>
        <pc:spChg chg="del">
          <ac:chgData name="Lucas Tossolini" userId="82ff3cc4fadd8f44" providerId="LiveId" clId="{6F929317-6B04-4EBD-9102-3B64F359135C}" dt="2019-10-07T21:02:56.144" v="919" actId="478"/>
          <ac:spMkLst>
            <pc:docMk/>
            <pc:sldMk cId="1876489855" sldId="373"/>
            <ac:spMk id="20" creationId="{00000000-0000-0000-0000-000000000000}"/>
          </ac:spMkLst>
        </pc:spChg>
        <pc:spChg chg="del">
          <ac:chgData name="Lucas Tossolini" userId="82ff3cc4fadd8f44" providerId="LiveId" clId="{6F929317-6B04-4EBD-9102-3B64F359135C}" dt="2019-10-07T21:02:56.144" v="919" actId="478"/>
          <ac:spMkLst>
            <pc:docMk/>
            <pc:sldMk cId="1876489855" sldId="373"/>
            <ac:spMk id="21" creationId="{00000000-0000-0000-0000-000000000000}"/>
          </ac:spMkLst>
        </pc:spChg>
        <pc:spChg chg="del">
          <ac:chgData name="Lucas Tossolini" userId="82ff3cc4fadd8f44" providerId="LiveId" clId="{6F929317-6B04-4EBD-9102-3B64F359135C}" dt="2019-10-07T21:02:56.144" v="919" actId="478"/>
          <ac:spMkLst>
            <pc:docMk/>
            <pc:sldMk cId="1876489855" sldId="373"/>
            <ac:spMk id="22" creationId="{00000000-0000-0000-0000-000000000000}"/>
          </ac:spMkLst>
        </pc:spChg>
        <pc:spChg chg="del">
          <ac:chgData name="Lucas Tossolini" userId="82ff3cc4fadd8f44" providerId="LiveId" clId="{6F929317-6B04-4EBD-9102-3B64F359135C}" dt="2019-10-07T21:02:56.144" v="919" actId="478"/>
          <ac:spMkLst>
            <pc:docMk/>
            <pc:sldMk cId="1876489855" sldId="373"/>
            <ac:spMk id="23" creationId="{00000000-0000-0000-0000-000000000000}"/>
          </ac:spMkLst>
        </pc:spChg>
        <pc:spChg chg="del">
          <ac:chgData name="Lucas Tossolini" userId="82ff3cc4fadd8f44" providerId="LiveId" clId="{6F929317-6B04-4EBD-9102-3B64F359135C}" dt="2019-10-07T21:02:56.144" v="919" actId="478"/>
          <ac:spMkLst>
            <pc:docMk/>
            <pc:sldMk cId="1876489855" sldId="373"/>
            <ac:spMk id="24" creationId="{00000000-0000-0000-0000-000000000000}"/>
          </ac:spMkLst>
        </pc:spChg>
        <pc:spChg chg="del">
          <ac:chgData name="Lucas Tossolini" userId="82ff3cc4fadd8f44" providerId="LiveId" clId="{6F929317-6B04-4EBD-9102-3B64F359135C}" dt="2019-10-07T21:02:56.144" v="919" actId="478"/>
          <ac:spMkLst>
            <pc:docMk/>
            <pc:sldMk cId="1876489855" sldId="373"/>
            <ac:spMk id="26" creationId="{00000000-0000-0000-0000-000000000000}"/>
          </ac:spMkLst>
        </pc:spChg>
        <pc:spChg chg="del">
          <ac:chgData name="Lucas Tossolini" userId="82ff3cc4fadd8f44" providerId="LiveId" clId="{6F929317-6B04-4EBD-9102-3B64F359135C}" dt="2019-10-07T21:02:56.144" v="919" actId="478"/>
          <ac:spMkLst>
            <pc:docMk/>
            <pc:sldMk cId="1876489855" sldId="373"/>
            <ac:spMk id="28" creationId="{00000000-0000-0000-0000-000000000000}"/>
          </ac:spMkLst>
        </pc:spChg>
        <pc:graphicFrameChg chg="add del mod">
          <ac:chgData name="Lucas Tossolini" userId="82ff3cc4fadd8f44" providerId="LiveId" clId="{6F929317-6B04-4EBD-9102-3B64F359135C}" dt="2019-10-07T21:06:54.237" v="925" actId="478"/>
          <ac:graphicFrameMkLst>
            <pc:docMk/>
            <pc:sldMk cId="1876489855" sldId="373"/>
            <ac:graphicFrameMk id="17" creationId="{EE817925-9D36-4F4E-8765-AC1F8637909A}"/>
          </ac:graphicFrameMkLst>
        </pc:graphicFrameChg>
        <pc:graphicFrameChg chg="add mod">
          <ac:chgData name="Lucas Tossolini" userId="82ff3cc4fadd8f44" providerId="LiveId" clId="{6F929317-6B04-4EBD-9102-3B64F359135C}" dt="2019-10-07T21:07:23.028" v="932" actId="14100"/>
          <ac:graphicFrameMkLst>
            <pc:docMk/>
            <pc:sldMk cId="1876489855" sldId="373"/>
            <ac:graphicFrameMk id="19" creationId="{EE817925-9D36-4F4E-8765-AC1F8637909A}"/>
          </ac:graphicFrameMkLst>
        </pc:graphicFrameChg>
        <pc:picChg chg="del">
          <ac:chgData name="Lucas Tossolini" userId="82ff3cc4fadd8f44" providerId="LiveId" clId="{6F929317-6B04-4EBD-9102-3B64F359135C}" dt="2019-10-07T21:02:56.144" v="919" actId="478"/>
          <ac:picMkLst>
            <pc:docMk/>
            <pc:sldMk cId="1876489855" sldId="373"/>
            <ac:picMk id="14" creationId="{F0160C67-BA35-4962-8E50-F21747A7A62E}"/>
          </ac:picMkLst>
        </pc:picChg>
        <pc:cxnChg chg="del mod">
          <ac:chgData name="Lucas Tossolini" userId="82ff3cc4fadd8f44" providerId="LiveId" clId="{6F929317-6B04-4EBD-9102-3B64F359135C}" dt="2019-10-07T21:02:56.144" v="919" actId="478"/>
          <ac:cxnSpMkLst>
            <pc:docMk/>
            <pc:sldMk cId="1876489855" sldId="373"/>
            <ac:cxnSpMk id="29" creationId="{00000000-0000-0000-0000-000000000000}"/>
          </ac:cxnSpMkLst>
        </pc:cxnChg>
        <pc:cxnChg chg="del mod">
          <ac:chgData name="Lucas Tossolini" userId="82ff3cc4fadd8f44" providerId="LiveId" clId="{6F929317-6B04-4EBD-9102-3B64F359135C}" dt="2019-10-07T21:02:56.144" v="919" actId="478"/>
          <ac:cxnSpMkLst>
            <pc:docMk/>
            <pc:sldMk cId="1876489855" sldId="373"/>
            <ac:cxnSpMk id="33" creationId="{00000000-0000-0000-0000-000000000000}"/>
          </ac:cxnSpMkLst>
        </pc:cxnChg>
        <pc:cxnChg chg="del mod">
          <ac:chgData name="Lucas Tossolini" userId="82ff3cc4fadd8f44" providerId="LiveId" clId="{6F929317-6B04-4EBD-9102-3B64F359135C}" dt="2019-10-07T21:02:56.144" v="919" actId="478"/>
          <ac:cxnSpMkLst>
            <pc:docMk/>
            <pc:sldMk cId="1876489855" sldId="373"/>
            <ac:cxnSpMk id="36" creationId="{00000000-0000-0000-0000-000000000000}"/>
          </ac:cxnSpMkLst>
        </pc:cxnChg>
      </pc:sldChg>
      <pc:sldChg chg="addSp delSp modSp add">
        <pc:chgData name="Lucas Tossolini" userId="82ff3cc4fadd8f44" providerId="LiveId" clId="{6F929317-6B04-4EBD-9102-3B64F359135C}" dt="2019-10-07T21:12:02.921" v="1003" actId="20577"/>
        <pc:sldMkLst>
          <pc:docMk/>
          <pc:sldMk cId="1069367568" sldId="374"/>
        </pc:sldMkLst>
        <pc:spChg chg="add mod">
          <ac:chgData name="Lucas Tossolini" userId="82ff3cc4fadd8f44" providerId="LiveId" clId="{6F929317-6B04-4EBD-9102-3B64F359135C}" dt="2019-10-07T21:11:43.910" v="982" actId="1076"/>
          <ac:spMkLst>
            <pc:docMk/>
            <pc:sldMk cId="1069367568" sldId="374"/>
            <ac:spMk id="2" creationId="{C37C2D53-D43E-45A5-9119-1DCFD03A0ABE}"/>
          </ac:spMkLst>
        </pc:spChg>
        <pc:spChg chg="add mod">
          <ac:chgData name="Lucas Tossolini" userId="82ff3cc4fadd8f44" providerId="LiveId" clId="{6F929317-6B04-4EBD-9102-3B64F359135C}" dt="2019-10-07T21:12:02.921" v="1003" actId="20577"/>
          <ac:spMkLst>
            <pc:docMk/>
            <pc:sldMk cId="1069367568" sldId="374"/>
            <ac:spMk id="7" creationId="{2B8E6D24-76C0-4564-8C01-264487375A17}"/>
          </ac:spMkLst>
        </pc:spChg>
        <pc:spChg chg="mod">
          <ac:chgData name="Lucas Tossolini" userId="82ff3cc4fadd8f44" providerId="LiveId" clId="{6F929317-6B04-4EBD-9102-3B64F359135C}" dt="2019-10-07T21:09:01.702" v="957" actId="20577"/>
          <ac:spMkLst>
            <pc:docMk/>
            <pc:sldMk cId="1069367568" sldId="374"/>
            <ac:spMk id="18" creationId="{25908818-7030-4849-AEF5-A5C9133B26BB}"/>
          </ac:spMkLst>
        </pc:spChg>
        <pc:graphicFrameChg chg="add mod">
          <ac:chgData name="Lucas Tossolini" userId="82ff3cc4fadd8f44" providerId="LiveId" clId="{6F929317-6B04-4EBD-9102-3B64F359135C}" dt="2019-10-07T21:08:55.791" v="943" actId="14100"/>
          <ac:graphicFrameMkLst>
            <pc:docMk/>
            <pc:sldMk cId="1069367568" sldId="374"/>
            <ac:graphicFrameMk id="5" creationId="{BB3B6322-D92C-42BF-9625-5ABBF31160AB}"/>
          </ac:graphicFrameMkLst>
        </pc:graphicFrameChg>
        <pc:graphicFrameChg chg="del">
          <ac:chgData name="Lucas Tossolini" userId="82ff3cc4fadd8f44" providerId="LiveId" clId="{6F929317-6B04-4EBD-9102-3B64F359135C}" dt="2019-10-07T21:07:45.485" v="934" actId="478"/>
          <ac:graphicFrameMkLst>
            <pc:docMk/>
            <pc:sldMk cId="1069367568" sldId="374"/>
            <ac:graphicFrameMk id="19" creationId="{EE817925-9D36-4F4E-8765-AC1F8637909A}"/>
          </ac:graphicFrameMkLst>
        </pc:graphicFrameChg>
      </pc:sldChg>
      <pc:sldChg chg="addSp delSp modSp add ord">
        <pc:chgData name="Lucas Tossolini" userId="82ff3cc4fadd8f44" providerId="LiveId" clId="{6F929317-6B04-4EBD-9102-3B64F359135C}" dt="2019-10-07T22:19:36.686" v="1223" actId="1076"/>
        <pc:sldMkLst>
          <pc:docMk/>
          <pc:sldMk cId="2097438377" sldId="375"/>
        </pc:sldMkLst>
        <pc:spChg chg="mod">
          <ac:chgData name="Lucas Tossolini" userId="82ff3cc4fadd8f44" providerId="LiveId" clId="{6F929317-6B04-4EBD-9102-3B64F359135C}" dt="2019-10-07T22:10:29.963" v="1045" actId="20577"/>
          <ac:spMkLst>
            <pc:docMk/>
            <pc:sldMk cId="2097438377" sldId="375"/>
            <ac:spMk id="15" creationId="{00000000-0000-0000-0000-000000000000}"/>
          </ac:spMkLst>
        </pc:spChg>
        <pc:spChg chg="add mod">
          <ac:chgData name="Lucas Tossolini" userId="82ff3cc4fadd8f44" providerId="LiveId" clId="{6F929317-6B04-4EBD-9102-3B64F359135C}" dt="2019-10-07T22:19:12.462" v="1177" actId="1076"/>
          <ac:spMkLst>
            <pc:docMk/>
            <pc:sldMk cId="2097438377" sldId="375"/>
            <ac:spMk id="17" creationId="{F1F1F241-E2D7-4329-8FEF-5369A6368414}"/>
          </ac:spMkLst>
        </pc:spChg>
        <pc:spChg chg="add del">
          <ac:chgData name="Lucas Tossolini" userId="82ff3cc4fadd8f44" providerId="LiveId" clId="{6F929317-6B04-4EBD-9102-3B64F359135C}" dt="2019-10-07T22:12:10.784" v="1118" actId="478"/>
          <ac:spMkLst>
            <pc:docMk/>
            <pc:sldMk cId="2097438377" sldId="375"/>
            <ac:spMk id="18" creationId="{D9CF89F3-72FD-4B3E-886C-B601ED40768B}"/>
          </ac:spMkLst>
        </pc:spChg>
        <pc:spChg chg="add mod">
          <ac:chgData name="Lucas Tossolini" userId="82ff3cc4fadd8f44" providerId="LiveId" clId="{6F929317-6B04-4EBD-9102-3B64F359135C}" dt="2019-10-07T22:19:36.686" v="1223" actId="1076"/>
          <ac:spMkLst>
            <pc:docMk/>
            <pc:sldMk cId="2097438377" sldId="375"/>
            <ac:spMk id="19" creationId="{8DF966D7-BB54-4701-8CD7-B6FDE9B4999C}"/>
          </ac:spMkLst>
        </pc:spChg>
        <pc:spChg chg="del">
          <ac:chgData name="Lucas Tossolini" userId="82ff3cc4fadd8f44" providerId="LiveId" clId="{6F929317-6B04-4EBD-9102-3B64F359135C}" dt="2019-10-07T22:10:34.721" v="1046" actId="478"/>
          <ac:spMkLst>
            <pc:docMk/>
            <pc:sldMk cId="2097438377" sldId="375"/>
            <ac:spMk id="20" creationId="{00000000-0000-0000-0000-000000000000}"/>
          </ac:spMkLst>
        </pc:spChg>
        <pc:spChg chg="del">
          <ac:chgData name="Lucas Tossolini" userId="82ff3cc4fadd8f44" providerId="LiveId" clId="{6F929317-6B04-4EBD-9102-3B64F359135C}" dt="2019-10-07T22:10:34.721" v="1046" actId="478"/>
          <ac:spMkLst>
            <pc:docMk/>
            <pc:sldMk cId="2097438377" sldId="375"/>
            <ac:spMk id="21" creationId="{00000000-0000-0000-0000-000000000000}"/>
          </ac:spMkLst>
        </pc:spChg>
        <pc:spChg chg="del">
          <ac:chgData name="Lucas Tossolini" userId="82ff3cc4fadd8f44" providerId="LiveId" clId="{6F929317-6B04-4EBD-9102-3B64F359135C}" dt="2019-10-07T22:10:34.721" v="1046" actId="478"/>
          <ac:spMkLst>
            <pc:docMk/>
            <pc:sldMk cId="2097438377" sldId="375"/>
            <ac:spMk id="22" creationId="{00000000-0000-0000-0000-000000000000}"/>
          </ac:spMkLst>
        </pc:spChg>
        <pc:spChg chg="del">
          <ac:chgData name="Lucas Tossolini" userId="82ff3cc4fadd8f44" providerId="LiveId" clId="{6F929317-6B04-4EBD-9102-3B64F359135C}" dt="2019-10-07T22:10:37.110" v="1047" actId="478"/>
          <ac:spMkLst>
            <pc:docMk/>
            <pc:sldMk cId="2097438377" sldId="375"/>
            <ac:spMk id="23" creationId="{00000000-0000-0000-0000-000000000000}"/>
          </ac:spMkLst>
        </pc:spChg>
        <pc:spChg chg="del">
          <ac:chgData name="Lucas Tossolini" userId="82ff3cc4fadd8f44" providerId="LiveId" clId="{6F929317-6B04-4EBD-9102-3B64F359135C}" dt="2019-10-07T22:10:34.721" v="1046" actId="478"/>
          <ac:spMkLst>
            <pc:docMk/>
            <pc:sldMk cId="2097438377" sldId="375"/>
            <ac:spMk id="24" creationId="{00000000-0000-0000-0000-000000000000}"/>
          </ac:spMkLst>
        </pc:spChg>
        <pc:spChg chg="del">
          <ac:chgData name="Lucas Tossolini" userId="82ff3cc4fadd8f44" providerId="LiveId" clId="{6F929317-6B04-4EBD-9102-3B64F359135C}" dt="2019-10-07T22:10:34.721" v="1046" actId="478"/>
          <ac:spMkLst>
            <pc:docMk/>
            <pc:sldMk cId="2097438377" sldId="375"/>
            <ac:spMk id="26" creationId="{00000000-0000-0000-0000-000000000000}"/>
          </ac:spMkLst>
        </pc:spChg>
        <pc:spChg chg="mod">
          <ac:chgData name="Lucas Tossolini" userId="82ff3cc4fadd8f44" providerId="LiveId" clId="{6F929317-6B04-4EBD-9102-3B64F359135C}" dt="2019-10-07T22:19:10.793" v="1176" actId="1076"/>
          <ac:spMkLst>
            <pc:docMk/>
            <pc:sldMk cId="2097438377" sldId="375"/>
            <ac:spMk id="28" creationId="{00000000-0000-0000-0000-000000000000}"/>
          </ac:spMkLst>
        </pc:spChg>
        <pc:picChg chg="del">
          <ac:chgData name="Lucas Tossolini" userId="82ff3cc4fadd8f44" providerId="LiveId" clId="{6F929317-6B04-4EBD-9102-3B64F359135C}" dt="2019-10-07T22:10:37.110" v="1047" actId="478"/>
          <ac:picMkLst>
            <pc:docMk/>
            <pc:sldMk cId="2097438377" sldId="375"/>
            <ac:picMk id="14" creationId="{F0160C67-BA35-4962-8E50-F21747A7A62E}"/>
          </ac:picMkLst>
        </pc:picChg>
        <pc:cxnChg chg="del mod">
          <ac:chgData name="Lucas Tossolini" userId="82ff3cc4fadd8f44" providerId="LiveId" clId="{6F929317-6B04-4EBD-9102-3B64F359135C}" dt="2019-10-07T22:10:34.721" v="1046" actId="478"/>
          <ac:cxnSpMkLst>
            <pc:docMk/>
            <pc:sldMk cId="2097438377" sldId="375"/>
            <ac:cxnSpMk id="29" creationId="{00000000-0000-0000-0000-000000000000}"/>
          </ac:cxnSpMkLst>
        </pc:cxnChg>
        <pc:cxnChg chg="del mod">
          <ac:chgData name="Lucas Tossolini" userId="82ff3cc4fadd8f44" providerId="LiveId" clId="{6F929317-6B04-4EBD-9102-3B64F359135C}" dt="2019-10-07T22:10:34.721" v="1046" actId="478"/>
          <ac:cxnSpMkLst>
            <pc:docMk/>
            <pc:sldMk cId="2097438377" sldId="375"/>
            <ac:cxnSpMk id="33" creationId="{00000000-0000-0000-0000-000000000000}"/>
          </ac:cxnSpMkLst>
        </pc:cxnChg>
        <pc:cxnChg chg="del mod">
          <ac:chgData name="Lucas Tossolini" userId="82ff3cc4fadd8f44" providerId="LiveId" clId="{6F929317-6B04-4EBD-9102-3B64F359135C}" dt="2019-10-07T22:10:34.721" v="1046" actId="478"/>
          <ac:cxnSpMkLst>
            <pc:docMk/>
            <pc:sldMk cId="2097438377" sldId="375"/>
            <ac:cxnSpMk id="36" creationId="{00000000-0000-0000-0000-000000000000}"/>
          </ac:cxnSpMkLst>
        </pc:cxnChg>
      </pc:sldChg>
      <pc:sldChg chg="addSp delSp modSp add">
        <pc:chgData name="Lucas Tossolini" userId="82ff3cc4fadd8f44" providerId="LiveId" clId="{6F929317-6B04-4EBD-9102-3B64F359135C}" dt="2019-10-08T19:10:59.373" v="1241" actId="5793"/>
        <pc:sldMkLst>
          <pc:docMk/>
          <pc:sldMk cId="10440101" sldId="376"/>
        </pc:sldMkLst>
        <pc:spChg chg="add mod">
          <ac:chgData name="Lucas Tossolini" userId="82ff3cc4fadd8f44" providerId="LiveId" clId="{6F929317-6B04-4EBD-9102-3B64F359135C}" dt="2019-10-08T19:10:59.373" v="1241" actId="5793"/>
          <ac:spMkLst>
            <pc:docMk/>
            <pc:sldMk cId="10440101" sldId="376"/>
            <ac:spMk id="4" creationId="{0202790E-2C79-4284-9718-BA65B4B70907}"/>
          </ac:spMkLst>
        </pc:spChg>
        <pc:spChg chg="mod">
          <ac:chgData name="Lucas Tossolini" userId="82ff3cc4fadd8f44" providerId="LiveId" clId="{6F929317-6B04-4EBD-9102-3B64F359135C}" dt="2019-10-08T19:10:17.922" v="1227" actId="1076"/>
          <ac:spMkLst>
            <pc:docMk/>
            <pc:sldMk cId="10440101" sldId="376"/>
            <ac:spMk id="15" creationId="{00000000-0000-0000-0000-000000000000}"/>
          </ac:spMkLst>
        </pc:spChg>
        <pc:spChg chg="del">
          <ac:chgData name="Lucas Tossolini" userId="82ff3cc4fadd8f44" providerId="LiveId" clId="{6F929317-6B04-4EBD-9102-3B64F359135C}" dt="2019-10-07T22:12:39.684" v="1167" actId="478"/>
          <ac:spMkLst>
            <pc:docMk/>
            <pc:sldMk cId="10440101" sldId="376"/>
            <ac:spMk id="17" creationId="{F1F1F241-E2D7-4329-8FEF-5369A6368414}"/>
          </ac:spMkLst>
        </pc:spChg>
        <pc:spChg chg="del">
          <ac:chgData name="Lucas Tossolini" userId="82ff3cc4fadd8f44" providerId="LiveId" clId="{6F929317-6B04-4EBD-9102-3B64F359135C}" dt="2019-10-07T22:12:39.684" v="1167" actId="478"/>
          <ac:spMkLst>
            <pc:docMk/>
            <pc:sldMk cId="10440101" sldId="376"/>
            <ac:spMk id="28" creationId="{00000000-0000-0000-0000-000000000000}"/>
          </ac:spMkLst>
        </pc:spChg>
      </pc:sldChg>
      <pc:sldChg chg="modSp add">
        <pc:chgData name="Lucas Tossolini" userId="82ff3cc4fadd8f44" providerId="LiveId" clId="{6F929317-6B04-4EBD-9102-3B64F359135C}" dt="2019-10-08T19:57:30.002" v="1376" actId="14100"/>
        <pc:sldMkLst>
          <pc:docMk/>
          <pc:sldMk cId="3413894656" sldId="377"/>
        </pc:sldMkLst>
        <pc:spChg chg="mod">
          <ac:chgData name="Lucas Tossolini" userId="82ff3cc4fadd8f44" providerId="LiveId" clId="{6F929317-6B04-4EBD-9102-3B64F359135C}" dt="2019-10-08T19:57:30.002" v="1376" actId="14100"/>
          <ac:spMkLst>
            <pc:docMk/>
            <pc:sldMk cId="3413894656" sldId="377"/>
            <ac:spMk id="2" creationId="{1C45FD4C-159D-462B-A51E-CC1E869170F5}"/>
          </ac:spMkLst>
        </pc:spChg>
        <pc:spChg chg="mod">
          <ac:chgData name="Lucas Tossolini" userId="82ff3cc4fadd8f44" providerId="LiveId" clId="{6F929317-6B04-4EBD-9102-3B64F359135C}" dt="2019-10-08T19:57:24.997" v="1375" actId="20577"/>
          <ac:spMkLst>
            <pc:docMk/>
            <pc:sldMk cId="3413894656" sldId="377"/>
            <ac:spMk id="8" creationId="{BDB68376-3601-4F72-98F3-FDAD011EED1E}"/>
          </ac:spMkLst>
        </pc:spChg>
      </pc:sldChg>
      <pc:sldChg chg="addSp delSp modSp add mod ord">
        <pc:chgData name="Lucas Tossolini" userId="82ff3cc4fadd8f44" providerId="LiveId" clId="{6F929317-6B04-4EBD-9102-3B64F359135C}" dt="2019-10-08T19:31:20.211" v="1337" actId="1076"/>
        <pc:sldMkLst>
          <pc:docMk/>
          <pc:sldMk cId="3639668697" sldId="378"/>
        </pc:sldMkLst>
        <pc:spChg chg="add mod">
          <ac:chgData name="Lucas Tossolini" userId="82ff3cc4fadd8f44" providerId="LiveId" clId="{6F929317-6B04-4EBD-9102-3B64F359135C}" dt="2019-10-08T19:31:20.211" v="1337" actId="1076"/>
          <ac:spMkLst>
            <pc:docMk/>
            <pc:sldMk cId="3639668697" sldId="378"/>
            <ac:spMk id="2" creationId="{9F41F2B8-CB89-4112-82FB-45A4C1F4F3F4}"/>
          </ac:spMkLst>
        </pc:spChg>
        <pc:spChg chg="add del">
          <ac:chgData name="Lucas Tossolini" userId="82ff3cc4fadd8f44" providerId="LiveId" clId="{6F929317-6B04-4EBD-9102-3B64F359135C}" dt="2019-10-08T19:14:19.580" v="1252" actId="478"/>
          <ac:spMkLst>
            <pc:docMk/>
            <pc:sldMk cId="3639668697" sldId="378"/>
            <ac:spMk id="9" creationId="{00000000-0000-0000-0000-000000000000}"/>
          </ac:spMkLst>
        </pc:spChg>
        <pc:spChg chg="add del">
          <ac:chgData name="Lucas Tossolini" userId="82ff3cc4fadd8f44" providerId="LiveId" clId="{6F929317-6B04-4EBD-9102-3B64F359135C}" dt="2019-10-08T19:14:21.870" v="1253" actId="478"/>
          <ac:spMkLst>
            <pc:docMk/>
            <pc:sldMk cId="3639668697" sldId="378"/>
            <ac:spMk id="16" creationId="{00000000-0000-0000-0000-000000000000}"/>
          </ac:spMkLst>
        </pc:spChg>
        <pc:spChg chg="mod">
          <ac:chgData name="Lucas Tossolini" userId="82ff3cc4fadd8f44" providerId="LiveId" clId="{6F929317-6B04-4EBD-9102-3B64F359135C}" dt="2019-10-08T19:25:13.800" v="1285" actId="20577"/>
          <ac:spMkLst>
            <pc:docMk/>
            <pc:sldMk cId="3639668697" sldId="378"/>
            <ac:spMk id="17" creationId="{00000000-0000-0000-0000-000000000000}"/>
          </ac:spMkLst>
        </pc:spChg>
        <pc:spChg chg="add del">
          <ac:chgData name="Lucas Tossolini" userId="82ff3cc4fadd8f44" providerId="LiveId" clId="{6F929317-6B04-4EBD-9102-3B64F359135C}" dt="2019-10-08T19:14:24.491" v="1254" actId="478"/>
          <ac:spMkLst>
            <pc:docMk/>
            <pc:sldMk cId="3639668697" sldId="378"/>
            <ac:spMk id="28" creationId="{00000000-0000-0000-0000-000000000000}"/>
          </ac:spMkLst>
        </pc:spChg>
        <pc:graphicFrameChg chg="add mod">
          <ac:chgData name="Lucas Tossolini" userId="82ff3cc4fadd8f44" providerId="LiveId" clId="{6F929317-6B04-4EBD-9102-3B64F359135C}" dt="2019-10-08T19:15:15.335" v="1262" actId="1582"/>
          <ac:graphicFrameMkLst>
            <pc:docMk/>
            <pc:sldMk cId="3639668697" sldId="378"/>
            <ac:graphicFrameMk id="11" creationId="{EF9B500D-2069-4A88-ADBD-35E264B2E783}"/>
          </ac:graphicFrameMkLst>
        </pc:graphicFrameChg>
        <pc:graphicFrameChg chg="del">
          <ac:chgData name="Lucas Tossolini" userId="82ff3cc4fadd8f44" providerId="LiveId" clId="{6F929317-6B04-4EBD-9102-3B64F359135C}" dt="2019-10-08T19:13:55.602" v="1243" actId="478"/>
          <ac:graphicFrameMkLst>
            <pc:docMk/>
            <pc:sldMk cId="3639668697" sldId="378"/>
            <ac:graphicFrameMk id="25" creationId="{00000000-0000-0000-0000-000000000000}"/>
          </ac:graphicFrameMkLst>
        </pc:graphicFrameChg>
        <pc:picChg chg="add del mod">
          <ac:chgData name="Lucas Tossolini" userId="82ff3cc4fadd8f44" providerId="LiveId" clId="{6F929317-6B04-4EBD-9102-3B64F359135C}" dt="2019-10-08T19:14:44.340" v="1257" actId="1076"/>
          <ac:picMkLst>
            <pc:docMk/>
            <pc:sldMk cId="3639668697" sldId="378"/>
            <ac:picMk id="18" creationId="{295BC905-F54D-48A5-9E4F-90A6CA7D29FA}"/>
          </ac:picMkLst>
        </pc:picChg>
        <pc:picChg chg="add del mod">
          <ac:chgData name="Lucas Tossolini" userId="82ff3cc4fadd8f44" providerId="LiveId" clId="{6F929317-6B04-4EBD-9102-3B64F359135C}" dt="2019-10-08T19:14:40.303" v="1256" actId="1076"/>
          <ac:picMkLst>
            <pc:docMk/>
            <pc:sldMk cId="3639668697" sldId="378"/>
            <ac:picMk id="19" creationId="{BDC8F002-35A7-4BFC-9EB0-1DECD04D4290}"/>
          </ac:picMkLst>
        </pc:picChg>
        <pc:picChg chg="add del mod">
          <ac:chgData name="Lucas Tossolini" userId="82ff3cc4fadd8f44" providerId="LiveId" clId="{6F929317-6B04-4EBD-9102-3B64F359135C}" dt="2019-10-08T19:14:56.813" v="1260" actId="1076"/>
          <ac:picMkLst>
            <pc:docMk/>
            <pc:sldMk cId="3639668697" sldId="378"/>
            <ac:picMk id="20" creationId="{92ED709A-C7E1-4715-A7EF-E3A627845E08}"/>
          </ac:picMkLst>
        </pc:picChg>
      </pc:sldChg>
      <pc:sldChg chg="addSp delSp modSp add mod ord">
        <pc:chgData name="Lucas Tossolini" userId="82ff3cc4fadd8f44" providerId="LiveId" clId="{6F929317-6B04-4EBD-9102-3B64F359135C}" dt="2019-10-08T19:31:43.061" v="1343" actId="207"/>
        <pc:sldMkLst>
          <pc:docMk/>
          <pc:sldMk cId="3436010260" sldId="379"/>
        </pc:sldMkLst>
        <pc:spChg chg="add mod">
          <ac:chgData name="Lucas Tossolini" userId="82ff3cc4fadd8f44" providerId="LiveId" clId="{6F929317-6B04-4EBD-9102-3B64F359135C}" dt="2019-10-08T19:31:43.061" v="1343" actId="207"/>
          <ac:spMkLst>
            <pc:docMk/>
            <pc:sldMk cId="3436010260" sldId="379"/>
            <ac:spMk id="4" creationId="{98661838-2DE2-4891-89FE-74BB2A97E0C4}"/>
          </ac:spMkLst>
        </pc:spChg>
        <pc:spChg chg="add mod">
          <ac:chgData name="Lucas Tossolini" userId="82ff3cc4fadd8f44" providerId="LiveId" clId="{6F929317-6B04-4EBD-9102-3B64F359135C}" dt="2019-10-08T19:31:31.354" v="1341" actId="1076"/>
          <ac:spMkLst>
            <pc:docMk/>
            <pc:sldMk cId="3436010260" sldId="379"/>
            <ac:spMk id="13" creationId="{F131D0D9-B0DC-4566-9AE8-67003F74F431}"/>
          </ac:spMkLst>
        </pc:spChg>
        <pc:spChg chg="mod">
          <ac:chgData name="Lucas Tossolini" userId="82ff3cc4fadd8f44" providerId="LiveId" clId="{6F929317-6B04-4EBD-9102-3B64F359135C}" dt="2019-10-08T19:25:38.921" v="1314" actId="20577"/>
          <ac:spMkLst>
            <pc:docMk/>
            <pc:sldMk cId="3436010260" sldId="379"/>
            <ac:spMk id="17" creationId="{00000000-0000-0000-0000-000000000000}"/>
          </ac:spMkLst>
        </pc:spChg>
        <pc:spChg chg="mod">
          <ac:chgData name="Lucas Tossolini" userId="82ff3cc4fadd8f44" providerId="LiveId" clId="{6F929317-6B04-4EBD-9102-3B64F359135C}" dt="2019-10-08T19:25:29.012" v="1299" actId="20577"/>
          <ac:spMkLst>
            <pc:docMk/>
            <pc:sldMk cId="3436010260" sldId="379"/>
            <ac:spMk id="21" creationId="{38F708B4-17EE-4D29-8D29-871987ACADFD}"/>
          </ac:spMkLst>
        </pc:spChg>
        <pc:graphicFrameChg chg="add mod">
          <ac:chgData name="Lucas Tossolini" userId="82ff3cc4fadd8f44" providerId="LiveId" clId="{6F929317-6B04-4EBD-9102-3B64F359135C}" dt="2019-10-08T19:29:02.476" v="1323" actId="207"/>
          <ac:graphicFrameMkLst>
            <pc:docMk/>
            <pc:sldMk cId="3436010260" sldId="379"/>
            <ac:graphicFrameMk id="8" creationId="{159261B9-4241-44B3-AA66-F139C8314E8A}"/>
          </ac:graphicFrameMkLst>
        </pc:graphicFrameChg>
        <pc:graphicFrameChg chg="del">
          <ac:chgData name="Lucas Tossolini" userId="82ff3cc4fadd8f44" providerId="LiveId" clId="{6F929317-6B04-4EBD-9102-3B64F359135C}" dt="2019-10-08T19:25:21.015" v="1286" actId="478"/>
          <ac:graphicFrameMkLst>
            <pc:docMk/>
            <pc:sldMk cId="3436010260" sldId="379"/>
            <ac:graphicFrameMk id="11" creationId="{EF9B500D-2069-4A88-ADBD-35E264B2E783}"/>
          </ac:graphicFrameMkLst>
        </pc:graphicFrameChg>
        <pc:picChg chg="add mod">
          <ac:chgData name="Lucas Tossolini" userId="82ff3cc4fadd8f44" providerId="LiveId" clId="{6F929317-6B04-4EBD-9102-3B64F359135C}" dt="2019-10-08T19:29:22.350" v="1324" actId="1076"/>
          <ac:picMkLst>
            <pc:docMk/>
            <pc:sldMk cId="3436010260" sldId="379"/>
            <ac:picMk id="3" creationId="{BBAB04A4-61DC-4026-A9EF-2709905978A1}"/>
          </ac:picMkLst>
        </pc:picChg>
        <pc:picChg chg="add mod">
          <ac:chgData name="Lucas Tossolini" userId="82ff3cc4fadd8f44" providerId="LiveId" clId="{6F929317-6B04-4EBD-9102-3B64F359135C}" dt="2019-10-08T19:30:15.575" v="1328" actId="1035"/>
          <ac:picMkLst>
            <pc:docMk/>
            <pc:sldMk cId="3436010260" sldId="379"/>
            <ac:picMk id="12" creationId="{83A66FCE-3E43-44E5-B7DB-440820312E4D}"/>
          </ac:picMkLst>
        </pc:picChg>
        <pc:picChg chg="del">
          <ac:chgData name="Lucas Tossolini" userId="82ff3cc4fadd8f44" providerId="LiveId" clId="{6F929317-6B04-4EBD-9102-3B64F359135C}" dt="2019-10-08T19:25:21.015" v="1286" actId="478"/>
          <ac:picMkLst>
            <pc:docMk/>
            <pc:sldMk cId="3436010260" sldId="379"/>
            <ac:picMk id="18" creationId="{295BC905-F54D-48A5-9E4F-90A6CA7D29FA}"/>
          </ac:picMkLst>
        </pc:picChg>
        <pc:picChg chg="del">
          <ac:chgData name="Lucas Tossolini" userId="82ff3cc4fadd8f44" providerId="LiveId" clId="{6F929317-6B04-4EBD-9102-3B64F359135C}" dt="2019-10-08T19:25:21.015" v="1286" actId="478"/>
          <ac:picMkLst>
            <pc:docMk/>
            <pc:sldMk cId="3436010260" sldId="379"/>
            <ac:picMk id="19" creationId="{BDC8F002-35A7-4BFC-9EB0-1DECD04D4290}"/>
          </ac:picMkLst>
        </pc:picChg>
        <pc:picChg chg="del">
          <ac:chgData name="Lucas Tossolini" userId="82ff3cc4fadd8f44" providerId="LiveId" clId="{6F929317-6B04-4EBD-9102-3B64F359135C}" dt="2019-10-08T19:25:21.015" v="1286" actId="478"/>
          <ac:picMkLst>
            <pc:docMk/>
            <pc:sldMk cId="3436010260" sldId="379"/>
            <ac:picMk id="20" creationId="{92ED709A-C7E1-4715-A7EF-E3A627845E08}"/>
          </ac:picMkLst>
        </pc:picChg>
      </pc:sldChg>
    </pc:docChg>
  </pc:docChgLst>
  <pc:docChgLst>
    <pc:chgData name="Lucas Tossolini" userId="82ff3cc4fadd8f44" providerId="LiveId" clId="{0929D842-B678-4EE4-8994-C9291868E27A}"/>
    <pc:docChg chg="modSld">
      <pc:chgData name="Lucas Tossolini" userId="82ff3cc4fadd8f44" providerId="LiveId" clId="{0929D842-B678-4EE4-8994-C9291868E27A}" dt="2020-05-29T21:34:33.894" v="0" actId="14100"/>
      <pc:docMkLst>
        <pc:docMk/>
      </pc:docMkLst>
      <pc:sldChg chg="modSp mod">
        <pc:chgData name="Lucas Tossolini" userId="82ff3cc4fadd8f44" providerId="LiveId" clId="{0929D842-B678-4EE4-8994-C9291868E27A}" dt="2020-05-29T21:34:33.894" v="0" actId="14100"/>
        <pc:sldMkLst>
          <pc:docMk/>
          <pc:sldMk cId="1311132281" sldId="362"/>
        </pc:sldMkLst>
        <pc:spChg chg="mod">
          <ac:chgData name="Lucas Tossolini" userId="82ff3cc4fadd8f44" providerId="LiveId" clId="{0929D842-B678-4EE4-8994-C9291868E27A}" dt="2020-05-29T21:34:33.894" v="0" actId="14100"/>
          <ac:spMkLst>
            <pc:docMk/>
            <pc:sldMk cId="1311132281" sldId="362"/>
            <ac:spMk id="2" creationId="{D0138BA8-8FC7-49CB-8AD0-DCAA41054A5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Datos\Dos%20Siglos%20completo\fscommand\C8.2%20-%20Sector%20Externo%20-%20Valores.xls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OneDrive\Escritorio\pib%20industria%20tendencia.xls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crisis%2049\crisis%20del%2049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crisis%2049\crisis%20del%2049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Datos\Dos%20Siglos%20completo\fscommand\C8.2%20-%20Sector%20Externo%20-%20Valores.xls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Datos\Dos%20Siglos%20completo\fscommand\C8.2%20-%20Sector%20Externo%20-%20Valores.xls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C&#225;tedra/Presentaciones%20-%202do%20Sem%20-%202012/graficos%20peronismo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C&#225;tedra/Presentaciones%20-%202do%20Sem%20-%202012/graficos%20peronismo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C&#225;tedra/Presentaciones%20-%202do%20Sem%20-%202012/graficos%20peronismo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C&#225;tedra/Presentaciones%20-%202do%20Sem%20-%202012/graficos%20peronismo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HEAnuevo\crisis%2049\crisis%20del%2049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esktop\crisis%20del%2049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esktop\crisis%20del%2049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esktop\crisis%20del%2049.xlsx" TargetMode="External"/></Relationships>
</file>

<file path=ppt/charts/_rels/chart1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Lucas\Dropbox\HEA\crisis%2049\crisis%20del%2049.xlsx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esktop\crisis%20del%2049.xlsx" TargetMode="Externa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C&#225;tedra/presentaciones%20nuevas/PIB%20filtrado.xls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C&#225;tedra/presentaciones%20nuevas/PIB%20filtrado.xls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Datos\Dos%20Siglos%20completo\fscommand\C3.2%20-%20Cuentas%20Nacionales%20-%20Valores.xls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ocuments\clase%20resp%20tardia.xlsx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ocuments\clase%20resp%20tardia.xlsx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esktop\trabajo%20historia\crisis%2049\crisis%20del%2049.xlsx" TargetMode="Externa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revista/crisis%20del%2049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82ff3cc4fadd8f44/HEAnuevo/Datos/Dos%20Siglos%20completo/fscommand/C8.2%20-%20Sector%20Externo%20-%20Valores.xls" TargetMode="Externa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ocuments\clase%20resp%20tardi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ES" b="1"/>
              <a:t>Cantidades Exportadas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'8.1.7'!$A$127:$A$152</c:f>
              <c:numCache>
                <c:formatCode>@</c:formatCode>
                <c:ptCount val="26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  <c:pt idx="21">
                  <c:v>1951</c:v>
                </c:pt>
                <c:pt idx="22">
                  <c:v>1952</c:v>
                </c:pt>
                <c:pt idx="23">
                  <c:v>1953</c:v>
                </c:pt>
                <c:pt idx="24">
                  <c:v>1954</c:v>
                </c:pt>
                <c:pt idx="25">
                  <c:v>1955</c:v>
                </c:pt>
              </c:numCache>
            </c:numRef>
          </c:cat>
          <c:val>
            <c:numRef>
              <c:f>'8.1.7'!$E$127:$E$152</c:f>
              <c:numCache>
                <c:formatCode>#,##0.00\ \ </c:formatCode>
                <c:ptCount val="26"/>
                <c:pt idx="0">
                  <c:v>16.284283672781655</c:v>
                </c:pt>
                <c:pt idx="1">
                  <c:v>22.298015902118244</c:v>
                </c:pt>
                <c:pt idx="2">
                  <c:v>20.859025438114482</c:v>
                </c:pt>
                <c:pt idx="3">
                  <c:v>26.43438090447091</c:v>
                </c:pt>
                <c:pt idx="4">
                  <c:v>35.254298891887323</c:v>
                </c:pt>
                <c:pt idx="5">
                  <c:v>35.913394400701861</c:v>
                </c:pt>
                <c:pt idx="6">
                  <c:v>31.401150295151336</c:v>
                </c:pt>
                <c:pt idx="7">
                  <c:v>39.015038907976454</c:v>
                </c:pt>
                <c:pt idx="8">
                  <c:v>25.424060787364649</c:v>
                </c:pt>
                <c:pt idx="9">
                  <c:v>32.800618153646873</c:v>
                </c:pt>
                <c:pt idx="10">
                  <c:v>27.106378776181316</c:v>
                </c:pt>
                <c:pt idx="11">
                  <c:v>24.287683145239889</c:v>
                </c:pt>
                <c:pt idx="12">
                  <c:v>23.604285392960371</c:v>
                </c:pt>
                <c:pt idx="13">
                  <c:v>24.182679225807789</c:v>
                </c:pt>
                <c:pt idx="14">
                  <c:v>26.714366856498938</c:v>
                </c:pt>
                <c:pt idx="15">
                  <c:v>26.914976336067554</c:v>
                </c:pt>
                <c:pt idx="16">
                  <c:v>28.27375461126201</c:v>
                </c:pt>
                <c:pt idx="17">
                  <c:v>30.639218383511569</c:v>
                </c:pt>
                <c:pt idx="18">
                  <c:v>28.551356408230355</c:v>
                </c:pt>
                <c:pt idx="19">
                  <c:v>17.037150828782462</c:v>
                </c:pt>
                <c:pt idx="20">
                  <c:v>23.303642024224118</c:v>
                </c:pt>
                <c:pt idx="21">
                  <c:v>18.079008756929653</c:v>
                </c:pt>
                <c:pt idx="22">
                  <c:v>12.741948604418901</c:v>
                </c:pt>
                <c:pt idx="23">
                  <c:v>20.843219503971657</c:v>
                </c:pt>
                <c:pt idx="24">
                  <c:v>21.987724496557213</c:v>
                </c:pt>
                <c:pt idx="25">
                  <c:v>19.353293338646868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97-4F48-8246-A5DB99F925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8336736"/>
        <c:axId val="338338704"/>
      </c:lineChart>
      <c:catAx>
        <c:axId val="338336736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38338704"/>
        <c:crosses val="autoZero"/>
        <c:auto val="1"/>
        <c:lblAlgn val="ctr"/>
        <c:lblOffset val="100"/>
        <c:noMultiLvlLbl val="0"/>
      </c:catAx>
      <c:valAx>
        <c:axId val="338338704"/>
        <c:scaling>
          <c:orientation val="minMax"/>
        </c:scaling>
        <c:delete val="1"/>
        <c:axPos val="l"/>
        <c:numFmt formatCode="#,##0" sourceLinked="0"/>
        <c:majorTickMark val="none"/>
        <c:minorTickMark val="none"/>
        <c:tickLblPos val="nextTo"/>
        <c:crossAx val="338336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AR"/>
              <a:t>PIB industria manufacturera </a:t>
            </a:r>
          </a:p>
          <a:p>
            <a:pPr>
              <a:defRPr/>
            </a:pPr>
            <a:r>
              <a:rPr lang="es-AR"/>
              <a:t>(mill $ 1993)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1.3473972856125017E-2"/>
          <c:y val="0.16539576365663322"/>
          <c:w val="0.97785341728924613"/>
          <c:h val="0.69880388697232243"/>
        </c:manualLayout>
      </c:layout>
      <c:lineChart>
        <c:grouping val="standard"/>
        <c:varyColors val="0"/>
        <c:ser>
          <c:idx val="0"/>
          <c:order val="0"/>
          <c:tx>
            <c:v>Tendencia</c:v>
          </c:tx>
          <c:spPr>
            <a:ln w="3810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Sheet1!$A$2:$A$59</c:f>
              <c:numCache>
                <c:formatCode>0</c:formatCode>
                <c:ptCount val="58"/>
                <c:pt idx="0">
                  <c:v>1901</c:v>
                </c:pt>
                <c:pt idx="1">
                  <c:v>1902</c:v>
                </c:pt>
                <c:pt idx="2">
                  <c:v>1903</c:v>
                </c:pt>
                <c:pt idx="3">
                  <c:v>1904</c:v>
                </c:pt>
                <c:pt idx="4">
                  <c:v>1905</c:v>
                </c:pt>
                <c:pt idx="5">
                  <c:v>1906</c:v>
                </c:pt>
                <c:pt idx="6">
                  <c:v>1907</c:v>
                </c:pt>
                <c:pt idx="7">
                  <c:v>1908</c:v>
                </c:pt>
                <c:pt idx="8">
                  <c:v>1909</c:v>
                </c:pt>
                <c:pt idx="9">
                  <c:v>1910</c:v>
                </c:pt>
                <c:pt idx="10">
                  <c:v>1911</c:v>
                </c:pt>
                <c:pt idx="11">
                  <c:v>1912</c:v>
                </c:pt>
                <c:pt idx="12">
                  <c:v>1913</c:v>
                </c:pt>
                <c:pt idx="13">
                  <c:v>1914</c:v>
                </c:pt>
                <c:pt idx="14">
                  <c:v>1915</c:v>
                </c:pt>
                <c:pt idx="15">
                  <c:v>1916</c:v>
                </c:pt>
                <c:pt idx="16">
                  <c:v>1917</c:v>
                </c:pt>
                <c:pt idx="17">
                  <c:v>1918</c:v>
                </c:pt>
                <c:pt idx="18">
                  <c:v>1919</c:v>
                </c:pt>
                <c:pt idx="19">
                  <c:v>1920</c:v>
                </c:pt>
                <c:pt idx="20">
                  <c:v>1921</c:v>
                </c:pt>
                <c:pt idx="21">
                  <c:v>1922</c:v>
                </c:pt>
                <c:pt idx="22">
                  <c:v>1923</c:v>
                </c:pt>
                <c:pt idx="23">
                  <c:v>1924</c:v>
                </c:pt>
                <c:pt idx="24">
                  <c:v>1925</c:v>
                </c:pt>
                <c:pt idx="25">
                  <c:v>1926</c:v>
                </c:pt>
                <c:pt idx="26">
                  <c:v>1927</c:v>
                </c:pt>
                <c:pt idx="27">
                  <c:v>1928</c:v>
                </c:pt>
                <c:pt idx="28">
                  <c:v>1929</c:v>
                </c:pt>
                <c:pt idx="29">
                  <c:v>1930</c:v>
                </c:pt>
                <c:pt idx="30">
                  <c:v>1931</c:v>
                </c:pt>
                <c:pt idx="31">
                  <c:v>1932</c:v>
                </c:pt>
                <c:pt idx="32">
                  <c:v>1933</c:v>
                </c:pt>
                <c:pt idx="33">
                  <c:v>1934</c:v>
                </c:pt>
                <c:pt idx="34">
                  <c:v>1935</c:v>
                </c:pt>
                <c:pt idx="35">
                  <c:v>1936</c:v>
                </c:pt>
                <c:pt idx="36">
                  <c:v>1937</c:v>
                </c:pt>
                <c:pt idx="37">
                  <c:v>1938</c:v>
                </c:pt>
                <c:pt idx="38">
                  <c:v>1939</c:v>
                </c:pt>
                <c:pt idx="39">
                  <c:v>1940</c:v>
                </c:pt>
                <c:pt idx="40">
                  <c:v>1941</c:v>
                </c:pt>
                <c:pt idx="41">
                  <c:v>1942</c:v>
                </c:pt>
                <c:pt idx="42">
                  <c:v>1943</c:v>
                </c:pt>
                <c:pt idx="43">
                  <c:v>1944</c:v>
                </c:pt>
                <c:pt idx="44">
                  <c:v>1945</c:v>
                </c:pt>
                <c:pt idx="45">
                  <c:v>1946</c:v>
                </c:pt>
                <c:pt idx="46">
                  <c:v>1947</c:v>
                </c:pt>
                <c:pt idx="47">
                  <c:v>1948</c:v>
                </c:pt>
                <c:pt idx="48">
                  <c:v>1949</c:v>
                </c:pt>
                <c:pt idx="49">
                  <c:v>1950</c:v>
                </c:pt>
                <c:pt idx="50">
                  <c:v>1951</c:v>
                </c:pt>
                <c:pt idx="51">
                  <c:v>1952</c:v>
                </c:pt>
                <c:pt idx="52">
                  <c:v>1953</c:v>
                </c:pt>
                <c:pt idx="53">
                  <c:v>1954</c:v>
                </c:pt>
                <c:pt idx="54">
                  <c:v>1955</c:v>
                </c:pt>
                <c:pt idx="55">
                  <c:v>1956</c:v>
                </c:pt>
                <c:pt idx="56">
                  <c:v>1957</c:v>
                </c:pt>
                <c:pt idx="57">
                  <c:v>1958</c:v>
                </c:pt>
              </c:numCache>
            </c:numRef>
          </c:cat>
          <c:val>
            <c:numRef>
              <c:f>Sheet1!$D$2:$D$59</c:f>
              <c:numCache>
                <c:formatCode>General</c:formatCode>
                <c:ptCount val="58"/>
                <c:pt idx="0">
                  <c:v>1156.12744140625</c:v>
                </c:pt>
                <c:pt idx="1">
                  <c:v>1295.768798828125</c:v>
                </c:pt>
                <c:pt idx="2">
                  <c:v>1436.40380859375</c:v>
                </c:pt>
                <c:pt idx="3">
                  <c:v>1578.6239013671875</c:v>
                </c:pt>
                <c:pt idx="4">
                  <c:v>1721.9444580078125</c:v>
                </c:pt>
                <c:pt idx="5">
                  <c:v>1864.740478515625</c:v>
                </c:pt>
                <c:pt idx="6">
                  <c:v>2004.23095703125</c:v>
                </c:pt>
                <c:pt idx="7">
                  <c:v>2137.7451171875</c:v>
                </c:pt>
                <c:pt idx="8">
                  <c:v>2262.270263671875</c:v>
                </c:pt>
                <c:pt idx="9">
                  <c:v>2375.275146484375</c:v>
                </c:pt>
                <c:pt idx="10">
                  <c:v>2474.814697265625</c:v>
                </c:pt>
                <c:pt idx="11">
                  <c:v>2558.129638671875</c:v>
                </c:pt>
                <c:pt idx="12">
                  <c:v>2625.786865234375</c:v>
                </c:pt>
                <c:pt idx="13">
                  <c:v>2682.865478515625</c:v>
                </c:pt>
                <c:pt idx="14">
                  <c:v>2736.725830078125</c:v>
                </c:pt>
                <c:pt idx="15">
                  <c:v>2798.123291015625</c:v>
                </c:pt>
                <c:pt idx="16">
                  <c:v>2878.042724609375</c:v>
                </c:pt>
                <c:pt idx="17">
                  <c:v>2984.251708984375</c:v>
                </c:pt>
                <c:pt idx="18">
                  <c:v>3121.104248046875</c:v>
                </c:pt>
                <c:pt idx="19">
                  <c:v>3288.282470703125</c:v>
                </c:pt>
                <c:pt idx="20">
                  <c:v>3484.212646484375</c:v>
                </c:pt>
                <c:pt idx="21">
                  <c:v>3705.61279296875</c:v>
                </c:pt>
                <c:pt idx="22">
                  <c:v>3946.74267578125</c:v>
                </c:pt>
                <c:pt idx="23">
                  <c:v>4198.8837890625</c:v>
                </c:pt>
                <c:pt idx="24">
                  <c:v>4451.70361328125</c:v>
                </c:pt>
                <c:pt idx="25">
                  <c:v>4697.1455078125</c:v>
                </c:pt>
                <c:pt idx="26">
                  <c:v>4929.328125</c:v>
                </c:pt>
                <c:pt idx="27">
                  <c:v>5146.076171875</c:v>
                </c:pt>
                <c:pt idx="28">
                  <c:v>5345.64404296875</c:v>
                </c:pt>
                <c:pt idx="29">
                  <c:v>5527.65234375</c:v>
                </c:pt>
                <c:pt idx="30">
                  <c:v>5697.236328125</c:v>
                </c:pt>
                <c:pt idx="31">
                  <c:v>5866.126953125</c:v>
                </c:pt>
                <c:pt idx="32">
                  <c:v>6050.28369140625</c:v>
                </c:pt>
                <c:pt idx="33">
                  <c:v>6261.31689453125</c:v>
                </c:pt>
                <c:pt idx="34">
                  <c:v>6501.3466796875</c:v>
                </c:pt>
                <c:pt idx="35">
                  <c:v>6767.7021484375</c:v>
                </c:pt>
                <c:pt idx="36">
                  <c:v>7058.34619140625</c:v>
                </c:pt>
                <c:pt idx="37">
                  <c:v>7371.03857421875</c:v>
                </c:pt>
                <c:pt idx="38">
                  <c:v>7704.76708984375</c:v>
                </c:pt>
                <c:pt idx="39">
                  <c:v>8061.10107421875</c:v>
                </c:pt>
                <c:pt idx="40">
                  <c:v>8443.8466796875</c:v>
                </c:pt>
                <c:pt idx="41">
                  <c:v>8858.60546875</c:v>
                </c:pt>
                <c:pt idx="42">
                  <c:v>9309.08203125</c:v>
                </c:pt>
                <c:pt idx="43">
                  <c:v>9796.1923828125</c:v>
                </c:pt>
                <c:pt idx="44">
                  <c:v>10314.783203125</c:v>
                </c:pt>
                <c:pt idx="45">
                  <c:v>10852.6982421875</c:v>
                </c:pt>
                <c:pt idx="46">
                  <c:v>11397.80859375</c:v>
                </c:pt>
                <c:pt idx="47">
                  <c:v>11933.31640625</c:v>
                </c:pt>
                <c:pt idx="48">
                  <c:v>12445.603515625</c:v>
                </c:pt>
                <c:pt idx="49">
                  <c:v>12936.802734375</c:v>
                </c:pt>
                <c:pt idx="50">
                  <c:v>13421.2998046875</c:v>
                </c:pt>
                <c:pt idx="51">
                  <c:v>13915.93359375</c:v>
                </c:pt>
                <c:pt idx="52">
                  <c:v>14439.08984375</c:v>
                </c:pt>
                <c:pt idx="53">
                  <c:v>15009.306640625</c:v>
                </c:pt>
                <c:pt idx="54">
                  <c:v>15637.4140625</c:v>
                </c:pt>
                <c:pt idx="55">
                  <c:v>16320.068359375</c:v>
                </c:pt>
                <c:pt idx="56">
                  <c:v>17044.240234375</c:v>
                </c:pt>
                <c:pt idx="57">
                  <c:v>17798.3359375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79D-4D5C-A3A7-E0B4726EE79A}"/>
            </c:ext>
          </c:extLst>
        </c:ser>
        <c:ser>
          <c:idx val="1"/>
          <c:order val="1"/>
          <c:tx>
            <c:v>Real</c:v>
          </c:tx>
          <c:spPr>
            <a:ln w="38100" cap="rnd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</a:ln>
            <a:effectLst/>
          </c:spPr>
          <c:marker>
            <c:symbol val="none"/>
          </c:marker>
          <c:val>
            <c:numRef>
              <c:f>Sheet1!$B$2:$B$59</c:f>
              <c:numCache>
                <c:formatCode>General</c:formatCode>
                <c:ptCount val="58"/>
                <c:pt idx="0">
                  <c:v>1255.5065906184791</c:v>
                </c:pt>
                <c:pt idx="1">
                  <c:v>1255.5065906184791</c:v>
                </c:pt>
                <c:pt idx="2">
                  <c:v>1328.8353101968273</c:v>
                </c:pt>
                <c:pt idx="3">
                  <c:v>1464.5925342810672</c:v>
                </c:pt>
                <c:pt idx="4">
                  <c:v>1606.2953302230105</c:v>
                </c:pt>
                <c:pt idx="5">
                  <c:v>1875.8279211055888</c:v>
                </c:pt>
                <c:pt idx="6">
                  <c:v>1969.9661421859009</c:v>
                </c:pt>
                <c:pt idx="7">
                  <c:v>2185.9885863491431</c:v>
                </c:pt>
                <c:pt idx="8">
                  <c:v>2320.7548817904321</c:v>
                </c:pt>
                <c:pt idx="9">
                  <c:v>2293.9998084307645</c:v>
                </c:pt>
                <c:pt idx="10">
                  <c:v>2807.300845479203</c:v>
                </c:pt>
                <c:pt idx="11">
                  <c:v>3009.450288641136</c:v>
                </c:pt>
                <c:pt idx="12">
                  <c:v>2853.8744916978835</c:v>
                </c:pt>
                <c:pt idx="13">
                  <c:v>3022.332360999495</c:v>
                </c:pt>
                <c:pt idx="14">
                  <c:v>2759.7362706175718</c:v>
                </c:pt>
                <c:pt idx="15">
                  <c:v>2476.3306787336846</c:v>
                </c:pt>
                <c:pt idx="16">
                  <c:v>2536.7773259536743</c:v>
                </c:pt>
                <c:pt idx="17">
                  <c:v>2516.958753094661</c:v>
                </c:pt>
                <c:pt idx="18">
                  <c:v>2995.5772876398264</c:v>
                </c:pt>
                <c:pt idx="19">
                  <c:v>3117.4615107227569</c:v>
                </c:pt>
                <c:pt idx="20">
                  <c:v>3238.3548051627367</c:v>
                </c:pt>
                <c:pt idx="21">
                  <c:v>3407.8036031072984</c:v>
                </c:pt>
                <c:pt idx="22">
                  <c:v>3785.3474160714968</c:v>
                </c:pt>
                <c:pt idx="23">
                  <c:v>4426.47824806057</c:v>
                </c:pt>
                <c:pt idx="24">
                  <c:v>4669.2557655834798</c:v>
                </c:pt>
                <c:pt idx="25">
                  <c:v>5067.6090800496422</c:v>
                </c:pt>
                <c:pt idx="26">
                  <c:v>4972.4799303263799</c:v>
                </c:pt>
                <c:pt idx="27">
                  <c:v>5282.6405955699347</c:v>
                </c:pt>
                <c:pt idx="28">
                  <c:v>5897.0163541993397</c:v>
                </c:pt>
                <c:pt idx="29">
                  <c:v>6187.3584465838812</c:v>
                </c:pt>
                <c:pt idx="30">
                  <c:v>6119.9752988632372</c:v>
                </c:pt>
                <c:pt idx="31">
                  <c:v>5431.2798920125324</c:v>
                </c:pt>
                <c:pt idx="32">
                  <c:v>5101.3006539099651</c:v>
                </c:pt>
                <c:pt idx="33">
                  <c:v>5782.068631617065</c:v>
                </c:pt>
                <c:pt idx="34">
                  <c:v>6564.9022595480801</c:v>
                </c:pt>
                <c:pt idx="35">
                  <c:v>6747.2331298510007</c:v>
                </c:pt>
                <c:pt idx="36">
                  <c:v>7181.2598754633864</c:v>
                </c:pt>
                <c:pt idx="37">
                  <c:v>7629.1596220770816</c:v>
                </c:pt>
                <c:pt idx="38">
                  <c:v>7928.4200722481792</c:v>
                </c:pt>
                <c:pt idx="39">
                  <c:v>8240.5625947776352</c:v>
                </c:pt>
                <c:pt idx="40">
                  <c:v>8254.4355957789448</c:v>
                </c:pt>
                <c:pt idx="41">
                  <c:v>8579.4601906667594</c:v>
                </c:pt>
                <c:pt idx="42">
                  <c:v>8702.3353423926401</c:v>
                </c:pt>
                <c:pt idx="43">
                  <c:v>9095.7340136440507</c:v>
                </c:pt>
                <c:pt idx="44">
                  <c:v>10317.549030402208</c:v>
                </c:pt>
                <c:pt idx="45">
                  <c:v>10385.923106765804</c:v>
                </c:pt>
                <c:pt idx="46">
                  <c:v>11715.74934560558</c:v>
                </c:pt>
                <c:pt idx="47">
                  <c:v>13508.339260703313</c:v>
                </c:pt>
                <c:pt idx="48">
                  <c:v>13670.85155814722</c:v>
                </c:pt>
                <c:pt idx="49">
                  <c:v>13182.323737172548</c:v>
                </c:pt>
                <c:pt idx="50">
                  <c:v>13575.722408423959</c:v>
                </c:pt>
                <c:pt idx="51">
                  <c:v>13931.399701860859</c:v>
                </c:pt>
                <c:pt idx="52">
                  <c:v>13668.170276360928</c:v>
                </c:pt>
                <c:pt idx="53">
                  <c:v>13591.953713481595</c:v>
                </c:pt>
                <c:pt idx="54">
                  <c:v>14668.86551860999</c:v>
                </c:pt>
                <c:pt idx="55">
                  <c:v>16463.483290852135</c:v>
                </c:pt>
                <c:pt idx="56">
                  <c:v>17604.614607295523</c:v>
                </c:pt>
                <c:pt idx="57">
                  <c:v>18994.861170927859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79D-4D5C-A3A7-E0B4726EE7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44851919"/>
        <c:axId val="1858062239"/>
      </c:lineChart>
      <c:catAx>
        <c:axId val="1944851919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1858062239"/>
        <c:crosses val="autoZero"/>
        <c:auto val="1"/>
        <c:lblAlgn val="ctr"/>
        <c:lblOffset val="100"/>
        <c:noMultiLvlLbl val="0"/>
      </c:catAx>
      <c:valAx>
        <c:axId val="185806223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44851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2163108950637327"/>
          <c:y val="0.23430301149229649"/>
          <c:w val="0.37074805413428513"/>
          <c:h val="0.150502725620835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35892388451444"/>
          <c:y val="0.20830187080302501"/>
          <c:w val="0.86847528433945753"/>
          <c:h val="0.67989708797618287"/>
        </c:manualLayout>
      </c:layout>
      <c:lineChart>
        <c:grouping val="standard"/>
        <c:varyColors val="0"/>
        <c:ser>
          <c:idx val="0"/>
          <c:order val="0"/>
          <c:tx>
            <c:strRef>
              <c:f>'Punto 5'!$B$27</c:f>
              <c:strCache>
                <c:ptCount val="1"/>
                <c:pt idx="0">
                  <c:v>Bienes de 
consumo 
no duraderos</c:v>
                </c:pt>
              </c:strCache>
            </c:strRef>
          </c:tx>
          <c:spPr>
            <a:ln w="38100" cap="rnd">
              <a:solidFill>
                <a:schemeClr val="accent1">
                  <a:lumMod val="75000"/>
                </a:schemeClr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'Punto 5'!$A$28:$A$48</c:f>
              <c:numCache>
                <c:formatCode>General</c:formatCode>
                <c:ptCount val="21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</c:numCache>
            </c:numRef>
          </c:cat>
          <c:val>
            <c:numRef>
              <c:f>'Punto 5'!$B$28:$B$48</c:f>
              <c:numCache>
                <c:formatCode>0.0%</c:formatCode>
                <c:ptCount val="21"/>
                <c:pt idx="0">
                  <c:v>0.26443604964921746</c:v>
                </c:pt>
                <c:pt idx="1">
                  <c:v>0.32744282744282743</c:v>
                </c:pt>
                <c:pt idx="2">
                  <c:v>0.38292230177671704</c:v>
                </c:pt>
                <c:pt idx="3">
                  <c:v>0.38982664233576642</c:v>
                </c:pt>
                <c:pt idx="4">
                  <c:v>0.34381096900065033</c:v>
                </c:pt>
                <c:pt idx="5">
                  <c:v>0.33208606173994387</c:v>
                </c:pt>
                <c:pt idx="6">
                  <c:v>0.29305912596401029</c:v>
                </c:pt>
                <c:pt idx="7">
                  <c:v>0.27470156766863224</c:v>
                </c:pt>
                <c:pt idx="8">
                  <c:v>0.27532031726662598</c:v>
                </c:pt>
                <c:pt idx="9">
                  <c:v>0.25728820191743301</c:v>
                </c:pt>
                <c:pt idx="10">
                  <c:v>0.25422932330827069</c:v>
                </c:pt>
                <c:pt idx="11">
                  <c:v>0.23468507333908542</c:v>
                </c:pt>
                <c:pt idx="12">
                  <c:v>0.32335329341317365</c:v>
                </c:pt>
                <c:pt idx="13">
                  <c:v>0.29316281357599605</c:v>
                </c:pt>
                <c:pt idx="14">
                  <c:v>0.31641791044776119</c:v>
                </c:pt>
                <c:pt idx="15">
                  <c:v>0.23275862068965517</c:v>
                </c:pt>
                <c:pt idx="16">
                  <c:v>0.12845757149554618</c:v>
                </c:pt>
                <c:pt idx="17">
                  <c:v>0.17177215189873418</c:v>
                </c:pt>
                <c:pt idx="18">
                  <c:v>0.12065791088744324</c:v>
                </c:pt>
                <c:pt idx="19">
                  <c:v>0.10662771590286653</c:v>
                </c:pt>
                <c:pt idx="20">
                  <c:v>8.9985486211901305E-2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27-4A8D-BE5C-10102F6BC170}"/>
            </c:ext>
          </c:extLst>
        </c:ser>
        <c:ser>
          <c:idx val="1"/>
          <c:order val="1"/>
          <c:tx>
            <c:strRef>
              <c:f>'Punto 5'!$L$27</c:f>
              <c:strCache>
                <c:ptCount val="1"/>
                <c:pt idx="0">
                  <c:v>Prod intermedios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ysDash"/>
              <a:round/>
            </a:ln>
            <a:effectLst/>
          </c:spPr>
          <c:marker>
            <c:symbol val="none"/>
          </c:marker>
          <c:val>
            <c:numRef>
              <c:f>'Punto 5'!$L$28:$L$48</c:f>
              <c:numCache>
                <c:formatCode>0.0%</c:formatCode>
                <c:ptCount val="21"/>
                <c:pt idx="0">
                  <c:v>0.27536427415002696</c:v>
                </c:pt>
                <c:pt idx="1">
                  <c:v>0.31538461538461537</c:v>
                </c:pt>
                <c:pt idx="2">
                  <c:v>0.36648103951206573</c:v>
                </c:pt>
                <c:pt idx="3">
                  <c:v>0.37317518248175185</c:v>
                </c:pt>
                <c:pt idx="4">
                  <c:v>0.37849555603728596</c:v>
                </c:pt>
                <c:pt idx="5">
                  <c:v>0.35472404115996259</c:v>
                </c:pt>
                <c:pt idx="6">
                  <c:v>0.34282041865589424</c:v>
                </c:pt>
                <c:pt idx="7">
                  <c:v>0.34920178340284769</c:v>
                </c:pt>
                <c:pt idx="8">
                  <c:v>0.31802928615009152</c:v>
                </c:pt>
                <c:pt idx="9">
                  <c:v>0.39894345529250635</c:v>
                </c:pt>
                <c:pt idx="10">
                  <c:v>0.44760338345864659</c:v>
                </c:pt>
                <c:pt idx="11">
                  <c:v>0.51394880644233543</c:v>
                </c:pt>
                <c:pt idx="12">
                  <c:v>0.48303393213572854</c:v>
                </c:pt>
                <c:pt idx="13">
                  <c:v>0.56222331529758973</c:v>
                </c:pt>
                <c:pt idx="14">
                  <c:v>0.55174129353233836</c:v>
                </c:pt>
                <c:pt idx="15">
                  <c:v>0.55217785843920142</c:v>
                </c:pt>
                <c:pt idx="16">
                  <c:v>0.4320206282231599</c:v>
                </c:pt>
                <c:pt idx="17">
                  <c:v>0.34025316455696203</c:v>
                </c:pt>
                <c:pt idx="18">
                  <c:v>0.34638517245611883</c:v>
                </c:pt>
                <c:pt idx="19">
                  <c:v>0.45225488406061715</c:v>
                </c:pt>
                <c:pt idx="20">
                  <c:v>0.45925772340866677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27-4A8D-BE5C-10102F6BC170}"/>
            </c:ext>
          </c:extLst>
        </c:ser>
        <c:ser>
          <c:idx val="2"/>
          <c:order val="2"/>
          <c:tx>
            <c:strRef>
              <c:f>'Punto 5'!$I$27</c:f>
              <c:strCache>
                <c:ptCount val="1"/>
                <c:pt idx="0">
                  <c:v>Maquinarias
y equipos
para la
industria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'Punto 5'!$I$28:$I$48</c:f>
              <c:numCache>
                <c:formatCode>0.0%</c:formatCode>
                <c:ptCount val="21"/>
                <c:pt idx="0">
                  <c:v>0.13586076632487856</c:v>
                </c:pt>
                <c:pt idx="1">
                  <c:v>0.12037422037422038</c:v>
                </c:pt>
                <c:pt idx="2">
                  <c:v>6.7356138955184303E-2</c:v>
                </c:pt>
                <c:pt idx="3">
                  <c:v>6.8886861313868619E-2</c:v>
                </c:pt>
                <c:pt idx="4">
                  <c:v>6.9152395404292216E-2</c:v>
                </c:pt>
                <c:pt idx="5">
                  <c:v>0.1019644527595884</c:v>
                </c:pt>
                <c:pt idx="6">
                  <c:v>0.12541314726404701</c:v>
                </c:pt>
                <c:pt idx="7">
                  <c:v>0.11922910973680426</c:v>
                </c:pt>
                <c:pt idx="8">
                  <c:v>0.12614399023794998</c:v>
                </c:pt>
                <c:pt idx="9">
                  <c:v>8.4132263744864016E-2</c:v>
                </c:pt>
                <c:pt idx="10">
                  <c:v>7.7537593984962405E-2</c:v>
                </c:pt>
                <c:pt idx="11">
                  <c:v>6.960023008340524E-2</c:v>
                </c:pt>
                <c:pt idx="12">
                  <c:v>5.8882235528942117E-2</c:v>
                </c:pt>
                <c:pt idx="13">
                  <c:v>3.6891293654697489E-2</c:v>
                </c:pt>
                <c:pt idx="14">
                  <c:v>2.736318407960199E-2</c:v>
                </c:pt>
                <c:pt idx="15">
                  <c:v>3.4482758620689655E-2</c:v>
                </c:pt>
                <c:pt idx="16">
                  <c:v>7.2433192686357242E-2</c:v>
                </c:pt>
                <c:pt idx="17">
                  <c:v>0.11708860759493671</c:v>
                </c:pt>
                <c:pt idx="18">
                  <c:v>0.1711059285626611</c:v>
                </c:pt>
                <c:pt idx="19">
                  <c:v>0.15793317509585539</c:v>
                </c:pt>
                <c:pt idx="20">
                  <c:v>0.13518556914783331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127-4A8D-BE5C-10102F6BC1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57021408"/>
        <c:axId val="457023704"/>
      </c:lineChart>
      <c:catAx>
        <c:axId val="457021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457023704"/>
        <c:crosses val="autoZero"/>
        <c:auto val="1"/>
        <c:lblAlgn val="ctr"/>
        <c:lblOffset val="100"/>
        <c:noMultiLvlLbl val="0"/>
      </c:catAx>
      <c:valAx>
        <c:axId val="457023704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457021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"/>
          <c:y val="8.3298346012856805E-3"/>
          <c:w val="0.97736189729965617"/>
          <c:h val="0.22247890589776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ES" b="1"/>
              <a:t>Precios agropecuarios/ no agropecuarios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4.4137396039816236E-2"/>
          <c:y val="0.22240504879544734"/>
          <c:w val="0.93884451435220651"/>
          <c:h val="0.62847284224746314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'Punto 3.1 (cont. 3)'!$A$4:$A$24</c:f>
              <c:numCache>
                <c:formatCode>@</c:formatCode>
                <c:ptCount val="21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</c:numCache>
            </c:numRef>
          </c:cat>
          <c:val>
            <c:numRef>
              <c:f>'Punto 3.1 (cont. 3)'!$K$4:$K$24</c:f>
              <c:numCache>
                <c:formatCode>General</c:formatCode>
                <c:ptCount val="21"/>
                <c:pt idx="0">
                  <c:v>131.18471035137699</c:v>
                </c:pt>
                <c:pt idx="1">
                  <c:v>97.012283725331173</c:v>
                </c:pt>
                <c:pt idx="2">
                  <c:v>87.033356236094747</c:v>
                </c:pt>
                <c:pt idx="3">
                  <c:v>87.437295249795227</c:v>
                </c:pt>
                <c:pt idx="4">
                  <c:v>96.002985884907716</c:v>
                </c:pt>
                <c:pt idx="5">
                  <c:v>100</c:v>
                </c:pt>
                <c:pt idx="6">
                  <c:v>121.25015553067064</c:v>
                </c:pt>
                <c:pt idx="7">
                  <c:v>131.76926613172853</c:v>
                </c:pt>
                <c:pt idx="8">
                  <c:v>118.88043604990091</c:v>
                </c:pt>
                <c:pt idx="9">
                  <c:v>104.51388888888889</c:v>
                </c:pt>
                <c:pt idx="10">
                  <c:v>84.302551597398931</c:v>
                </c:pt>
                <c:pt idx="11">
                  <c:v>66.355699602896536</c:v>
                </c:pt>
                <c:pt idx="12">
                  <c:v>53.11361566484517</c:v>
                </c:pt>
                <c:pt idx="13">
                  <c:v>53.179125816993469</c:v>
                </c:pt>
                <c:pt idx="14">
                  <c:v>50.960913534030048</c:v>
                </c:pt>
                <c:pt idx="15">
                  <c:v>61.729575542162472</c:v>
                </c:pt>
                <c:pt idx="16">
                  <c:v>96.807235260807232</c:v>
                </c:pt>
                <c:pt idx="17">
                  <c:v>91.384580016833183</c:v>
                </c:pt>
                <c:pt idx="18">
                  <c:v>86.838174337674047</c:v>
                </c:pt>
                <c:pt idx="19">
                  <c:v>77.761885222602572</c:v>
                </c:pt>
                <c:pt idx="20">
                  <c:v>74.674706790144654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3A-4007-84B8-97C99B4C19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9513448"/>
        <c:axId val="339513776"/>
      </c:lineChart>
      <c:catAx>
        <c:axId val="339513448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39513776"/>
        <c:crosses val="autoZero"/>
        <c:auto val="1"/>
        <c:lblAlgn val="ctr"/>
        <c:lblOffset val="100"/>
        <c:tickLblSkip val="3"/>
        <c:noMultiLvlLbl val="0"/>
      </c:catAx>
      <c:valAx>
        <c:axId val="3395137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39513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Hoja2!$B$1</c:f>
              <c:strCache>
                <c:ptCount val="1"/>
                <c:pt idx="0">
                  <c:v>terminos de intercambio</c:v>
                </c:pt>
              </c:strCache>
            </c:strRef>
          </c:tx>
          <c:spPr>
            <a:ln w="57150">
              <a:solidFill>
                <a:schemeClr val="accent1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Hoja2!$A$2:$A$22</c:f>
              <c:numCache>
                <c:formatCode>@</c:formatCode>
                <c:ptCount val="2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</c:numCache>
            </c:numRef>
          </c:cat>
          <c:val>
            <c:numRef>
              <c:f>Hoja2!$B$2:$B$22</c:f>
              <c:numCache>
                <c:formatCode>#,##0.00\ \ </c:formatCode>
                <c:ptCount val="21"/>
                <c:pt idx="0">
                  <c:v>108.03576068528609</c:v>
                </c:pt>
                <c:pt idx="1">
                  <c:v>118.96399340075929</c:v>
                </c:pt>
                <c:pt idx="2">
                  <c:v>113.04772896450042</c:v>
                </c:pt>
                <c:pt idx="3">
                  <c:v>116.93712697199747</c:v>
                </c:pt>
                <c:pt idx="4">
                  <c:v>105.51889551902065</c:v>
                </c:pt>
                <c:pt idx="5">
                  <c:v>94.531290599625336</c:v>
                </c:pt>
                <c:pt idx="6">
                  <c:v>145.34589220181229</c:v>
                </c:pt>
                <c:pt idx="7">
                  <c:v>146.67762753365778</c:v>
                </c:pt>
                <c:pt idx="8">
                  <c:v>150.44606171460993</c:v>
                </c:pt>
                <c:pt idx="9">
                  <c:v>133.69425384804109</c:v>
                </c:pt>
                <c:pt idx="10">
                  <c:v>130.94512958060406</c:v>
                </c:pt>
                <c:pt idx="11">
                  <c:v>124.09444702310365</c:v>
                </c:pt>
                <c:pt idx="12">
                  <c:v>96.595292577782843</c:v>
                </c:pt>
                <c:pt idx="13">
                  <c:v>110.82325651459057</c:v>
                </c:pt>
                <c:pt idx="14">
                  <c:v>96.827597253867239</c:v>
                </c:pt>
                <c:pt idx="15">
                  <c:v>96.574206506493169</c:v>
                </c:pt>
                <c:pt idx="16">
                  <c:v>86.661309000818193</c:v>
                </c:pt>
                <c:pt idx="17">
                  <c:v>83.613335958667648</c:v>
                </c:pt>
                <c:pt idx="18">
                  <c:v>82.865727078820271</c:v>
                </c:pt>
                <c:pt idx="19">
                  <c:v>91.970623585640411</c:v>
                </c:pt>
                <c:pt idx="20">
                  <c:v>97.376714062489853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66D-47B9-9F91-2BB0A28866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235712"/>
        <c:axId val="77237248"/>
      </c:lineChart>
      <c:catAx>
        <c:axId val="77235712"/>
        <c:scaling>
          <c:orientation val="minMax"/>
        </c:scaling>
        <c:delete val="0"/>
        <c:axPos val="b"/>
        <c:numFmt formatCode="@" sourceLinked="1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77237248"/>
        <c:crosses val="autoZero"/>
        <c:auto val="1"/>
        <c:lblAlgn val="ctr"/>
        <c:lblOffset val="100"/>
        <c:noMultiLvlLbl val="0"/>
      </c:catAx>
      <c:valAx>
        <c:axId val="77237248"/>
        <c:scaling>
          <c:orientation val="minMax"/>
        </c:scaling>
        <c:delete val="0"/>
        <c:axPos val="l"/>
        <c:numFmt formatCode="#,##0.00\ \ " sourceLinked="1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crossAx val="77235712"/>
        <c:crosses val="autoZero"/>
        <c:crossBetween val="between"/>
      </c:valAx>
    </c:plotArea>
    <c:plotVisOnly val="1"/>
    <c:dispBlanksAs val="gap"/>
    <c:showDLblsOverMax val="0"/>
  </c:chart>
  <c:spPr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109514435695539"/>
          <c:y val="5.0925925925925923E-2"/>
          <c:w val="0.84454243219597558"/>
          <c:h val="0.80808690580344122"/>
        </c:manualLayout>
      </c:layout>
      <c:lineChart>
        <c:grouping val="standard"/>
        <c:varyColors val="0"/>
        <c:ser>
          <c:idx val="0"/>
          <c:order val="0"/>
          <c:tx>
            <c:strRef>
              <c:f>'8.1.1'!$B$2:$B$5</c:f>
              <c:strCache>
                <c:ptCount val="4"/>
                <c:pt idx="0">
                  <c:v>Exportaciones    (FOB)</c:v>
                </c:pt>
              </c:strCache>
            </c:strRef>
          </c:tx>
          <c:spPr>
            <a:ln w="3810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'8.1.1'!$A$136:$A$147</c:f>
              <c:numCache>
                <c:formatCode>0</c:formatCode>
                <c:ptCount val="12"/>
                <c:pt idx="0">
                  <c:v>1939</c:v>
                </c:pt>
                <c:pt idx="1">
                  <c:v>1940</c:v>
                </c:pt>
                <c:pt idx="2">
                  <c:v>1941</c:v>
                </c:pt>
                <c:pt idx="3">
                  <c:v>1942</c:v>
                </c:pt>
                <c:pt idx="4">
                  <c:v>1943</c:v>
                </c:pt>
                <c:pt idx="5">
                  <c:v>1944</c:v>
                </c:pt>
                <c:pt idx="6">
                  <c:v>1945</c:v>
                </c:pt>
                <c:pt idx="7">
                  <c:v>1946</c:v>
                </c:pt>
                <c:pt idx="8">
                  <c:v>1947</c:v>
                </c:pt>
                <c:pt idx="9">
                  <c:v>1948</c:v>
                </c:pt>
                <c:pt idx="10">
                  <c:v>1949</c:v>
                </c:pt>
                <c:pt idx="11">
                  <c:v>1950</c:v>
                </c:pt>
              </c:numCache>
            </c:numRef>
          </c:cat>
          <c:val>
            <c:numRef>
              <c:f>'8.1.1'!$B$136:$B$147</c:f>
              <c:numCache>
                <c:formatCode>#,##0.00\ \ </c:formatCode>
                <c:ptCount val="12"/>
                <c:pt idx="0">
                  <c:v>478.2</c:v>
                </c:pt>
                <c:pt idx="1">
                  <c:v>430.2</c:v>
                </c:pt>
                <c:pt idx="2">
                  <c:v>458.3</c:v>
                </c:pt>
                <c:pt idx="3">
                  <c:v>505.3</c:v>
                </c:pt>
                <c:pt idx="4">
                  <c:v>611.4</c:v>
                </c:pt>
                <c:pt idx="5">
                  <c:v>686.5</c:v>
                </c:pt>
                <c:pt idx="6">
                  <c:v>737.6</c:v>
                </c:pt>
                <c:pt idx="7" formatCode="#,##0.0\ \ ">
                  <c:v>1175.3</c:v>
                </c:pt>
                <c:pt idx="8" formatCode="#,##0.0\ \ ">
                  <c:v>1614.3</c:v>
                </c:pt>
                <c:pt idx="9" formatCode="#,##0.0\ \ ">
                  <c:v>1626.8</c:v>
                </c:pt>
                <c:pt idx="10">
                  <c:v>933.8</c:v>
                </c:pt>
                <c:pt idx="11" formatCode="#,##0.0\ \ ">
                  <c:v>1167.5999999999999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57-486A-924E-B7A8BAAB1EAE}"/>
            </c:ext>
          </c:extLst>
        </c:ser>
        <c:ser>
          <c:idx val="1"/>
          <c:order val="1"/>
          <c:tx>
            <c:strRef>
              <c:f>'8.1.1'!$D$2:$D$5</c:f>
              <c:strCache>
                <c:ptCount val="4"/>
                <c:pt idx="0">
                  <c:v>Importaciones    (CIF)</c:v>
                </c:pt>
              </c:strCache>
            </c:strRef>
          </c:tx>
          <c:spPr>
            <a:ln w="57150" cap="rnd">
              <a:solidFill>
                <a:schemeClr val="accent1">
                  <a:lumMod val="75000"/>
                </a:schemeClr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'8.1.1'!$A$136:$A$147</c:f>
              <c:numCache>
                <c:formatCode>0</c:formatCode>
                <c:ptCount val="12"/>
                <c:pt idx="0">
                  <c:v>1939</c:v>
                </c:pt>
                <c:pt idx="1">
                  <c:v>1940</c:v>
                </c:pt>
                <c:pt idx="2">
                  <c:v>1941</c:v>
                </c:pt>
                <c:pt idx="3">
                  <c:v>1942</c:v>
                </c:pt>
                <c:pt idx="4">
                  <c:v>1943</c:v>
                </c:pt>
                <c:pt idx="5">
                  <c:v>1944</c:v>
                </c:pt>
                <c:pt idx="6">
                  <c:v>1945</c:v>
                </c:pt>
                <c:pt idx="7">
                  <c:v>1946</c:v>
                </c:pt>
                <c:pt idx="8">
                  <c:v>1947</c:v>
                </c:pt>
                <c:pt idx="9">
                  <c:v>1948</c:v>
                </c:pt>
                <c:pt idx="10">
                  <c:v>1949</c:v>
                </c:pt>
                <c:pt idx="11">
                  <c:v>1950</c:v>
                </c:pt>
              </c:numCache>
            </c:numRef>
          </c:cat>
          <c:val>
            <c:numRef>
              <c:f>'8.1.1'!$D$136:$D$147</c:f>
              <c:numCache>
                <c:formatCode>#,##0.00\ \ </c:formatCode>
                <c:ptCount val="12"/>
                <c:pt idx="0">
                  <c:v>373.6</c:v>
                </c:pt>
                <c:pt idx="1">
                  <c:v>380.9</c:v>
                </c:pt>
                <c:pt idx="2">
                  <c:v>325</c:v>
                </c:pt>
                <c:pt idx="3">
                  <c:v>319</c:v>
                </c:pt>
                <c:pt idx="4">
                  <c:v>238.9</c:v>
                </c:pt>
                <c:pt idx="5">
                  <c:v>267.3</c:v>
                </c:pt>
                <c:pt idx="6">
                  <c:v>308.2</c:v>
                </c:pt>
                <c:pt idx="7">
                  <c:v>675.4</c:v>
                </c:pt>
                <c:pt idx="8" formatCode="#,##0.0\ \ ">
                  <c:v>1584.5</c:v>
                </c:pt>
                <c:pt idx="9" formatCode="#,##0.0\ \ ">
                  <c:v>1590.4</c:v>
                </c:pt>
                <c:pt idx="10" formatCode="#,##0.0\ \ ">
                  <c:v>1072.5999999999999</c:v>
                </c:pt>
                <c:pt idx="11" formatCode="#,##0.0\ \ ">
                  <c:v>1045.4000000000001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C57-486A-924E-B7A8BAAB1E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01952744"/>
        <c:axId val="501960944"/>
      </c:lineChart>
      <c:catAx>
        <c:axId val="501952744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01960944"/>
        <c:crosses val="autoZero"/>
        <c:auto val="1"/>
        <c:lblAlgn val="ctr"/>
        <c:lblOffset val="100"/>
        <c:noMultiLvlLbl val="0"/>
      </c:catAx>
      <c:valAx>
        <c:axId val="501960944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01952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2654355277397164"/>
          <c:y val="1.2210457047140468E-2"/>
          <c:w val="0.3060290901137358"/>
          <c:h val="0.118263539921831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41862672290448E-2"/>
          <c:y val="5.0925925925925923E-2"/>
          <c:w val="0.95891372789650098"/>
          <c:h val="0.94907412494588261"/>
        </c:manualLayout>
      </c:layout>
      <c:lineChart>
        <c:grouping val="standard"/>
        <c:varyColors val="0"/>
        <c:ser>
          <c:idx val="0"/>
          <c:order val="0"/>
          <c:tx>
            <c:strRef>
              <c:f>'8.1.7'!$H$2:$H$5</c:f>
              <c:strCache>
                <c:ptCount val="4"/>
                <c:pt idx="0">
                  <c:v>Precios de Exportac.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'8.1.7'!$H$136:$H$147</c:f>
              <c:numCache>
                <c:formatCode>#,##0.00\ \ </c:formatCode>
                <c:ptCount val="12"/>
                <c:pt idx="0">
                  <c:v>10.987258674215409</c:v>
                </c:pt>
                <c:pt idx="1">
                  <c:v>11.960813240285129</c:v>
                </c:pt>
                <c:pt idx="2">
                  <c:v>14.220850625804122</c:v>
                </c:pt>
                <c:pt idx="3">
                  <c:v>16.133189952012501</c:v>
                </c:pt>
                <c:pt idx="4">
                  <c:v>19.053853650221654</c:v>
                </c:pt>
                <c:pt idx="5">
                  <c:v>19.366781903601211</c:v>
                </c:pt>
                <c:pt idx="6">
                  <c:v>20.653264723050484</c:v>
                </c:pt>
                <c:pt idx="7">
                  <c:v>31.327595143886338</c:v>
                </c:pt>
                <c:pt idx="8">
                  <c:v>39.707118373272145</c:v>
                </c:pt>
                <c:pt idx="9">
                  <c:v>42.940710324860859</c:v>
                </c:pt>
                <c:pt idx="10">
                  <c:v>41.306529446100967</c:v>
                </c:pt>
                <c:pt idx="11">
                  <c:v>37.7600092411327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34-4795-B1D9-F3F82002CC78}"/>
            </c:ext>
          </c:extLst>
        </c:ser>
        <c:ser>
          <c:idx val="1"/>
          <c:order val="1"/>
          <c:tx>
            <c:strRef>
              <c:f>'8.1.7'!$I$2:$I$5</c:f>
              <c:strCache>
                <c:ptCount val="4"/>
                <c:pt idx="0">
                  <c:v>Precios de Importac.</c:v>
                </c:pt>
              </c:strCache>
            </c:strRef>
          </c:tx>
          <c:spPr>
            <a:ln w="38100" cap="rnd">
              <a:solidFill>
                <a:schemeClr val="accent1">
                  <a:lumMod val="75000"/>
                </a:schemeClr>
              </a:solidFill>
              <a:prstDash val="sysDot"/>
              <a:round/>
            </a:ln>
            <a:effectLst/>
          </c:spPr>
          <c:marker>
            <c:symbol val="none"/>
          </c:marker>
          <c:val>
            <c:numRef>
              <c:f>'8.1.7'!$I$136:$I$147</c:f>
              <c:numCache>
                <c:formatCode>#,##0.00\ \ </c:formatCode>
                <c:ptCount val="12"/>
                <c:pt idx="0">
                  <c:v>10.482660955431598</c:v>
                </c:pt>
                <c:pt idx="1">
                  <c:v>11.071161219596179</c:v>
                </c:pt>
                <c:pt idx="2">
                  <c:v>11.953911615843051</c:v>
                </c:pt>
                <c:pt idx="3">
                  <c:v>14.271131405991087</c:v>
                </c:pt>
                <c:pt idx="4">
                  <c:v>16.294101064056832</c:v>
                </c:pt>
                <c:pt idx="5">
                  <c:v>18.353851988632865</c:v>
                </c:pt>
                <c:pt idx="6">
                  <c:v>21.848072307110066</c:v>
                </c:pt>
                <c:pt idx="7">
                  <c:v>21.553822175027776</c:v>
                </c:pt>
                <c:pt idx="8">
                  <c:v>27.07101215157072</c:v>
                </c:pt>
                <c:pt idx="9">
                  <c:v>28.542262811982173</c:v>
                </c:pt>
                <c:pt idx="10">
                  <c:v>30.896263868640499</c:v>
                </c:pt>
                <c:pt idx="11">
                  <c:v>28.836512944064467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34-4795-B1D9-F3F82002CC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01950776"/>
        <c:axId val="501960288"/>
      </c:lineChart>
      <c:catAx>
        <c:axId val="501950776"/>
        <c:scaling>
          <c:orientation val="minMax"/>
        </c:scaling>
        <c:delete val="1"/>
        <c:axPos val="b"/>
        <c:majorTickMark val="none"/>
        <c:minorTickMark val="none"/>
        <c:tickLblPos val="nextTo"/>
        <c:crossAx val="501960288"/>
        <c:crosses val="autoZero"/>
        <c:auto val="1"/>
        <c:lblAlgn val="ctr"/>
        <c:lblOffset val="100"/>
        <c:noMultiLvlLbl val="0"/>
      </c:catAx>
      <c:valAx>
        <c:axId val="501960288"/>
        <c:scaling>
          <c:orientation val="minMax"/>
        </c:scaling>
        <c:delete val="1"/>
        <c:axPos val="l"/>
        <c:numFmt formatCode="#,##0.00\ \ " sourceLinked="1"/>
        <c:majorTickMark val="none"/>
        <c:minorTickMark val="none"/>
        <c:tickLblPos val="nextTo"/>
        <c:crossAx val="501950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1.4235198146560492E-2"/>
          <c:y val="0"/>
          <c:w val="0.66081433490940689"/>
          <c:h val="0.274100109354522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28575">
      <a:solidFill>
        <a:schemeClr val="accent1">
          <a:lumMod val="50000"/>
        </a:schemeClr>
      </a:solidFill>
      <a:prstDash val="sysDash"/>
    </a:ln>
    <a:effectLst/>
  </c:spPr>
  <c:txPr>
    <a:bodyPr/>
    <a:lstStyle/>
    <a:p>
      <a:pPr>
        <a:defRPr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Hoja3!$B$2</c:f>
              <c:strCache>
                <c:ptCount val="1"/>
                <c:pt idx="0">
                  <c:v>Agri, gan</c:v>
                </c:pt>
              </c:strCache>
            </c:strRef>
          </c:tx>
          <c:spPr>
            <a:ln w="57150">
              <a:solidFill>
                <a:schemeClr val="accent1">
                  <a:lumMod val="75000"/>
                </a:schemeClr>
              </a:solidFill>
              <a:prstDash val="sysDot"/>
            </a:ln>
          </c:spPr>
          <c:marker>
            <c:symbol val="none"/>
          </c:marker>
          <c:cat>
            <c:numRef>
              <c:f>Hoja3!$A$3:$A$38</c:f>
              <c:numCache>
                <c:formatCode>0</c:formatCode>
                <c:ptCount val="36"/>
                <c:pt idx="0">
                  <c:v>1920</c:v>
                </c:pt>
                <c:pt idx="1">
                  <c:v>1921</c:v>
                </c:pt>
                <c:pt idx="2">
                  <c:v>1922</c:v>
                </c:pt>
                <c:pt idx="3">
                  <c:v>1923</c:v>
                </c:pt>
                <c:pt idx="4">
                  <c:v>1924</c:v>
                </c:pt>
                <c:pt idx="5">
                  <c:v>1925</c:v>
                </c:pt>
                <c:pt idx="6">
                  <c:v>1926</c:v>
                </c:pt>
                <c:pt idx="7">
                  <c:v>1927</c:v>
                </c:pt>
                <c:pt idx="8">
                  <c:v>1928</c:v>
                </c:pt>
                <c:pt idx="9">
                  <c:v>1929</c:v>
                </c:pt>
                <c:pt idx="10">
                  <c:v>1930</c:v>
                </c:pt>
                <c:pt idx="11">
                  <c:v>1931</c:v>
                </c:pt>
                <c:pt idx="12">
                  <c:v>1932</c:v>
                </c:pt>
                <c:pt idx="13">
                  <c:v>1933</c:v>
                </c:pt>
                <c:pt idx="14">
                  <c:v>1934</c:v>
                </c:pt>
                <c:pt idx="15">
                  <c:v>1935</c:v>
                </c:pt>
                <c:pt idx="16">
                  <c:v>1936</c:v>
                </c:pt>
                <c:pt idx="17">
                  <c:v>1937</c:v>
                </c:pt>
                <c:pt idx="18">
                  <c:v>1938</c:v>
                </c:pt>
                <c:pt idx="19">
                  <c:v>1939</c:v>
                </c:pt>
                <c:pt idx="20">
                  <c:v>1940</c:v>
                </c:pt>
                <c:pt idx="21">
                  <c:v>1941</c:v>
                </c:pt>
                <c:pt idx="22">
                  <c:v>1942</c:v>
                </c:pt>
                <c:pt idx="23">
                  <c:v>1943</c:v>
                </c:pt>
                <c:pt idx="24">
                  <c:v>1944</c:v>
                </c:pt>
                <c:pt idx="25">
                  <c:v>1945</c:v>
                </c:pt>
                <c:pt idx="26">
                  <c:v>1946</c:v>
                </c:pt>
                <c:pt idx="27">
                  <c:v>1947</c:v>
                </c:pt>
                <c:pt idx="28">
                  <c:v>1948</c:v>
                </c:pt>
                <c:pt idx="29">
                  <c:v>1949</c:v>
                </c:pt>
                <c:pt idx="30">
                  <c:v>1950</c:v>
                </c:pt>
                <c:pt idx="31">
                  <c:v>1951</c:v>
                </c:pt>
                <c:pt idx="32">
                  <c:v>1952</c:v>
                </c:pt>
                <c:pt idx="33">
                  <c:v>1953</c:v>
                </c:pt>
                <c:pt idx="34">
                  <c:v>1954</c:v>
                </c:pt>
                <c:pt idx="35">
                  <c:v>1955</c:v>
                </c:pt>
              </c:numCache>
            </c:numRef>
          </c:cat>
          <c:val>
            <c:numRef>
              <c:f>Hoja3!$B$3:$B$38</c:f>
              <c:numCache>
                <c:formatCode>#,##0.0\ \ </c:formatCode>
                <c:ptCount val="36"/>
                <c:pt idx="0">
                  <c:v>3619.7518637967937</c:v>
                </c:pt>
                <c:pt idx="1">
                  <c:v>3656.5122762504716</c:v>
                </c:pt>
                <c:pt idx="2">
                  <c:v>3786.8968641720544</c:v>
                </c:pt>
                <c:pt idx="3">
                  <c:v>3858.6945447456183</c:v>
                </c:pt>
                <c:pt idx="4">
                  <c:v>4419.8652161086093</c:v>
                </c:pt>
                <c:pt idx="5">
                  <c:v>3951.1699573243691</c:v>
                </c:pt>
                <c:pt idx="6">
                  <c:v>4594.4771752635015</c:v>
                </c:pt>
                <c:pt idx="7">
                  <c:v>4715.0972786270904</c:v>
                </c:pt>
                <c:pt idx="8">
                  <c:v>4797.2338252032405</c:v>
                </c:pt>
                <c:pt idx="9">
                  <c:v>4788.0437220898302</c:v>
                </c:pt>
                <c:pt idx="10">
                  <c:v>4273.3979477385165</c:v>
                </c:pt>
                <c:pt idx="11">
                  <c:v>4379.0841335428104</c:v>
                </c:pt>
                <c:pt idx="12">
                  <c:v>4616.3036701578822</c:v>
                </c:pt>
                <c:pt idx="13">
                  <c:v>4636.9814021630509</c:v>
                </c:pt>
                <c:pt idx="14">
                  <c:v>4881.0935161131683</c:v>
                </c:pt>
                <c:pt idx="15">
                  <c:v>5569.7768681747939</c:v>
                </c:pt>
                <c:pt idx="16">
                  <c:v>5062.598052603139</c:v>
                </c:pt>
                <c:pt idx="17">
                  <c:v>5232.6149602013529</c:v>
                </c:pt>
                <c:pt idx="18">
                  <c:v>4760.4734127495603</c:v>
                </c:pt>
                <c:pt idx="19">
                  <c:v>5310.7308366653824</c:v>
                </c:pt>
                <c:pt idx="20">
                  <c:v>5680.6324869803784</c:v>
                </c:pt>
                <c:pt idx="21">
                  <c:v>6344.0430554801069</c:v>
                </c:pt>
                <c:pt idx="22">
                  <c:v>6266.5015604606797</c:v>
                </c:pt>
                <c:pt idx="23">
                  <c:v>5487.6403215986511</c:v>
                </c:pt>
                <c:pt idx="24">
                  <c:v>6608.8329014354249</c:v>
                </c:pt>
                <c:pt idx="25">
                  <c:v>5301.5407335519749</c:v>
                </c:pt>
                <c:pt idx="26">
                  <c:v>5542.7809402791327</c:v>
                </c:pt>
                <c:pt idx="27">
                  <c:v>5967.8232092746457</c:v>
                </c:pt>
                <c:pt idx="28">
                  <c:v>5978.7364567218128</c:v>
                </c:pt>
                <c:pt idx="29">
                  <c:v>5514.6362494943151</c:v>
                </c:pt>
                <c:pt idx="30">
                  <c:v>5201.0239807489679</c:v>
                </c:pt>
                <c:pt idx="31">
                  <c:v>5550.4467804892092</c:v>
                </c:pt>
                <c:pt idx="32">
                  <c:v>4755.4259152148406</c:v>
                </c:pt>
                <c:pt idx="33">
                  <c:v>6226.1935170060915</c:v>
                </c:pt>
                <c:pt idx="34">
                  <c:v>6191.3352328973924</c:v>
                </c:pt>
                <c:pt idx="35">
                  <c:v>6447.9426014566543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CE-482D-926C-594B427207E7}"/>
            </c:ext>
          </c:extLst>
        </c:ser>
        <c:ser>
          <c:idx val="1"/>
          <c:order val="1"/>
          <c:tx>
            <c:strRef>
              <c:f>Hoja3!$C$2</c:f>
              <c:strCache>
                <c:ptCount val="1"/>
                <c:pt idx="0">
                  <c:v>Ind manuf</c:v>
                </c:pt>
              </c:strCache>
            </c:strRef>
          </c:tx>
          <c:spPr>
            <a:ln w="57150">
              <a:solidFill>
                <a:schemeClr val="accent1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Hoja3!$A$3:$A$38</c:f>
              <c:numCache>
                <c:formatCode>0</c:formatCode>
                <c:ptCount val="36"/>
                <c:pt idx="0">
                  <c:v>1920</c:v>
                </c:pt>
                <c:pt idx="1">
                  <c:v>1921</c:v>
                </c:pt>
                <c:pt idx="2">
                  <c:v>1922</c:v>
                </c:pt>
                <c:pt idx="3">
                  <c:v>1923</c:v>
                </c:pt>
                <c:pt idx="4">
                  <c:v>1924</c:v>
                </c:pt>
                <c:pt idx="5">
                  <c:v>1925</c:v>
                </c:pt>
                <c:pt idx="6">
                  <c:v>1926</c:v>
                </c:pt>
                <c:pt idx="7">
                  <c:v>1927</c:v>
                </c:pt>
                <c:pt idx="8">
                  <c:v>1928</c:v>
                </c:pt>
                <c:pt idx="9">
                  <c:v>1929</c:v>
                </c:pt>
                <c:pt idx="10">
                  <c:v>1930</c:v>
                </c:pt>
                <c:pt idx="11">
                  <c:v>1931</c:v>
                </c:pt>
                <c:pt idx="12">
                  <c:v>1932</c:v>
                </c:pt>
                <c:pt idx="13">
                  <c:v>1933</c:v>
                </c:pt>
                <c:pt idx="14">
                  <c:v>1934</c:v>
                </c:pt>
                <c:pt idx="15">
                  <c:v>1935</c:v>
                </c:pt>
                <c:pt idx="16">
                  <c:v>1936</c:v>
                </c:pt>
                <c:pt idx="17">
                  <c:v>1937</c:v>
                </c:pt>
                <c:pt idx="18">
                  <c:v>1938</c:v>
                </c:pt>
                <c:pt idx="19">
                  <c:v>1939</c:v>
                </c:pt>
                <c:pt idx="20">
                  <c:v>1940</c:v>
                </c:pt>
                <c:pt idx="21">
                  <c:v>1941</c:v>
                </c:pt>
                <c:pt idx="22">
                  <c:v>1942</c:v>
                </c:pt>
                <c:pt idx="23">
                  <c:v>1943</c:v>
                </c:pt>
                <c:pt idx="24">
                  <c:v>1944</c:v>
                </c:pt>
                <c:pt idx="25">
                  <c:v>1945</c:v>
                </c:pt>
                <c:pt idx="26">
                  <c:v>1946</c:v>
                </c:pt>
                <c:pt idx="27">
                  <c:v>1947</c:v>
                </c:pt>
                <c:pt idx="28">
                  <c:v>1948</c:v>
                </c:pt>
                <c:pt idx="29">
                  <c:v>1949</c:v>
                </c:pt>
                <c:pt idx="30">
                  <c:v>1950</c:v>
                </c:pt>
                <c:pt idx="31">
                  <c:v>1951</c:v>
                </c:pt>
                <c:pt idx="32">
                  <c:v>1952</c:v>
                </c:pt>
                <c:pt idx="33">
                  <c:v>1953</c:v>
                </c:pt>
                <c:pt idx="34">
                  <c:v>1954</c:v>
                </c:pt>
                <c:pt idx="35">
                  <c:v>1955</c:v>
                </c:pt>
              </c:numCache>
            </c:numRef>
          </c:cat>
          <c:val>
            <c:numRef>
              <c:f>Hoja3!$C$3:$C$38</c:f>
              <c:numCache>
                <c:formatCode>#,##0.0\ \ </c:formatCode>
                <c:ptCount val="36"/>
                <c:pt idx="0">
                  <c:v>3238.3548051627295</c:v>
                </c:pt>
                <c:pt idx="1">
                  <c:v>3407.8036031073002</c:v>
                </c:pt>
                <c:pt idx="2">
                  <c:v>3785.3474160715105</c:v>
                </c:pt>
                <c:pt idx="3">
                  <c:v>4426.47824806057</c:v>
                </c:pt>
                <c:pt idx="4">
                  <c:v>4669.2557655834844</c:v>
                </c:pt>
                <c:pt idx="5">
                  <c:v>5067.6090800496422</c:v>
                </c:pt>
                <c:pt idx="6">
                  <c:v>4972.4799303263653</c:v>
                </c:pt>
                <c:pt idx="7">
                  <c:v>5282.6405955699647</c:v>
                </c:pt>
                <c:pt idx="8">
                  <c:v>5897.0163541993434</c:v>
                </c:pt>
                <c:pt idx="9">
                  <c:v>6187.3584465838967</c:v>
                </c:pt>
                <c:pt idx="10">
                  <c:v>6119.9752988632454</c:v>
                </c:pt>
                <c:pt idx="11">
                  <c:v>5431.2798920125315</c:v>
                </c:pt>
                <c:pt idx="12">
                  <c:v>5101.3006539099651</c:v>
                </c:pt>
                <c:pt idx="13">
                  <c:v>5782.0686316170822</c:v>
                </c:pt>
                <c:pt idx="14">
                  <c:v>6564.9022595480801</c:v>
                </c:pt>
                <c:pt idx="15">
                  <c:v>6747.2331298510044</c:v>
                </c:pt>
                <c:pt idx="16">
                  <c:v>7181.2598754634</c:v>
                </c:pt>
                <c:pt idx="17">
                  <c:v>7629.1596220771034</c:v>
                </c:pt>
                <c:pt idx="18">
                  <c:v>7928.4200722481655</c:v>
                </c:pt>
                <c:pt idx="19">
                  <c:v>8240.5625947776061</c:v>
                </c:pt>
                <c:pt idx="20">
                  <c:v>8254.435595778943</c:v>
                </c:pt>
                <c:pt idx="21">
                  <c:v>8579.4601906667085</c:v>
                </c:pt>
                <c:pt idx="22">
                  <c:v>8702.3353423926528</c:v>
                </c:pt>
                <c:pt idx="23">
                  <c:v>9095.7340136440471</c:v>
                </c:pt>
                <c:pt idx="24" formatCode="#,##0\ \ ">
                  <c:v>10317.549030402208</c:v>
                </c:pt>
                <c:pt idx="25" formatCode="#,##0\ \ ">
                  <c:v>10385.923106765804</c:v>
                </c:pt>
                <c:pt idx="26" formatCode="#,##0\ \ ">
                  <c:v>11715.749345605594</c:v>
                </c:pt>
                <c:pt idx="27" formatCode="#,##0\ \ ">
                  <c:v>13508.339260703313</c:v>
                </c:pt>
                <c:pt idx="28" formatCode="#,##0\ \ ">
                  <c:v>13670.85155814722</c:v>
                </c:pt>
                <c:pt idx="29" formatCode="#,##0\ \ ">
                  <c:v>13182.323737172579</c:v>
                </c:pt>
                <c:pt idx="30" formatCode="#,##0\ \ ">
                  <c:v>13575.72240842399</c:v>
                </c:pt>
                <c:pt idx="31" formatCode="#,##0\ \ ">
                  <c:v>13931.399701860859</c:v>
                </c:pt>
                <c:pt idx="32" formatCode="#,##0\ \ ">
                  <c:v>13668.170276360928</c:v>
                </c:pt>
                <c:pt idx="33" formatCode="#,##0\ \ ">
                  <c:v>13591.953713481566</c:v>
                </c:pt>
                <c:pt idx="34" formatCode="#,##0\ \ ">
                  <c:v>14668.865518609962</c:v>
                </c:pt>
                <c:pt idx="35" formatCode="#,##0\ \ ">
                  <c:v>16463.483290852135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CE-482D-926C-594B427207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469952"/>
        <c:axId val="77475840"/>
      </c:lineChart>
      <c:catAx>
        <c:axId val="77469952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AR"/>
          </a:p>
        </c:txPr>
        <c:crossAx val="77475840"/>
        <c:crosses val="autoZero"/>
        <c:auto val="1"/>
        <c:lblAlgn val="ctr"/>
        <c:lblOffset val="100"/>
        <c:noMultiLvlLbl val="0"/>
      </c:catAx>
      <c:valAx>
        <c:axId val="7747584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s-AR"/>
                  <a:t>Millones de pesos de 1993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crossAx val="774699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57150">
              <a:solidFill>
                <a:schemeClr val="accent1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Hoja4!$E$3:$E$58</c:f>
              <c:numCache>
                <c:formatCode>0</c:formatCode>
                <c:ptCount val="56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  <c:pt idx="14">
                  <c:v>1914</c:v>
                </c:pt>
                <c:pt idx="15">
                  <c:v>1915</c:v>
                </c:pt>
                <c:pt idx="16">
                  <c:v>1916</c:v>
                </c:pt>
                <c:pt idx="17">
                  <c:v>1917</c:v>
                </c:pt>
                <c:pt idx="18">
                  <c:v>1918</c:v>
                </c:pt>
                <c:pt idx="19">
                  <c:v>1919</c:v>
                </c:pt>
                <c:pt idx="20">
                  <c:v>1920</c:v>
                </c:pt>
                <c:pt idx="21">
                  <c:v>1921</c:v>
                </c:pt>
                <c:pt idx="22">
                  <c:v>1922</c:v>
                </c:pt>
                <c:pt idx="23">
                  <c:v>1923</c:v>
                </c:pt>
                <c:pt idx="24">
                  <c:v>1924</c:v>
                </c:pt>
                <c:pt idx="25">
                  <c:v>1925</c:v>
                </c:pt>
                <c:pt idx="26">
                  <c:v>1926</c:v>
                </c:pt>
                <c:pt idx="27">
                  <c:v>1927</c:v>
                </c:pt>
                <c:pt idx="28">
                  <c:v>1928</c:v>
                </c:pt>
                <c:pt idx="29">
                  <c:v>1929</c:v>
                </c:pt>
                <c:pt idx="30">
                  <c:v>1930</c:v>
                </c:pt>
                <c:pt idx="31">
                  <c:v>1931</c:v>
                </c:pt>
                <c:pt idx="32">
                  <c:v>1932</c:v>
                </c:pt>
                <c:pt idx="33">
                  <c:v>1933</c:v>
                </c:pt>
                <c:pt idx="34">
                  <c:v>1934</c:v>
                </c:pt>
                <c:pt idx="35">
                  <c:v>1935</c:v>
                </c:pt>
                <c:pt idx="36">
                  <c:v>1936</c:v>
                </c:pt>
                <c:pt idx="37">
                  <c:v>1937</c:v>
                </c:pt>
                <c:pt idx="38">
                  <c:v>1938</c:v>
                </c:pt>
                <c:pt idx="39">
                  <c:v>1939</c:v>
                </c:pt>
                <c:pt idx="40">
                  <c:v>1940</c:v>
                </c:pt>
                <c:pt idx="41">
                  <c:v>1941</c:v>
                </c:pt>
                <c:pt idx="42">
                  <c:v>1942</c:v>
                </c:pt>
                <c:pt idx="43">
                  <c:v>1943</c:v>
                </c:pt>
                <c:pt idx="44">
                  <c:v>1944</c:v>
                </c:pt>
                <c:pt idx="45">
                  <c:v>1945</c:v>
                </c:pt>
                <c:pt idx="46">
                  <c:v>1946</c:v>
                </c:pt>
                <c:pt idx="47">
                  <c:v>1947</c:v>
                </c:pt>
                <c:pt idx="48">
                  <c:v>1948</c:v>
                </c:pt>
                <c:pt idx="49">
                  <c:v>1949</c:v>
                </c:pt>
                <c:pt idx="50">
                  <c:v>1950</c:v>
                </c:pt>
                <c:pt idx="51">
                  <c:v>1951</c:v>
                </c:pt>
                <c:pt idx="52">
                  <c:v>1952</c:v>
                </c:pt>
                <c:pt idx="53">
                  <c:v>1953</c:v>
                </c:pt>
                <c:pt idx="54">
                  <c:v>1954</c:v>
                </c:pt>
                <c:pt idx="55">
                  <c:v>1955</c:v>
                </c:pt>
              </c:numCache>
            </c:numRef>
          </c:cat>
          <c:val>
            <c:numRef>
              <c:f>Hoja4!$H$3:$H$58</c:f>
              <c:numCache>
                <c:formatCode>#,##0</c:formatCode>
                <c:ptCount val="56"/>
                <c:pt idx="0">
                  <c:v>2533.8626021196797</c:v>
                </c:pt>
                <c:pt idx="1">
                  <c:v>2672.3931062866832</c:v>
                </c:pt>
                <c:pt idx="2">
                  <c:v>2546.3702130503516</c:v>
                </c:pt>
                <c:pt idx="3">
                  <c:v>2830.463430461235</c:v>
                </c:pt>
                <c:pt idx="4">
                  <c:v>3045.9962969153571</c:v>
                </c:pt>
                <c:pt idx="5">
                  <c:v>3355.2736418607337</c:v>
                </c:pt>
                <c:pt idx="6">
                  <c:v>3367.808717995385</c:v>
                </c:pt>
                <c:pt idx="7">
                  <c:v>3286.376731682441</c:v>
                </c:pt>
                <c:pt idx="8">
                  <c:v>3448.3582898287987</c:v>
                </c:pt>
                <c:pt idx="9">
                  <c:v>3458.0858381410339</c:v>
                </c:pt>
                <c:pt idx="10">
                  <c:v>3545.1473341025612</c:v>
                </c:pt>
                <c:pt idx="11">
                  <c:v>3470.176403934046</c:v>
                </c:pt>
                <c:pt idx="12">
                  <c:v>3609.3862817471804</c:v>
                </c:pt>
                <c:pt idx="13">
                  <c:v>3506.7819555654055</c:v>
                </c:pt>
                <c:pt idx="14">
                  <c:v>3022.7904460660843</c:v>
                </c:pt>
                <c:pt idx="15">
                  <c:v>2921.931942930406</c:v>
                </c:pt>
                <c:pt idx="16">
                  <c:v>2789.6125168148042</c:v>
                </c:pt>
                <c:pt idx="17">
                  <c:v>2520.0237014319573</c:v>
                </c:pt>
                <c:pt idx="18">
                  <c:v>2931.3497245418412</c:v>
                </c:pt>
                <c:pt idx="19">
                  <c:v>2987.5348866211393</c:v>
                </c:pt>
                <c:pt idx="20">
                  <c:v>3150.4993317942126</c:v>
                </c:pt>
                <c:pt idx="21">
                  <c:v>3135.5590625131072</c:v>
                </c:pt>
                <c:pt idx="22">
                  <c:v>3286.260158807122</c:v>
                </c:pt>
                <c:pt idx="23">
                  <c:v>3540.4529563625033</c:v>
                </c:pt>
                <c:pt idx="24">
                  <c:v>3703.7930380195062</c:v>
                </c:pt>
                <c:pt idx="25">
                  <c:v>3579.3032901348574</c:v>
                </c:pt>
                <c:pt idx="26">
                  <c:v>3651.6770041815312</c:v>
                </c:pt>
                <c:pt idx="27">
                  <c:v>3806.2507186989496</c:v>
                </c:pt>
                <c:pt idx="28">
                  <c:v>3934.0073372459083</c:v>
                </c:pt>
                <c:pt idx="29">
                  <c:v>4005.4181004876482</c:v>
                </c:pt>
                <c:pt idx="30">
                  <c:v>3737.1463058281647</c:v>
                </c:pt>
                <c:pt idx="31">
                  <c:v>3414.0067329944814</c:v>
                </c:pt>
                <c:pt idx="32">
                  <c:v>3240.3964603915201</c:v>
                </c:pt>
                <c:pt idx="33">
                  <c:v>3330.4873806701976</c:v>
                </c:pt>
                <c:pt idx="34">
                  <c:v>3527.5007116623692</c:v>
                </c:pt>
                <c:pt idx="35">
                  <c:v>3613.4509338666262</c:v>
                </c:pt>
                <c:pt idx="36">
                  <c:v>3587.2184334133767</c:v>
                </c:pt>
                <c:pt idx="37">
                  <c:v>3787.7247460401413</c:v>
                </c:pt>
                <c:pt idx="38">
                  <c:v>3740.6947064066489</c:v>
                </c:pt>
                <c:pt idx="39">
                  <c:v>3823.8702050639131</c:v>
                </c:pt>
                <c:pt idx="40">
                  <c:v>3825.8493872001918</c:v>
                </c:pt>
                <c:pt idx="41">
                  <c:v>3964.0105620797522</c:v>
                </c:pt>
                <c:pt idx="42">
                  <c:v>3946.2128642106964</c:v>
                </c:pt>
                <c:pt idx="43">
                  <c:v>3859.1806607862245</c:v>
                </c:pt>
                <c:pt idx="44">
                  <c:v>4227.97732213363</c:v>
                </c:pt>
                <c:pt idx="45">
                  <c:v>4029.4222075301623</c:v>
                </c:pt>
                <c:pt idx="46">
                  <c:v>4289.6318146395124</c:v>
                </c:pt>
                <c:pt idx="47">
                  <c:v>4658.5784069332876</c:v>
                </c:pt>
                <c:pt idx="48">
                  <c:v>4802.3145350246514</c:v>
                </c:pt>
                <c:pt idx="49">
                  <c:v>4632.4330671457965</c:v>
                </c:pt>
                <c:pt idx="50">
                  <c:v>4582.2515026029514</c:v>
                </c:pt>
                <c:pt idx="51">
                  <c:v>4660.6495840888138</c:v>
                </c:pt>
                <c:pt idx="52">
                  <c:v>4337.0404296673032</c:v>
                </c:pt>
                <c:pt idx="53">
                  <c:v>4478.2522464513822</c:v>
                </c:pt>
                <c:pt idx="54">
                  <c:v>4575.3476851349615</c:v>
                </c:pt>
                <c:pt idx="55">
                  <c:v>4808.6624538633723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94-4BBB-A92B-229D6D9BBE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509760"/>
        <c:axId val="77511296"/>
      </c:lineChart>
      <c:catAx>
        <c:axId val="77509760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77511296"/>
        <c:crosses val="autoZero"/>
        <c:auto val="1"/>
        <c:lblAlgn val="ctr"/>
        <c:lblOffset val="100"/>
        <c:noMultiLvlLbl val="0"/>
      </c:catAx>
      <c:valAx>
        <c:axId val="77511296"/>
        <c:scaling>
          <c:orientation val="minMax"/>
          <c:min val="2000"/>
        </c:scaling>
        <c:delete val="0"/>
        <c:axPos val="l"/>
        <c:numFmt formatCode="#,##0" sourceLinked="1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crossAx val="7750976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57150">
              <a:solidFill>
                <a:schemeClr val="accent1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Hoja7!$A$3:$A$18</c:f>
              <c:numCache>
                <c:formatCode>@</c:formatCode>
                <c:ptCount val="16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</c:numCache>
            </c:numRef>
          </c:cat>
          <c:val>
            <c:numRef>
              <c:f>Hoja7!$C$3:$C$18</c:f>
              <c:numCache>
                <c:formatCode>#,##0.00\ \ </c:formatCode>
                <c:ptCount val="16"/>
                <c:pt idx="0">
                  <c:v>100</c:v>
                </c:pt>
                <c:pt idx="1">
                  <c:v>89.601356735196788</c:v>
                </c:pt>
                <c:pt idx="2">
                  <c:v>87.080187242501154</c:v>
                </c:pt>
                <c:pt idx="3">
                  <c:v>89.213979578332427</c:v>
                </c:pt>
                <c:pt idx="4">
                  <c:v>98.553801955918786</c:v>
                </c:pt>
                <c:pt idx="5">
                  <c:v>99.293884138142602</c:v>
                </c:pt>
                <c:pt idx="6">
                  <c:v>104.30664621312845</c:v>
                </c:pt>
                <c:pt idx="7">
                  <c:v>113.03324076041689</c:v>
                </c:pt>
                <c:pt idx="8">
                  <c:v>105.33076603105228</c:v>
                </c:pt>
                <c:pt idx="9">
                  <c:v>62.852920965426776</c:v>
                </c:pt>
                <c:pt idx="10">
                  <c:v>85.971063182741673</c:v>
                </c:pt>
                <c:pt idx="11">
                  <c:v>66.696510464230442</c:v>
                </c:pt>
                <c:pt idx="12">
                  <c:v>47.007196016959021</c:v>
                </c:pt>
                <c:pt idx="13">
                  <c:v>76.894149809073127</c:v>
                </c:pt>
                <c:pt idx="14">
                  <c:v>81.1164216294287</c:v>
                </c:pt>
                <c:pt idx="15">
                  <c:v>71.397561062833034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AB-41B9-9E3D-B4FCC2279A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948800"/>
        <c:axId val="77950336"/>
      </c:lineChart>
      <c:catAx>
        <c:axId val="77948800"/>
        <c:scaling>
          <c:orientation val="minMax"/>
        </c:scaling>
        <c:delete val="0"/>
        <c:axPos val="b"/>
        <c:numFmt formatCode="@" sourceLinked="1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77950336"/>
        <c:crosses val="autoZero"/>
        <c:auto val="1"/>
        <c:lblAlgn val="ctr"/>
        <c:lblOffset val="100"/>
        <c:noMultiLvlLbl val="0"/>
      </c:catAx>
      <c:valAx>
        <c:axId val="7795033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77948800"/>
        <c:crosses val="autoZero"/>
        <c:crossBetween val="between"/>
      </c:valAx>
    </c:plotArea>
    <c:plotVisOnly val="1"/>
    <c:dispBlanksAs val="gap"/>
    <c:showDLblsOverMax val="0"/>
  </c:chart>
  <c:spPr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'[graficos peronismo.xlsx]Hoja1'!$F$6</c:f>
              <c:strCache>
                <c:ptCount val="1"/>
                <c:pt idx="0">
                  <c:v>Tri+Mai+Lin+Ave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'[graficos peronismo.xlsx]Hoja1'!$A$7:$A$62</c:f>
              <c:numCache>
                <c:formatCode>General</c:formatCode>
                <c:ptCount val="56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  <c:pt idx="14">
                  <c:v>1914</c:v>
                </c:pt>
                <c:pt idx="15">
                  <c:v>1915</c:v>
                </c:pt>
                <c:pt idx="16">
                  <c:v>1916</c:v>
                </c:pt>
                <c:pt idx="17">
                  <c:v>1917</c:v>
                </c:pt>
                <c:pt idx="18">
                  <c:v>1918</c:v>
                </c:pt>
                <c:pt idx="19">
                  <c:v>1919</c:v>
                </c:pt>
                <c:pt idx="20">
                  <c:v>1920</c:v>
                </c:pt>
                <c:pt idx="21">
                  <c:v>1921</c:v>
                </c:pt>
                <c:pt idx="22">
                  <c:v>1922</c:v>
                </c:pt>
                <c:pt idx="23">
                  <c:v>1923</c:v>
                </c:pt>
                <c:pt idx="24">
                  <c:v>1924</c:v>
                </c:pt>
                <c:pt idx="25">
                  <c:v>1925</c:v>
                </c:pt>
                <c:pt idx="26">
                  <c:v>1926</c:v>
                </c:pt>
                <c:pt idx="27">
                  <c:v>1927</c:v>
                </c:pt>
                <c:pt idx="28">
                  <c:v>1928</c:v>
                </c:pt>
                <c:pt idx="29">
                  <c:v>1929</c:v>
                </c:pt>
                <c:pt idx="30">
                  <c:v>1930</c:v>
                </c:pt>
                <c:pt idx="31">
                  <c:v>1931</c:v>
                </c:pt>
                <c:pt idx="32">
                  <c:v>1932</c:v>
                </c:pt>
                <c:pt idx="33">
                  <c:v>1933</c:v>
                </c:pt>
                <c:pt idx="34">
                  <c:v>1934</c:v>
                </c:pt>
                <c:pt idx="35">
                  <c:v>1935</c:v>
                </c:pt>
                <c:pt idx="36">
                  <c:v>1936</c:v>
                </c:pt>
                <c:pt idx="37">
                  <c:v>1937</c:v>
                </c:pt>
                <c:pt idx="38">
                  <c:v>1938</c:v>
                </c:pt>
                <c:pt idx="39">
                  <c:v>1939</c:v>
                </c:pt>
                <c:pt idx="40">
                  <c:v>1940</c:v>
                </c:pt>
                <c:pt idx="41">
                  <c:v>1941</c:v>
                </c:pt>
                <c:pt idx="42">
                  <c:v>1942</c:v>
                </c:pt>
                <c:pt idx="43">
                  <c:v>1943</c:v>
                </c:pt>
                <c:pt idx="44">
                  <c:v>1944</c:v>
                </c:pt>
                <c:pt idx="45">
                  <c:v>1945</c:v>
                </c:pt>
                <c:pt idx="46">
                  <c:v>1946</c:v>
                </c:pt>
                <c:pt idx="47">
                  <c:v>1947</c:v>
                </c:pt>
                <c:pt idx="48">
                  <c:v>1948</c:v>
                </c:pt>
                <c:pt idx="49">
                  <c:v>1949</c:v>
                </c:pt>
                <c:pt idx="50">
                  <c:v>1950</c:v>
                </c:pt>
                <c:pt idx="51">
                  <c:v>1951</c:v>
                </c:pt>
                <c:pt idx="52">
                  <c:v>1952</c:v>
                </c:pt>
                <c:pt idx="53">
                  <c:v>1953</c:v>
                </c:pt>
                <c:pt idx="54">
                  <c:v>1954</c:v>
                </c:pt>
                <c:pt idx="55">
                  <c:v>1955</c:v>
                </c:pt>
              </c:numCache>
            </c:numRef>
          </c:cat>
          <c:val>
            <c:numRef>
              <c:f>'[graficos peronismo.xlsx]Hoja1'!$F$7:$F$62</c:f>
              <c:numCache>
                <c:formatCode>#,##0.00\ \ </c:formatCode>
                <c:ptCount val="56"/>
                <c:pt idx="0">
                  <c:v>4637.7</c:v>
                </c:pt>
                <c:pt idx="1">
                  <c:v>5274.9</c:v>
                </c:pt>
                <c:pt idx="2">
                  <c:v>5518.65</c:v>
                </c:pt>
                <c:pt idx="3">
                  <c:v>6860.6</c:v>
                </c:pt>
                <c:pt idx="4">
                  <c:v>7954.8</c:v>
                </c:pt>
                <c:pt idx="5">
                  <c:v>8323.6</c:v>
                </c:pt>
                <c:pt idx="6">
                  <c:v>9487.5</c:v>
                </c:pt>
                <c:pt idx="7">
                  <c:v>9880.6</c:v>
                </c:pt>
                <c:pt idx="8">
                  <c:v>10257</c:v>
                </c:pt>
                <c:pt idx="9">
                  <c:v>11204.6</c:v>
                </c:pt>
                <c:pt idx="10">
                  <c:v>10871.650000000001</c:v>
                </c:pt>
                <c:pt idx="11">
                  <c:v>11773.720000000001</c:v>
                </c:pt>
                <c:pt idx="12">
                  <c:v>12980</c:v>
                </c:pt>
                <c:pt idx="13">
                  <c:v>13840.849999999999</c:v>
                </c:pt>
                <c:pt idx="14">
                  <c:v>13808.84</c:v>
                </c:pt>
                <c:pt idx="15">
                  <c:v>13348</c:v>
                </c:pt>
                <c:pt idx="16">
                  <c:v>13319.85</c:v>
                </c:pt>
                <c:pt idx="17">
                  <c:v>12460.57</c:v>
                </c:pt>
                <c:pt idx="18">
                  <c:v>13364.6</c:v>
                </c:pt>
                <c:pt idx="19">
                  <c:v>12799.24</c:v>
                </c:pt>
                <c:pt idx="20">
                  <c:v>13254</c:v>
                </c:pt>
                <c:pt idx="21">
                  <c:v>12114</c:v>
                </c:pt>
                <c:pt idx="22">
                  <c:v>11161.85</c:v>
                </c:pt>
                <c:pt idx="23">
                  <c:v>12561.505000000001</c:v>
                </c:pt>
                <c:pt idx="24">
                  <c:v>13680.615</c:v>
                </c:pt>
                <c:pt idx="25">
                  <c:v>14537.897999999999</c:v>
                </c:pt>
                <c:pt idx="26">
                  <c:v>15867.97</c:v>
                </c:pt>
                <c:pt idx="27">
                  <c:v>16321.8</c:v>
                </c:pt>
                <c:pt idx="28">
                  <c:v>16853</c:v>
                </c:pt>
                <c:pt idx="29">
                  <c:v>18303.88</c:v>
                </c:pt>
                <c:pt idx="30">
                  <c:v>18313.057999999997</c:v>
                </c:pt>
                <c:pt idx="31">
                  <c:v>18820.900000000001</c:v>
                </c:pt>
                <c:pt idx="32">
                  <c:v>17754.760000000002</c:v>
                </c:pt>
                <c:pt idx="33">
                  <c:v>18366</c:v>
                </c:pt>
                <c:pt idx="34">
                  <c:v>18688.13</c:v>
                </c:pt>
                <c:pt idx="35">
                  <c:v>19348.87</c:v>
                </c:pt>
                <c:pt idx="36">
                  <c:v>17235</c:v>
                </c:pt>
                <c:pt idx="37">
                  <c:v>19002.339</c:v>
                </c:pt>
                <c:pt idx="38">
                  <c:v>18921.669999999998</c:v>
                </c:pt>
                <c:pt idx="39">
                  <c:v>18029.75</c:v>
                </c:pt>
                <c:pt idx="40">
                  <c:v>18886.933000000001</c:v>
                </c:pt>
                <c:pt idx="41">
                  <c:v>17652.599999999999</c:v>
                </c:pt>
                <c:pt idx="42">
                  <c:v>16454</c:v>
                </c:pt>
                <c:pt idx="43">
                  <c:v>15420.882000000001</c:v>
                </c:pt>
                <c:pt idx="44">
                  <c:v>15654.650000000001</c:v>
                </c:pt>
                <c:pt idx="45">
                  <c:v>14216.7</c:v>
                </c:pt>
                <c:pt idx="46">
                  <c:v>13285.348</c:v>
                </c:pt>
                <c:pt idx="47">
                  <c:v>13760.957</c:v>
                </c:pt>
                <c:pt idx="48">
                  <c:v>11664.61</c:v>
                </c:pt>
                <c:pt idx="49">
                  <c:v>11195</c:v>
                </c:pt>
                <c:pt idx="50">
                  <c:v>10155.4</c:v>
                </c:pt>
                <c:pt idx="51">
                  <c:v>11391</c:v>
                </c:pt>
                <c:pt idx="52">
                  <c:v>9152.7999999999993</c:v>
                </c:pt>
                <c:pt idx="53">
                  <c:v>12141.76</c:v>
                </c:pt>
                <c:pt idx="54">
                  <c:v>11854.2</c:v>
                </c:pt>
                <c:pt idx="55">
                  <c:v>11053.3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84-4DC2-85EC-45ADA0E65284}"/>
            </c:ext>
          </c:extLst>
        </c:ser>
        <c:ser>
          <c:idx val="1"/>
          <c:order val="1"/>
          <c:tx>
            <c:strRef>
              <c:f>'[graficos peronismo.xlsx]Hoja1'!$K$6</c:f>
              <c:strCache>
                <c:ptCount val="1"/>
                <c:pt idx="0">
                  <c:v>Gir+Ceb+Cen+Alg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'[graficos peronismo.xlsx]Hoja1'!$A$7:$A$62</c:f>
              <c:numCache>
                <c:formatCode>General</c:formatCode>
                <c:ptCount val="56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  <c:pt idx="14">
                  <c:v>1914</c:v>
                </c:pt>
                <c:pt idx="15">
                  <c:v>1915</c:v>
                </c:pt>
                <c:pt idx="16">
                  <c:v>1916</c:v>
                </c:pt>
                <c:pt idx="17">
                  <c:v>1917</c:v>
                </c:pt>
                <c:pt idx="18">
                  <c:v>1918</c:v>
                </c:pt>
                <c:pt idx="19">
                  <c:v>1919</c:v>
                </c:pt>
                <c:pt idx="20">
                  <c:v>1920</c:v>
                </c:pt>
                <c:pt idx="21">
                  <c:v>1921</c:v>
                </c:pt>
                <c:pt idx="22">
                  <c:v>1922</c:v>
                </c:pt>
                <c:pt idx="23">
                  <c:v>1923</c:v>
                </c:pt>
                <c:pt idx="24">
                  <c:v>1924</c:v>
                </c:pt>
                <c:pt idx="25">
                  <c:v>1925</c:v>
                </c:pt>
                <c:pt idx="26">
                  <c:v>1926</c:v>
                </c:pt>
                <c:pt idx="27">
                  <c:v>1927</c:v>
                </c:pt>
                <c:pt idx="28">
                  <c:v>1928</c:v>
                </c:pt>
                <c:pt idx="29">
                  <c:v>1929</c:v>
                </c:pt>
                <c:pt idx="30">
                  <c:v>1930</c:v>
                </c:pt>
                <c:pt idx="31">
                  <c:v>1931</c:v>
                </c:pt>
                <c:pt idx="32">
                  <c:v>1932</c:v>
                </c:pt>
                <c:pt idx="33">
                  <c:v>1933</c:v>
                </c:pt>
                <c:pt idx="34">
                  <c:v>1934</c:v>
                </c:pt>
                <c:pt idx="35">
                  <c:v>1935</c:v>
                </c:pt>
                <c:pt idx="36">
                  <c:v>1936</c:v>
                </c:pt>
                <c:pt idx="37">
                  <c:v>1937</c:v>
                </c:pt>
                <c:pt idx="38">
                  <c:v>1938</c:v>
                </c:pt>
                <c:pt idx="39">
                  <c:v>1939</c:v>
                </c:pt>
                <c:pt idx="40">
                  <c:v>1940</c:v>
                </c:pt>
                <c:pt idx="41">
                  <c:v>1941</c:v>
                </c:pt>
                <c:pt idx="42">
                  <c:v>1942</c:v>
                </c:pt>
                <c:pt idx="43">
                  <c:v>1943</c:v>
                </c:pt>
                <c:pt idx="44">
                  <c:v>1944</c:v>
                </c:pt>
                <c:pt idx="45">
                  <c:v>1945</c:v>
                </c:pt>
                <c:pt idx="46">
                  <c:v>1946</c:v>
                </c:pt>
                <c:pt idx="47">
                  <c:v>1947</c:v>
                </c:pt>
                <c:pt idx="48">
                  <c:v>1948</c:v>
                </c:pt>
                <c:pt idx="49">
                  <c:v>1949</c:v>
                </c:pt>
                <c:pt idx="50">
                  <c:v>1950</c:v>
                </c:pt>
                <c:pt idx="51">
                  <c:v>1951</c:v>
                </c:pt>
                <c:pt idx="52">
                  <c:v>1952</c:v>
                </c:pt>
                <c:pt idx="53">
                  <c:v>1953</c:v>
                </c:pt>
                <c:pt idx="54">
                  <c:v>1954</c:v>
                </c:pt>
                <c:pt idx="55">
                  <c:v>1955</c:v>
                </c:pt>
              </c:numCache>
            </c:numRef>
          </c:cat>
          <c:val>
            <c:numRef>
              <c:f>'[graficos peronismo.xlsx]Hoja1'!$K$7:$K$62</c:f>
              <c:numCache>
                <c:formatCode>#,##0.00\ \ </c:formatCode>
                <c:ptCount val="56"/>
                <c:pt idx="0">
                  <c:v>52.034999999999997</c:v>
                </c:pt>
                <c:pt idx="1">
                  <c:v>54.134999999999991</c:v>
                </c:pt>
                <c:pt idx="2">
                  <c:v>55.148999999999994</c:v>
                </c:pt>
                <c:pt idx="3">
                  <c:v>14.068999999999999</c:v>
                </c:pt>
                <c:pt idx="4">
                  <c:v>35.334000000000003</c:v>
                </c:pt>
                <c:pt idx="5">
                  <c:v>54.266999999999996</c:v>
                </c:pt>
                <c:pt idx="6">
                  <c:v>56.1</c:v>
                </c:pt>
                <c:pt idx="7">
                  <c:v>57.7</c:v>
                </c:pt>
                <c:pt idx="8">
                  <c:v>105.03800000000001</c:v>
                </c:pt>
                <c:pt idx="9">
                  <c:v>104.938</c:v>
                </c:pt>
                <c:pt idx="10">
                  <c:v>72.802999999999997</c:v>
                </c:pt>
                <c:pt idx="11">
                  <c:v>85.024000000000001</c:v>
                </c:pt>
                <c:pt idx="12">
                  <c:v>99.507000000000005</c:v>
                </c:pt>
                <c:pt idx="13">
                  <c:v>150.65</c:v>
                </c:pt>
                <c:pt idx="14">
                  <c:v>263.86699999999996</c:v>
                </c:pt>
                <c:pt idx="15">
                  <c:v>256.39999999999998</c:v>
                </c:pt>
                <c:pt idx="16">
                  <c:v>263.79000000000002</c:v>
                </c:pt>
                <c:pt idx="17">
                  <c:v>232.88499999999999</c:v>
                </c:pt>
                <c:pt idx="18">
                  <c:v>358.53499999999997</c:v>
                </c:pt>
                <c:pt idx="19">
                  <c:v>372.685</c:v>
                </c:pt>
                <c:pt idx="20">
                  <c:v>370.46500000000003</c:v>
                </c:pt>
                <c:pt idx="21">
                  <c:v>368.81000000000006</c:v>
                </c:pt>
                <c:pt idx="22">
                  <c:v>366.30700000000002</c:v>
                </c:pt>
                <c:pt idx="23">
                  <c:v>416.48399999999998</c:v>
                </c:pt>
                <c:pt idx="24">
                  <c:v>507.15800000000002</c:v>
                </c:pt>
                <c:pt idx="25">
                  <c:v>598.19500000000005</c:v>
                </c:pt>
                <c:pt idx="26">
                  <c:v>677.64800000000002</c:v>
                </c:pt>
                <c:pt idx="27">
                  <c:v>689.846</c:v>
                </c:pt>
                <c:pt idx="28">
                  <c:v>928.9</c:v>
                </c:pt>
                <c:pt idx="29">
                  <c:v>1158.4000000000001</c:v>
                </c:pt>
                <c:pt idx="30">
                  <c:v>1234.1220000000001</c:v>
                </c:pt>
                <c:pt idx="31">
                  <c:v>1239.694</c:v>
                </c:pt>
                <c:pt idx="32">
                  <c:v>1281.1689999999999</c:v>
                </c:pt>
                <c:pt idx="33">
                  <c:v>1448.4</c:v>
                </c:pt>
                <c:pt idx="34">
                  <c:v>1683.99</c:v>
                </c:pt>
                <c:pt idx="35">
                  <c:v>2048.4319999999998</c:v>
                </c:pt>
                <c:pt idx="36">
                  <c:v>1984.93</c:v>
                </c:pt>
                <c:pt idx="37">
                  <c:v>2565.5570000000002</c:v>
                </c:pt>
                <c:pt idx="38">
                  <c:v>2634.9480000000003</c:v>
                </c:pt>
                <c:pt idx="39">
                  <c:v>2550.317</c:v>
                </c:pt>
                <c:pt idx="40">
                  <c:v>2658.5050000000001</c:v>
                </c:pt>
                <c:pt idx="41">
                  <c:v>3125.431</c:v>
                </c:pt>
                <c:pt idx="42">
                  <c:v>2955</c:v>
                </c:pt>
                <c:pt idx="43">
                  <c:v>3394.7310000000002</c:v>
                </c:pt>
                <c:pt idx="44">
                  <c:v>4519.79</c:v>
                </c:pt>
                <c:pt idx="45">
                  <c:v>4248.9139999999998</c:v>
                </c:pt>
                <c:pt idx="46">
                  <c:v>4559.433</c:v>
                </c:pt>
                <c:pt idx="47">
                  <c:v>5321.0919999999996</c:v>
                </c:pt>
                <c:pt idx="48">
                  <c:v>4768.3270000000002</c:v>
                </c:pt>
                <c:pt idx="49">
                  <c:v>5100.1030000000001</c:v>
                </c:pt>
                <c:pt idx="50">
                  <c:v>4645.0200000000004</c:v>
                </c:pt>
                <c:pt idx="51">
                  <c:v>5216.869999999999</c:v>
                </c:pt>
                <c:pt idx="52">
                  <c:v>5062.74</c:v>
                </c:pt>
                <c:pt idx="53">
                  <c:v>4975.7519999999995</c:v>
                </c:pt>
                <c:pt idx="54">
                  <c:v>4684.6799999999994</c:v>
                </c:pt>
                <c:pt idx="55">
                  <c:v>4722.9400000000005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84-4DC2-85EC-45ADA0E652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19675071"/>
        <c:axId val="1215405519"/>
      </c:barChart>
      <c:catAx>
        <c:axId val="1219675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215405519"/>
        <c:crosses val="autoZero"/>
        <c:auto val="1"/>
        <c:lblAlgn val="ctr"/>
        <c:lblOffset val="100"/>
        <c:noMultiLvlLbl val="0"/>
      </c:catAx>
      <c:valAx>
        <c:axId val="1215405519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2196750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s-A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ZOOM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'[graficos peronismo.xlsx]Hoja1'!$F$6</c:f>
              <c:strCache>
                <c:ptCount val="1"/>
                <c:pt idx="0">
                  <c:v>Tri+Mai+Lin+Ave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'[graficos peronismo.xlsx]Hoja1'!$A$37:$A$57</c:f>
              <c:numCache>
                <c:formatCode>General</c:formatCode>
                <c:ptCount val="21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</c:numCache>
            </c:numRef>
          </c:cat>
          <c:val>
            <c:numRef>
              <c:f>'[graficos peronismo.xlsx]Hoja1'!$F$37:$F$57</c:f>
              <c:numCache>
                <c:formatCode>#,##0.00\ \ </c:formatCode>
                <c:ptCount val="21"/>
                <c:pt idx="0">
                  <c:v>18313.057999999997</c:v>
                </c:pt>
                <c:pt idx="1">
                  <c:v>18820.900000000001</c:v>
                </c:pt>
                <c:pt idx="2">
                  <c:v>17754.760000000002</c:v>
                </c:pt>
                <c:pt idx="3">
                  <c:v>18366</c:v>
                </c:pt>
                <c:pt idx="4">
                  <c:v>18688.13</c:v>
                </c:pt>
                <c:pt idx="5">
                  <c:v>19348.87</c:v>
                </c:pt>
                <c:pt idx="6">
                  <c:v>17235</c:v>
                </c:pt>
                <c:pt idx="7">
                  <c:v>19002.339</c:v>
                </c:pt>
                <c:pt idx="8">
                  <c:v>18921.669999999998</c:v>
                </c:pt>
                <c:pt idx="9">
                  <c:v>18029.75</c:v>
                </c:pt>
                <c:pt idx="10">
                  <c:v>18886.933000000001</c:v>
                </c:pt>
                <c:pt idx="11">
                  <c:v>17652.599999999999</c:v>
                </c:pt>
                <c:pt idx="12">
                  <c:v>16454</c:v>
                </c:pt>
                <c:pt idx="13">
                  <c:v>15420.882000000001</c:v>
                </c:pt>
                <c:pt idx="14">
                  <c:v>15654.650000000001</c:v>
                </c:pt>
                <c:pt idx="15">
                  <c:v>14216.7</c:v>
                </c:pt>
                <c:pt idx="16">
                  <c:v>13285.348</c:v>
                </c:pt>
                <c:pt idx="17">
                  <c:v>13760.957</c:v>
                </c:pt>
                <c:pt idx="18">
                  <c:v>11664.61</c:v>
                </c:pt>
                <c:pt idx="19">
                  <c:v>11195</c:v>
                </c:pt>
                <c:pt idx="20">
                  <c:v>10155.4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3A-491A-99ED-CCF2D7EDF37F}"/>
            </c:ext>
          </c:extLst>
        </c:ser>
        <c:ser>
          <c:idx val="1"/>
          <c:order val="1"/>
          <c:tx>
            <c:strRef>
              <c:f>'[graficos peronismo.xlsx]Hoja1'!$K$6</c:f>
              <c:strCache>
                <c:ptCount val="1"/>
                <c:pt idx="0">
                  <c:v>Gir+Ceb+Cen+Alg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'[graficos peronismo.xlsx]Hoja1'!$A$37:$A$57</c:f>
              <c:numCache>
                <c:formatCode>General</c:formatCode>
                <c:ptCount val="21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</c:numCache>
            </c:numRef>
          </c:cat>
          <c:val>
            <c:numRef>
              <c:f>'[graficos peronismo.xlsx]Hoja1'!$K$37:$K$57</c:f>
              <c:numCache>
                <c:formatCode>#,##0.00\ \ </c:formatCode>
                <c:ptCount val="21"/>
                <c:pt idx="0">
                  <c:v>1234.1220000000001</c:v>
                </c:pt>
                <c:pt idx="1">
                  <c:v>1239.694</c:v>
                </c:pt>
                <c:pt idx="2">
                  <c:v>1281.1689999999999</c:v>
                </c:pt>
                <c:pt idx="3">
                  <c:v>1448.4</c:v>
                </c:pt>
                <c:pt idx="4">
                  <c:v>1683.99</c:v>
                </c:pt>
                <c:pt idx="5">
                  <c:v>2048.4319999999998</c:v>
                </c:pt>
                <c:pt idx="6">
                  <c:v>1984.93</c:v>
                </c:pt>
                <c:pt idx="7">
                  <c:v>2565.5570000000002</c:v>
                </c:pt>
                <c:pt idx="8">
                  <c:v>2634.9480000000003</c:v>
                </c:pt>
                <c:pt idx="9">
                  <c:v>2550.317</c:v>
                </c:pt>
                <c:pt idx="10">
                  <c:v>2658.5050000000001</c:v>
                </c:pt>
                <c:pt idx="11">
                  <c:v>3125.431</c:v>
                </c:pt>
                <c:pt idx="12">
                  <c:v>2955</c:v>
                </c:pt>
                <c:pt idx="13">
                  <c:v>3394.7310000000002</c:v>
                </c:pt>
                <c:pt idx="14">
                  <c:v>4519.79</c:v>
                </c:pt>
                <c:pt idx="15">
                  <c:v>4248.9139999999998</c:v>
                </c:pt>
                <c:pt idx="16">
                  <c:v>4559.433</c:v>
                </c:pt>
                <c:pt idx="17">
                  <c:v>5321.0919999999996</c:v>
                </c:pt>
                <c:pt idx="18">
                  <c:v>4768.3270000000002</c:v>
                </c:pt>
                <c:pt idx="19">
                  <c:v>5100.1030000000001</c:v>
                </c:pt>
                <c:pt idx="20">
                  <c:v>4645.0200000000004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3A-491A-99ED-CCF2D7EDF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19675071"/>
        <c:axId val="1215405519"/>
      </c:barChart>
      <c:catAx>
        <c:axId val="1219675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215405519"/>
        <c:crosses val="autoZero"/>
        <c:auto val="1"/>
        <c:lblAlgn val="ctr"/>
        <c:lblOffset val="100"/>
        <c:noMultiLvlLbl val="0"/>
      </c:catAx>
      <c:valAx>
        <c:axId val="1215405519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2196750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s-A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Vacunos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'[graficos peronismo.xlsx]Hoja2'!$A$6:$A$30</c:f>
              <c:numCache>
                <c:formatCode>General</c:formatCode>
                <c:ptCount val="25"/>
                <c:pt idx="0">
                  <c:v>1875</c:v>
                </c:pt>
                <c:pt idx="1">
                  <c:v>1881</c:v>
                </c:pt>
                <c:pt idx="2">
                  <c:v>1888</c:v>
                </c:pt>
                <c:pt idx="3">
                  <c:v>1895</c:v>
                </c:pt>
                <c:pt idx="4">
                  <c:v>1908</c:v>
                </c:pt>
                <c:pt idx="5">
                  <c:v>1909</c:v>
                </c:pt>
                <c:pt idx="6">
                  <c:v>1910</c:v>
                </c:pt>
                <c:pt idx="7">
                  <c:v>1911</c:v>
                </c:pt>
                <c:pt idx="8">
                  <c:v>1914</c:v>
                </c:pt>
                <c:pt idx="9">
                  <c:v>1915</c:v>
                </c:pt>
                <c:pt idx="10">
                  <c:v>1917</c:v>
                </c:pt>
                <c:pt idx="11">
                  <c:v>1918</c:v>
                </c:pt>
                <c:pt idx="12">
                  <c:v>1919</c:v>
                </c:pt>
                <c:pt idx="13">
                  <c:v>1921</c:v>
                </c:pt>
                <c:pt idx="14">
                  <c:v>1930</c:v>
                </c:pt>
                <c:pt idx="15">
                  <c:v>1934</c:v>
                </c:pt>
                <c:pt idx="16">
                  <c:v>1937</c:v>
                </c:pt>
                <c:pt idx="17">
                  <c:v>1938</c:v>
                </c:pt>
                <c:pt idx="18">
                  <c:v>1942</c:v>
                </c:pt>
                <c:pt idx="19">
                  <c:v>1945</c:v>
                </c:pt>
                <c:pt idx="20">
                  <c:v>1947</c:v>
                </c:pt>
                <c:pt idx="21">
                  <c:v>1952</c:v>
                </c:pt>
                <c:pt idx="22">
                  <c:v>1953</c:v>
                </c:pt>
                <c:pt idx="23">
                  <c:v>1954</c:v>
                </c:pt>
                <c:pt idx="24">
                  <c:v>1955</c:v>
                </c:pt>
              </c:numCache>
            </c:numRef>
          </c:cat>
          <c:val>
            <c:numRef>
              <c:f>'[graficos peronismo.xlsx]Hoja2'!$B$6:$B$30</c:f>
              <c:numCache>
                <c:formatCode>#,##0\ \ </c:formatCode>
                <c:ptCount val="25"/>
                <c:pt idx="0">
                  <c:v>13338</c:v>
                </c:pt>
                <c:pt idx="1">
                  <c:v>11854</c:v>
                </c:pt>
                <c:pt idx="2">
                  <c:v>21964</c:v>
                </c:pt>
                <c:pt idx="3">
                  <c:v>21702</c:v>
                </c:pt>
                <c:pt idx="4">
                  <c:v>29117</c:v>
                </c:pt>
                <c:pt idx="5">
                  <c:v>27825</c:v>
                </c:pt>
                <c:pt idx="6">
                  <c:v>28818</c:v>
                </c:pt>
                <c:pt idx="7">
                  <c:v>28786</c:v>
                </c:pt>
                <c:pt idx="8">
                  <c:v>25867</c:v>
                </c:pt>
                <c:pt idx="9">
                  <c:v>26388</c:v>
                </c:pt>
                <c:pt idx="10">
                  <c:v>27053</c:v>
                </c:pt>
                <c:pt idx="11">
                  <c:v>27392</c:v>
                </c:pt>
                <c:pt idx="12">
                  <c:v>27721</c:v>
                </c:pt>
                <c:pt idx="13">
                  <c:v>28138</c:v>
                </c:pt>
                <c:pt idx="14">
                  <c:v>32212</c:v>
                </c:pt>
                <c:pt idx="15">
                  <c:v>30868</c:v>
                </c:pt>
                <c:pt idx="16">
                  <c:v>33207</c:v>
                </c:pt>
                <c:pt idx="17">
                  <c:v>34318</c:v>
                </c:pt>
                <c:pt idx="18">
                  <c:v>31460</c:v>
                </c:pt>
                <c:pt idx="19">
                  <c:v>34010</c:v>
                </c:pt>
                <c:pt idx="20">
                  <c:v>41048</c:v>
                </c:pt>
                <c:pt idx="21">
                  <c:v>45750</c:v>
                </c:pt>
                <c:pt idx="22">
                  <c:v>41182.1</c:v>
                </c:pt>
                <c:pt idx="23">
                  <c:v>43596</c:v>
                </c:pt>
                <c:pt idx="24">
                  <c:v>43978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94-49C7-A9D1-0EF93047EB49}"/>
            </c:ext>
          </c:extLst>
        </c:ser>
        <c:ser>
          <c:idx val="1"/>
          <c:order val="1"/>
          <c:tx>
            <c:v>Ovinos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'[graficos peronismo.xlsx]Hoja2'!$A$6:$A$30</c:f>
              <c:numCache>
                <c:formatCode>General</c:formatCode>
                <c:ptCount val="25"/>
                <c:pt idx="0">
                  <c:v>1875</c:v>
                </c:pt>
                <c:pt idx="1">
                  <c:v>1881</c:v>
                </c:pt>
                <c:pt idx="2">
                  <c:v>1888</c:v>
                </c:pt>
                <c:pt idx="3">
                  <c:v>1895</c:v>
                </c:pt>
                <c:pt idx="4">
                  <c:v>1908</c:v>
                </c:pt>
                <c:pt idx="5">
                  <c:v>1909</c:v>
                </c:pt>
                <c:pt idx="6">
                  <c:v>1910</c:v>
                </c:pt>
                <c:pt idx="7">
                  <c:v>1911</c:v>
                </c:pt>
                <c:pt idx="8">
                  <c:v>1914</c:v>
                </c:pt>
                <c:pt idx="9">
                  <c:v>1915</c:v>
                </c:pt>
                <c:pt idx="10">
                  <c:v>1917</c:v>
                </c:pt>
                <c:pt idx="11">
                  <c:v>1918</c:v>
                </c:pt>
                <c:pt idx="12">
                  <c:v>1919</c:v>
                </c:pt>
                <c:pt idx="13">
                  <c:v>1921</c:v>
                </c:pt>
                <c:pt idx="14">
                  <c:v>1930</c:v>
                </c:pt>
                <c:pt idx="15">
                  <c:v>1934</c:v>
                </c:pt>
                <c:pt idx="16">
                  <c:v>1937</c:v>
                </c:pt>
                <c:pt idx="17">
                  <c:v>1938</c:v>
                </c:pt>
                <c:pt idx="18">
                  <c:v>1942</c:v>
                </c:pt>
                <c:pt idx="19">
                  <c:v>1945</c:v>
                </c:pt>
                <c:pt idx="20">
                  <c:v>1947</c:v>
                </c:pt>
                <c:pt idx="21">
                  <c:v>1952</c:v>
                </c:pt>
                <c:pt idx="22">
                  <c:v>1953</c:v>
                </c:pt>
                <c:pt idx="23">
                  <c:v>1954</c:v>
                </c:pt>
                <c:pt idx="24">
                  <c:v>1955</c:v>
                </c:pt>
              </c:numCache>
            </c:numRef>
          </c:cat>
          <c:val>
            <c:numRef>
              <c:f>'[graficos peronismo.xlsx]Hoja2'!$C$6:$C$30</c:f>
              <c:numCache>
                <c:formatCode>#,##0\ \ </c:formatCode>
                <c:ptCount val="25"/>
                <c:pt idx="0">
                  <c:v>57507</c:v>
                </c:pt>
                <c:pt idx="1">
                  <c:v>67416</c:v>
                </c:pt>
                <c:pt idx="2">
                  <c:v>66701</c:v>
                </c:pt>
                <c:pt idx="3">
                  <c:v>74380</c:v>
                </c:pt>
                <c:pt idx="4">
                  <c:v>67212</c:v>
                </c:pt>
                <c:pt idx="8">
                  <c:v>43225</c:v>
                </c:pt>
                <c:pt idx="9">
                  <c:v>43677</c:v>
                </c:pt>
                <c:pt idx="10">
                  <c:v>44855</c:v>
                </c:pt>
                <c:pt idx="11">
                  <c:v>45309</c:v>
                </c:pt>
                <c:pt idx="12">
                  <c:v>45767</c:v>
                </c:pt>
                <c:pt idx="13">
                  <c:v>46134</c:v>
                </c:pt>
                <c:pt idx="14">
                  <c:v>44413</c:v>
                </c:pt>
                <c:pt idx="16">
                  <c:v>43883</c:v>
                </c:pt>
                <c:pt idx="17">
                  <c:v>45917</c:v>
                </c:pt>
                <c:pt idx="18">
                  <c:v>50902</c:v>
                </c:pt>
                <c:pt idx="19">
                  <c:v>56182</c:v>
                </c:pt>
                <c:pt idx="20">
                  <c:v>51172</c:v>
                </c:pt>
                <c:pt idx="21">
                  <c:v>56216</c:v>
                </c:pt>
                <c:pt idx="22">
                  <c:v>48116.13</c:v>
                </c:pt>
                <c:pt idx="23">
                  <c:v>46771.5</c:v>
                </c:pt>
                <c:pt idx="24">
                  <c:v>43784.69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94-49C7-A9D1-0EF93047EB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19686271"/>
        <c:axId val="1215399279"/>
      </c:barChart>
      <c:catAx>
        <c:axId val="1219686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215399279"/>
        <c:crosses val="autoZero"/>
        <c:auto val="1"/>
        <c:lblAlgn val="ctr"/>
        <c:lblOffset val="100"/>
        <c:noMultiLvlLbl val="0"/>
      </c:catAx>
      <c:valAx>
        <c:axId val="1215399279"/>
        <c:scaling>
          <c:orientation val="minMax"/>
        </c:scaling>
        <c:delete val="0"/>
        <c:axPos val="l"/>
        <c:numFmt formatCode="#,##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2196862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Vacunos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'[graficos peronismo.xlsx]Hoja2'!$A$22:$A$27</c:f>
              <c:numCache>
                <c:formatCode>General</c:formatCode>
                <c:ptCount val="6"/>
                <c:pt idx="0">
                  <c:v>1937</c:v>
                </c:pt>
                <c:pt idx="1">
                  <c:v>1938</c:v>
                </c:pt>
                <c:pt idx="2">
                  <c:v>1942</c:v>
                </c:pt>
                <c:pt idx="3">
                  <c:v>1945</c:v>
                </c:pt>
                <c:pt idx="4">
                  <c:v>1947</c:v>
                </c:pt>
                <c:pt idx="5">
                  <c:v>1952</c:v>
                </c:pt>
              </c:numCache>
            </c:numRef>
          </c:cat>
          <c:val>
            <c:numRef>
              <c:f>'[graficos peronismo.xlsx]Hoja2'!$B$22:$B$27</c:f>
              <c:numCache>
                <c:formatCode>#,##0\ \ </c:formatCode>
                <c:ptCount val="6"/>
                <c:pt idx="0">
                  <c:v>33207</c:v>
                </c:pt>
                <c:pt idx="1">
                  <c:v>34318</c:v>
                </c:pt>
                <c:pt idx="2">
                  <c:v>31460</c:v>
                </c:pt>
                <c:pt idx="3">
                  <c:v>34010</c:v>
                </c:pt>
                <c:pt idx="4">
                  <c:v>41048</c:v>
                </c:pt>
                <c:pt idx="5">
                  <c:v>45750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2C-420A-915A-30A28AD3D4D5}"/>
            </c:ext>
          </c:extLst>
        </c:ser>
        <c:ser>
          <c:idx val="1"/>
          <c:order val="1"/>
          <c:tx>
            <c:v>Ovinos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'[graficos peronismo.xlsx]Hoja2'!$A$22:$A$27</c:f>
              <c:numCache>
                <c:formatCode>General</c:formatCode>
                <c:ptCount val="6"/>
                <c:pt idx="0">
                  <c:v>1937</c:v>
                </c:pt>
                <c:pt idx="1">
                  <c:v>1938</c:v>
                </c:pt>
                <c:pt idx="2">
                  <c:v>1942</c:v>
                </c:pt>
                <c:pt idx="3">
                  <c:v>1945</c:v>
                </c:pt>
                <c:pt idx="4">
                  <c:v>1947</c:v>
                </c:pt>
                <c:pt idx="5">
                  <c:v>1952</c:v>
                </c:pt>
              </c:numCache>
            </c:numRef>
          </c:cat>
          <c:val>
            <c:numRef>
              <c:f>'[graficos peronismo.xlsx]Hoja2'!$C$22:$C$27</c:f>
              <c:numCache>
                <c:formatCode>#,##0\ \ </c:formatCode>
                <c:ptCount val="6"/>
                <c:pt idx="0">
                  <c:v>43883</c:v>
                </c:pt>
                <c:pt idx="1">
                  <c:v>45917</c:v>
                </c:pt>
                <c:pt idx="2">
                  <c:v>50902</c:v>
                </c:pt>
                <c:pt idx="3">
                  <c:v>56182</c:v>
                </c:pt>
                <c:pt idx="4">
                  <c:v>51172</c:v>
                </c:pt>
                <c:pt idx="5">
                  <c:v>56216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2C-420A-915A-30A28AD3D4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19686271"/>
        <c:axId val="1215399279"/>
      </c:barChart>
      <c:catAx>
        <c:axId val="1219686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215399279"/>
        <c:crosses val="autoZero"/>
        <c:auto val="1"/>
        <c:lblAlgn val="ctr"/>
        <c:lblOffset val="100"/>
        <c:noMultiLvlLbl val="0"/>
      </c:catAx>
      <c:valAx>
        <c:axId val="1215399279"/>
        <c:scaling>
          <c:orientation val="minMax"/>
        </c:scaling>
        <c:delete val="0"/>
        <c:axPos val="l"/>
        <c:numFmt formatCode="#,##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2196862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s-A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712801647825516E-2"/>
          <c:y val="5.1400554097404488E-2"/>
          <c:w val="0.8503289451023347"/>
          <c:h val="0.82677413785179366"/>
        </c:manualLayout>
      </c:layout>
      <c:areaChart>
        <c:grouping val="standard"/>
        <c:varyColors val="0"/>
        <c:ser>
          <c:idx val="1"/>
          <c:order val="1"/>
          <c:tx>
            <c:v>Rinde promedio trigo-maáz-lino</c:v>
          </c:tx>
          <c:spPr>
            <a:solidFill>
              <a:srgbClr val="002060"/>
            </a:solidFill>
          </c:spPr>
          <c:val>
            <c:numRef>
              <c:f>'otros 3'!$Z$10:$Z$158</c:f>
              <c:numCache>
                <c:formatCode>#,##0.00\ \ </c:formatCode>
                <c:ptCount val="149"/>
                <c:pt idx="0">
                  <c:v>960.50676420939033</c:v>
                </c:pt>
                <c:pt idx="1">
                  <c:v>960.50676420939033</c:v>
                </c:pt>
                <c:pt idx="2">
                  <c:v>960.50676420939033</c:v>
                </c:pt>
                <c:pt idx="3">
                  <c:v>960.50676420939033</c:v>
                </c:pt>
                <c:pt idx="4">
                  <c:v>960.50676420939033</c:v>
                </c:pt>
                <c:pt idx="5">
                  <c:v>1086.0619549712526</c:v>
                </c:pt>
                <c:pt idx="6">
                  <c:v>1086.0619549712526</c:v>
                </c:pt>
                <c:pt idx="7">
                  <c:v>1086.0619549712526</c:v>
                </c:pt>
                <c:pt idx="8">
                  <c:v>1086.0619549712526</c:v>
                </c:pt>
                <c:pt idx="9">
                  <c:v>1086.0619549712526</c:v>
                </c:pt>
                <c:pt idx="10">
                  <c:v>1086.0619549712526</c:v>
                </c:pt>
                <c:pt idx="11">
                  <c:v>1086.0619549712526</c:v>
                </c:pt>
                <c:pt idx="12">
                  <c:v>1086.0619549712526</c:v>
                </c:pt>
                <c:pt idx="13">
                  <c:v>1086.0619549712526</c:v>
                </c:pt>
                <c:pt idx="14">
                  <c:v>1086.0619549712526</c:v>
                </c:pt>
                <c:pt idx="15">
                  <c:v>1086.0619549712526</c:v>
                </c:pt>
                <c:pt idx="16">
                  <c:v>1086.0619549712526</c:v>
                </c:pt>
                <c:pt idx="17">
                  <c:v>1006.6273924639282</c:v>
                </c:pt>
                <c:pt idx="18">
                  <c:v>1006.6273924639282</c:v>
                </c:pt>
                <c:pt idx="19">
                  <c:v>1006.6273924639282</c:v>
                </c:pt>
                <c:pt idx="20">
                  <c:v>1006.6273924639282</c:v>
                </c:pt>
                <c:pt idx="21">
                  <c:v>1006.6273924639282</c:v>
                </c:pt>
                <c:pt idx="22">
                  <c:v>1006.6273924639282</c:v>
                </c:pt>
                <c:pt idx="23">
                  <c:v>1006.6273924639282</c:v>
                </c:pt>
                <c:pt idx="24">
                  <c:v>1006.6273924639282</c:v>
                </c:pt>
                <c:pt idx="25">
                  <c:v>1006.6273924639282</c:v>
                </c:pt>
                <c:pt idx="26">
                  <c:v>1006.6273924639282</c:v>
                </c:pt>
                <c:pt idx="27">
                  <c:v>1006.6273924639282</c:v>
                </c:pt>
                <c:pt idx="28">
                  <c:v>1006.6273924639282</c:v>
                </c:pt>
                <c:pt idx="29">
                  <c:v>1334.2834213995311</c:v>
                </c:pt>
                <c:pt idx="30">
                  <c:v>1334.2834213995311</c:v>
                </c:pt>
                <c:pt idx="31">
                  <c:v>1334.2834213995311</c:v>
                </c:pt>
                <c:pt idx="32">
                  <c:v>1334.2834213995311</c:v>
                </c:pt>
                <c:pt idx="33">
                  <c:v>1334.2834213995311</c:v>
                </c:pt>
                <c:pt idx="34">
                  <c:v>1334.2834213995311</c:v>
                </c:pt>
                <c:pt idx="35">
                  <c:v>1334.2834213995311</c:v>
                </c:pt>
                <c:pt idx="36">
                  <c:v>1334.2834213995311</c:v>
                </c:pt>
                <c:pt idx="37">
                  <c:v>1334.2834213995311</c:v>
                </c:pt>
                <c:pt idx="38">
                  <c:v>1334.2834213995311</c:v>
                </c:pt>
                <c:pt idx="39">
                  <c:v>1334.2834213995311</c:v>
                </c:pt>
                <c:pt idx="40">
                  <c:v>1334.2834213995311</c:v>
                </c:pt>
                <c:pt idx="41">
                  <c:v>1330.4730846779937</c:v>
                </c:pt>
                <c:pt idx="42">
                  <c:v>1330.4730846779937</c:v>
                </c:pt>
                <c:pt idx="43">
                  <c:v>1330.4730846779937</c:v>
                </c:pt>
                <c:pt idx="44">
                  <c:v>1330.4730846779937</c:v>
                </c:pt>
                <c:pt idx="45">
                  <c:v>1330.4730846779937</c:v>
                </c:pt>
                <c:pt idx="46">
                  <c:v>1330.4730846779937</c:v>
                </c:pt>
                <c:pt idx="47">
                  <c:v>1330.4730846779937</c:v>
                </c:pt>
                <c:pt idx="48">
                  <c:v>1330.4730846779937</c:v>
                </c:pt>
                <c:pt idx="49">
                  <c:v>1330.4730846779937</c:v>
                </c:pt>
                <c:pt idx="50">
                  <c:v>1330.4730846779937</c:v>
                </c:pt>
                <c:pt idx="51">
                  <c:v>1330.4730846779937</c:v>
                </c:pt>
                <c:pt idx="52">
                  <c:v>1330.4730846779937</c:v>
                </c:pt>
                <c:pt idx="53">
                  <c:v>1001.9108598229803</c:v>
                </c:pt>
                <c:pt idx="54">
                  <c:v>1001.9108598229803</c:v>
                </c:pt>
                <c:pt idx="55">
                  <c:v>1001.9108598229803</c:v>
                </c:pt>
                <c:pt idx="56">
                  <c:v>1001.9108598229803</c:v>
                </c:pt>
                <c:pt idx="57">
                  <c:v>1001.9108598229803</c:v>
                </c:pt>
                <c:pt idx="58">
                  <c:v>1001.9108598229803</c:v>
                </c:pt>
                <c:pt idx="59">
                  <c:v>1001.9108598229803</c:v>
                </c:pt>
                <c:pt idx="60">
                  <c:v>1001.9108598229803</c:v>
                </c:pt>
                <c:pt idx="61">
                  <c:v>1001.9108598229803</c:v>
                </c:pt>
                <c:pt idx="62">
                  <c:v>1001.9108598229803</c:v>
                </c:pt>
                <c:pt idx="63">
                  <c:v>1001.9108598229803</c:v>
                </c:pt>
                <c:pt idx="64">
                  <c:v>1001.9108598229803</c:v>
                </c:pt>
                <c:pt idx="65">
                  <c:v>1424.7256179524893</c:v>
                </c:pt>
                <c:pt idx="66">
                  <c:v>1424.7256179524893</c:v>
                </c:pt>
                <c:pt idx="67">
                  <c:v>1424.7256179524893</c:v>
                </c:pt>
                <c:pt idx="68">
                  <c:v>1424.7256179524893</c:v>
                </c:pt>
                <c:pt idx="69">
                  <c:v>1424.7256179524893</c:v>
                </c:pt>
                <c:pt idx="70">
                  <c:v>1424.7256179524893</c:v>
                </c:pt>
                <c:pt idx="71">
                  <c:v>1424.7256179524893</c:v>
                </c:pt>
                <c:pt idx="72">
                  <c:v>1424.7256179524893</c:v>
                </c:pt>
                <c:pt idx="73">
                  <c:v>1424.7256179524893</c:v>
                </c:pt>
                <c:pt idx="74">
                  <c:v>1424.7256179524893</c:v>
                </c:pt>
                <c:pt idx="75">
                  <c:v>1424.7256179524893</c:v>
                </c:pt>
                <c:pt idx="76">
                  <c:v>1424.7256179524893</c:v>
                </c:pt>
                <c:pt idx="77">
                  <c:v>1002.5474973028231</c:v>
                </c:pt>
                <c:pt idx="78">
                  <c:v>1002.5474973028231</c:v>
                </c:pt>
                <c:pt idx="79">
                  <c:v>1002.5474973028231</c:v>
                </c:pt>
                <c:pt idx="80">
                  <c:v>1002.5474973028231</c:v>
                </c:pt>
                <c:pt idx="81">
                  <c:v>1002.5474973028231</c:v>
                </c:pt>
                <c:pt idx="82">
                  <c:v>1002.5474973028231</c:v>
                </c:pt>
                <c:pt idx="83">
                  <c:v>1002.5474973028231</c:v>
                </c:pt>
                <c:pt idx="84">
                  <c:v>1002.5474973028231</c:v>
                </c:pt>
                <c:pt idx="85">
                  <c:v>1002.5474973028231</c:v>
                </c:pt>
                <c:pt idx="86">
                  <c:v>1002.5474973028231</c:v>
                </c:pt>
                <c:pt idx="87">
                  <c:v>1002.5474973028231</c:v>
                </c:pt>
                <c:pt idx="88">
                  <c:v>1002.5474973028231</c:v>
                </c:pt>
                <c:pt idx="89">
                  <c:v>1009.9530436002229</c:v>
                </c:pt>
                <c:pt idx="90">
                  <c:v>1009.9530436002229</c:v>
                </c:pt>
                <c:pt idx="91">
                  <c:v>1009.9530436002229</c:v>
                </c:pt>
                <c:pt idx="92">
                  <c:v>1009.9530436002229</c:v>
                </c:pt>
                <c:pt idx="93">
                  <c:v>1009.9530436002229</c:v>
                </c:pt>
                <c:pt idx="94">
                  <c:v>1009.9530436002229</c:v>
                </c:pt>
                <c:pt idx="95">
                  <c:v>1009.9530436002229</c:v>
                </c:pt>
                <c:pt idx="96">
                  <c:v>1009.9530436002229</c:v>
                </c:pt>
                <c:pt idx="97">
                  <c:v>1009.9530436002229</c:v>
                </c:pt>
                <c:pt idx="98">
                  <c:v>1009.9530436002229</c:v>
                </c:pt>
                <c:pt idx="99">
                  <c:v>1009.9530436002229</c:v>
                </c:pt>
                <c:pt idx="100">
                  <c:v>1009.9530436002229</c:v>
                </c:pt>
                <c:pt idx="101">
                  <c:v>1302.16990384941</c:v>
                </c:pt>
                <c:pt idx="102">
                  <c:v>1302.16990384941</c:v>
                </c:pt>
                <c:pt idx="103">
                  <c:v>1302.16990384941</c:v>
                </c:pt>
                <c:pt idx="104">
                  <c:v>1302.16990384941</c:v>
                </c:pt>
                <c:pt idx="105">
                  <c:v>1302.16990384941</c:v>
                </c:pt>
                <c:pt idx="106">
                  <c:v>1302.16990384941</c:v>
                </c:pt>
                <c:pt idx="107">
                  <c:v>1302.16990384941</c:v>
                </c:pt>
                <c:pt idx="108">
                  <c:v>1302.16990384941</c:v>
                </c:pt>
                <c:pt idx="109">
                  <c:v>1302.16990384941</c:v>
                </c:pt>
                <c:pt idx="110">
                  <c:v>1302.16990384941</c:v>
                </c:pt>
                <c:pt idx="111">
                  <c:v>1302.16990384941</c:v>
                </c:pt>
                <c:pt idx="112">
                  <c:v>1302.16990384941</c:v>
                </c:pt>
                <c:pt idx="113">
                  <c:v>1366.4572974529756</c:v>
                </c:pt>
                <c:pt idx="114">
                  <c:v>1366.4572974529756</c:v>
                </c:pt>
                <c:pt idx="115">
                  <c:v>1366.4572974529756</c:v>
                </c:pt>
                <c:pt idx="116">
                  <c:v>1366.4572974529756</c:v>
                </c:pt>
                <c:pt idx="117">
                  <c:v>1366.4572974529756</c:v>
                </c:pt>
                <c:pt idx="118">
                  <c:v>1366.4572974529756</c:v>
                </c:pt>
                <c:pt idx="119">
                  <c:v>1366.4572974529756</c:v>
                </c:pt>
                <c:pt idx="120">
                  <c:v>1366.4572974529756</c:v>
                </c:pt>
                <c:pt idx="121">
                  <c:v>1366.4572974529756</c:v>
                </c:pt>
                <c:pt idx="122">
                  <c:v>1366.4572974529756</c:v>
                </c:pt>
                <c:pt idx="123">
                  <c:v>1366.4572974529756</c:v>
                </c:pt>
                <c:pt idx="124">
                  <c:v>1366.4572974529756</c:v>
                </c:pt>
                <c:pt idx="125">
                  <c:v>1129.9841459063098</c:v>
                </c:pt>
                <c:pt idx="126">
                  <c:v>1129.9841459063098</c:v>
                </c:pt>
                <c:pt idx="127">
                  <c:v>1129.9841459063098</c:v>
                </c:pt>
                <c:pt idx="128">
                  <c:v>1129.9841459063098</c:v>
                </c:pt>
                <c:pt idx="129">
                  <c:v>1129.9841459063098</c:v>
                </c:pt>
                <c:pt idx="130">
                  <c:v>1129.9841459063098</c:v>
                </c:pt>
                <c:pt idx="131">
                  <c:v>1129.9841459063098</c:v>
                </c:pt>
                <c:pt idx="132">
                  <c:v>1129.9841459063098</c:v>
                </c:pt>
                <c:pt idx="133">
                  <c:v>1129.9841459063098</c:v>
                </c:pt>
                <c:pt idx="134">
                  <c:v>1129.9841459063098</c:v>
                </c:pt>
                <c:pt idx="135">
                  <c:v>1129.9841459063098</c:v>
                </c:pt>
                <c:pt idx="136">
                  <c:v>1129.9841459063098</c:v>
                </c:pt>
                <c:pt idx="137">
                  <c:v>908.84532626775092</c:v>
                </c:pt>
                <c:pt idx="138">
                  <c:v>908.84532626775092</c:v>
                </c:pt>
                <c:pt idx="139">
                  <c:v>908.84532626775092</c:v>
                </c:pt>
                <c:pt idx="140">
                  <c:v>908.84532626775092</c:v>
                </c:pt>
                <c:pt idx="141">
                  <c:v>908.84532626775092</c:v>
                </c:pt>
                <c:pt idx="142">
                  <c:v>908.84532626775092</c:v>
                </c:pt>
                <c:pt idx="143">
                  <c:v>908.84532626775092</c:v>
                </c:pt>
                <c:pt idx="144">
                  <c:v>908.84532626775092</c:v>
                </c:pt>
                <c:pt idx="145">
                  <c:v>908.84532626775092</c:v>
                </c:pt>
                <c:pt idx="146">
                  <c:v>908.84532626775092</c:v>
                </c:pt>
                <c:pt idx="147">
                  <c:v>908.84532626775092</c:v>
                </c:pt>
                <c:pt idx="148">
                  <c:v>908.84532626775092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34-4993-95AD-8DE7EAB2E8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6184320"/>
        <c:axId val="79026816"/>
      </c:areaChart>
      <c:barChart>
        <c:barDir val="col"/>
        <c:grouping val="clustered"/>
        <c:varyColors val="0"/>
        <c:ser>
          <c:idx val="0"/>
          <c:order val="0"/>
          <c:tx>
            <c:v>sequía</c:v>
          </c:tx>
          <c:spPr>
            <a:solidFill>
              <a:srgbClr val="FF0000"/>
            </a:solidFill>
          </c:spPr>
          <c:invertIfNegative val="0"/>
          <c:cat>
            <c:numRef>
              <c:f>'otros 3'!$A$13:$A$191</c:f>
              <c:numCache>
                <c:formatCode>mmm\-yy</c:formatCode>
                <c:ptCount val="179"/>
                <c:pt idx="0">
                  <c:v>13912</c:v>
                </c:pt>
                <c:pt idx="1">
                  <c:v>13940</c:v>
                </c:pt>
                <c:pt idx="2">
                  <c:v>13971</c:v>
                </c:pt>
                <c:pt idx="3">
                  <c:v>14001</c:v>
                </c:pt>
                <c:pt idx="4">
                  <c:v>14032</c:v>
                </c:pt>
                <c:pt idx="5">
                  <c:v>14062</c:v>
                </c:pt>
                <c:pt idx="6">
                  <c:v>14093</c:v>
                </c:pt>
                <c:pt idx="7">
                  <c:v>14124</c:v>
                </c:pt>
                <c:pt idx="8">
                  <c:v>14154</c:v>
                </c:pt>
                <c:pt idx="9">
                  <c:v>14185</c:v>
                </c:pt>
                <c:pt idx="10">
                  <c:v>14215</c:v>
                </c:pt>
                <c:pt idx="11">
                  <c:v>14246</c:v>
                </c:pt>
                <c:pt idx="12">
                  <c:v>14277</c:v>
                </c:pt>
                <c:pt idx="13">
                  <c:v>14305</c:v>
                </c:pt>
                <c:pt idx="14">
                  <c:v>14336</c:v>
                </c:pt>
                <c:pt idx="15">
                  <c:v>14366</c:v>
                </c:pt>
                <c:pt idx="16">
                  <c:v>14397</c:v>
                </c:pt>
                <c:pt idx="17">
                  <c:v>14427</c:v>
                </c:pt>
                <c:pt idx="18">
                  <c:v>14458</c:v>
                </c:pt>
                <c:pt idx="19">
                  <c:v>14489</c:v>
                </c:pt>
                <c:pt idx="20">
                  <c:v>14519</c:v>
                </c:pt>
                <c:pt idx="21">
                  <c:v>14550</c:v>
                </c:pt>
                <c:pt idx="22">
                  <c:v>14580</c:v>
                </c:pt>
                <c:pt idx="23">
                  <c:v>14611</c:v>
                </c:pt>
                <c:pt idx="24">
                  <c:v>14642</c:v>
                </c:pt>
                <c:pt idx="25">
                  <c:v>14671</c:v>
                </c:pt>
                <c:pt idx="26">
                  <c:v>14702</c:v>
                </c:pt>
                <c:pt idx="27">
                  <c:v>14732</c:v>
                </c:pt>
                <c:pt idx="28">
                  <c:v>14763</c:v>
                </c:pt>
                <c:pt idx="29">
                  <c:v>14793</c:v>
                </c:pt>
                <c:pt idx="30">
                  <c:v>14824</c:v>
                </c:pt>
                <c:pt idx="31">
                  <c:v>14855</c:v>
                </c:pt>
                <c:pt idx="32">
                  <c:v>14885</c:v>
                </c:pt>
                <c:pt idx="33">
                  <c:v>14916</c:v>
                </c:pt>
                <c:pt idx="34">
                  <c:v>14946</c:v>
                </c:pt>
                <c:pt idx="35">
                  <c:v>14977</c:v>
                </c:pt>
                <c:pt idx="36">
                  <c:v>15008</c:v>
                </c:pt>
                <c:pt idx="37">
                  <c:v>15036</c:v>
                </c:pt>
                <c:pt idx="38">
                  <c:v>15067</c:v>
                </c:pt>
                <c:pt idx="39">
                  <c:v>15097</c:v>
                </c:pt>
                <c:pt idx="40">
                  <c:v>15128</c:v>
                </c:pt>
                <c:pt idx="41">
                  <c:v>15158</c:v>
                </c:pt>
                <c:pt idx="42">
                  <c:v>15189</c:v>
                </c:pt>
                <c:pt idx="43">
                  <c:v>15220</c:v>
                </c:pt>
                <c:pt idx="44">
                  <c:v>15250</c:v>
                </c:pt>
                <c:pt idx="45">
                  <c:v>15281</c:v>
                </c:pt>
                <c:pt idx="46">
                  <c:v>15311</c:v>
                </c:pt>
                <c:pt idx="47">
                  <c:v>15342</c:v>
                </c:pt>
                <c:pt idx="48">
                  <c:v>15373</c:v>
                </c:pt>
                <c:pt idx="49">
                  <c:v>15401</c:v>
                </c:pt>
                <c:pt idx="50">
                  <c:v>15432</c:v>
                </c:pt>
                <c:pt idx="51">
                  <c:v>15462</c:v>
                </c:pt>
                <c:pt idx="52">
                  <c:v>15493</c:v>
                </c:pt>
                <c:pt idx="53">
                  <c:v>15523</c:v>
                </c:pt>
                <c:pt idx="54">
                  <c:v>15554</c:v>
                </c:pt>
                <c:pt idx="55">
                  <c:v>15585</c:v>
                </c:pt>
                <c:pt idx="56">
                  <c:v>15615</c:v>
                </c:pt>
                <c:pt idx="57">
                  <c:v>15646</c:v>
                </c:pt>
                <c:pt idx="58">
                  <c:v>15676</c:v>
                </c:pt>
                <c:pt idx="59">
                  <c:v>15707</c:v>
                </c:pt>
                <c:pt idx="60">
                  <c:v>15738</c:v>
                </c:pt>
                <c:pt idx="61">
                  <c:v>15766</c:v>
                </c:pt>
                <c:pt idx="62">
                  <c:v>15797</c:v>
                </c:pt>
                <c:pt idx="63">
                  <c:v>15827</c:v>
                </c:pt>
                <c:pt idx="64">
                  <c:v>15858</c:v>
                </c:pt>
                <c:pt idx="65">
                  <c:v>15888</c:v>
                </c:pt>
                <c:pt idx="66">
                  <c:v>15919</c:v>
                </c:pt>
                <c:pt idx="67">
                  <c:v>15950</c:v>
                </c:pt>
                <c:pt idx="68">
                  <c:v>15980</c:v>
                </c:pt>
                <c:pt idx="69">
                  <c:v>16011</c:v>
                </c:pt>
                <c:pt idx="70">
                  <c:v>16041</c:v>
                </c:pt>
                <c:pt idx="71">
                  <c:v>16072</c:v>
                </c:pt>
                <c:pt idx="72">
                  <c:v>16103</c:v>
                </c:pt>
                <c:pt idx="73">
                  <c:v>16132</c:v>
                </c:pt>
                <c:pt idx="74">
                  <c:v>16163</c:v>
                </c:pt>
                <c:pt idx="75">
                  <c:v>16193</c:v>
                </c:pt>
                <c:pt idx="76">
                  <c:v>16224</c:v>
                </c:pt>
                <c:pt idx="77">
                  <c:v>16254</c:v>
                </c:pt>
                <c:pt idx="78">
                  <c:v>16285</c:v>
                </c:pt>
                <c:pt idx="79">
                  <c:v>16316</c:v>
                </c:pt>
                <c:pt idx="80">
                  <c:v>16346</c:v>
                </c:pt>
                <c:pt idx="81">
                  <c:v>16377</c:v>
                </c:pt>
                <c:pt idx="82">
                  <c:v>16407</c:v>
                </c:pt>
                <c:pt idx="83">
                  <c:v>16438</c:v>
                </c:pt>
                <c:pt idx="84">
                  <c:v>16469</c:v>
                </c:pt>
                <c:pt idx="85">
                  <c:v>16497</c:v>
                </c:pt>
                <c:pt idx="86">
                  <c:v>16528</c:v>
                </c:pt>
                <c:pt idx="87">
                  <c:v>16558</c:v>
                </c:pt>
                <c:pt idx="88">
                  <c:v>16589</c:v>
                </c:pt>
                <c:pt idx="89">
                  <c:v>16619</c:v>
                </c:pt>
                <c:pt idx="90">
                  <c:v>16650</c:v>
                </c:pt>
                <c:pt idx="91">
                  <c:v>16681</c:v>
                </c:pt>
                <c:pt idx="92">
                  <c:v>16711</c:v>
                </c:pt>
                <c:pt idx="93">
                  <c:v>16742</c:v>
                </c:pt>
                <c:pt idx="94">
                  <c:v>16772</c:v>
                </c:pt>
                <c:pt idx="95">
                  <c:v>16803</c:v>
                </c:pt>
                <c:pt idx="96">
                  <c:v>16834</c:v>
                </c:pt>
                <c:pt idx="97">
                  <c:v>16862</c:v>
                </c:pt>
                <c:pt idx="98">
                  <c:v>16893</c:v>
                </c:pt>
                <c:pt idx="99">
                  <c:v>16923</c:v>
                </c:pt>
                <c:pt idx="100">
                  <c:v>16954</c:v>
                </c:pt>
                <c:pt idx="101">
                  <c:v>16984</c:v>
                </c:pt>
                <c:pt idx="102">
                  <c:v>17015</c:v>
                </c:pt>
                <c:pt idx="103">
                  <c:v>17046</c:v>
                </c:pt>
                <c:pt idx="104">
                  <c:v>17076</c:v>
                </c:pt>
                <c:pt idx="105">
                  <c:v>17107</c:v>
                </c:pt>
                <c:pt idx="106">
                  <c:v>17137</c:v>
                </c:pt>
                <c:pt idx="107">
                  <c:v>17168</c:v>
                </c:pt>
                <c:pt idx="108">
                  <c:v>17199</c:v>
                </c:pt>
                <c:pt idx="109">
                  <c:v>17227</c:v>
                </c:pt>
                <c:pt idx="110">
                  <c:v>17258</c:v>
                </c:pt>
                <c:pt idx="111">
                  <c:v>17288</c:v>
                </c:pt>
                <c:pt idx="112">
                  <c:v>17319</c:v>
                </c:pt>
                <c:pt idx="113">
                  <c:v>17349</c:v>
                </c:pt>
                <c:pt idx="114">
                  <c:v>17380</c:v>
                </c:pt>
                <c:pt idx="115">
                  <c:v>17411</c:v>
                </c:pt>
                <c:pt idx="116">
                  <c:v>17441</c:v>
                </c:pt>
                <c:pt idx="117">
                  <c:v>17472</c:v>
                </c:pt>
                <c:pt idx="118">
                  <c:v>17502</c:v>
                </c:pt>
                <c:pt idx="119">
                  <c:v>17533</c:v>
                </c:pt>
                <c:pt idx="120">
                  <c:v>17564</c:v>
                </c:pt>
                <c:pt idx="121">
                  <c:v>17593</c:v>
                </c:pt>
                <c:pt idx="122">
                  <c:v>17624</c:v>
                </c:pt>
                <c:pt idx="123">
                  <c:v>17654</c:v>
                </c:pt>
                <c:pt idx="124">
                  <c:v>17685</c:v>
                </c:pt>
                <c:pt idx="125">
                  <c:v>17715</c:v>
                </c:pt>
                <c:pt idx="126">
                  <c:v>17746</c:v>
                </c:pt>
                <c:pt idx="127">
                  <c:v>17777</c:v>
                </c:pt>
                <c:pt idx="128">
                  <c:v>17807</c:v>
                </c:pt>
                <c:pt idx="129">
                  <c:v>17838</c:v>
                </c:pt>
                <c:pt idx="130">
                  <c:v>17868</c:v>
                </c:pt>
                <c:pt idx="131">
                  <c:v>17899</c:v>
                </c:pt>
                <c:pt idx="132">
                  <c:v>17930</c:v>
                </c:pt>
                <c:pt idx="133">
                  <c:v>17958</c:v>
                </c:pt>
                <c:pt idx="134">
                  <c:v>17989</c:v>
                </c:pt>
                <c:pt idx="135">
                  <c:v>18019</c:v>
                </c:pt>
                <c:pt idx="136">
                  <c:v>18050</c:v>
                </c:pt>
                <c:pt idx="137">
                  <c:v>18080</c:v>
                </c:pt>
                <c:pt idx="138">
                  <c:v>18111</c:v>
                </c:pt>
                <c:pt idx="139">
                  <c:v>18142</c:v>
                </c:pt>
                <c:pt idx="140">
                  <c:v>18172</c:v>
                </c:pt>
                <c:pt idx="141">
                  <c:v>18203</c:v>
                </c:pt>
                <c:pt idx="142">
                  <c:v>18233</c:v>
                </c:pt>
                <c:pt idx="143">
                  <c:v>18264</c:v>
                </c:pt>
                <c:pt idx="144">
                  <c:v>18295</c:v>
                </c:pt>
                <c:pt idx="145">
                  <c:v>18323</c:v>
                </c:pt>
                <c:pt idx="146">
                  <c:v>18354</c:v>
                </c:pt>
                <c:pt idx="147">
                  <c:v>18384</c:v>
                </c:pt>
                <c:pt idx="148">
                  <c:v>18415</c:v>
                </c:pt>
                <c:pt idx="149">
                  <c:v>18445</c:v>
                </c:pt>
                <c:pt idx="150">
                  <c:v>18476</c:v>
                </c:pt>
                <c:pt idx="151">
                  <c:v>18507</c:v>
                </c:pt>
                <c:pt idx="152">
                  <c:v>18537</c:v>
                </c:pt>
                <c:pt idx="153">
                  <c:v>18568</c:v>
                </c:pt>
                <c:pt idx="154">
                  <c:v>18598</c:v>
                </c:pt>
                <c:pt idx="155">
                  <c:v>18629</c:v>
                </c:pt>
                <c:pt idx="156">
                  <c:v>18660</c:v>
                </c:pt>
                <c:pt idx="157">
                  <c:v>18688</c:v>
                </c:pt>
                <c:pt idx="158">
                  <c:v>18719</c:v>
                </c:pt>
                <c:pt idx="159">
                  <c:v>18749</c:v>
                </c:pt>
                <c:pt idx="160">
                  <c:v>18780</c:v>
                </c:pt>
                <c:pt idx="161">
                  <c:v>18810</c:v>
                </c:pt>
                <c:pt idx="162">
                  <c:v>18841</c:v>
                </c:pt>
                <c:pt idx="163">
                  <c:v>18872</c:v>
                </c:pt>
                <c:pt idx="164">
                  <c:v>18902</c:v>
                </c:pt>
                <c:pt idx="165">
                  <c:v>18933</c:v>
                </c:pt>
                <c:pt idx="166">
                  <c:v>18963</c:v>
                </c:pt>
                <c:pt idx="167">
                  <c:v>18994</c:v>
                </c:pt>
                <c:pt idx="168">
                  <c:v>19025</c:v>
                </c:pt>
                <c:pt idx="169">
                  <c:v>19054</c:v>
                </c:pt>
                <c:pt idx="170">
                  <c:v>19085</c:v>
                </c:pt>
                <c:pt idx="171">
                  <c:v>19115</c:v>
                </c:pt>
                <c:pt idx="172">
                  <c:v>19146</c:v>
                </c:pt>
                <c:pt idx="173">
                  <c:v>19176</c:v>
                </c:pt>
                <c:pt idx="174">
                  <c:v>19207</c:v>
                </c:pt>
                <c:pt idx="175">
                  <c:v>19238</c:v>
                </c:pt>
                <c:pt idx="176">
                  <c:v>19268</c:v>
                </c:pt>
                <c:pt idx="177">
                  <c:v>19299</c:v>
                </c:pt>
                <c:pt idx="178">
                  <c:v>19329</c:v>
                </c:pt>
              </c:numCache>
            </c:numRef>
          </c:cat>
          <c:val>
            <c:numRef>
              <c:f>'otros 3'!$H$13:$H$161</c:f>
              <c:numCache>
                <c:formatCode>General</c:formatCode>
                <c:ptCount val="149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2</c:v>
                </c:pt>
                <c:pt idx="139">
                  <c:v>2</c:v>
                </c:pt>
                <c:pt idx="140">
                  <c:v>2</c:v>
                </c:pt>
                <c:pt idx="141">
                  <c:v>2</c:v>
                </c:pt>
                <c:pt idx="142">
                  <c:v>2</c:v>
                </c:pt>
                <c:pt idx="143">
                  <c:v>2</c:v>
                </c:pt>
                <c:pt idx="144">
                  <c:v>2</c:v>
                </c:pt>
                <c:pt idx="145">
                  <c:v>2</c:v>
                </c:pt>
                <c:pt idx="146">
                  <c:v>2</c:v>
                </c:pt>
                <c:pt idx="147">
                  <c:v>2</c:v>
                </c:pt>
                <c:pt idx="14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34-4993-95AD-8DE7EAB2E8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9019392"/>
        <c:axId val="79025280"/>
      </c:barChart>
      <c:lineChart>
        <c:grouping val="standard"/>
        <c:varyColors val="0"/>
        <c:ser>
          <c:idx val="2"/>
          <c:order val="2"/>
          <c:tx>
            <c:strRef>
              <c:f>'otros 3'!$B$12</c:f>
              <c:strCache>
                <c:ptCount val="1"/>
                <c:pt idx="0">
                  <c:v>trigo siembra</c:v>
                </c:pt>
              </c:strCache>
            </c:strRef>
          </c:tx>
          <c:spPr>
            <a:ln w="76200"/>
          </c:spPr>
          <c:marker>
            <c:symbol val="none"/>
          </c:marker>
          <c:val>
            <c:numRef>
              <c:f>'otros 3'!$B$13:$B$161</c:f>
              <c:numCache>
                <c:formatCode>General</c:formatCode>
                <c:ptCount val="149"/>
                <c:pt idx="1">
                  <c:v>0.1</c:v>
                </c:pt>
                <c:pt idx="2">
                  <c:v>0.1</c:v>
                </c:pt>
                <c:pt idx="3">
                  <c:v>0.1</c:v>
                </c:pt>
                <c:pt idx="4">
                  <c:v>0.1</c:v>
                </c:pt>
                <c:pt idx="5">
                  <c:v>0.1</c:v>
                </c:pt>
                <c:pt idx="6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0.1</c:v>
                </c:pt>
                <c:pt idx="18">
                  <c:v>0.1</c:v>
                </c:pt>
                <c:pt idx="25">
                  <c:v>0.1</c:v>
                </c:pt>
                <c:pt idx="26">
                  <c:v>0.1</c:v>
                </c:pt>
                <c:pt idx="27">
                  <c:v>0.1</c:v>
                </c:pt>
                <c:pt idx="28">
                  <c:v>0.1</c:v>
                </c:pt>
                <c:pt idx="29">
                  <c:v>0.1</c:v>
                </c:pt>
                <c:pt idx="30">
                  <c:v>0.1</c:v>
                </c:pt>
                <c:pt idx="37">
                  <c:v>0.1</c:v>
                </c:pt>
                <c:pt idx="38">
                  <c:v>0.1</c:v>
                </c:pt>
                <c:pt idx="39">
                  <c:v>0.1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9">
                  <c:v>0.1</c:v>
                </c:pt>
                <c:pt idx="50">
                  <c:v>0.1</c:v>
                </c:pt>
                <c:pt idx="51">
                  <c:v>0.1</c:v>
                </c:pt>
                <c:pt idx="52">
                  <c:v>0.1</c:v>
                </c:pt>
                <c:pt idx="53">
                  <c:v>0.1</c:v>
                </c:pt>
                <c:pt idx="54">
                  <c:v>0.1</c:v>
                </c:pt>
                <c:pt idx="61">
                  <c:v>0.1</c:v>
                </c:pt>
                <c:pt idx="62">
                  <c:v>0.1</c:v>
                </c:pt>
                <c:pt idx="63">
                  <c:v>0.1</c:v>
                </c:pt>
                <c:pt idx="64">
                  <c:v>0.1</c:v>
                </c:pt>
                <c:pt idx="65">
                  <c:v>0.1</c:v>
                </c:pt>
                <c:pt idx="66">
                  <c:v>0.1</c:v>
                </c:pt>
                <c:pt idx="73">
                  <c:v>0.1</c:v>
                </c:pt>
                <c:pt idx="74">
                  <c:v>0.1</c:v>
                </c:pt>
                <c:pt idx="75">
                  <c:v>0.1</c:v>
                </c:pt>
                <c:pt idx="76">
                  <c:v>0.1</c:v>
                </c:pt>
                <c:pt idx="77">
                  <c:v>0.1</c:v>
                </c:pt>
                <c:pt idx="78">
                  <c:v>0.1</c:v>
                </c:pt>
                <c:pt idx="85">
                  <c:v>0.1</c:v>
                </c:pt>
                <c:pt idx="86">
                  <c:v>0.1</c:v>
                </c:pt>
                <c:pt idx="87">
                  <c:v>0.1</c:v>
                </c:pt>
                <c:pt idx="88">
                  <c:v>0.1</c:v>
                </c:pt>
                <c:pt idx="89">
                  <c:v>0.1</c:v>
                </c:pt>
                <c:pt idx="90">
                  <c:v>0.1</c:v>
                </c:pt>
                <c:pt idx="97">
                  <c:v>0.1</c:v>
                </c:pt>
                <c:pt idx="98">
                  <c:v>0.1</c:v>
                </c:pt>
                <c:pt idx="99">
                  <c:v>0.1</c:v>
                </c:pt>
                <c:pt idx="100">
                  <c:v>0.1</c:v>
                </c:pt>
                <c:pt idx="101">
                  <c:v>0.1</c:v>
                </c:pt>
                <c:pt idx="102">
                  <c:v>0.1</c:v>
                </c:pt>
                <c:pt idx="109">
                  <c:v>0.1</c:v>
                </c:pt>
                <c:pt idx="110">
                  <c:v>0.1</c:v>
                </c:pt>
                <c:pt idx="111">
                  <c:v>0.1</c:v>
                </c:pt>
                <c:pt idx="112">
                  <c:v>0.1</c:v>
                </c:pt>
                <c:pt idx="113">
                  <c:v>0.1</c:v>
                </c:pt>
                <c:pt idx="114">
                  <c:v>0.1</c:v>
                </c:pt>
                <c:pt idx="121">
                  <c:v>0.1</c:v>
                </c:pt>
                <c:pt idx="122">
                  <c:v>0.1</c:v>
                </c:pt>
                <c:pt idx="123">
                  <c:v>0.1</c:v>
                </c:pt>
                <c:pt idx="124">
                  <c:v>0.1</c:v>
                </c:pt>
                <c:pt idx="125">
                  <c:v>0.1</c:v>
                </c:pt>
                <c:pt idx="126">
                  <c:v>0.1</c:v>
                </c:pt>
                <c:pt idx="133">
                  <c:v>0.1</c:v>
                </c:pt>
                <c:pt idx="134">
                  <c:v>0.1</c:v>
                </c:pt>
                <c:pt idx="135">
                  <c:v>0.1</c:v>
                </c:pt>
                <c:pt idx="136">
                  <c:v>0.1</c:v>
                </c:pt>
                <c:pt idx="137">
                  <c:v>0.1</c:v>
                </c:pt>
                <c:pt idx="138">
                  <c:v>0.1</c:v>
                </c:pt>
                <c:pt idx="145">
                  <c:v>0.1</c:v>
                </c:pt>
                <c:pt idx="146">
                  <c:v>0.1</c:v>
                </c:pt>
                <c:pt idx="147">
                  <c:v>0.1</c:v>
                </c:pt>
                <c:pt idx="148">
                  <c:v>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034-4993-95AD-8DE7EAB2E8E3}"/>
            </c:ext>
          </c:extLst>
        </c:ser>
        <c:ser>
          <c:idx val="3"/>
          <c:order val="3"/>
          <c:tx>
            <c:strRef>
              <c:f>'otros 3'!$C$12</c:f>
              <c:strCache>
                <c:ptCount val="1"/>
                <c:pt idx="0">
                  <c:v>trigo cosecha</c:v>
                </c:pt>
              </c:strCache>
            </c:strRef>
          </c:tx>
          <c:spPr>
            <a:ln w="76200"/>
          </c:spPr>
          <c:marker>
            <c:symbol val="none"/>
          </c:marker>
          <c:val>
            <c:numRef>
              <c:f>'otros 3'!$C$13:$C$161</c:f>
              <c:numCache>
                <c:formatCode>General</c:formatCode>
                <c:ptCount val="149"/>
                <c:pt idx="7">
                  <c:v>0.1</c:v>
                </c:pt>
                <c:pt idx="8">
                  <c:v>0.1</c:v>
                </c:pt>
                <c:pt idx="9">
                  <c:v>0.1</c:v>
                </c:pt>
                <c:pt idx="10">
                  <c:v>0.1</c:v>
                </c:pt>
                <c:pt idx="11">
                  <c:v>0.1</c:v>
                </c:pt>
                <c:pt idx="19">
                  <c:v>0.1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31">
                  <c:v>0.1</c:v>
                </c:pt>
                <c:pt idx="32">
                  <c:v>0.1</c:v>
                </c:pt>
                <c:pt idx="33">
                  <c:v>0.1</c:v>
                </c:pt>
                <c:pt idx="34">
                  <c:v>0.1</c:v>
                </c:pt>
                <c:pt idx="35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55">
                  <c:v>0.1</c:v>
                </c:pt>
                <c:pt idx="56">
                  <c:v>0.1</c:v>
                </c:pt>
                <c:pt idx="57">
                  <c:v>0.1</c:v>
                </c:pt>
                <c:pt idx="58">
                  <c:v>0.1</c:v>
                </c:pt>
                <c:pt idx="59">
                  <c:v>0.1</c:v>
                </c:pt>
                <c:pt idx="67">
                  <c:v>0.1</c:v>
                </c:pt>
                <c:pt idx="68">
                  <c:v>0.1</c:v>
                </c:pt>
                <c:pt idx="69">
                  <c:v>0.1</c:v>
                </c:pt>
                <c:pt idx="70">
                  <c:v>0.1</c:v>
                </c:pt>
                <c:pt idx="71">
                  <c:v>0.1</c:v>
                </c:pt>
                <c:pt idx="79">
                  <c:v>0.1</c:v>
                </c:pt>
                <c:pt idx="80">
                  <c:v>0.1</c:v>
                </c:pt>
                <c:pt idx="81">
                  <c:v>0.1</c:v>
                </c:pt>
                <c:pt idx="82">
                  <c:v>0.1</c:v>
                </c:pt>
                <c:pt idx="83">
                  <c:v>0.1</c:v>
                </c:pt>
                <c:pt idx="91">
                  <c:v>0.1</c:v>
                </c:pt>
                <c:pt idx="92">
                  <c:v>0.1</c:v>
                </c:pt>
                <c:pt idx="93">
                  <c:v>0.1</c:v>
                </c:pt>
                <c:pt idx="94">
                  <c:v>0.1</c:v>
                </c:pt>
                <c:pt idx="95">
                  <c:v>0.1</c:v>
                </c:pt>
                <c:pt idx="103">
                  <c:v>0.1</c:v>
                </c:pt>
                <c:pt idx="104">
                  <c:v>0.1</c:v>
                </c:pt>
                <c:pt idx="105">
                  <c:v>0.1</c:v>
                </c:pt>
                <c:pt idx="106">
                  <c:v>0.1</c:v>
                </c:pt>
                <c:pt idx="107">
                  <c:v>0.1</c:v>
                </c:pt>
                <c:pt idx="115">
                  <c:v>0.1</c:v>
                </c:pt>
                <c:pt idx="116">
                  <c:v>0.1</c:v>
                </c:pt>
                <c:pt idx="117">
                  <c:v>0.1</c:v>
                </c:pt>
                <c:pt idx="118">
                  <c:v>0.1</c:v>
                </c:pt>
                <c:pt idx="119">
                  <c:v>0.1</c:v>
                </c:pt>
                <c:pt idx="127">
                  <c:v>0.1</c:v>
                </c:pt>
                <c:pt idx="128">
                  <c:v>0.1</c:v>
                </c:pt>
                <c:pt idx="129">
                  <c:v>0.1</c:v>
                </c:pt>
                <c:pt idx="130">
                  <c:v>0.1</c:v>
                </c:pt>
                <c:pt idx="131">
                  <c:v>0.1</c:v>
                </c:pt>
                <c:pt idx="139">
                  <c:v>0.1</c:v>
                </c:pt>
                <c:pt idx="140">
                  <c:v>0.1</c:v>
                </c:pt>
                <c:pt idx="141">
                  <c:v>0.1</c:v>
                </c:pt>
                <c:pt idx="142">
                  <c:v>0.1</c:v>
                </c:pt>
                <c:pt idx="143">
                  <c:v>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034-4993-95AD-8DE7EAB2E8E3}"/>
            </c:ext>
          </c:extLst>
        </c:ser>
        <c:ser>
          <c:idx val="4"/>
          <c:order val="4"/>
          <c:tx>
            <c:strRef>
              <c:f>'otros 3'!$D$12</c:f>
              <c:strCache>
                <c:ptCount val="1"/>
                <c:pt idx="0">
                  <c:v>maiz siembra</c:v>
                </c:pt>
              </c:strCache>
            </c:strRef>
          </c:tx>
          <c:spPr>
            <a:ln w="76200"/>
          </c:spPr>
          <c:marker>
            <c:symbol val="none"/>
          </c:marker>
          <c:val>
            <c:numRef>
              <c:f>'otros 3'!$D$13:$D$161</c:f>
              <c:numCache>
                <c:formatCode>General</c:formatCode>
                <c:ptCount val="149"/>
                <c:pt idx="7">
                  <c:v>0.2</c:v>
                </c:pt>
                <c:pt idx="8">
                  <c:v>0.2</c:v>
                </c:pt>
                <c:pt idx="19">
                  <c:v>0.2</c:v>
                </c:pt>
                <c:pt idx="20">
                  <c:v>0.2</c:v>
                </c:pt>
                <c:pt idx="31">
                  <c:v>0.2</c:v>
                </c:pt>
                <c:pt idx="32">
                  <c:v>0.2</c:v>
                </c:pt>
                <c:pt idx="43">
                  <c:v>0.2</c:v>
                </c:pt>
                <c:pt idx="44">
                  <c:v>0.2</c:v>
                </c:pt>
                <c:pt idx="55">
                  <c:v>0.2</c:v>
                </c:pt>
                <c:pt idx="56">
                  <c:v>0.2</c:v>
                </c:pt>
                <c:pt idx="67">
                  <c:v>0.2</c:v>
                </c:pt>
                <c:pt idx="68">
                  <c:v>0.2</c:v>
                </c:pt>
                <c:pt idx="79">
                  <c:v>0.2</c:v>
                </c:pt>
                <c:pt idx="80">
                  <c:v>0.2</c:v>
                </c:pt>
                <c:pt idx="91">
                  <c:v>0.2</c:v>
                </c:pt>
                <c:pt idx="92">
                  <c:v>0.2</c:v>
                </c:pt>
                <c:pt idx="103">
                  <c:v>0.2</c:v>
                </c:pt>
                <c:pt idx="104">
                  <c:v>0.2</c:v>
                </c:pt>
                <c:pt idx="115">
                  <c:v>0.2</c:v>
                </c:pt>
                <c:pt idx="116">
                  <c:v>0.2</c:v>
                </c:pt>
                <c:pt idx="127">
                  <c:v>0.2</c:v>
                </c:pt>
                <c:pt idx="128">
                  <c:v>0.2</c:v>
                </c:pt>
                <c:pt idx="139">
                  <c:v>0.2</c:v>
                </c:pt>
                <c:pt idx="140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034-4993-95AD-8DE7EAB2E8E3}"/>
            </c:ext>
          </c:extLst>
        </c:ser>
        <c:ser>
          <c:idx val="5"/>
          <c:order val="5"/>
          <c:tx>
            <c:strRef>
              <c:f>'otros 3'!$E$12</c:f>
              <c:strCache>
                <c:ptCount val="1"/>
                <c:pt idx="0">
                  <c:v>maiz cosecha</c:v>
                </c:pt>
              </c:strCache>
            </c:strRef>
          </c:tx>
          <c:spPr>
            <a:ln w="76200"/>
          </c:spPr>
          <c:marker>
            <c:symbol val="none"/>
          </c:marker>
          <c:val>
            <c:numRef>
              <c:f>'otros 3'!$E$13:$E$161</c:f>
              <c:numCache>
                <c:formatCode>General</c:formatCode>
                <c:ptCount val="149"/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25">
                  <c:v>0.2</c:v>
                </c:pt>
                <c:pt idx="26">
                  <c:v>0.2</c:v>
                </c:pt>
                <c:pt idx="27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61">
                  <c:v>0.2</c:v>
                </c:pt>
                <c:pt idx="62">
                  <c:v>0.2</c:v>
                </c:pt>
                <c:pt idx="63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97">
                  <c:v>0.2</c:v>
                </c:pt>
                <c:pt idx="98">
                  <c:v>0.2</c:v>
                </c:pt>
                <c:pt idx="99">
                  <c:v>0.2</c:v>
                </c:pt>
                <c:pt idx="109">
                  <c:v>0.2</c:v>
                </c:pt>
                <c:pt idx="110">
                  <c:v>0.2</c:v>
                </c:pt>
                <c:pt idx="111">
                  <c:v>0.2</c:v>
                </c:pt>
                <c:pt idx="121">
                  <c:v>0.2</c:v>
                </c:pt>
                <c:pt idx="122">
                  <c:v>0.2</c:v>
                </c:pt>
                <c:pt idx="123">
                  <c:v>0.2</c:v>
                </c:pt>
                <c:pt idx="133">
                  <c:v>0.2</c:v>
                </c:pt>
                <c:pt idx="134">
                  <c:v>0.2</c:v>
                </c:pt>
                <c:pt idx="135">
                  <c:v>0.2</c:v>
                </c:pt>
                <c:pt idx="145">
                  <c:v>0.2</c:v>
                </c:pt>
                <c:pt idx="146">
                  <c:v>0.2</c:v>
                </c:pt>
                <c:pt idx="147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E034-4993-95AD-8DE7EAB2E8E3}"/>
            </c:ext>
          </c:extLst>
        </c:ser>
        <c:ser>
          <c:idx val="6"/>
          <c:order val="6"/>
          <c:tx>
            <c:strRef>
              <c:f>'otros 3'!$F$12</c:f>
              <c:strCache>
                <c:ptCount val="1"/>
                <c:pt idx="0">
                  <c:v>lino siembra</c:v>
                </c:pt>
              </c:strCache>
            </c:strRef>
          </c:tx>
          <c:spPr>
            <a:ln w="76200"/>
          </c:spPr>
          <c:marker>
            <c:symbol val="none"/>
          </c:marker>
          <c:val>
            <c:numRef>
              <c:f>'otros 3'!$F$13:$F$161</c:f>
              <c:numCache>
                <c:formatCode>General</c:formatCode>
                <c:ptCount val="149"/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</c:v>
                </c:pt>
                <c:pt idx="28">
                  <c:v>0.3</c:v>
                </c:pt>
                <c:pt idx="29">
                  <c:v>0.3</c:v>
                </c:pt>
                <c:pt idx="30">
                  <c:v>0.3</c:v>
                </c:pt>
                <c:pt idx="40">
                  <c:v>0.3</c:v>
                </c:pt>
                <c:pt idx="41">
                  <c:v>0.3</c:v>
                </c:pt>
                <c:pt idx="42">
                  <c:v>0.3</c:v>
                </c:pt>
                <c:pt idx="52">
                  <c:v>0.3</c:v>
                </c:pt>
                <c:pt idx="53">
                  <c:v>0.3</c:v>
                </c:pt>
                <c:pt idx="54">
                  <c:v>0.3</c:v>
                </c:pt>
                <c:pt idx="64">
                  <c:v>0.3</c:v>
                </c:pt>
                <c:pt idx="65">
                  <c:v>0.3</c:v>
                </c:pt>
                <c:pt idx="66">
                  <c:v>0.3</c:v>
                </c:pt>
                <c:pt idx="76">
                  <c:v>0.3</c:v>
                </c:pt>
                <c:pt idx="77">
                  <c:v>0.3</c:v>
                </c:pt>
                <c:pt idx="78">
                  <c:v>0.3</c:v>
                </c:pt>
                <c:pt idx="88">
                  <c:v>0.3</c:v>
                </c:pt>
                <c:pt idx="89">
                  <c:v>0.3</c:v>
                </c:pt>
                <c:pt idx="90">
                  <c:v>0.3</c:v>
                </c:pt>
                <c:pt idx="100">
                  <c:v>0.3</c:v>
                </c:pt>
                <c:pt idx="101">
                  <c:v>0.3</c:v>
                </c:pt>
                <c:pt idx="102">
                  <c:v>0.3</c:v>
                </c:pt>
                <c:pt idx="112">
                  <c:v>0.3</c:v>
                </c:pt>
                <c:pt idx="113">
                  <c:v>0.3</c:v>
                </c:pt>
                <c:pt idx="114">
                  <c:v>0.3</c:v>
                </c:pt>
                <c:pt idx="124">
                  <c:v>0.3</c:v>
                </c:pt>
                <c:pt idx="125">
                  <c:v>0.3</c:v>
                </c:pt>
                <c:pt idx="126">
                  <c:v>0.3</c:v>
                </c:pt>
                <c:pt idx="136">
                  <c:v>0.3</c:v>
                </c:pt>
                <c:pt idx="137">
                  <c:v>0.3</c:v>
                </c:pt>
                <c:pt idx="138">
                  <c:v>0.3</c:v>
                </c:pt>
                <c:pt idx="148">
                  <c:v>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034-4993-95AD-8DE7EAB2E8E3}"/>
            </c:ext>
          </c:extLst>
        </c:ser>
        <c:ser>
          <c:idx val="7"/>
          <c:order val="7"/>
          <c:tx>
            <c:strRef>
              <c:f>'otros 3'!$G$12</c:f>
              <c:strCache>
                <c:ptCount val="1"/>
                <c:pt idx="0">
                  <c:v>lino cosecha</c:v>
                </c:pt>
              </c:strCache>
            </c:strRef>
          </c:tx>
          <c:spPr>
            <a:ln w="76200"/>
          </c:spPr>
          <c:marker>
            <c:symbol val="none"/>
          </c:marker>
          <c:val>
            <c:numRef>
              <c:f>'otros 3'!$G$13:$G$161</c:f>
              <c:numCache>
                <c:formatCode>General</c:formatCode>
                <c:ptCount val="149"/>
                <c:pt idx="9">
                  <c:v>0.3</c:v>
                </c:pt>
                <c:pt idx="10">
                  <c:v>0.3</c:v>
                </c:pt>
                <c:pt idx="21">
                  <c:v>0.3</c:v>
                </c:pt>
                <c:pt idx="22">
                  <c:v>0.3</c:v>
                </c:pt>
                <c:pt idx="33">
                  <c:v>0.3</c:v>
                </c:pt>
                <c:pt idx="34">
                  <c:v>0.3</c:v>
                </c:pt>
                <c:pt idx="45">
                  <c:v>0.3</c:v>
                </c:pt>
                <c:pt idx="46">
                  <c:v>0.3</c:v>
                </c:pt>
                <c:pt idx="57">
                  <c:v>0.3</c:v>
                </c:pt>
                <c:pt idx="58">
                  <c:v>0.3</c:v>
                </c:pt>
                <c:pt idx="69">
                  <c:v>0.3</c:v>
                </c:pt>
                <c:pt idx="70">
                  <c:v>0.3</c:v>
                </c:pt>
                <c:pt idx="81">
                  <c:v>0.3</c:v>
                </c:pt>
                <c:pt idx="82">
                  <c:v>0.3</c:v>
                </c:pt>
                <c:pt idx="93">
                  <c:v>0.3</c:v>
                </c:pt>
                <c:pt idx="94">
                  <c:v>0.3</c:v>
                </c:pt>
                <c:pt idx="105">
                  <c:v>0.3</c:v>
                </c:pt>
                <c:pt idx="106">
                  <c:v>0.3</c:v>
                </c:pt>
                <c:pt idx="117">
                  <c:v>0.3</c:v>
                </c:pt>
                <c:pt idx="118">
                  <c:v>0.3</c:v>
                </c:pt>
                <c:pt idx="129">
                  <c:v>0.3</c:v>
                </c:pt>
                <c:pt idx="130">
                  <c:v>0.3</c:v>
                </c:pt>
                <c:pt idx="141">
                  <c:v>0.3</c:v>
                </c:pt>
                <c:pt idx="142">
                  <c:v>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E034-4993-95AD-8DE7EAB2E8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019392"/>
        <c:axId val="79025280"/>
      </c:lineChart>
      <c:dateAx>
        <c:axId val="7901939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crossAx val="79025280"/>
        <c:crosses val="autoZero"/>
        <c:auto val="1"/>
        <c:lblOffset val="100"/>
        <c:baseTimeUnit val="months"/>
      </c:dateAx>
      <c:valAx>
        <c:axId val="7902528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79019392"/>
        <c:crosses val="autoZero"/>
        <c:crossBetween val="between"/>
      </c:valAx>
      <c:valAx>
        <c:axId val="79026816"/>
        <c:scaling>
          <c:orientation val="minMax"/>
          <c:min val="850"/>
        </c:scaling>
        <c:delete val="0"/>
        <c:axPos val="r"/>
        <c:numFmt formatCode="#,##0" sourceLinked="0"/>
        <c:majorTickMark val="out"/>
        <c:minorTickMark val="none"/>
        <c:tickLblPos val="nextTo"/>
        <c:crossAx val="86184320"/>
        <c:crosses val="max"/>
        <c:crossBetween val="between"/>
      </c:valAx>
      <c:catAx>
        <c:axId val="86184320"/>
        <c:scaling>
          <c:orientation val="minMax"/>
        </c:scaling>
        <c:delete val="1"/>
        <c:axPos val="b"/>
        <c:majorTickMark val="out"/>
        <c:minorTickMark val="none"/>
        <c:tickLblPos val="none"/>
        <c:crossAx val="79026816"/>
        <c:crosses val="autoZero"/>
        <c:auto val="1"/>
        <c:lblAlgn val="ctr"/>
        <c:lblOffset val="100"/>
        <c:noMultiLvlLbl val="0"/>
      </c:catAx>
    </c:plotArea>
    <c:legend>
      <c:legendPos val="r"/>
      <c:layout>
        <c:manualLayout>
          <c:xMode val="edge"/>
          <c:yMode val="edge"/>
          <c:x val="7.1581636779993352E-2"/>
          <c:y val="3.5937057163629169E-3"/>
          <c:w val="0.77708010038891118"/>
          <c:h val="0.16831289368526048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/>
      </a:pPr>
      <a:endParaRPr lang="es-A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285214348206"/>
          <c:y val="6.9499340751420155E-2"/>
          <c:w val="0.85501159230096235"/>
          <c:h val="0.64749892178970592"/>
        </c:manualLayout>
      </c:layout>
      <c:lineChart>
        <c:grouping val="standard"/>
        <c:varyColors val="0"/>
        <c:ser>
          <c:idx val="0"/>
          <c:order val="0"/>
          <c:tx>
            <c:strRef>
              <c:f>'Punto 3.2 (cont)'!$U$4</c:f>
              <c:strCache>
                <c:ptCount val="1"/>
                <c:pt idx="0">
                  <c:v>Al dólar expo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'Punto 3.2 (cont)'!$D$5:$D$25</c:f>
              <c:numCache>
                <c:formatCode>@</c:formatCode>
                <c:ptCount val="21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</c:numCache>
            </c:numRef>
          </c:cat>
          <c:val>
            <c:numRef>
              <c:f>'Punto 3.2 (cont)'!$U$5:$U$25</c:f>
              <c:numCache>
                <c:formatCode>0%</c:formatCode>
                <c:ptCount val="21"/>
                <c:pt idx="0">
                  <c:v>0.43719862468986948</c:v>
                </c:pt>
                <c:pt idx="1">
                  <c:v>1.3714683030662154</c:v>
                </c:pt>
                <c:pt idx="2">
                  <c:v>0.77856735388302645</c:v>
                </c:pt>
                <c:pt idx="3">
                  <c:v>0.16407078867109226</c:v>
                </c:pt>
                <c:pt idx="4">
                  <c:v>-5.6301694621780585E-2</c:v>
                </c:pt>
                <c:pt idx="5">
                  <c:v>0.18059167955164634</c:v>
                </c:pt>
                <c:pt idx="6">
                  <c:v>0.19779910947342538</c:v>
                </c:pt>
                <c:pt idx="7">
                  <c:v>-9.7440662194782535E-2</c:v>
                </c:pt>
                <c:pt idx="8">
                  <c:v>-0.22648224210805984</c:v>
                </c:pt>
                <c:pt idx="9">
                  <c:v>-9.1690131606542269E-2</c:v>
                </c:pt>
                <c:pt idx="10">
                  <c:v>-0.40059211695625568</c:v>
                </c:pt>
                <c:pt idx="11">
                  <c:v>-0.17248729815282271</c:v>
                </c:pt>
                <c:pt idx="12">
                  <c:v>0.11240902682284432</c:v>
                </c:pt>
                <c:pt idx="13">
                  <c:v>-0.20809917399577632</c:v>
                </c:pt>
                <c:pt idx="14">
                  <c:v>0.13921647310821689</c:v>
                </c:pt>
                <c:pt idx="15">
                  <c:v>0.5029110503124864</c:v>
                </c:pt>
                <c:pt idx="16">
                  <c:v>-0.30569925176359675</c:v>
                </c:pt>
                <c:pt idx="17">
                  <c:v>-0.54837571864354373</c:v>
                </c:pt>
                <c:pt idx="18">
                  <c:v>-0.59424682284996733</c:v>
                </c:pt>
                <c:pt idx="19">
                  <c:v>-0.41501787391863576</c:v>
                </c:pt>
                <c:pt idx="20">
                  <c:v>0.3105372772601378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F6-41C3-9F18-C04DA1C8822C}"/>
            </c:ext>
          </c:extLst>
        </c:ser>
        <c:ser>
          <c:idx val="1"/>
          <c:order val="1"/>
          <c:tx>
            <c:strRef>
              <c:f>'Punto 3.2 (cont)'!$V$4</c:f>
              <c:strCache>
                <c:ptCount val="1"/>
                <c:pt idx="0">
                  <c:v>Al dólar libre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'Punto 3.2 (cont)'!$D$5:$D$25</c:f>
              <c:numCache>
                <c:formatCode>@</c:formatCode>
                <c:ptCount val="21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</c:numCache>
            </c:numRef>
          </c:cat>
          <c:val>
            <c:numRef>
              <c:f>'Punto 3.2 (cont)'!$V$5:$V$25</c:f>
              <c:numCache>
                <c:formatCode>0%</c:formatCode>
                <c:ptCount val="21"/>
                <c:pt idx="0">
                  <c:v>0.43803835511621536</c:v>
                </c:pt>
                <c:pt idx="1">
                  <c:v>1.374900239828974</c:v>
                </c:pt>
                <c:pt idx="2">
                  <c:v>0.78021485349037012</c:v>
                </c:pt>
                <c:pt idx="3">
                  <c:v>8.1267460473420872E-2</c:v>
                </c:pt>
                <c:pt idx="4">
                  <c:v>-0.28908076911358715</c:v>
                </c:pt>
                <c:pt idx="5">
                  <c:v>-5.0421999262309947E-2</c:v>
                </c:pt>
                <c:pt idx="6">
                  <c:v>3.2696299311587018E-3</c:v>
                </c:pt>
                <c:pt idx="7">
                  <c:v>-0.17810136182440567</c:v>
                </c:pt>
                <c:pt idx="8">
                  <c:v>-0.39358357045313025</c:v>
                </c:pt>
                <c:pt idx="9">
                  <c:v>-0.3132900368830332</c:v>
                </c:pt>
                <c:pt idx="10">
                  <c:v>-0.5391956704352947</c:v>
                </c:pt>
                <c:pt idx="11">
                  <c:v>-0.34393664588904332</c:v>
                </c:pt>
                <c:pt idx="12">
                  <c:v>-0.11744188388856652</c:v>
                </c:pt>
                <c:pt idx="13">
                  <c:v>-0.34508167416456087</c:v>
                </c:pt>
                <c:pt idx="14">
                  <c:v>-4.9416896091036666E-2</c:v>
                </c:pt>
                <c:pt idx="15">
                  <c:v>0.25039041947264673</c:v>
                </c:pt>
                <c:pt idx="16">
                  <c:v>-0.42956383698011208</c:v>
                </c:pt>
                <c:pt idx="17">
                  <c:v>-0.66519985394012104</c:v>
                </c:pt>
                <c:pt idx="18">
                  <c:v>-0.80478505451214333</c:v>
                </c:pt>
                <c:pt idx="19">
                  <c:v>-0.83223851615658084</c:v>
                </c:pt>
                <c:pt idx="20">
                  <c:v>-0.67990598271798208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F6-41C3-9F18-C04DA1C882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75682576"/>
        <c:axId val="475682904"/>
      </c:lineChart>
      <c:catAx>
        <c:axId val="475682576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75682904"/>
        <c:crosses val="autoZero"/>
        <c:auto val="1"/>
        <c:lblAlgn val="ctr"/>
        <c:lblOffset val="100"/>
        <c:noMultiLvlLbl val="0"/>
      </c:catAx>
      <c:valAx>
        <c:axId val="47568290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7568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409864391951006"/>
          <c:y val="0.88680492403238331"/>
          <c:w val="0.51180249343832018"/>
          <c:h val="0.113195075967616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02405949256337E-2"/>
          <c:y val="5.1400554097404488E-2"/>
          <c:w val="0.87918613298337722"/>
          <c:h val="0.73564251438267181"/>
        </c:manualLayout>
      </c:layout>
      <c:lineChart>
        <c:grouping val="standard"/>
        <c:varyColors val="0"/>
        <c:ser>
          <c:idx val="0"/>
          <c:order val="0"/>
          <c:tx>
            <c:strRef>
              <c:f>'Punto 3.1 (cont. 4)'!$B$3</c:f>
              <c:strCache>
                <c:ptCount val="1"/>
                <c:pt idx="0">
                  <c:v>sector agricola</c:v>
                </c:pt>
              </c:strCache>
            </c:strRef>
          </c:tx>
          <c:marker>
            <c:symbol val="none"/>
          </c:marker>
          <c:cat>
            <c:numRef>
              <c:f>'Punto 3.1 (cont. 4)'!$A$4:$A$24</c:f>
              <c:numCache>
                <c:formatCode>General</c:formatCode>
                <c:ptCount val="21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</c:numCache>
            </c:numRef>
          </c:cat>
          <c:val>
            <c:numRef>
              <c:f>'Punto 3.1 (cont. 4)'!$D$4:$D$24</c:f>
              <c:numCache>
                <c:formatCode>0%</c:formatCode>
                <c:ptCount val="21"/>
                <c:pt idx="0">
                  <c:v>0.39502899307648009</c:v>
                </c:pt>
                <c:pt idx="1">
                  <c:v>0.4416411604948916</c:v>
                </c:pt>
                <c:pt idx="2">
                  <c:v>0.71821221509862254</c:v>
                </c:pt>
                <c:pt idx="3">
                  <c:v>0.43458483381291246</c:v>
                </c:pt>
                <c:pt idx="4">
                  <c:v>0.56994121824803179</c:v>
                </c:pt>
                <c:pt idx="5">
                  <c:v>0.72005940295001081</c:v>
                </c:pt>
                <c:pt idx="6">
                  <c:v>0.67861787107560834</c:v>
                </c:pt>
                <c:pt idx="7">
                  <c:v>0.73224356246009781</c:v>
                </c:pt>
                <c:pt idx="8">
                  <c:v>0.49457802017719055</c:v>
                </c:pt>
                <c:pt idx="9">
                  <c:v>0.47251273117978781</c:v>
                </c:pt>
                <c:pt idx="10">
                  <c:v>0.41413627778584922</c:v>
                </c:pt>
                <c:pt idx="11">
                  <c:v>0.42782018361532237</c:v>
                </c:pt>
                <c:pt idx="12">
                  <c:v>0.37842923192248284</c:v>
                </c:pt>
                <c:pt idx="13">
                  <c:v>0.30726483413988609</c:v>
                </c:pt>
                <c:pt idx="14">
                  <c:v>0.37075990805878667</c:v>
                </c:pt>
                <c:pt idx="15">
                  <c:v>0.23471240728991186</c:v>
                </c:pt>
                <c:pt idx="16">
                  <c:v>0.4085212832912421</c:v>
                </c:pt>
                <c:pt idx="17">
                  <c:v>0.33492765556019877</c:v>
                </c:pt>
                <c:pt idx="18">
                  <c:v>0.33440662168369506</c:v>
                </c:pt>
                <c:pt idx="19">
                  <c:v>0.22612234967331857</c:v>
                </c:pt>
                <c:pt idx="20">
                  <c:v>0.22567987952623381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C2-43E5-81DC-6587563799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4278016"/>
        <c:axId val="94279552"/>
      </c:lineChart>
      <c:catAx>
        <c:axId val="942780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94279552"/>
        <c:crosses val="autoZero"/>
        <c:auto val="1"/>
        <c:lblAlgn val="ctr"/>
        <c:lblOffset val="100"/>
        <c:noMultiLvlLbl val="0"/>
      </c:catAx>
      <c:valAx>
        <c:axId val="94279552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crossAx val="94278016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600"/>
      </a:pPr>
      <a:endParaRPr lang="es-AR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536912599873309E-2"/>
          <c:y val="4.0981207012588006E-2"/>
          <c:w val="0.68722500191927038"/>
          <c:h val="0.75507315057839997"/>
        </c:manualLayout>
      </c:layout>
      <c:lineChart>
        <c:grouping val="standard"/>
        <c:varyColors val="0"/>
        <c:ser>
          <c:idx val="1"/>
          <c:order val="0"/>
          <c:tx>
            <c:strRef>
              <c:f>'Punto 5'!$H$27</c:f>
              <c:strCache>
                <c:ptCount val="1"/>
                <c:pt idx="0">
                  <c:v>Maquinarias 
y equipo 
para la
agricultura</c:v>
                </c:pt>
              </c:strCache>
            </c:strRef>
          </c:tx>
          <c:marker>
            <c:symbol val="none"/>
          </c:marker>
          <c:cat>
            <c:numRef>
              <c:f>'Punto 5'!$A$28:$A$48</c:f>
              <c:numCache>
                <c:formatCode>General</c:formatCode>
                <c:ptCount val="21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</c:numCache>
            </c:numRef>
          </c:cat>
          <c:val>
            <c:numRef>
              <c:f>'Punto 5'!$H$28:$H$48</c:f>
              <c:numCache>
                <c:formatCode>0.0%</c:formatCode>
                <c:ptCount val="21"/>
                <c:pt idx="0">
                  <c:v>5.0053966540744739E-2</c:v>
                </c:pt>
                <c:pt idx="1">
                  <c:v>5.8212058212058215E-3</c:v>
                </c:pt>
                <c:pt idx="2">
                  <c:v>3.7125430920180325E-3</c:v>
                </c:pt>
                <c:pt idx="3">
                  <c:v>4.1058394160583944E-3</c:v>
                </c:pt>
                <c:pt idx="4">
                  <c:v>5.4194667244743117E-3</c:v>
                </c:pt>
                <c:pt idx="5">
                  <c:v>1.440598690364827E-2</c:v>
                </c:pt>
                <c:pt idx="6">
                  <c:v>1.0466397355857511E-2</c:v>
                </c:pt>
                <c:pt idx="7">
                  <c:v>1.7258737235725585E-2</c:v>
                </c:pt>
                <c:pt idx="8">
                  <c:v>2.5167785234899327E-2</c:v>
                </c:pt>
                <c:pt idx="9">
                  <c:v>1.7217765603600079E-2</c:v>
                </c:pt>
                <c:pt idx="10">
                  <c:v>1.1983082706766917E-2</c:v>
                </c:pt>
                <c:pt idx="11">
                  <c:v>4.0264595916019554E-3</c:v>
                </c:pt>
                <c:pt idx="12">
                  <c:v>4.6573519627411842E-3</c:v>
                </c:pt>
                <c:pt idx="13">
                  <c:v>4.426955238563699E-3</c:v>
                </c:pt>
                <c:pt idx="14">
                  <c:v>7.9601990049751239E-3</c:v>
                </c:pt>
                <c:pt idx="15">
                  <c:v>5.4446460980036296E-3</c:v>
                </c:pt>
                <c:pt idx="16">
                  <c:v>1.2658227848101266E-2</c:v>
                </c:pt>
                <c:pt idx="17">
                  <c:v>2.4430379746835443E-2</c:v>
                </c:pt>
                <c:pt idx="18">
                  <c:v>3.1668098686633117E-2</c:v>
                </c:pt>
                <c:pt idx="19">
                  <c:v>1.698009859412087E-2</c:v>
                </c:pt>
                <c:pt idx="20">
                  <c:v>3.4625751606883685E-2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1A-4752-A4DE-F2D80B182E15}"/>
            </c:ext>
          </c:extLst>
        </c:ser>
        <c:ser>
          <c:idx val="2"/>
          <c:order val="1"/>
          <c:tx>
            <c:strRef>
              <c:f>'Punto 5'!$I$27</c:f>
              <c:strCache>
                <c:ptCount val="1"/>
                <c:pt idx="0">
                  <c:v>Maquinarias
y equipos
para la
industria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'Punto 5'!$A$28:$A$48</c:f>
              <c:numCache>
                <c:formatCode>General</c:formatCode>
                <c:ptCount val="21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</c:numCache>
            </c:numRef>
          </c:cat>
          <c:val>
            <c:numRef>
              <c:f>'Punto 5'!$I$28:$I$48</c:f>
              <c:numCache>
                <c:formatCode>0.0%</c:formatCode>
                <c:ptCount val="21"/>
                <c:pt idx="0">
                  <c:v>0.13586076632487856</c:v>
                </c:pt>
                <c:pt idx="1">
                  <c:v>0.12037422037422038</c:v>
                </c:pt>
                <c:pt idx="2">
                  <c:v>6.7356138955184303E-2</c:v>
                </c:pt>
                <c:pt idx="3">
                  <c:v>6.8886861313868619E-2</c:v>
                </c:pt>
                <c:pt idx="4">
                  <c:v>6.9152395404292216E-2</c:v>
                </c:pt>
                <c:pt idx="5">
                  <c:v>0.1019644527595884</c:v>
                </c:pt>
                <c:pt idx="6">
                  <c:v>0.12541314726404701</c:v>
                </c:pt>
                <c:pt idx="7">
                  <c:v>0.11922910973680426</c:v>
                </c:pt>
                <c:pt idx="8">
                  <c:v>0.12614399023794998</c:v>
                </c:pt>
                <c:pt idx="9">
                  <c:v>8.4132263744864016E-2</c:v>
                </c:pt>
                <c:pt idx="10">
                  <c:v>7.7537593984962405E-2</c:v>
                </c:pt>
                <c:pt idx="11">
                  <c:v>6.960023008340524E-2</c:v>
                </c:pt>
                <c:pt idx="12">
                  <c:v>5.8882235528942117E-2</c:v>
                </c:pt>
                <c:pt idx="13">
                  <c:v>3.6891293654697489E-2</c:v>
                </c:pt>
                <c:pt idx="14">
                  <c:v>2.736318407960199E-2</c:v>
                </c:pt>
                <c:pt idx="15">
                  <c:v>3.4482758620689655E-2</c:v>
                </c:pt>
                <c:pt idx="16">
                  <c:v>7.2433192686357242E-2</c:v>
                </c:pt>
                <c:pt idx="17">
                  <c:v>0.11708860759493671</c:v>
                </c:pt>
                <c:pt idx="18">
                  <c:v>0.1711059285626611</c:v>
                </c:pt>
                <c:pt idx="19">
                  <c:v>0.15793317509585539</c:v>
                </c:pt>
                <c:pt idx="20">
                  <c:v>0.13518556914783331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1A-4752-A4DE-F2D80B182E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5932800"/>
        <c:axId val="95934336"/>
      </c:lineChart>
      <c:catAx>
        <c:axId val="959328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AR"/>
          </a:p>
        </c:txPr>
        <c:crossAx val="95934336"/>
        <c:crosses val="autoZero"/>
        <c:auto val="1"/>
        <c:lblAlgn val="ctr"/>
        <c:lblOffset val="100"/>
        <c:noMultiLvlLbl val="0"/>
      </c:catAx>
      <c:valAx>
        <c:axId val="95934336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crossAx val="9593280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/>
      </a:pPr>
      <a:endParaRPr lang="es-AR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50000"/>
              </a:schemeClr>
            </a:solidFill>
          </c:spPr>
          <c:invertIfNegative val="0"/>
          <c:cat>
            <c:strRef>
              <c:f>'Punto 8 (cont2)'!$A$174:$A$189</c:f>
              <c:strCache>
                <c:ptCount val="16"/>
                <c:pt idx="0">
                  <c:v>Alimentos y bebidas</c:v>
                </c:pt>
                <c:pt idx="1">
                  <c:v>Textiles</c:v>
                </c:pt>
                <c:pt idx="2">
                  <c:v>Metales</c:v>
                </c:pt>
                <c:pt idx="3">
                  <c:v>Vehículos y maquinaria</c:v>
                </c:pt>
                <c:pt idx="4">
                  <c:v>Productos químicos</c:v>
                </c:pt>
                <c:pt idx="5">
                  <c:v>Confecciones</c:v>
                </c:pt>
                <c:pt idx="6">
                  <c:v>Madera</c:v>
                </c:pt>
                <c:pt idx="7">
                  <c:v>Piedras, vidrio y crámica</c:v>
                </c:pt>
                <c:pt idx="8">
                  <c:v>Derivados del petroleo</c:v>
                </c:pt>
                <c:pt idx="9">
                  <c:v>Imprenta y publicaciones</c:v>
                </c:pt>
                <c:pt idx="10">
                  <c:v>varios</c:v>
                </c:pt>
                <c:pt idx="11">
                  <c:v>Cuero</c:v>
                </c:pt>
                <c:pt idx="12">
                  <c:v>Tabaco</c:v>
                </c:pt>
                <c:pt idx="13">
                  <c:v>maquinaria y aparatos eléctricos</c:v>
                </c:pt>
                <c:pt idx="14">
                  <c:v>Papel y carton</c:v>
                </c:pt>
                <c:pt idx="15">
                  <c:v>Caucho</c:v>
                </c:pt>
              </c:strCache>
            </c:strRef>
          </c:cat>
          <c:val>
            <c:numRef>
              <c:f>'Punto 8 (cont2)'!$C$174:$C$189</c:f>
              <c:numCache>
                <c:formatCode>0%</c:formatCode>
                <c:ptCount val="16"/>
                <c:pt idx="0">
                  <c:v>0.19819672930355509</c:v>
                </c:pt>
                <c:pt idx="1">
                  <c:v>0.1494894615105439</c:v>
                </c:pt>
                <c:pt idx="2">
                  <c:v>9.3655870876645592E-2</c:v>
                </c:pt>
                <c:pt idx="3">
                  <c:v>7.4673047720678121E-2</c:v>
                </c:pt>
                <c:pt idx="4">
                  <c:v>7.0518320703035431E-2</c:v>
                </c:pt>
                <c:pt idx="5">
                  <c:v>7.0440498567242119E-2</c:v>
                </c:pt>
                <c:pt idx="6">
                  <c:v>5.1745400639549896E-2</c:v>
                </c:pt>
                <c:pt idx="7">
                  <c:v>4.6060773490638772E-2</c:v>
                </c:pt>
                <c:pt idx="8">
                  <c:v>4.2783486540020621E-2</c:v>
                </c:pt>
                <c:pt idx="9">
                  <c:v>3.8392855530698211E-2</c:v>
                </c:pt>
                <c:pt idx="10">
                  <c:v>3.7802508725648984E-2</c:v>
                </c:pt>
                <c:pt idx="11">
                  <c:v>3.571683937402835E-2</c:v>
                </c:pt>
                <c:pt idx="12">
                  <c:v>3.0375550487787704E-2</c:v>
                </c:pt>
                <c:pt idx="13">
                  <c:v>2.5649435654094149E-2</c:v>
                </c:pt>
                <c:pt idx="14">
                  <c:v>2.045196424154113E-2</c:v>
                </c:pt>
                <c:pt idx="15">
                  <c:v>1.4047256634291936E-2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B2-4847-AF0F-B18643B8E6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6656768"/>
        <c:axId val="94110848"/>
      </c:barChart>
      <c:catAx>
        <c:axId val="96656768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94110848"/>
        <c:crosses val="autoZero"/>
        <c:auto val="1"/>
        <c:lblAlgn val="ctr"/>
        <c:lblOffset val="100"/>
        <c:noMultiLvlLbl val="0"/>
      </c:catAx>
      <c:valAx>
        <c:axId val="94110848"/>
        <c:scaling>
          <c:orientation val="minMax"/>
        </c:scaling>
        <c:delete val="0"/>
        <c:axPos val="b"/>
        <c:numFmt formatCode="0%" sourceLinked="1"/>
        <c:majorTickMark val="out"/>
        <c:minorTickMark val="none"/>
        <c:tickLblPos val="nextTo"/>
        <c:crossAx val="9665676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  <c:userShapes r:id="rId2"/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50000"/>
              </a:schemeClr>
            </a:solidFill>
          </c:spPr>
          <c:invertIfNegative val="0"/>
          <c:cat>
            <c:strRef>
              <c:f>'Punto 8 (cont2)'!$A$146:$A$161</c:f>
              <c:strCache>
                <c:ptCount val="16"/>
                <c:pt idx="0">
                  <c:v>Derivados del petroleo</c:v>
                </c:pt>
                <c:pt idx="1">
                  <c:v>Papel y carton</c:v>
                </c:pt>
                <c:pt idx="2">
                  <c:v>Caucho</c:v>
                </c:pt>
                <c:pt idx="3">
                  <c:v>Piedras, vidrio y crámica</c:v>
                </c:pt>
                <c:pt idx="4">
                  <c:v>Productos químicos</c:v>
                </c:pt>
                <c:pt idx="5">
                  <c:v>Alimentos y bebidas</c:v>
                </c:pt>
                <c:pt idx="6">
                  <c:v>Metales</c:v>
                </c:pt>
                <c:pt idx="7">
                  <c:v>varios</c:v>
                </c:pt>
                <c:pt idx="8">
                  <c:v>Vehículos y maquinaria</c:v>
                </c:pt>
                <c:pt idx="9">
                  <c:v>Imprenta y publicaciones</c:v>
                </c:pt>
                <c:pt idx="10">
                  <c:v>Madera</c:v>
                </c:pt>
                <c:pt idx="11">
                  <c:v>Textiles</c:v>
                </c:pt>
                <c:pt idx="12">
                  <c:v>maquinaria y aparatos eléctricos</c:v>
                </c:pt>
                <c:pt idx="13">
                  <c:v>Cuero</c:v>
                </c:pt>
                <c:pt idx="14">
                  <c:v>Tabaco</c:v>
                </c:pt>
                <c:pt idx="15">
                  <c:v>Confecciones</c:v>
                </c:pt>
              </c:strCache>
            </c:strRef>
          </c:cat>
          <c:val>
            <c:numRef>
              <c:f>'Punto 8 (cont2)'!$B$146:$B$161</c:f>
              <c:numCache>
                <c:formatCode>General</c:formatCode>
                <c:ptCount val="16"/>
                <c:pt idx="0">
                  <c:v>5.5222449300424463</c:v>
                </c:pt>
                <c:pt idx="1">
                  <c:v>2.9400425985090521</c:v>
                </c:pt>
                <c:pt idx="2">
                  <c:v>2.7440098494175587</c:v>
                </c:pt>
                <c:pt idx="3">
                  <c:v>2.152801467511988</c:v>
                </c:pt>
                <c:pt idx="4">
                  <c:v>2.0354977237960079</c:v>
                </c:pt>
                <c:pt idx="5">
                  <c:v>1.8596282117799934</c:v>
                </c:pt>
                <c:pt idx="6">
                  <c:v>1.8156574738316518</c:v>
                </c:pt>
                <c:pt idx="7">
                  <c:v>1.7564481893612915</c:v>
                </c:pt>
                <c:pt idx="8">
                  <c:v>1.4421702809242014</c:v>
                </c:pt>
                <c:pt idx="9">
                  <c:v>1.3209209357417826</c:v>
                </c:pt>
                <c:pt idx="10">
                  <c:v>1.2392150228387753</c:v>
                </c:pt>
                <c:pt idx="11">
                  <c:v>1.1105220097019204</c:v>
                </c:pt>
                <c:pt idx="12">
                  <c:v>1.003681734506034</c:v>
                </c:pt>
                <c:pt idx="13">
                  <c:v>0.83596891519450589</c:v>
                </c:pt>
                <c:pt idx="14">
                  <c:v>0.49652308286652502</c:v>
                </c:pt>
                <c:pt idx="15">
                  <c:v>0.21558087417135513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2A-434A-9A8C-A1CAE081CB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6623232"/>
        <c:axId val="96645504"/>
      </c:barChart>
      <c:catAx>
        <c:axId val="9662323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96645504"/>
        <c:crosses val="autoZero"/>
        <c:auto val="1"/>
        <c:lblAlgn val="ctr"/>
        <c:lblOffset val="100"/>
        <c:noMultiLvlLbl val="0"/>
      </c:catAx>
      <c:valAx>
        <c:axId val="96645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96623232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2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PIB Y TENDENCIA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'[PIB filtrado.xls]Sheet1'!$B$1</c:f>
              <c:strCache>
                <c:ptCount val="1"/>
                <c:pt idx="0">
                  <c:v>PIB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'[PIB filtrado.xls]Sheet1'!$A$32:$A$57</c:f>
              <c:numCache>
                <c:formatCode>0</c:formatCode>
                <c:ptCount val="26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  <c:pt idx="21">
                  <c:v>1951</c:v>
                </c:pt>
                <c:pt idx="22">
                  <c:v>1952</c:v>
                </c:pt>
                <c:pt idx="23">
                  <c:v>1953</c:v>
                </c:pt>
                <c:pt idx="24">
                  <c:v>1954</c:v>
                </c:pt>
                <c:pt idx="25">
                  <c:v>1955</c:v>
                </c:pt>
              </c:numCache>
            </c:numRef>
          </c:cat>
          <c:val>
            <c:numRef>
              <c:f>'[PIB filtrado.xls]Sheet1'!$B$32:$B$57</c:f>
              <c:numCache>
                <c:formatCode>General</c:formatCode>
                <c:ptCount val="26"/>
                <c:pt idx="0">
                  <c:v>44605.599174032861</c:v>
                </c:pt>
                <c:pt idx="1">
                  <c:v>41509.600181695583</c:v>
                </c:pt>
                <c:pt idx="2">
                  <c:v>40134.441705066551</c:v>
                </c:pt>
                <c:pt idx="3">
                  <c:v>42020.553560626548</c:v>
                </c:pt>
                <c:pt idx="4">
                  <c:v>45337.334877193251</c:v>
                </c:pt>
                <c:pt idx="5">
                  <c:v>47309.236435882391</c:v>
                </c:pt>
                <c:pt idx="6">
                  <c:v>47702.859779651422</c:v>
                </c:pt>
                <c:pt idx="7">
                  <c:v>51159.680170443651</c:v>
                </c:pt>
                <c:pt idx="8">
                  <c:v>51317.381830607534</c:v>
                </c:pt>
                <c:pt idx="9">
                  <c:v>53281.713709608812</c:v>
                </c:pt>
                <c:pt idx="10">
                  <c:v>54145.918807306865</c:v>
                </c:pt>
                <c:pt idx="11">
                  <c:v>56975.71739728751</c:v>
                </c:pt>
                <c:pt idx="12">
                  <c:v>57604.0008113804</c:v>
                </c:pt>
                <c:pt idx="13">
                  <c:v>57211.639080892666</c:v>
                </c:pt>
                <c:pt idx="14">
                  <c:v>63655.959721829415</c:v>
                </c:pt>
                <c:pt idx="15">
                  <c:v>61612.146206105535</c:v>
                </c:pt>
                <c:pt idx="16">
                  <c:v>67114.041725902949</c:v>
                </c:pt>
                <c:pt idx="17">
                  <c:v>74579.007511420306</c:v>
                </c:pt>
                <c:pt idx="18">
                  <c:v>78665.372929586738</c:v>
                </c:pt>
                <c:pt idx="19">
                  <c:v>77644.727785006122</c:v>
                </c:pt>
                <c:pt idx="20">
                  <c:v>78587.152906145464</c:v>
                </c:pt>
                <c:pt idx="21">
                  <c:v>81642.192706641246</c:v>
                </c:pt>
                <c:pt idx="22">
                  <c:v>77533.080931383127</c:v>
                </c:pt>
                <c:pt idx="23">
                  <c:v>81642.192706641246</c:v>
                </c:pt>
                <c:pt idx="24">
                  <c:v>85012.517609163639</c:v>
                </c:pt>
                <c:pt idx="25">
                  <c:v>91017.502176146314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6D-4560-B523-245ED7339825}"/>
            </c:ext>
          </c:extLst>
        </c:ser>
        <c:ser>
          <c:idx val="1"/>
          <c:order val="1"/>
          <c:tx>
            <c:strRef>
              <c:f>'[PIB filtrado.xls]Sheet1'!$C$1</c:f>
              <c:strCache>
                <c:ptCount val="1"/>
                <c:pt idx="0">
                  <c:v>PIB_tend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'[PIB filtrado.xls]Sheet1'!$A$32:$A$57</c:f>
              <c:numCache>
                <c:formatCode>0</c:formatCode>
                <c:ptCount val="26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  <c:pt idx="21">
                  <c:v>1951</c:v>
                </c:pt>
                <c:pt idx="22">
                  <c:v>1952</c:v>
                </c:pt>
                <c:pt idx="23">
                  <c:v>1953</c:v>
                </c:pt>
                <c:pt idx="24">
                  <c:v>1954</c:v>
                </c:pt>
                <c:pt idx="25">
                  <c:v>1955</c:v>
                </c:pt>
              </c:numCache>
            </c:numRef>
          </c:cat>
          <c:val>
            <c:numRef>
              <c:f>'[PIB filtrado.xls]Sheet1'!$C$32:$C$57</c:f>
              <c:numCache>
                <c:formatCode>General</c:formatCode>
                <c:ptCount val="26"/>
                <c:pt idx="0">
                  <c:v>42690.1640625</c:v>
                </c:pt>
                <c:pt idx="1">
                  <c:v>43432.640625</c:v>
                </c:pt>
                <c:pt idx="2">
                  <c:v>44195.34765625</c:v>
                </c:pt>
                <c:pt idx="3">
                  <c:v>45052.62109375</c:v>
                </c:pt>
                <c:pt idx="4">
                  <c:v>46038.171875</c:v>
                </c:pt>
                <c:pt idx="5">
                  <c:v>47155.3984375</c:v>
                </c:pt>
                <c:pt idx="6">
                  <c:v>48400.6953125</c:v>
                </c:pt>
                <c:pt idx="7">
                  <c:v>49771.984375</c:v>
                </c:pt>
                <c:pt idx="8">
                  <c:v>51260.21875</c:v>
                </c:pt>
                <c:pt idx="9">
                  <c:v>52870.21875</c:v>
                </c:pt>
                <c:pt idx="10">
                  <c:v>54607.390625</c:v>
                </c:pt>
                <c:pt idx="11">
                  <c:v>56481.23828125</c:v>
                </c:pt>
                <c:pt idx="12">
                  <c:v>58496.66015625</c:v>
                </c:pt>
                <c:pt idx="13">
                  <c:v>60663.5078125</c:v>
                </c:pt>
                <c:pt idx="14">
                  <c:v>62982.6875</c:v>
                </c:pt>
                <c:pt idx="15">
                  <c:v>65420.6015625</c:v>
                </c:pt>
                <c:pt idx="16">
                  <c:v>67950.3828125</c:v>
                </c:pt>
                <c:pt idx="17">
                  <c:v>70507.0625</c:v>
                </c:pt>
                <c:pt idx="18">
                  <c:v>73017.34375</c:v>
                </c:pt>
                <c:pt idx="19">
                  <c:v>75448.6171875</c:v>
                </c:pt>
                <c:pt idx="20">
                  <c:v>77824.7578125</c:v>
                </c:pt>
                <c:pt idx="21">
                  <c:v>80191.6171875</c:v>
                </c:pt>
                <c:pt idx="22">
                  <c:v>82602.6640625</c:v>
                </c:pt>
                <c:pt idx="23">
                  <c:v>85125.8671875</c:v>
                </c:pt>
                <c:pt idx="24">
                  <c:v>87778.5078125</c:v>
                </c:pt>
                <c:pt idx="25">
                  <c:v>90543.0234375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6D-4560-B523-245ED73398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0454767"/>
        <c:axId val="1376912511"/>
      </c:lineChart>
      <c:catAx>
        <c:axId val="1210454767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376912511"/>
        <c:crosses val="autoZero"/>
        <c:auto val="1"/>
        <c:lblAlgn val="ctr"/>
        <c:lblOffset val="100"/>
        <c:noMultiLvlLbl val="0"/>
      </c:catAx>
      <c:valAx>
        <c:axId val="137691251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10454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s-A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PIB IND Y TENDENCIA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'[PIB filtrado.xls]Sheet1'!$D$1</c:f>
              <c:strCache>
                <c:ptCount val="1"/>
                <c:pt idx="0">
                  <c:v>PIB_ind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'[PIB filtrado.xls]Sheet1'!$A$32:$A$57</c:f>
              <c:numCache>
                <c:formatCode>0</c:formatCode>
                <c:ptCount val="26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  <c:pt idx="21">
                  <c:v>1951</c:v>
                </c:pt>
                <c:pt idx="22">
                  <c:v>1952</c:v>
                </c:pt>
                <c:pt idx="23">
                  <c:v>1953</c:v>
                </c:pt>
                <c:pt idx="24">
                  <c:v>1954</c:v>
                </c:pt>
                <c:pt idx="25">
                  <c:v>1955</c:v>
                </c:pt>
              </c:numCache>
            </c:numRef>
          </c:cat>
          <c:val>
            <c:numRef>
              <c:f>'[PIB filtrado.xls]Sheet1'!$D$32:$D$57</c:f>
              <c:numCache>
                <c:formatCode>General</c:formatCode>
                <c:ptCount val="26"/>
                <c:pt idx="0">
                  <c:v>6119.9752988632372</c:v>
                </c:pt>
                <c:pt idx="1">
                  <c:v>5431.2798920125324</c:v>
                </c:pt>
                <c:pt idx="2">
                  <c:v>5101.3006539099651</c:v>
                </c:pt>
                <c:pt idx="3">
                  <c:v>5782.068631617065</c:v>
                </c:pt>
                <c:pt idx="4">
                  <c:v>6564.9022595480801</c:v>
                </c:pt>
                <c:pt idx="5">
                  <c:v>6747.2331298510007</c:v>
                </c:pt>
                <c:pt idx="6">
                  <c:v>7181.2598754633864</c:v>
                </c:pt>
                <c:pt idx="7">
                  <c:v>7629.1596220770816</c:v>
                </c:pt>
                <c:pt idx="8">
                  <c:v>7928.4200722481792</c:v>
                </c:pt>
                <c:pt idx="9">
                  <c:v>8240.5625947776352</c:v>
                </c:pt>
                <c:pt idx="10">
                  <c:v>8254.4355957789448</c:v>
                </c:pt>
                <c:pt idx="11">
                  <c:v>8579.4601906667594</c:v>
                </c:pt>
                <c:pt idx="12">
                  <c:v>8702.3353423926401</c:v>
                </c:pt>
                <c:pt idx="13">
                  <c:v>9095.7340136440507</c:v>
                </c:pt>
                <c:pt idx="14">
                  <c:v>10317.549030402208</c:v>
                </c:pt>
                <c:pt idx="15">
                  <c:v>10385.923106765804</c:v>
                </c:pt>
                <c:pt idx="16">
                  <c:v>11715.74934560558</c:v>
                </c:pt>
                <c:pt idx="17">
                  <c:v>13508.339260703313</c:v>
                </c:pt>
                <c:pt idx="18">
                  <c:v>13670.85155814722</c:v>
                </c:pt>
                <c:pt idx="19">
                  <c:v>13182.323737172548</c:v>
                </c:pt>
                <c:pt idx="20">
                  <c:v>13575.722408423959</c:v>
                </c:pt>
                <c:pt idx="21">
                  <c:v>13931.399701860859</c:v>
                </c:pt>
                <c:pt idx="22">
                  <c:v>13668.170276360928</c:v>
                </c:pt>
                <c:pt idx="23">
                  <c:v>13591.953713481595</c:v>
                </c:pt>
                <c:pt idx="24">
                  <c:v>14668.86551860999</c:v>
                </c:pt>
                <c:pt idx="25">
                  <c:v>16463.483290852135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7-4C06-8890-68F77CAC427B}"/>
            </c:ext>
          </c:extLst>
        </c:ser>
        <c:ser>
          <c:idx val="1"/>
          <c:order val="1"/>
          <c:tx>
            <c:strRef>
              <c:f>'[PIB filtrado.xls]Sheet1'!$E$1</c:f>
              <c:strCache>
                <c:ptCount val="1"/>
                <c:pt idx="0">
                  <c:v>PIB_ind_tend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'[PIB filtrado.xls]Sheet1'!$A$32:$A$57</c:f>
              <c:numCache>
                <c:formatCode>0</c:formatCode>
                <c:ptCount val="26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  <c:pt idx="21">
                  <c:v>1951</c:v>
                </c:pt>
                <c:pt idx="22">
                  <c:v>1952</c:v>
                </c:pt>
                <c:pt idx="23">
                  <c:v>1953</c:v>
                </c:pt>
                <c:pt idx="24">
                  <c:v>1954</c:v>
                </c:pt>
                <c:pt idx="25">
                  <c:v>1955</c:v>
                </c:pt>
              </c:numCache>
            </c:numRef>
          </c:cat>
          <c:val>
            <c:numRef>
              <c:f>'[PIB filtrado.xls]Sheet1'!$E$32:$E$57</c:f>
              <c:numCache>
                <c:formatCode>General</c:formatCode>
                <c:ptCount val="26"/>
                <c:pt idx="0">
                  <c:v>5697.62158203125</c:v>
                </c:pt>
                <c:pt idx="1">
                  <c:v>5866.38330078125</c:v>
                </c:pt>
                <c:pt idx="2">
                  <c:v>6050.3056640625</c:v>
                </c:pt>
                <c:pt idx="3">
                  <c:v>6260.96923828125</c:v>
                </c:pt>
                <c:pt idx="4">
                  <c:v>6500.46337890625</c:v>
                </c:pt>
                <c:pt idx="5">
                  <c:v>6766.09033203125</c:v>
                </c:pt>
                <c:pt idx="6">
                  <c:v>7055.79443359375</c:v>
                </c:pt>
                <c:pt idx="7">
                  <c:v>7367.33349609375</c:v>
                </c:pt>
                <c:pt idx="8">
                  <c:v>7699.71875</c:v>
                </c:pt>
                <c:pt idx="9">
                  <c:v>8054.580078125</c:v>
                </c:pt>
                <c:pt idx="10">
                  <c:v>8435.833984375</c:v>
                </c:pt>
                <c:pt idx="11">
                  <c:v>8849.2587890625</c:v>
                </c:pt>
                <c:pt idx="12">
                  <c:v>9298.8154296875</c:v>
                </c:pt>
                <c:pt idx="13">
                  <c:v>9785.76953125</c:v>
                </c:pt>
                <c:pt idx="14">
                  <c:v>10305.4208984375</c:v>
                </c:pt>
                <c:pt idx="15">
                  <c:v>10846.1689453125</c:v>
                </c:pt>
                <c:pt idx="16">
                  <c:v>11396.5341796875</c:v>
                </c:pt>
                <c:pt idx="17">
                  <c:v>11940.435546875</c:v>
                </c:pt>
                <c:pt idx="18">
                  <c:v>12464.984375</c:v>
                </c:pt>
                <c:pt idx="19">
                  <c:v>12972.96875</c:v>
                </c:pt>
                <c:pt idx="20">
                  <c:v>13479.23828125</c:v>
                </c:pt>
                <c:pt idx="21">
                  <c:v>14000.7333984375</c:v>
                </c:pt>
                <c:pt idx="22">
                  <c:v>14555.3623046875</c:v>
                </c:pt>
                <c:pt idx="23">
                  <c:v>15160.3369140625</c:v>
                </c:pt>
                <c:pt idx="24">
                  <c:v>15824</c:v>
                </c:pt>
                <c:pt idx="25">
                  <c:v>16539.0078125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107-4C06-8890-68F77CAC42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0454767"/>
        <c:axId val="1376912511"/>
      </c:lineChart>
      <c:catAx>
        <c:axId val="1210454767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376912511"/>
        <c:crosses val="autoZero"/>
        <c:auto val="1"/>
        <c:lblAlgn val="ctr"/>
        <c:lblOffset val="100"/>
        <c:noMultiLvlLbl val="0"/>
      </c:catAx>
      <c:valAx>
        <c:axId val="137691251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10454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s-A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219225721784777"/>
          <c:y val="5.0925925925925923E-2"/>
          <c:w val="0.87734448818897648"/>
          <c:h val="0.75543927954937018"/>
        </c:manualLayout>
      </c:layout>
      <c:barChart>
        <c:barDir val="col"/>
        <c:grouping val="stacked"/>
        <c:varyColors val="0"/>
        <c:ser>
          <c:idx val="0"/>
          <c:order val="0"/>
          <c:tx>
            <c:v>Consumo privado</c:v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'3.1.1'!$A$137:$A$152</c:f>
              <c:numCache>
                <c:formatCode>@</c:formatCode>
                <c:ptCount val="16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</c:numCache>
            </c:numRef>
          </c:cat>
          <c:val>
            <c:numRef>
              <c:f>'3.1.1'!$R$137:$R$152</c:f>
              <c:numCache>
                <c:formatCode>#,##0\ \ </c:formatCode>
                <c:ptCount val="16"/>
                <c:pt idx="0">
                  <c:v>41577.899232785945</c:v>
                </c:pt>
                <c:pt idx="1">
                  <c:v>43806.574623730339</c:v>
                </c:pt>
                <c:pt idx="2">
                  <c:v>44420.423705624431</c:v>
                </c:pt>
                <c:pt idx="3">
                  <c:v>42532.655156434033</c:v>
                </c:pt>
                <c:pt idx="4">
                  <c:v>46545.909911540104</c:v>
                </c:pt>
                <c:pt idx="5">
                  <c:v>43392.602186786709</c:v>
                </c:pt>
                <c:pt idx="6">
                  <c:v>47735.117048033229</c:v>
                </c:pt>
                <c:pt idx="7">
                  <c:v>52866.765959422759</c:v>
                </c:pt>
                <c:pt idx="8">
                  <c:v>55344.075444212569</c:v>
                </c:pt>
                <c:pt idx="9">
                  <c:v>56448.217832459224</c:v>
                </c:pt>
                <c:pt idx="10">
                  <c:v>56023.058677718342</c:v>
                </c:pt>
                <c:pt idx="11">
                  <c:v>57235.802965252798</c:v>
                </c:pt>
                <c:pt idx="12">
                  <c:v>54618.777195249706</c:v>
                </c:pt>
                <c:pt idx="13">
                  <c:v>57809.24048232528</c:v>
                </c:pt>
                <c:pt idx="14">
                  <c:v>61943.161988450178</c:v>
                </c:pt>
                <c:pt idx="15">
                  <c:v>65967.082499097349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05-4B5F-B3D0-4706ED892743}"/>
            </c:ext>
          </c:extLst>
        </c:ser>
        <c:ser>
          <c:idx val="1"/>
          <c:order val="1"/>
          <c:tx>
            <c:v>Consumo público</c:v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'3.1.1'!$A$137:$A$152</c:f>
              <c:numCache>
                <c:formatCode>@</c:formatCode>
                <c:ptCount val="16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</c:numCache>
            </c:numRef>
          </c:cat>
          <c:val>
            <c:numRef>
              <c:f>'3.1.1'!$V$137:$V$152</c:f>
              <c:numCache>
                <c:formatCode>#,##0.0\ \ </c:formatCode>
                <c:ptCount val="16"/>
                <c:pt idx="0">
                  <c:v>5433.5746250197772</c:v>
                </c:pt>
                <c:pt idx="1">
                  <c:v>5541.5175030931778</c:v>
                </c:pt>
                <c:pt idx="2">
                  <c:v>5831.6139879154407</c:v>
                </c:pt>
                <c:pt idx="3">
                  <c:v>6384.8212380416162</c:v>
                </c:pt>
                <c:pt idx="4">
                  <c:v>7940.5479682744945</c:v>
                </c:pt>
                <c:pt idx="5">
                  <c:v>9021.3260349844131</c:v>
                </c:pt>
                <c:pt idx="6">
                  <c:v>8797.344562982109</c:v>
                </c:pt>
                <c:pt idx="7">
                  <c:v>9358.6475289637892</c:v>
                </c:pt>
                <c:pt idx="8" formatCode="#,##0\ \ ">
                  <c:v>11138.355731198973</c:v>
                </c:pt>
                <c:pt idx="9" formatCode="#,##0\ \ ">
                  <c:v>10241.080557213836</c:v>
                </c:pt>
                <c:pt idx="10" formatCode="#,##0\ \ ">
                  <c:v>10411.090590179441</c:v>
                </c:pt>
                <c:pt idx="11" formatCode="#,##0\ \ ">
                  <c:v>10464.554899941641</c:v>
                </c:pt>
                <c:pt idx="12" formatCode="#,##0\ \ ">
                  <c:v>10285.377213171028</c:v>
                </c:pt>
                <c:pt idx="13">
                  <c:v>9848.9928470038958</c:v>
                </c:pt>
                <c:pt idx="14" formatCode="#,##0\ \ ">
                  <c:v>10184.228519026328</c:v>
                </c:pt>
                <c:pt idx="15" formatCode="#,##0\ \ ">
                  <c:v>11022.317699082412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05-4B5F-B3D0-4706ED8927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60218232"/>
        <c:axId val="460215936"/>
      </c:barChart>
      <c:catAx>
        <c:axId val="46021823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460215936"/>
        <c:crosses val="autoZero"/>
        <c:auto val="1"/>
        <c:lblAlgn val="ctr"/>
        <c:lblOffset val="100"/>
        <c:noMultiLvlLbl val="0"/>
      </c:catAx>
      <c:valAx>
        <c:axId val="460215936"/>
        <c:scaling>
          <c:orientation val="minMax"/>
        </c:scaling>
        <c:delete val="0"/>
        <c:axPos val="l"/>
        <c:numFmt formatCode="#,##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460218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0405417916527798"/>
          <c:y val="6.9434656514118665E-3"/>
          <c:w val="0.5418298760455188"/>
          <c:h val="8.27639521534644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57150">
              <a:solidFill>
                <a:schemeClr val="accent1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Hoja13!$A$2:$A$27</c:f>
              <c:numCache>
                <c:formatCode>@</c:formatCode>
                <c:ptCount val="26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  <c:pt idx="21">
                  <c:v>1951</c:v>
                </c:pt>
                <c:pt idx="22">
                  <c:v>1952</c:v>
                </c:pt>
                <c:pt idx="23">
                  <c:v>1953</c:v>
                </c:pt>
                <c:pt idx="24">
                  <c:v>1954</c:v>
                </c:pt>
                <c:pt idx="25">
                  <c:v>1955</c:v>
                </c:pt>
              </c:numCache>
            </c:numRef>
          </c:cat>
          <c:val>
            <c:numRef>
              <c:f>Hoja13!$C$2:$C$27</c:f>
              <c:numCache>
                <c:formatCode>General</c:formatCode>
                <c:ptCount val="26"/>
                <c:pt idx="0">
                  <c:v>100</c:v>
                </c:pt>
                <c:pt idx="1">
                  <c:v>92.736077481840226</c:v>
                </c:pt>
                <c:pt idx="2">
                  <c:v>88.256658595641653</c:v>
                </c:pt>
                <c:pt idx="3">
                  <c:v>92.009685230024189</c:v>
                </c:pt>
                <c:pt idx="4">
                  <c:v>84.019370460048421</c:v>
                </c:pt>
                <c:pt idx="5">
                  <c:v>91.16222760290556</c:v>
                </c:pt>
                <c:pt idx="6">
                  <c:v>94.067796610169481</c:v>
                </c:pt>
                <c:pt idx="7">
                  <c:v>97.094430992736051</c:v>
                </c:pt>
                <c:pt idx="8">
                  <c:v>96.125907990314758</c:v>
                </c:pt>
                <c:pt idx="9">
                  <c:v>98.668280871670689</c:v>
                </c:pt>
                <c:pt idx="10">
                  <c:v>101.81598062953994</c:v>
                </c:pt>
                <c:pt idx="11">
                  <c:v>104.84261501210651</c:v>
                </c:pt>
                <c:pt idx="12">
                  <c:v>113.92251815980615</c:v>
                </c:pt>
                <c:pt idx="13">
                  <c:v>121.065375302663</c:v>
                </c:pt>
                <c:pt idx="14">
                  <c:v>130.62953995157383</c:v>
                </c:pt>
                <c:pt idx="15">
                  <c:v>147.45762711864455</c:v>
                </c:pt>
                <c:pt idx="16">
                  <c:v>167.02522133413825</c:v>
                </c:pt>
                <c:pt idx="17">
                  <c:v>228.96391921533501</c:v>
                </c:pt>
                <c:pt idx="18">
                  <c:v>325.4245856830953</c:v>
                </c:pt>
                <c:pt idx="19">
                  <c:v>430.56870213477032</c:v>
                </c:pt>
                <c:pt idx="20">
                  <c:v>524.22495044170842</c:v>
                </c:pt>
                <c:pt idx="21">
                  <c:v>654.41661907820139</c:v>
                </c:pt>
                <c:pt idx="22">
                  <c:v>829.71498797413426</c:v>
                </c:pt>
                <c:pt idx="23">
                  <c:v>902.60412070536836</c:v>
                </c:pt>
                <c:pt idx="24">
                  <c:v>1033.8569661382621</c:v>
                </c:pt>
                <c:pt idx="25">
                  <c:v>1127.0091603652911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03-43C8-AA39-110BDC7E5D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0621952"/>
        <c:axId val="80623488"/>
      </c:lineChart>
      <c:catAx>
        <c:axId val="80621952"/>
        <c:scaling>
          <c:orientation val="minMax"/>
        </c:scaling>
        <c:delete val="0"/>
        <c:axPos val="b"/>
        <c:numFmt formatCode="@" sourceLinked="1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80623488"/>
        <c:crosses val="autoZero"/>
        <c:auto val="1"/>
        <c:lblAlgn val="ctr"/>
        <c:lblOffset val="100"/>
        <c:noMultiLvlLbl val="0"/>
      </c:catAx>
      <c:valAx>
        <c:axId val="806234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crossAx val="80621952"/>
        <c:crosses val="autoZero"/>
        <c:crossBetween val="between"/>
      </c:valAx>
    </c:plotArea>
    <c:plotVisOnly val="1"/>
    <c:dispBlanksAs val="gap"/>
    <c:showDLblsOverMax val="0"/>
  </c:chart>
  <c:spPr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412729658792652"/>
          <c:y val="5.1400554097404488E-2"/>
          <c:w val="0.86140244969378865"/>
          <c:h val="0.7209350559312"/>
        </c:manualLayout>
      </c:layout>
      <c:lineChart>
        <c:grouping val="standard"/>
        <c:varyColors val="0"/>
        <c:ser>
          <c:idx val="0"/>
          <c:order val="0"/>
          <c:spPr>
            <a:ln w="57150">
              <a:solidFill>
                <a:schemeClr val="accent1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Hoja13!$A$2:$A$27</c:f>
              <c:numCache>
                <c:formatCode>@</c:formatCode>
                <c:ptCount val="26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  <c:pt idx="21">
                  <c:v>1951</c:v>
                </c:pt>
                <c:pt idx="22">
                  <c:v>1952</c:v>
                </c:pt>
                <c:pt idx="23">
                  <c:v>1953</c:v>
                </c:pt>
                <c:pt idx="24">
                  <c:v>1954</c:v>
                </c:pt>
                <c:pt idx="25">
                  <c:v>1955</c:v>
                </c:pt>
              </c:numCache>
            </c:numRef>
          </c:cat>
          <c:val>
            <c:numRef>
              <c:f>Hoja13!$E$2:$E$27</c:f>
              <c:numCache>
                <c:formatCode>General</c:formatCode>
                <c:ptCount val="26"/>
                <c:pt idx="0">
                  <c:v>100</c:v>
                </c:pt>
                <c:pt idx="1">
                  <c:v>107.74538481994148</c:v>
                </c:pt>
                <c:pt idx="2">
                  <c:v>114.29095135211027</c:v>
                </c:pt>
                <c:pt idx="3">
                  <c:v>105.63657863618403</c:v>
                </c:pt>
                <c:pt idx="4">
                  <c:v>108.8037314655204</c:v>
                </c:pt>
                <c:pt idx="5">
                  <c:v>111.38971275491805</c:v>
                </c:pt>
                <c:pt idx="6">
                  <c:v>105.96748585308906</c:v>
                </c:pt>
                <c:pt idx="7">
                  <c:v>106.56151669795609</c:v>
                </c:pt>
                <c:pt idx="8">
                  <c:v>106.20271106586014</c:v>
                </c:pt>
                <c:pt idx="9">
                  <c:v>107.32606972279915</c:v>
                </c:pt>
                <c:pt idx="10">
                  <c:v>108.32142513857295</c:v>
                </c:pt>
                <c:pt idx="11">
                  <c:v>108.66560539376322</c:v>
                </c:pt>
                <c:pt idx="12">
                  <c:v>111.73857305740462</c:v>
                </c:pt>
                <c:pt idx="13">
                  <c:v>117.43466601230432</c:v>
                </c:pt>
                <c:pt idx="14">
                  <c:v>127.10633659188373</c:v>
                </c:pt>
                <c:pt idx="15">
                  <c:v>119.82262856247866</c:v>
                </c:pt>
                <c:pt idx="16">
                  <c:v>115.33962523540249</c:v>
                </c:pt>
                <c:pt idx="17">
                  <c:v>139.24885858481747</c:v>
                </c:pt>
                <c:pt idx="18">
                  <c:v>174.99422589570602</c:v>
                </c:pt>
                <c:pt idx="19">
                  <c:v>176.61161305871943</c:v>
                </c:pt>
                <c:pt idx="20">
                  <c:v>171.2857598057532</c:v>
                </c:pt>
                <c:pt idx="21">
                  <c:v>156.38615059094678</c:v>
                </c:pt>
                <c:pt idx="22">
                  <c:v>143.04751090321122</c:v>
                </c:pt>
                <c:pt idx="23">
                  <c:v>149.62346543782832</c:v>
                </c:pt>
                <c:pt idx="24">
                  <c:v>165.02814234073787</c:v>
                </c:pt>
                <c:pt idx="25">
                  <c:v>160.16809006505957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0E-4B06-B584-FD965DA308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0652544"/>
        <c:axId val="80666624"/>
      </c:lineChart>
      <c:catAx>
        <c:axId val="80652544"/>
        <c:scaling>
          <c:orientation val="minMax"/>
        </c:scaling>
        <c:delete val="0"/>
        <c:axPos val="b"/>
        <c:numFmt formatCode="@" sourceLinked="1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80666624"/>
        <c:crosses val="autoZero"/>
        <c:auto val="1"/>
        <c:lblAlgn val="ctr"/>
        <c:lblOffset val="100"/>
        <c:noMultiLvlLbl val="0"/>
      </c:catAx>
      <c:valAx>
        <c:axId val="80666624"/>
        <c:scaling>
          <c:orientation val="minMax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crossAx val="80652544"/>
        <c:crosses val="autoZero"/>
        <c:crossBetween val="between"/>
      </c:valAx>
    </c:plotArea>
    <c:plotVisOnly val="1"/>
    <c:dispBlanksAs val="gap"/>
    <c:showDLblsOverMax val="0"/>
  </c:chart>
  <c:spPr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57150">
              <a:solidFill>
                <a:schemeClr val="accent1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Hoja7!$A$3:$A$18</c:f>
              <c:numCache>
                <c:formatCode>@</c:formatCode>
                <c:ptCount val="16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</c:numCache>
            </c:numRef>
          </c:cat>
          <c:val>
            <c:numRef>
              <c:f>Hoja7!$C$3:$C$18</c:f>
              <c:numCache>
                <c:formatCode>#,##0.00\ \ </c:formatCode>
                <c:ptCount val="16"/>
                <c:pt idx="0">
                  <c:v>100</c:v>
                </c:pt>
                <c:pt idx="1">
                  <c:v>89.601356735196788</c:v>
                </c:pt>
                <c:pt idx="2">
                  <c:v>87.080187242501154</c:v>
                </c:pt>
                <c:pt idx="3">
                  <c:v>89.213979578332427</c:v>
                </c:pt>
                <c:pt idx="4">
                  <c:v>98.553801955918786</c:v>
                </c:pt>
                <c:pt idx="5">
                  <c:v>99.293884138142602</c:v>
                </c:pt>
                <c:pt idx="6">
                  <c:v>104.30664621312845</c:v>
                </c:pt>
                <c:pt idx="7">
                  <c:v>113.03324076041689</c:v>
                </c:pt>
                <c:pt idx="8">
                  <c:v>105.33076603105228</c:v>
                </c:pt>
                <c:pt idx="9">
                  <c:v>62.852920965426776</c:v>
                </c:pt>
                <c:pt idx="10">
                  <c:v>85.971063182741673</c:v>
                </c:pt>
                <c:pt idx="11">
                  <c:v>66.696510464230442</c:v>
                </c:pt>
                <c:pt idx="12">
                  <c:v>47.007196016959021</c:v>
                </c:pt>
                <c:pt idx="13">
                  <c:v>76.894149809073127</c:v>
                </c:pt>
                <c:pt idx="14">
                  <c:v>81.1164216294287</c:v>
                </c:pt>
                <c:pt idx="15">
                  <c:v>71.397561062833034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AB-41B9-9E3D-B4FCC2279A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948800"/>
        <c:axId val="77950336"/>
      </c:lineChart>
      <c:catAx>
        <c:axId val="77948800"/>
        <c:scaling>
          <c:orientation val="minMax"/>
        </c:scaling>
        <c:delete val="0"/>
        <c:axPos val="b"/>
        <c:numFmt formatCode="@" sourceLinked="1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77950336"/>
        <c:crosses val="autoZero"/>
        <c:auto val="1"/>
        <c:lblAlgn val="ctr"/>
        <c:lblOffset val="100"/>
        <c:noMultiLvlLbl val="0"/>
      </c:catAx>
      <c:valAx>
        <c:axId val="7795033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77948800"/>
        <c:crosses val="autoZero"/>
        <c:crossBetween val="between"/>
      </c:valAx>
    </c:plotArea>
    <c:plotVisOnly val="1"/>
    <c:dispBlanksAs val="gap"/>
    <c:showDLblsOverMax val="0"/>
  </c:chart>
  <c:spPr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38394290027692"/>
          <c:y val="4.4880466439374891E-2"/>
          <c:w val="0.8725797018578465"/>
          <c:h val="0.76208364908045034"/>
        </c:manualLayout>
      </c:layout>
      <c:lineChart>
        <c:grouping val="standard"/>
        <c:varyColors val="0"/>
        <c:ser>
          <c:idx val="0"/>
          <c:order val="0"/>
          <c:tx>
            <c:strRef>
              <c:f>'Punto 1'!$G$2</c:f>
              <c:strCache>
                <c:ptCount val="1"/>
                <c:pt idx="0">
                  <c:v>Trigo</c:v>
                </c:pt>
              </c:strCache>
            </c:strRef>
          </c:tx>
          <c:spPr>
            <a:ln w="38100">
              <a:solidFill>
                <a:schemeClr val="accent1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'Punto 1'!$F$4:$F$24</c:f>
              <c:numCache>
                <c:formatCode>0</c:formatCode>
                <c:ptCount val="21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</c:numCache>
            </c:numRef>
          </c:cat>
          <c:val>
            <c:numRef>
              <c:f>'Punto 1'!$G$4:$G$24</c:f>
              <c:numCache>
                <c:formatCode>#,##0\ \ </c:formatCode>
                <c:ptCount val="21"/>
                <c:pt idx="0">
                  <c:v>4670309</c:v>
                </c:pt>
                <c:pt idx="1">
                  <c:v>9767201</c:v>
                </c:pt>
                <c:pt idx="2">
                  <c:v>7055387</c:v>
                </c:pt>
                <c:pt idx="3">
                  <c:v>5018861</c:v>
                </c:pt>
                <c:pt idx="4">
                  <c:v>5471119</c:v>
                </c:pt>
                <c:pt idx="5">
                  <c:v>7051460</c:v>
                </c:pt>
                <c:pt idx="6">
                  <c:v>8381690</c:v>
                </c:pt>
                <c:pt idx="7">
                  <c:v>9087363</c:v>
                </c:pt>
                <c:pt idx="8">
                  <c:v>2642150</c:v>
                </c:pt>
                <c:pt idx="9">
                  <c:v>3196073</c:v>
                </c:pt>
                <c:pt idx="10">
                  <c:v>1874707</c:v>
                </c:pt>
                <c:pt idx="11">
                  <c:v>553099</c:v>
                </c:pt>
                <c:pt idx="12">
                  <c:v>219859</c:v>
                </c:pt>
                <c:pt idx="13">
                  <c:v>190408</c:v>
                </c:pt>
                <c:pt idx="14">
                  <c:v>549591</c:v>
                </c:pt>
                <c:pt idx="15">
                  <c:v>571800</c:v>
                </c:pt>
                <c:pt idx="16">
                  <c:v>2200000</c:v>
                </c:pt>
                <c:pt idx="17">
                  <c:v>2366130</c:v>
                </c:pt>
                <c:pt idx="18">
                  <c:v>2533659</c:v>
                </c:pt>
                <c:pt idx="19">
                  <c:v>1063200</c:v>
                </c:pt>
                <c:pt idx="20">
                  <c:v>793600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C5-4CE8-8A94-95F7617B4160}"/>
            </c:ext>
          </c:extLst>
        </c:ser>
        <c:ser>
          <c:idx val="1"/>
          <c:order val="1"/>
          <c:tx>
            <c:strRef>
              <c:f>'Punto 1'!$H$2</c:f>
              <c:strCache>
                <c:ptCount val="1"/>
                <c:pt idx="0">
                  <c:v>Maíz</c:v>
                </c:pt>
              </c:strCache>
            </c:strRef>
          </c:tx>
          <c:spPr>
            <a:ln w="38100">
              <a:solidFill>
                <a:schemeClr val="accent1">
                  <a:lumMod val="75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'Punto 1'!$F$4:$F$24</c:f>
              <c:numCache>
                <c:formatCode>0</c:formatCode>
                <c:ptCount val="21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</c:numCache>
            </c:numRef>
          </c:cat>
          <c:val>
            <c:numRef>
              <c:f>'Punto 1'!$H$4:$H$24</c:f>
              <c:numCache>
                <c:formatCode>#,##0\ \ </c:formatCode>
                <c:ptCount val="21"/>
                <c:pt idx="0">
                  <c:v>2213389</c:v>
                </c:pt>
                <c:pt idx="1">
                  <c:v>3638682</c:v>
                </c:pt>
                <c:pt idx="2">
                  <c:v>3441882</c:v>
                </c:pt>
                <c:pt idx="3">
                  <c:v>3929223</c:v>
                </c:pt>
                <c:pt idx="4">
                  <c:v>4793747</c:v>
                </c:pt>
                <c:pt idx="5">
                  <c:v>3860043</c:v>
                </c:pt>
                <c:pt idx="6">
                  <c:v>1610386</c:v>
                </c:pt>
                <c:pt idx="7">
                  <c:v>3887195</c:v>
                </c:pt>
                <c:pt idx="8">
                  <c:v>1940356</c:v>
                </c:pt>
                <c:pt idx="9">
                  <c:v>4745944</c:v>
                </c:pt>
                <c:pt idx="10">
                  <c:v>3640101</c:v>
                </c:pt>
                <c:pt idx="11">
                  <c:v>2389673</c:v>
                </c:pt>
                <c:pt idx="12">
                  <c:v>2176189</c:v>
                </c:pt>
                <c:pt idx="13">
                  <c:v>1955447</c:v>
                </c:pt>
                <c:pt idx="14">
                  <c:v>2326440</c:v>
                </c:pt>
                <c:pt idx="15">
                  <c:v>2357600</c:v>
                </c:pt>
                <c:pt idx="16">
                  <c:v>1387400</c:v>
                </c:pt>
                <c:pt idx="17">
                  <c:v>2284120</c:v>
                </c:pt>
                <c:pt idx="18">
                  <c:v>2173928</c:v>
                </c:pt>
                <c:pt idx="19">
                  <c:v>1847100</c:v>
                </c:pt>
                <c:pt idx="20">
                  <c:v>2767100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C5-4CE8-8A94-95F7617B41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0422016"/>
        <c:axId val="80423552"/>
      </c:lineChart>
      <c:catAx>
        <c:axId val="80422016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80423552"/>
        <c:crosses val="autoZero"/>
        <c:auto val="1"/>
        <c:lblAlgn val="ctr"/>
        <c:lblOffset val="100"/>
        <c:noMultiLvlLbl val="0"/>
      </c:catAx>
      <c:valAx>
        <c:axId val="80423552"/>
        <c:scaling>
          <c:orientation val="minMax"/>
        </c:scaling>
        <c:delete val="0"/>
        <c:axPos val="l"/>
        <c:numFmt formatCode="#,##0\ \ " sourceLinked="1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crossAx val="80422016"/>
        <c:crosses val="autoZero"/>
        <c:crossBetween val="between"/>
        <c:dispUnits>
          <c:builtInUnit val="millions"/>
          <c:dispUnitsLbl/>
        </c:dispUnits>
      </c:valAx>
    </c:plotArea>
    <c:legend>
      <c:legendPos val="r"/>
      <c:layout>
        <c:manualLayout>
          <c:xMode val="edge"/>
          <c:yMode val="edge"/>
          <c:x val="0.26476454196220839"/>
          <c:y val="1.7195435996332106E-2"/>
          <c:w val="0.54412655813521649"/>
          <c:h val="6.2750563052946434E-2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8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Hoja10!$B$1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</c:spPr>
          <c:invertIfNegative val="0"/>
          <c:cat>
            <c:numRef>
              <c:f>Hoja10!$A$2:$A$12</c:f>
              <c:numCache>
                <c:formatCode>0</c:formatCode>
                <c:ptCount val="1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</c:numCache>
            </c:numRef>
          </c:cat>
          <c:val>
            <c:numRef>
              <c:f>Hoja10!$B$2:$B$12</c:f>
              <c:numCache>
                <c:formatCode>#,##0.00\ \ </c:formatCode>
                <c:ptCount val="11"/>
                <c:pt idx="0">
                  <c:v>430.2</c:v>
                </c:pt>
                <c:pt idx="1">
                  <c:v>458.3</c:v>
                </c:pt>
                <c:pt idx="2">
                  <c:v>505.3</c:v>
                </c:pt>
                <c:pt idx="3">
                  <c:v>611.4</c:v>
                </c:pt>
                <c:pt idx="4">
                  <c:v>686.5</c:v>
                </c:pt>
                <c:pt idx="5">
                  <c:v>737.6</c:v>
                </c:pt>
                <c:pt idx="6" formatCode="#,##0.0\ \ ">
                  <c:v>1175.3</c:v>
                </c:pt>
                <c:pt idx="7" formatCode="#,##0.0\ \ ">
                  <c:v>1614.3</c:v>
                </c:pt>
                <c:pt idx="8" formatCode="#,##0.0\ \ ">
                  <c:v>1626.8</c:v>
                </c:pt>
                <c:pt idx="9">
                  <c:v>933.8</c:v>
                </c:pt>
                <c:pt idx="10" formatCode="#,##0.0\ \ ">
                  <c:v>1167.5999999999999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C7-475C-91F7-C30114080146}"/>
            </c:ext>
          </c:extLst>
        </c:ser>
        <c:ser>
          <c:idx val="1"/>
          <c:order val="1"/>
          <c:tx>
            <c:strRef>
              <c:f>Hoja10!$C$1</c:f>
              <c:strCache>
                <c:ptCount val="1"/>
                <c:pt idx="0">
                  <c:v>M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</c:spPr>
          <c:invertIfNegative val="0"/>
          <c:cat>
            <c:numRef>
              <c:f>Hoja10!$A$2:$A$12</c:f>
              <c:numCache>
                <c:formatCode>0</c:formatCode>
                <c:ptCount val="1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</c:numCache>
            </c:numRef>
          </c:cat>
          <c:val>
            <c:numRef>
              <c:f>Hoja10!$C$2:$C$12</c:f>
              <c:numCache>
                <c:formatCode>#,##0.00\ \ </c:formatCode>
                <c:ptCount val="11"/>
                <c:pt idx="0">
                  <c:v>380.9</c:v>
                </c:pt>
                <c:pt idx="1">
                  <c:v>325</c:v>
                </c:pt>
                <c:pt idx="2">
                  <c:v>319</c:v>
                </c:pt>
                <c:pt idx="3">
                  <c:v>238.9</c:v>
                </c:pt>
                <c:pt idx="4">
                  <c:v>267.3</c:v>
                </c:pt>
                <c:pt idx="5">
                  <c:v>308.2</c:v>
                </c:pt>
                <c:pt idx="6">
                  <c:v>675.4</c:v>
                </c:pt>
                <c:pt idx="7" formatCode="#,##0.0\ \ ">
                  <c:v>1584.5</c:v>
                </c:pt>
                <c:pt idx="8" formatCode="#,##0.0\ \ ">
                  <c:v>1590.4</c:v>
                </c:pt>
                <c:pt idx="9" formatCode="#,##0.0\ \ ">
                  <c:v>1072.5999999999999</c:v>
                </c:pt>
                <c:pt idx="10" formatCode="#,##0.0\ \ ">
                  <c:v>1045.4000000000001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C7-475C-91F7-C301140801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8014720"/>
        <c:axId val="78028800"/>
      </c:barChart>
      <c:lineChart>
        <c:grouping val="standard"/>
        <c:varyColors val="0"/>
        <c:ser>
          <c:idx val="2"/>
          <c:order val="2"/>
          <c:tx>
            <c:strRef>
              <c:f>Hoja10!$D$1</c:f>
              <c:strCache>
                <c:ptCount val="1"/>
                <c:pt idx="0">
                  <c:v>BC</c:v>
                </c:pt>
              </c:strCache>
            </c:strRef>
          </c:tx>
          <c:spPr>
            <a:ln w="57150">
              <a:solidFill>
                <a:schemeClr val="accent1">
                  <a:lumMod val="75000"/>
                </a:schemeClr>
              </a:solidFill>
            </a:ln>
          </c:spPr>
          <c:marker>
            <c:symbol val="none"/>
          </c:marker>
          <c:cat>
            <c:numRef>
              <c:f>Hoja10!$A$2:$A$12</c:f>
              <c:numCache>
                <c:formatCode>0</c:formatCode>
                <c:ptCount val="1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</c:numCache>
            </c:numRef>
          </c:cat>
          <c:val>
            <c:numRef>
              <c:f>Hoja10!$D$2:$D$12</c:f>
              <c:numCache>
                <c:formatCode>#,##0.00\ \ </c:formatCode>
                <c:ptCount val="11"/>
                <c:pt idx="0">
                  <c:v>49.3</c:v>
                </c:pt>
                <c:pt idx="1">
                  <c:v>133.30000000000001</c:v>
                </c:pt>
                <c:pt idx="2">
                  <c:v>186.3</c:v>
                </c:pt>
                <c:pt idx="3">
                  <c:v>372.5</c:v>
                </c:pt>
                <c:pt idx="4">
                  <c:v>419.2</c:v>
                </c:pt>
                <c:pt idx="5">
                  <c:v>429.4</c:v>
                </c:pt>
                <c:pt idx="6">
                  <c:v>499.9</c:v>
                </c:pt>
                <c:pt idx="7">
                  <c:v>29.8</c:v>
                </c:pt>
                <c:pt idx="8">
                  <c:v>36.399999999999913</c:v>
                </c:pt>
                <c:pt idx="9">
                  <c:v>-138.80000000000001</c:v>
                </c:pt>
                <c:pt idx="10">
                  <c:v>122.2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0C7-475C-91F7-C301140801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014720"/>
        <c:axId val="78028800"/>
      </c:lineChart>
      <c:catAx>
        <c:axId val="78014720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low"/>
        <c:spPr>
          <a:ln>
            <a:solidFill>
              <a:schemeClr val="accent1">
                <a:lumMod val="50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78028800"/>
        <c:crosses val="autoZero"/>
        <c:auto val="1"/>
        <c:lblAlgn val="ctr"/>
        <c:lblOffset val="100"/>
        <c:noMultiLvlLbl val="0"/>
      </c:catAx>
      <c:valAx>
        <c:axId val="7802880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crossAx val="78014720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38100" cap="rnd">
              <a:solidFill>
                <a:schemeClr val="tx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INFLA!$A$2:$A$145</c:f>
              <c:numCache>
                <c:formatCode>mmm\-yy</c:formatCode>
                <c:ptCount val="144"/>
                <c:pt idx="0">
                  <c:v>16072</c:v>
                </c:pt>
                <c:pt idx="1">
                  <c:v>16103</c:v>
                </c:pt>
                <c:pt idx="2">
                  <c:v>16132</c:v>
                </c:pt>
                <c:pt idx="3">
                  <c:v>16163</c:v>
                </c:pt>
                <c:pt idx="4">
                  <c:v>16193</c:v>
                </c:pt>
                <c:pt idx="5">
                  <c:v>16224</c:v>
                </c:pt>
                <c:pt idx="6">
                  <c:v>16254</c:v>
                </c:pt>
                <c:pt idx="7">
                  <c:v>16285</c:v>
                </c:pt>
                <c:pt idx="8">
                  <c:v>16316</c:v>
                </c:pt>
                <c:pt idx="9">
                  <c:v>16346</c:v>
                </c:pt>
                <c:pt idx="10">
                  <c:v>16377</c:v>
                </c:pt>
                <c:pt idx="11">
                  <c:v>16407</c:v>
                </c:pt>
                <c:pt idx="12">
                  <c:v>16438</c:v>
                </c:pt>
                <c:pt idx="13">
                  <c:v>16469</c:v>
                </c:pt>
                <c:pt idx="14">
                  <c:v>16497</c:v>
                </c:pt>
                <c:pt idx="15">
                  <c:v>16528</c:v>
                </c:pt>
                <c:pt idx="16">
                  <c:v>16558</c:v>
                </c:pt>
                <c:pt idx="17">
                  <c:v>16589</c:v>
                </c:pt>
                <c:pt idx="18">
                  <c:v>16619</c:v>
                </c:pt>
                <c:pt idx="19">
                  <c:v>16650</c:v>
                </c:pt>
                <c:pt idx="20">
                  <c:v>16681</c:v>
                </c:pt>
                <c:pt idx="21">
                  <c:v>16711</c:v>
                </c:pt>
                <c:pt idx="22">
                  <c:v>16742</c:v>
                </c:pt>
                <c:pt idx="23">
                  <c:v>16772</c:v>
                </c:pt>
                <c:pt idx="24">
                  <c:v>16803</c:v>
                </c:pt>
                <c:pt idx="25">
                  <c:v>16834</c:v>
                </c:pt>
                <c:pt idx="26">
                  <c:v>16862</c:v>
                </c:pt>
                <c:pt idx="27">
                  <c:v>16893</c:v>
                </c:pt>
                <c:pt idx="28">
                  <c:v>16923</c:v>
                </c:pt>
                <c:pt idx="29">
                  <c:v>16954</c:v>
                </c:pt>
                <c:pt idx="30">
                  <c:v>16984</c:v>
                </c:pt>
                <c:pt idx="31">
                  <c:v>17015</c:v>
                </c:pt>
                <c:pt idx="32">
                  <c:v>17046</c:v>
                </c:pt>
                <c:pt idx="33">
                  <c:v>17076</c:v>
                </c:pt>
                <c:pt idx="34">
                  <c:v>17107</c:v>
                </c:pt>
                <c:pt idx="35">
                  <c:v>17137</c:v>
                </c:pt>
                <c:pt idx="36">
                  <c:v>17168</c:v>
                </c:pt>
                <c:pt idx="37">
                  <c:v>17199</c:v>
                </c:pt>
                <c:pt idx="38">
                  <c:v>17227</c:v>
                </c:pt>
                <c:pt idx="39">
                  <c:v>17258</c:v>
                </c:pt>
                <c:pt idx="40">
                  <c:v>17288</c:v>
                </c:pt>
                <c:pt idx="41">
                  <c:v>17319</c:v>
                </c:pt>
                <c:pt idx="42">
                  <c:v>17349</c:v>
                </c:pt>
                <c:pt idx="43">
                  <c:v>17380</c:v>
                </c:pt>
                <c:pt idx="44">
                  <c:v>17411</c:v>
                </c:pt>
                <c:pt idx="45">
                  <c:v>17441</c:v>
                </c:pt>
                <c:pt idx="46">
                  <c:v>17472</c:v>
                </c:pt>
                <c:pt idx="47">
                  <c:v>17502</c:v>
                </c:pt>
                <c:pt idx="48">
                  <c:v>17533</c:v>
                </c:pt>
                <c:pt idx="49">
                  <c:v>17564</c:v>
                </c:pt>
                <c:pt idx="50">
                  <c:v>17593</c:v>
                </c:pt>
                <c:pt idx="51">
                  <c:v>17624</c:v>
                </c:pt>
                <c:pt idx="52">
                  <c:v>17654</c:v>
                </c:pt>
                <c:pt idx="53">
                  <c:v>17685</c:v>
                </c:pt>
                <c:pt idx="54">
                  <c:v>17715</c:v>
                </c:pt>
                <c:pt idx="55">
                  <c:v>17746</c:v>
                </c:pt>
                <c:pt idx="56">
                  <c:v>17777</c:v>
                </c:pt>
                <c:pt idx="57">
                  <c:v>17807</c:v>
                </c:pt>
                <c:pt idx="58">
                  <c:v>17838</c:v>
                </c:pt>
                <c:pt idx="59">
                  <c:v>17868</c:v>
                </c:pt>
                <c:pt idx="60">
                  <c:v>17899</c:v>
                </c:pt>
                <c:pt idx="61">
                  <c:v>17930</c:v>
                </c:pt>
                <c:pt idx="62">
                  <c:v>17958</c:v>
                </c:pt>
                <c:pt idx="63">
                  <c:v>17989</c:v>
                </c:pt>
                <c:pt idx="64">
                  <c:v>18019</c:v>
                </c:pt>
                <c:pt idx="65">
                  <c:v>18050</c:v>
                </c:pt>
                <c:pt idx="66">
                  <c:v>18080</c:v>
                </c:pt>
                <c:pt idx="67">
                  <c:v>18111</c:v>
                </c:pt>
                <c:pt idx="68">
                  <c:v>18142</c:v>
                </c:pt>
                <c:pt idx="69">
                  <c:v>18172</c:v>
                </c:pt>
                <c:pt idx="70">
                  <c:v>18203</c:v>
                </c:pt>
                <c:pt idx="71">
                  <c:v>18233</c:v>
                </c:pt>
                <c:pt idx="72">
                  <c:v>18264</c:v>
                </c:pt>
                <c:pt idx="73">
                  <c:v>18295</c:v>
                </c:pt>
                <c:pt idx="74">
                  <c:v>18323</c:v>
                </c:pt>
                <c:pt idx="75">
                  <c:v>18354</c:v>
                </c:pt>
                <c:pt idx="76">
                  <c:v>18384</c:v>
                </c:pt>
                <c:pt idx="77">
                  <c:v>18415</c:v>
                </c:pt>
                <c:pt idx="78">
                  <c:v>18445</c:v>
                </c:pt>
                <c:pt idx="79">
                  <c:v>18476</c:v>
                </c:pt>
                <c:pt idx="80">
                  <c:v>18507</c:v>
                </c:pt>
                <c:pt idx="81">
                  <c:v>18537</c:v>
                </c:pt>
                <c:pt idx="82">
                  <c:v>18568</c:v>
                </c:pt>
                <c:pt idx="83">
                  <c:v>18598</c:v>
                </c:pt>
                <c:pt idx="84">
                  <c:v>18629</c:v>
                </c:pt>
                <c:pt idx="85">
                  <c:v>18660</c:v>
                </c:pt>
                <c:pt idx="86">
                  <c:v>18688</c:v>
                </c:pt>
                <c:pt idx="87">
                  <c:v>18719</c:v>
                </c:pt>
                <c:pt idx="88">
                  <c:v>18749</c:v>
                </c:pt>
                <c:pt idx="89">
                  <c:v>18780</c:v>
                </c:pt>
                <c:pt idx="90">
                  <c:v>18810</c:v>
                </c:pt>
                <c:pt idx="91">
                  <c:v>18841</c:v>
                </c:pt>
                <c:pt idx="92">
                  <c:v>18872</c:v>
                </c:pt>
                <c:pt idx="93">
                  <c:v>18902</c:v>
                </c:pt>
                <c:pt idx="94">
                  <c:v>18933</c:v>
                </c:pt>
                <c:pt idx="95">
                  <c:v>18963</c:v>
                </c:pt>
                <c:pt idx="96">
                  <c:v>18994</c:v>
                </c:pt>
                <c:pt idx="97">
                  <c:v>19025</c:v>
                </c:pt>
                <c:pt idx="98">
                  <c:v>19054</c:v>
                </c:pt>
                <c:pt idx="99">
                  <c:v>19085</c:v>
                </c:pt>
                <c:pt idx="100">
                  <c:v>19115</c:v>
                </c:pt>
                <c:pt idx="101">
                  <c:v>19146</c:v>
                </c:pt>
                <c:pt idx="102">
                  <c:v>19176</c:v>
                </c:pt>
                <c:pt idx="103">
                  <c:v>19207</c:v>
                </c:pt>
                <c:pt idx="104">
                  <c:v>19238</c:v>
                </c:pt>
                <c:pt idx="105">
                  <c:v>19268</c:v>
                </c:pt>
                <c:pt idx="106">
                  <c:v>19299</c:v>
                </c:pt>
                <c:pt idx="107">
                  <c:v>19329</c:v>
                </c:pt>
                <c:pt idx="108">
                  <c:v>19360</c:v>
                </c:pt>
                <c:pt idx="109">
                  <c:v>19391</c:v>
                </c:pt>
                <c:pt idx="110">
                  <c:v>19419</c:v>
                </c:pt>
                <c:pt idx="111">
                  <c:v>19450</c:v>
                </c:pt>
                <c:pt idx="112">
                  <c:v>19480</c:v>
                </c:pt>
                <c:pt idx="113">
                  <c:v>19511</c:v>
                </c:pt>
                <c:pt idx="114">
                  <c:v>19541</c:v>
                </c:pt>
                <c:pt idx="115">
                  <c:v>19572</c:v>
                </c:pt>
                <c:pt idx="116">
                  <c:v>19603</c:v>
                </c:pt>
                <c:pt idx="117">
                  <c:v>19633</c:v>
                </c:pt>
                <c:pt idx="118">
                  <c:v>19664</c:v>
                </c:pt>
                <c:pt idx="119">
                  <c:v>19694</c:v>
                </c:pt>
                <c:pt idx="120">
                  <c:v>19725</c:v>
                </c:pt>
                <c:pt idx="121">
                  <c:v>19756</c:v>
                </c:pt>
                <c:pt idx="122">
                  <c:v>19784</c:v>
                </c:pt>
                <c:pt idx="123">
                  <c:v>19815</c:v>
                </c:pt>
                <c:pt idx="124">
                  <c:v>19845</c:v>
                </c:pt>
                <c:pt idx="125">
                  <c:v>19876</c:v>
                </c:pt>
                <c:pt idx="126">
                  <c:v>19906</c:v>
                </c:pt>
                <c:pt idx="127">
                  <c:v>19937</c:v>
                </c:pt>
                <c:pt idx="128">
                  <c:v>19968</c:v>
                </c:pt>
                <c:pt idx="129">
                  <c:v>19998</c:v>
                </c:pt>
                <c:pt idx="130">
                  <c:v>20029</c:v>
                </c:pt>
                <c:pt idx="131">
                  <c:v>20059</c:v>
                </c:pt>
                <c:pt idx="132">
                  <c:v>20090</c:v>
                </c:pt>
                <c:pt idx="133">
                  <c:v>20121</c:v>
                </c:pt>
                <c:pt idx="134">
                  <c:v>20149</c:v>
                </c:pt>
                <c:pt idx="135">
                  <c:v>20180</c:v>
                </c:pt>
                <c:pt idx="136">
                  <c:v>20210</c:v>
                </c:pt>
                <c:pt idx="137">
                  <c:v>20241</c:v>
                </c:pt>
                <c:pt idx="138">
                  <c:v>20271</c:v>
                </c:pt>
                <c:pt idx="139">
                  <c:v>20302</c:v>
                </c:pt>
                <c:pt idx="140">
                  <c:v>20333</c:v>
                </c:pt>
                <c:pt idx="141">
                  <c:v>20363</c:v>
                </c:pt>
                <c:pt idx="142">
                  <c:v>20394</c:v>
                </c:pt>
                <c:pt idx="143">
                  <c:v>20424</c:v>
                </c:pt>
              </c:numCache>
            </c:numRef>
          </c:cat>
          <c:val>
            <c:numRef>
              <c:f>INFLA!$B$2:$B$145</c:f>
              <c:numCache>
                <c:formatCode>#,#00</c:formatCode>
                <c:ptCount val="144"/>
                <c:pt idx="0">
                  <c:v>-3.3</c:v>
                </c:pt>
                <c:pt idx="1">
                  <c:v>-2.6</c:v>
                </c:pt>
                <c:pt idx="2">
                  <c:v>-3.5</c:v>
                </c:pt>
                <c:pt idx="3">
                  <c:v>-5.2</c:v>
                </c:pt>
                <c:pt idx="4">
                  <c:v>-4.8</c:v>
                </c:pt>
                <c:pt idx="5">
                  <c:v>-3.1</c:v>
                </c:pt>
                <c:pt idx="6">
                  <c:v>2.6</c:v>
                </c:pt>
                <c:pt idx="7">
                  <c:v>3</c:v>
                </c:pt>
                <c:pt idx="8">
                  <c:v>3.7</c:v>
                </c:pt>
                <c:pt idx="9">
                  <c:v>3.3</c:v>
                </c:pt>
                <c:pt idx="10">
                  <c:v>3.3</c:v>
                </c:pt>
                <c:pt idx="11">
                  <c:v>3.9</c:v>
                </c:pt>
                <c:pt idx="12">
                  <c:v>11.2</c:v>
                </c:pt>
                <c:pt idx="13">
                  <c:v>13.1</c:v>
                </c:pt>
                <c:pt idx="14">
                  <c:v>20.7</c:v>
                </c:pt>
                <c:pt idx="15">
                  <c:v>22.2</c:v>
                </c:pt>
                <c:pt idx="16">
                  <c:v>23.1</c:v>
                </c:pt>
                <c:pt idx="17">
                  <c:v>21</c:v>
                </c:pt>
                <c:pt idx="18">
                  <c:v>22.5</c:v>
                </c:pt>
                <c:pt idx="19">
                  <c:v>19.7</c:v>
                </c:pt>
                <c:pt idx="20">
                  <c:v>20.7</c:v>
                </c:pt>
                <c:pt idx="21">
                  <c:v>19.899999999999999</c:v>
                </c:pt>
                <c:pt idx="22">
                  <c:v>20.2</c:v>
                </c:pt>
                <c:pt idx="23">
                  <c:v>22.6</c:v>
                </c:pt>
                <c:pt idx="24">
                  <c:v>21.7</c:v>
                </c:pt>
                <c:pt idx="25">
                  <c:v>19.600000000000001</c:v>
                </c:pt>
                <c:pt idx="26">
                  <c:v>14.5</c:v>
                </c:pt>
                <c:pt idx="27">
                  <c:v>16.399999999999999</c:v>
                </c:pt>
                <c:pt idx="28">
                  <c:v>15.7</c:v>
                </c:pt>
                <c:pt idx="29">
                  <c:v>17.600000000000001</c:v>
                </c:pt>
                <c:pt idx="30">
                  <c:v>16.5</c:v>
                </c:pt>
                <c:pt idx="31">
                  <c:v>16.7</c:v>
                </c:pt>
                <c:pt idx="32">
                  <c:v>16.2</c:v>
                </c:pt>
                <c:pt idx="33">
                  <c:v>19</c:v>
                </c:pt>
                <c:pt idx="34">
                  <c:v>19.3</c:v>
                </c:pt>
                <c:pt idx="35">
                  <c:v>18.7</c:v>
                </c:pt>
                <c:pt idx="36">
                  <c:v>10</c:v>
                </c:pt>
                <c:pt idx="37">
                  <c:v>10.6</c:v>
                </c:pt>
                <c:pt idx="38">
                  <c:v>14</c:v>
                </c:pt>
                <c:pt idx="39">
                  <c:v>12.1</c:v>
                </c:pt>
                <c:pt idx="40">
                  <c:v>12.5</c:v>
                </c:pt>
                <c:pt idx="41">
                  <c:v>15.8</c:v>
                </c:pt>
                <c:pt idx="42">
                  <c:v>14.3</c:v>
                </c:pt>
                <c:pt idx="43">
                  <c:v>16.2</c:v>
                </c:pt>
                <c:pt idx="44">
                  <c:v>16.100000000000001</c:v>
                </c:pt>
                <c:pt idx="45">
                  <c:v>12.7</c:v>
                </c:pt>
                <c:pt idx="46">
                  <c:v>13.3</c:v>
                </c:pt>
                <c:pt idx="47">
                  <c:v>14.9</c:v>
                </c:pt>
                <c:pt idx="48">
                  <c:v>14</c:v>
                </c:pt>
                <c:pt idx="49">
                  <c:v>13</c:v>
                </c:pt>
                <c:pt idx="50">
                  <c:v>8.4</c:v>
                </c:pt>
                <c:pt idx="51">
                  <c:v>8.9</c:v>
                </c:pt>
                <c:pt idx="52">
                  <c:v>11.5</c:v>
                </c:pt>
                <c:pt idx="53">
                  <c:v>9.6</c:v>
                </c:pt>
                <c:pt idx="54">
                  <c:v>10.5</c:v>
                </c:pt>
                <c:pt idx="55">
                  <c:v>11.8</c:v>
                </c:pt>
                <c:pt idx="56">
                  <c:v>16.2</c:v>
                </c:pt>
                <c:pt idx="57">
                  <c:v>17.2</c:v>
                </c:pt>
                <c:pt idx="58">
                  <c:v>16.399999999999999</c:v>
                </c:pt>
                <c:pt idx="59">
                  <c:v>18.8</c:v>
                </c:pt>
                <c:pt idx="60">
                  <c:v>21.4</c:v>
                </c:pt>
                <c:pt idx="61">
                  <c:v>21.5</c:v>
                </c:pt>
                <c:pt idx="62">
                  <c:v>27.5</c:v>
                </c:pt>
                <c:pt idx="63">
                  <c:v>32.9</c:v>
                </c:pt>
                <c:pt idx="64">
                  <c:v>33.5</c:v>
                </c:pt>
                <c:pt idx="65">
                  <c:v>31.3</c:v>
                </c:pt>
                <c:pt idx="66">
                  <c:v>34</c:v>
                </c:pt>
                <c:pt idx="67">
                  <c:v>33.5</c:v>
                </c:pt>
                <c:pt idx="68">
                  <c:v>30.3</c:v>
                </c:pt>
                <c:pt idx="69">
                  <c:v>33.4</c:v>
                </c:pt>
                <c:pt idx="70">
                  <c:v>37.4</c:v>
                </c:pt>
                <c:pt idx="71">
                  <c:v>33.700000000000003</c:v>
                </c:pt>
                <c:pt idx="72">
                  <c:v>30.6</c:v>
                </c:pt>
                <c:pt idx="73">
                  <c:v>34.299999999999997</c:v>
                </c:pt>
                <c:pt idx="74">
                  <c:v>25.8</c:v>
                </c:pt>
                <c:pt idx="75">
                  <c:v>22.6</c:v>
                </c:pt>
                <c:pt idx="76">
                  <c:v>24.8</c:v>
                </c:pt>
                <c:pt idx="77">
                  <c:v>26.8</c:v>
                </c:pt>
                <c:pt idx="78">
                  <c:v>24.6</c:v>
                </c:pt>
                <c:pt idx="79">
                  <c:v>22.7</c:v>
                </c:pt>
                <c:pt idx="80">
                  <c:v>25.6</c:v>
                </c:pt>
                <c:pt idx="81">
                  <c:v>26.9</c:v>
                </c:pt>
                <c:pt idx="82">
                  <c:v>22.7</c:v>
                </c:pt>
                <c:pt idx="83">
                  <c:v>22.1</c:v>
                </c:pt>
                <c:pt idx="84">
                  <c:v>23.1</c:v>
                </c:pt>
                <c:pt idx="85">
                  <c:v>23.5</c:v>
                </c:pt>
                <c:pt idx="86">
                  <c:v>23.8</c:v>
                </c:pt>
                <c:pt idx="87">
                  <c:v>32.200000000000003</c:v>
                </c:pt>
                <c:pt idx="88">
                  <c:v>35.6</c:v>
                </c:pt>
                <c:pt idx="89">
                  <c:v>36.200000000000003</c:v>
                </c:pt>
                <c:pt idx="90">
                  <c:v>37.200000000000003</c:v>
                </c:pt>
                <c:pt idx="91">
                  <c:v>49.6</c:v>
                </c:pt>
                <c:pt idx="92">
                  <c:v>41.2</c:v>
                </c:pt>
                <c:pt idx="93">
                  <c:v>40.1</c:v>
                </c:pt>
                <c:pt idx="94">
                  <c:v>40.9</c:v>
                </c:pt>
                <c:pt idx="95">
                  <c:v>50.2</c:v>
                </c:pt>
                <c:pt idx="96">
                  <c:v>57.6</c:v>
                </c:pt>
                <c:pt idx="97">
                  <c:v>54.2</c:v>
                </c:pt>
                <c:pt idx="98">
                  <c:v>58.3</c:v>
                </c:pt>
                <c:pt idx="99">
                  <c:v>54.2</c:v>
                </c:pt>
                <c:pt idx="100">
                  <c:v>45.8</c:v>
                </c:pt>
                <c:pt idx="101">
                  <c:v>44</c:v>
                </c:pt>
                <c:pt idx="102">
                  <c:v>37.1</c:v>
                </c:pt>
                <c:pt idx="103">
                  <c:v>24.9</c:v>
                </c:pt>
                <c:pt idx="104">
                  <c:v>31.6</c:v>
                </c:pt>
                <c:pt idx="105">
                  <c:v>29</c:v>
                </c:pt>
                <c:pt idx="106">
                  <c:v>28.9</c:v>
                </c:pt>
                <c:pt idx="107">
                  <c:v>19.100000000000001</c:v>
                </c:pt>
                <c:pt idx="108">
                  <c:v>13.1</c:v>
                </c:pt>
                <c:pt idx="109">
                  <c:v>18.8</c:v>
                </c:pt>
                <c:pt idx="110">
                  <c:v>14.9</c:v>
                </c:pt>
                <c:pt idx="111">
                  <c:v>3.6</c:v>
                </c:pt>
                <c:pt idx="112">
                  <c:v>0.3</c:v>
                </c:pt>
                <c:pt idx="113">
                  <c:v>-1.9</c:v>
                </c:pt>
                <c:pt idx="114">
                  <c:v>3.1</c:v>
                </c:pt>
                <c:pt idx="115">
                  <c:v>3.6</c:v>
                </c:pt>
                <c:pt idx="116">
                  <c:v>-0.4</c:v>
                </c:pt>
                <c:pt idx="117">
                  <c:v>-1.8</c:v>
                </c:pt>
                <c:pt idx="118">
                  <c:v>-1.4</c:v>
                </c:pt>
                <c:pt idx="119">
                  <c:v>-0.7</c:v>
                </c:pt>
                <c:pt idx="120">
                  <c:v>-1.4</c:v>
                </c:pt>
                <c:pt idx="121">
                  <c:v>-7</c:v>
                </c:pt>
                <c:pt idx="122">
                  <c:v>-6.4</c:v>
                </c:pt>
                <c:pt idx="123">
                  <c:v>-0.3</c:v>
                </c:pt>
                <c:pt idx="124">
                  <c:v>1.1000000000000001</c:v>
                </c:pt>
                <c:pt idx="125">
                  <c:v>2.9</c:v>
                </c:pt>
                <c:pt idx="126">
                  <c:v>4.4000000000000004</c:v>
                </c:pt>
                <c:pt idx="127">
                  <c:v>5</c:v>
                </c:pt>
                <c:pt idx="128">
                  <c:v>8.3000000000000007</c:v>
                </c:pt>
                <c:pt idx="129">
                  <c:v>11.9</c:v>
                </c:pt>
                <c:pt idx="130">
                  <c:v>12.3</c:v>
                </c:pt>
                <c:pt idx="131">
                  <c:v>16</c:v>
                </c:pt>
                <c:pt idx="132">
                  <c:v>15.8</c:v>
                </c:pt>
                <c:pt idx="133">
                  <c:v>16.2</c:v>
                </c:pt>
                <c:pt idx="134">
                  <c:v>16.2</c:v>
                </c:pt>
                <c:pt idx="135">
                  <c:v>15.4</c:v>
                </c:pt>
                <c:pt idx="136">
                  <c:v>15.8</c:v>
                </c:pt>
                <c:pt idx="137">
                  <c:v>14.7</c:v>
                </c:pt>
                <c:pt idx="138">
                  <c:v>12.7</c:v>
                </c:pt>
                <c:pt idx="139">
                  <c:v>12.3</c:v>
                </c:pt>
                <c:pt idx="140">
                  <c:v>10.4</c:v>
                </c:pt>
                <c:pt idx="141">
                  <c:v>7.2</c:v>
                </c:pt>
                <c:pt idx="142">
                  <c:v>6.1</c:v>
                </c:pt>
                <c:pt idx="143">
                  <c:v>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61-49C4-BC4F-06BE65303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8630832"/>
        <c:axId val="106411984"/>
      </c:lineChart>
      <c:dateAx>
        <c:axId val="108630832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06411984"/>
        <c:crosses val="autoZero"/>
        <c:auto val="1"/>
        <c:lblOffset val="100"/>
        <c:baseTimeUnit val="months"/>
      </c:dateAx>
      <c:valAx>
        <c:axId val="106411984"/>
        <c:scaling>
          <c:orientation val="minMax"/>
        </c:scaling>
        <c:delete val="0"/>
        <c:axPos val="l"/>
        <c:numFmt formatCode="#,#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08630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s-A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var PIB</c:v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CREC!$A$2:$A$66</c:f>
              <c:numCache>
                <c:formatCode>General</c:formatCode>
                <c:ptCount val="65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  <c:pt idx="14">
                  <c:v>1914</c:v>
                </c:pt>
                <c:pt idx="15">
                  <c:v>1915</c:v>
                </c:pt>
                <c:pt idx="16">
                  <c:v>1916</c:v>
                </c:pt>
                <c:pt idx="17">
                  <c:v>1917</c:v>
                </c:pt>
                <c:pt idx="18">
                  <c:v>1918</c:v>
                </c:pt>
                <c:pt idx="19">
                  <c:v>1919</c:v>
                </c:pt>
                <c:pt idx="20">
                  <c:v>1920</c:v>
                </c:pt>
                <c:pt idx="21">
                  <c:v>1921</c:v>
                </c:pt>
                <c:pt idx="22">
                  <c:v>1922</c:v>
                </c:pt>
                <c:pt idx="23">
                  <c:v>1923</c:v>
                </c:pt>
                <c:pt idx="24">
                  <c:v>1924</c:v>
                </c:pt>
                <c:pt idx="25">
                  <c:v>1925</c:v>
                </c:pt>
                <c:pt idx="26">
                  <c:v>1926</c:v>
                </c:pt>
                <c:pt idx="27">
                  <c:v>1927</c:v>
                </c:pt>
                <c:pt idx="28">
                  <c:v>1928</c:v>
                </c:pt>
                <c:pt idx="29">
                  <c:v>1929</c:v>
                </c:pt>
                <c:pt idx="30">
                  <c:v>1930</c:v>
                </c:pt>
                <c:pt idx="31">
                  <c:v>1931</c:v>
                </c:pt>
                <c:pt idx="32">
                  <c:v>1932</c:v>
                </c:pt>
                <c:pt idx="33">
                  <c:v>1933</c:v>
                </c:pt>
                <c:pt idx="34">
                  <c:v>1934</c:v>
                </c:pt>
                <c:pt idx="35">
                  <c:v>1935</c:v>
                </c:pt>
                <c:pt idx="36">
                  <c:v>1936</c:v>
                </c:pt>
                <c:pt idx="37">
                  <c:v>1937</c:v>
                </c:pt>
                <c:pt idx="38">
                  <c:v>1938</c:v>
                </c:pt>
                <c:pt idx="39">
                  <c:v>1939</c:v>
                </c:pt>
                <c:pt idx="40">
                  <c:v>1940</c:v>
                </c:pt>
                <c:pt idx="41">
                  <c:v>1941</c:v>
                </c:pt>
                <c:pt idx="42">
                  <c:v>1942</c:v>
                </c:pt>
                <c:pt idx="43">
                  <c:v>1943</c:v>
                </c:pt>
                <c:pt idx="44">
                  <c:v>1944</c:v>
                </c:pt>
                <c:pt idx="45">
                  <c:v>1945</c:v>
                </c:pt>
                <c:pt idx="46">
                  <c:v>1946</c:v>
                </c:pt>
                <c:pt idx="47">
                  <c:v>1947</c:v>
                </c:pt>
                <c:pt idx="48">
                  <c:v>1948</c:v>
                </c:pt>
                <c:pt idx="49">
                  <c:v>1949</c:v>
                </c:pt>
                <c:pt idx="50">
                  <c:v>1950</c:v>
                </c:pt>
                <c:pt idx="51">
                  <c:v>1951</c:v>
                </c:pt>
                <c:pt idx="52">
                  <c:v>1952</c:v>
                </c:pt>
                <c:pt idx="53">
                  <c:v>1953</c:v>
                </c:pt>
                <c:pt idx="54">
                  <c:v>1954</c:v>
                </c:pt>
                <c:pt idx="55">
                  <c:v>1955</c:v>
                </c:pt>
                <c:pt idx="56">
                  <c:v>1956</c:v>
                </c:pt>
                <c:pt idx="57">
                  <c:v>1957</c:v>
                </c:pt>
                <c:pt idx="58">
                  <c:v>1958</c:v>
                </c:pt>
                <c:pt idx="59">
                  <c:v>1959</c:v>
                </c:pt>
                <c:pt idx="60">
                  <c:v>1960</c:v>
                </c:pt>
                <c:pt idx="61">
                  <c:v>1961</c:v>
                </c:pt>
                <c:pt idx="62">
                  <c:v>1962</c:v>
                </c:pt>
                <c:pt idx="63">
                  <c:v>1963</c:v>
                </c:pt>
                <c:pt idx="64">
                  <c:v>1964</c:v>
                </c:pt>
              </c:numCache>
            </c:numRef>
          </c:cat>
          <c:val>
            <c:numRef>
              <c:f>CREC!$C$2:$C$66</c:f>
              <c:numCache>
                <c:formatCode>#,#00%</c:formatCode>
                <c:ptCount val="65"/>
                <c:pt idx="1">
                  <c:v>8.4562334217506585E-2</c:v>
                </c:pt>
                <c:pt idx="2">
                  <c:v>-2.0152612013304538E-2</c:v>
                </c:pt>
                <c:pt idx="3">
                  <c:v>0.14307108626198084</c:v>
                </c:pt>
                <c:pt idx="4">
                  <c:v>0.10664686872215912</c:v>
                </c:pt>
                <c:pt idx="5">
                  <c:v>0.1327545382794002</c:v>
                </c:pt>
                <c:pt idx="6">
                  <c:v>5.0306577480490722E-2</c:v>
                </c:pt>
                <c:pt idx="7">
                  <c:v>2.109592676131089E-2</c:v>
                </c:pt>
                <c:pt idx="8">
                  <c:v>9.7972972972973027E-2</c:v>
                </c:pt>
                <c:pt idx="9">
                  <c:v>4.9349112426035679E-2</c:v>
                </c:pt>
                <c:pt idx="10">
                  <c:v>7.2741626254652081E-2</c:v>
                </c:pt>
                <c:pt idx="11">
                  <c:v>1.7977291841883902E-2</c:v>
                </c:pt>
                <c:pt idx="12">
                  <c:v>8.1689559020964531E-2</c:v>
                </c:pt>
                <c:pt idx="13">
                  <c:v>1.04067214053849E-2</c:v>
                </c:pt>
                <c:pt idx="14">
                  <c:v>-0.10356231692336759</c:v>
                </c:pt>
                <c:pt idx="15">
                  <c:v>5.2703699799725445E-3</c:v>
                </c:pt>
                <c:pt idx="16">
                  <c:v>-2.8782636049071941E-2</c:v>
                </c:pt>
                <c:pt idx="17">
                  <c:v>-8.1025641025641026E-2</c:v>
                </c:pt>
                <c:pt idx="18">
                  <c:v>0.18332941729323315</c:v>
                </c:pt>
                <c:pt idx="19">
                  <c:v>3.6783320923306162E-2</c:v>
                </c:pt>
                <c:pt idx="20">
                  <c:v>7.2776022215838454E-2</c:v>
                </c:pt>
                <c:pt idx="21">
                  <c:v>2.5573507096313453E-2</c:v>
                </c:pt>
                <c:pt idx="22">
                  <c:v>7.9986074241699123E-2</c:v>
                </c:pt>
                <c:pt idx="23">
                  <c:v>0.11016641818108552</c:v>
                </c:pt>
                <c:pt idx="24">
                  <c:v>7.8000798519110015E-2</c:v>
                </c:pt>
                <c:pt idx="25">
                  <c:v>-4.1750841750840539E-3</c:v>
                </c:pt>
                <c:pt idx="26">
                  <c:v>4.8214768731403845E-2</c:v>
                </c:pt>
                <c:pt idx="27">
                  <c:v>7.0930907683375288E-2</c:v>
                </c:pt>
                <c:pt idx="28">
                  <c:v>6.1925845607059937E-2</c:v>
                </c:pt>
                <c:pt idx="29">
                  <c:v>4.6090138128598523E-2</c:v>
                </c:pt>
                <c:pt idx="30">
                  <c:v>-4.1375196572853934E-2</c:v>
                </c:pt>
                <c:pt idx="31">
                  <c:v>-6.9408304106799545E-2</c:v>
                </c:pt>
                <c:pt idx="32">
                  <c:v>-3.3128685186311069E-2</c:v>
                </c:pt>
                <c:pt idx="33">
                  <c:v>4.6994844712687112E-2</c:v>
                </c:pt>
                <c:pt idx="34">
                  <c:v>7.8932356561683736E-2</c:v>
                </c:pt>
                <c:pt idx="35">
                  <c:v>4.3493989314336456E-2</c:v>
                </c:pt>
                <c:pt idx="36">
                  <c:v>8.3202218725830779E-3</c:v>
                </c:pt>
                <c:pt idx="37">
                  <c:v>7.2465684589140711E-2</c:v>
                </c:pt>
                <c:pt idx="38">
                  <c:v>3.0825380385195444E-3</c:v>
                </c:pt>
                <c:pt idx="39">
                  <c:v>3.8278100108172008E-2</c:v>
                </c:pt>
                <c:pt idx="40">
                  <c:v>1.621954395851577E-2</c:v>
                </c:pt>
                <c:pt idx="41">
                  <c:v>5.2262453982012236E-2</c:v>
                </c:pt>
                <c:pt idx="42">
                  <c:v>1.1027213746374054E-2</c:v>
                </c:pt>
                <c:pt idx="43">
                  <c:v>-6.811362491513262E-3</c:v>
                </c:pt>
                <c:pt idx="44">
                  <c:v>0.11264002822616215</c:v>
                </c:pt>
                <c:pt idx="45">
                  <c:v>-3.210718249563993E-2</c:v>
                </c:pt>
                <c:pt idx="46">
                  <c:v>8.9298877876976102E-2</c:v>
                </c:pt>
                <c:pt idx="47">
                  <c:v>0.11122807677124635</c:v>
                </c:pt>
                <c:pt idx="48">
                  <c:v>5.4792434956186353E-2</c:v>
                </c:pt>
                <c:pt idx="49">
                  <c:v>-1.2974516061777241E-2</c:v>
                </c:pt>
                <c:pt idx="50">
                  <c:v>1.2137657610814978E-2</c:v>
                </c:pt>
                <c:pt idx="51">
                  <c:v>3.8874544852697923E-2</c:v>
                </c:pt>
                <c:pt idx="52">
                  <c:v>-5.0330737563885397E-2</c:v>
                </c:pt>
                <c:pt idx="53">
                  <c:v>5.2998174790637842E-2</c:v>
                </c:pt>
                <c:pt idx="54">
                  <c:v>4.128165585450061E-2</c:v>
                </c:pt>
                <c:pt idx="55">
                  <c:v>7.0636474908200908E-2</c:v>
                </c:pt>
                <c:pt idx="56">
                  <c:v>2.7780635867887593E-2</c:v>
                </c:pt>
                <c:pt idx="57">
                  <c:v>5.1801426013058816E-2</c:v>
                </c:pt>
                <c:pt idx="58">
                  <c:v>6.103132468960859E-2</c:v>
                </c:pt>
                <c:pt idx="59">
                  <c:v>-6.4587507101635633E-2</c:v>
                </c:pt>
                <c:pt idx="60">
                  <c:v>7.8754168930942337E-2</c:v>
                </c:pt>
                <c:pt idx="61">
                  <c:v>7.0999604899249391E-2</c:v>
                </c:pt>
                <c:pt idx="62">
                  <c:v>-1.5872283911904428E-2</c:v>
                </c:pt>
                <c:pt idx="63">
                  <c:v>-2.3719156194064062E-2</c:v>
                </c:pt>
                <c:pt idx="64">
                  <c:v>0.10300837045000755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F5-4CD6-9A7F-CB6EBF5A91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099232"/>
        <c:axId val="96565456"/>
      </c:barChart>
      <c:catAx>
        <c:axId val="176099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96565456"/>
        <c:crosses val="autoZero"/>
        <c:auto val="1"/>
        <c:lblAlgn val="ctr"/>
        <c:lblOffset val="100"/>
        <c:noMultiLvlLbl val="0"/>
      </c:catAx>
      <c:valAx>
        <c:axId val="96565456"/>
        <c:scaling>
          <c:orientation val="minMax"/>
        </c:scaling>
        <c:delete val="0"/>
        <c:axPos val="l"/>
        <c:numFmt formatCode="#,#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76099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'[crisis del 49.xlsx]Punto 3.2 (cont)'!$U$4</c:f>
              <c:strCache>
                <c:ptCount val="1"/>
                <c:pt idx="0">
                  <c:v>Al dólar expo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'[crisis del 49.xlsx]Punto 3.2 (cont)'!$D$5:$D$30</c:f>
              <c:numCache>
                <c:formatCode>@</c:formatCode>
                <c:ptCount val="26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  <c:pt idx="21">
                  <c:v>1951</c:v>
                </c:pt>
                <c:pt idx="22">
                  <c:v>1952</c:v>
                </c:pt>
                <c:pt idx="23">
                  <c:v>1953</c:v>
                </c:pt>
                <c:pt idx="24">
                  <c:v>1954</c:v>
                </c:pt>
                <c:pt idx="25">
                  <c:v>1955</c:v>
                </c:pt>
              </c:numCache>
            </c:numRef>
          </c:cat>
          <c:val>
            <c:numRef>
              <c:f>'[crisis del 49.xlsx]Punto 3.2 (cont)'!$U$5:$U$30</c:f>
              <c:numCache>
                <c:formatCode>0%</c:formatCode>
                <c:ptCount val="26"/>
                <c:pt idx="0">
                  <c:v>0.43719862468986948</c:v>
                </c:pt>
                <c:pt idx="1">
                  <c:v>1.3714683030662154</c:v>
                </c:pt>
                <c:pt idx="2">
                  <c:v>0.77856735388302645</c:v>
                </c:pt>
                <c:pt idx="3">
                  <c:v>0.16407078867109226</c:v>
                </c:pt>
                <c:pt idx="4">
                  <c:v>-5.6301694621780585E-2</c:v>
                </c:pt>
                <c:pt idx="5">
                  <c:v>0.18059167955164634</c:v>
                </c:pt>
                <c:pt idx="6">
                  <c:v>0.19779910947342538</c:v>
                </c:pt>
                <c:pt idx="7">
                  <c:v>-9.7440662194782535E-2</c:v>
                </c:pt>
                <c:pt idx="8">
                  <c:v>-0.22648224210805984</c:v>
                </c:pt>
                <c:pt idx="9">
                  <c:v>-9.1690131606542269E-2</c:v>
                </c:pt>
                <c:pt idx="10">
                  <c:v>-0.40059211695625568</c:v>
                </c:pt>
                <c:pt idx="11">
                  <c:v>-0.17248729815282271</c:v>
                </c:pt>
                <c:pt idx="12">
                  <c:v>0.11240902682284432</c:v>
                </c:pt>
                <c:pt idx="13">
                  <c:v>-0.20809917399577632</c:v>
                </c:pt>
                <c:pt idx="14">
                  <c:v>0.13921647310821689</c:v>
                </c:pt>
                <c:pt idx="15">
                  <c:v>0.5029110503124864</c:v>
                </c:pt>
                <c:pt idx="16">
                  <c:v>-0.30569925176359675</c:v>
                </c:pt>
                <c:pt idx="17">
                  <c:v>-0.54837571864354373</c:v>
                </c:pt>
                <c:pt idx="18">
                  <c:v>-0.59424682284996733</c:v>
                </c:pt>
                <c:pt idx="19">
                  <c:v>-0.41501787391863576</c:v>
                </c:pt>
                <c:pt idx="20">
                  <c:v>0.3105372772601378</c:v>
                </c:pt>
                <c:pt idx="21">
                  <c:v>-0.31196416906499264</c:v>
                </c:pt>
                <c:pt idx="22">
                  <c:v>-0.27174252318349773</c:v>
                </c:pt>
                <c:pt idx="23">
                  <c:v>0.13207833320723705</c:v>
                </c:pt>
                <c:pt idx="24">
                  <c:v>0.50805924110218637</c:v>
                </c:pt>
                <c:pt idx="25">
                  <c:v>0.35527868891648118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24-40F2-A945-8CEA6C124785}"/>
            </c:ext>
          </c:extLst>
        </c:ser>
        <c:ser>
          <c:idx val="1"/>
          <c:order val="1"/>
          <c:tx>
            <c:strRef>
              <c:f>'[crisis del 49.xlsx]Punto 3.2 (cont)'!$V$4</c:f>
              <c:strCache>
                <c:ptCount val="1"/>
                <c:pt idx="0">
                  <c:v>Al dólar libre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'[crisis del 49.xlsx]Punto 3.2 (cont)'!$D$5:$D$30</c:f>
              <c:numCache>
                <c:formatCode>@</c:formatCode>
                <c:ptCount val="26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  <c:pt idx="21">
                  <c:v>1951</c:v>
                </c:pt>
                <c:pt idx="22">
                  <c:v>1952</c:v>
                </c:pt>
                <c:pt idx="23">
                  <c:v>1953</c:v>
                </c:pt>
                <c:pt idx="24">
                  <c:v>1954</c:v>
                </c:pt>
                <c:pt idx="25">
                  <c:v>1955</c:v>
                </c:pt>
              </c:numCache>
            </c:numRef>
          </c:cat>
          <c:val>
            <c:numRef>
              <c:f>'[crisis del 49.xlsx]Punto 3.2 (cont)'!$V$5:$V$30</c:f>
              <c:numCache>
                <c:formatCode>0%</c:formatCode>
                <c:ptCount val="26"/>
                <c:pt idx="0">
                  <c:v>0.43803835511621536</c:v>
                </c:pt>
                <c:pt idx="1">
                  <c:v>1.374900239828974</c:v>
                </c:pt>
                <c:pt idx="2">
                  <c:v>0.78021485349037012</c:v>
                </c:pt>
                <c:pt idx="3">
                  <c:v>8.1267460473420872E-2</c:v>
                </c:pt>
                <c:pt idx="4">
                  <c:v>-0.28908076911358715</c:v>
                </c:pt>
                <c:pt idx="5">
                  <c:v>-5.0421999262309947E-2</c:v>
                </c:pt>
                <c:pt idx="6">
                  <c:v>3.2696299311587018E-3</c:v>
                </c:pt>
                <c:pt idx="7">
                  <c:v>-0.17810136182440567</c:v>
                </c:pt>
                <c:pt idx="8">
                  <c:v>-0.39358357045313025</c:v>
                </c:pt>
                <c:pt idx="9">
                  <c:v>-0.3132900368830332</c:v>
                </c:pt>
                <c:pt idx="10">
                  <c:v>-0.5391956704352947</c:v>
                </c:pt>
                <c:pt idx="11">
                  <c:v>-0.34393664588904332</c:v>
                </c:pt>
                <c:pt idx="12">
                  <c:v>-0.11744188388856652</c:v>
                </c:pt>
                <c:pt idx="13">
                  <c:v>-0.34508167416456087</c:v>
                </c:pt>
                <c:pt idx="14">
                  <c:v>-4.9416896091036666E-2</c:v>
                </c:pt>
                <c:pt idx="15">
                  <c:v>0.25039041947264673</c:v>
                </c:pt>
                <c:pt idx="16">
                  <c:v>-0.42956383698011208</c:v>
                </c:pt>
                <c:pt idx="17">
                  <c:v>-0.66519985394012104</c:v>
                </c:pt>
                <c:pt idx="18">
                  <c:v>-0.80478505451214333</c:v>
                </c:pt>
                <c:pt idx="19">
                  <c:v>-0.83223851615658084</c:v>
                </c:pt>
                <c:pt idx="20">
                  <c:v>-0.67990598271798208</c:v>
                </c:pt>
                <c:pt idx="21">
                  <c:v>-0.85508933636583673</c:v>
                </c:pt>
                <c:pt idx="22">
                  <c:v>-0.84126907654391847</c:v>
                </c:pt>
                <c:pt idx="23">
                  <c:v>-0.74909611409414067</c:v>
                </c:pt>
                <c:pt idx="24">
                  <c:v>-0.70196457685727554</c:v>
                </c:pt>
                <c:pt idx="25">
                  <c:v>-0.69440665836993087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824-40F2-A945-8CEA6C1247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75682576"/>
        <c:axId val="475682904"/>
      </c:lineChart>
      <c:catAx>
        <c:axId val="475682576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75682904"/>
        <c:crosses val="autoZero"/>
        <c:auto val="1"/>
        <c:lblAlgn val="ctr"/>
        <c:lblOffset val="100"/>
        <c:noMultiLvlLbl val="0"/>
      </c:catAx>
      <c:valAx>
        <c:axId val="47568290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7568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s-AR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Valores.xls]8.2 (cont. 2)'!$A$66:$A$81</c:f>
              <c:numCache>
                <c:formatCode>General</c:formatCode>
                <c:ptCount val="16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</c:numCache>
            </c:numRef>
          </c:cat>
          <c:val>
            <c:numRef>
              <c:f>'[C8.2 - Sector Externo - Valores.xls]8.2 (cont. 2)'!$G$66:$G$81</c:f>
              <c:numCache>
                <c:formatCode>#,##0.00\ \ </c:formatCode>
                <c:ptCount val="16"/>
                <c:pt idx="0">
                  <c:v>59.8</c:v>
                </c:pt>
                <c:pt idx="1">
                  <c:v>39.5</c:v>
                </c:pt>
                <c:pt idx="2">
                  <c:v>1.6</c:v>
                </c:pt>
                <c:pt idx="3">
                  <c:v>-74.3</c:v>
                </c:pt>
                <c:pt idx="4">
                  <c:v>-67</c:v>
                </c:pt>
                <c:pt idx="5">
                  <c:v>-44</c:v>
                </c:pt>
                <c:pt idx="6">
                  <c:v>-328.1</c:v>
                </c:pt>
                <c:pt idx="7">
                  <c:v>-381.2</c:v>
                </c:pt>
                <c:pt idx="8">
                  <c:v>-543</c:v>
                </c:pt>
                <c:pt idx="9">
                  <c:v>-237</c:v>
                </c:pt>
                <c:pt idx="10">
                  <c:v>32.799999999999997</c:v>
                </c:pt>
                <c:pt idx="11">
                  <c:v>151.1</c:v>
                </c:pt>
                <c:pt idx="12">
                  <c:v>287.5</c:v>
                </c:pt>
                <c:pt idx="13">
                  <c:v>-18.3</c:v>
                </c:pt>
                <c:pt idx="14">
                  <c:v>-76.099999999999994</c:v>
                </c:pt>
                <c:pt idx="15" formatCode="#,##0.000\ \ ">
                  <c:v>-0.1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B2-4AB9-B39C-772E852327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25209712"/>
        <c:axId val="1"/>
      </c:barChart>
      <c:catAx>
        <c:axId val="1825209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82520971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600"/>
      </a:pPr>
      <a:endParaRPr lang="es-AR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76200">
              <a:solidFill>
                <a:schemeClr val="accent1">
                  <a:lumMod val="60000"/>
                  <a:lumOff val="40000"/>
                </a:schemeClr>
              </a:solidFill>
            </a:ln>
          </c:spPr>
          <c:marker>
            <c:symbol val="none"/>
          </c:marker>
          <c:dPt>
            <c:idx val="13"/>
            <c:bubble3D val="0"/>
            <c:spPr>
              <a:ln w="76200">
                <a:solidFill>
                  <a:schemeClr val="accent1">
                    <a:lumMod val="60000"/>
                    <a:lumOff val="4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0-AA24-433F-9568-A1EC903DD5D5}"/>
              </c:ext>
            </c:extLst>
          </c:dPt>
          <c:dPt>
            <c:idx val="14"/>
            <c:bubble3D val="0"/>
            <c:spPr>
              <a:ln w="76200">
                <a:solidFill>
                  <a:schemeClr val="accent1">
                    <a:lumMod val="60000"/>
                    <a:lumOff val="4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A24-433F-9568-A1EC903DD5D5}"/>
              </c:ext>
            </c:extLst>
          </c:dPt>
          <c:dPt>
            <c:idx val="15"/>
            <c:bubble3D val="0"/>
            <c:spPr>
              <a:ln w="76200">
                <a:solidFill>
                  <a:schemeClr val="accent1">
                    <a:lumMod val="60000"/>
                    <a:lumOff val="4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2-AA24-433F-9568-A1EC903DD5D5}"/>
              </c:ext>
            </c:extLst>
          </c:dPt>
          <c:dPt>
            <c:idx val="16"/>
            <c:bubble3D val="0"/>
            <c:spPr>
              <a:ln w="76200">
                <a:solidFill>
                  <a:schemeClr val="accent1">
                    <a:lumMod val="60000"/>
                    <a:lumOff val="4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A24-433F-9568-A1EC903DD5D5}"/>
              </c:ext>
            </c:extLst>
          </c:dPt>
          <c:dPt>
            <c:idx val="17"/>
            <c:bubble3D val="0"/>
            <c:spPr>
              <a:ln w="76200">
                <a:solidFill>
                  <a:schemeClr val="accent1">
                    <a:lumMod val="60000"/>
                    <a:lumOff val="4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4-AA24-433F-9568-A1EC903DD5D5}"/>
              </c:ext>
            </c:extLst>
          </c:dPt>
          <c:dPt>
            <c:idx val="18"/>
            <c:bubble3D val="0"/>
            <c:spPr>
              <a:ln w="76200">
                <a:solidFill>
                  <a:schemeClr val="accent1">
                    <a:lumMod val="60000"/>
                    <a:lumOff val="4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5-AA24-433F-9568-A1EC903DD5D5}"/>
              </c:ext>
            </c:extLst>
          </c:dPt>
          <c:dPt>
            <c:idx val="19"/>
            <c:bubble3D val="0"/>
            <c:spPr>
              <a:ln w="76200">
                <a:solidFill>
                  <a:schemeClr val="accent1">
                    <a:lumMod val="60000"/>
                    <a:lumOff val="4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6-AA24-433F-9568-A1EC903DD5D5}"/>
              </c:ext>
            </c:extLst>
          </c:dPt>
          <c:dPt>
            <c:idx val="20"/>
            <c:bubble3D val="0"/>
            <c:spPr>
              <a:ln w="76200">
                <a:solidFill>
                  <a:schemeClr val="accent1">
                    <a:lumMod val="60000"/>
                    <a:lumOff val="4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7-AA24-433F-9568-A1EC903DD5D5}"/>
              </c:ext>
            </c:extLst>
          </c:dPt>
          <c:dPt>
            <c:idx val="21"/>
            <c:bubble3D val="0"/>
            <c:spPr>
              <a:ln w="76200">
                <a:solidFill>
                  <a:schemeClr val="accent1">
                    <a:lumMod val="7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8-AA24-433F-9568-A1EC903DD5D5}"/>
              </c:ext>
            </c:extLst>
          </c:dPt>
          <c:dPt>
            <c:idx val="22"/>
            <c:bubble3D val="0"/>
            <c:spPr>
              <a:ln w="76200">
                <a:solidFill>
                  <a:schemeClr val="accent1">
                    <a:lumMod val="7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9-AA24-433F-9568-A1EC903DD5D5}"/>
              </c:ext>
            </c:extLst>
          </c:dPt>
          <c:dPt>
            <c:idx val="23"/>
            <c:bubble3D val="0"/>
            <c:spPr>
              <a:ln w="76200">
                <a:solidFill>
                  <a:schemeClr val="accent1">
                    <a:lumMod val="7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A-AA24-433F-9568-A1EC903DD5D5}"/>
              </c:ext>
            </c:extLst>
          </c:dPt>
          <c:dPt>
            <c:idx val="24"/>
            <c:bubble3D val="0"/>
            <c:spPr>
              <a:ln w="76200">
                <a:solidFill>
                  <a:schemeClr val="accent1">
                    <a:lumMod val="7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B-AA24-433F-9568-A1EC903DD5D5}"/>
              </c:ext>
            </c:extLst>
          </c:dPt>
          <c:dPt>
            <c:idx val="25"/>
            <c:bubble3D val="0"/>
            <c:spPr>
              <a:ln w="76200">
                <a:solidFill>
                  <a:schemeClr val="accent1">
                    <a:lumMod val="7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C-AA24-433F-9568-A1EC903DD5D5}"/>
              </c:ext>
            </c:extLst>
          </c:dPt>
          <c:dPt>
            <c:idx val="26"/>
            <c:bubble3D val="0"/>
            <c:spPr>
              <a:ln w="76200">
                <a:solidFill>
                  <a:schemeClr val="accent1">
                    <a:lumMod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D-AA24-433F-9568-A1EC903DD5D5}"/>
              </c:ext>
            </c:extLst>
          </c:dPt>
          <c:dPt>
            <c:idx val="27"/>
            <c:bubble3D val="0"/>
            <c:spPr>
              <a:ln w="76200">
                <a:solidFill>
                  <a:schemeClr val="accent1">
                    <a:lumMod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E-AA24-433F-9568-A1EC903DD5D5}"/>
              </c:ext>
            </c:extLst>
          </c:dPt>
          <c:dPt>
            <c:idx val="28"/>
            <c:bubble3D val="0"/>
            <c:spPr>
              <a:ln w="76200">
                <a:solidFill>
                  <a:schemeClr val="accent1">
                    <a:lumMod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F-AA24-433F-9568-A1EC903DD5D5}"/>
              </c:ext>
            </c:extLst>
          </c:dPt>
          <c:dPt>
            <c:idx val="29"/>
            <c:bubble3D val="0"/>
            <c:spPr>
              <a:ln w="76200">
                <a:solidFill>
                  <a:srgbClr val="0020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AA24-433F-9568-A1EC903DD5D5}"/>
              </c:ext>
            </c:extLst>
          </c:dPt>
          <c:dPt>
            <c:idx val="30"/>
            <c:bubble3D val="0"/>
            <c:spPr>
              <a:ln w="76200">
                <a:solidFill>
                  <a:srgbClr val="0020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AA24-433F-9568-A1EC903DD5D5}"/>
              </c:ext>
            </c:extLst>
          </c:dPt>
          <c:dPt>
            <c:idx val="31"/>
            <c:bubble3D val="0"/>
            <c:spPr>
              <a:ln w="76200">
                <a:solidFill>
                  <a:srgbClr val="0020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AA24-433F-9568-A1EC903DD5D5}"/>
              </c:ext>
            </c:extLst>
          </c:dPt>
          <c:dPt>
            <c:idx val="32"/>
            <c:bubble3D val="0"/>
            <c:spPr>
              <a:ln w="76200">
                <a:solidFill>
                  <a:srgbClr val="0020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3-AA24-433F-9568-A1EC903DD5D5}"/>
              </c:ext>
            </c:extLst>
          </c:dPt>
          <c:dPt>
            <c:idx val="33"/>
            <c:bubble3D val="0"/>
            <c:spPr>
              <a:ln w="76200">
                <a:solidFill>
                  <a:srgbClr val="0020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AA24-433F-9568-A1EC903DD5D5}"/>
              </c:ext>
            </c:extLst>
          </c:dPt>
          <c:dPt>
            <c:idx val="34"/>
            <c:bubble3D val="0"/>
            <c:spPr>
              <a:ln w="76200">
                <a:solidFill>
                  <a:srgbClr val="0020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5-AA24-433F-9568-A1EC903DD5D5}"/>
              </c:ext>
            </c:extLst>
          </c:dPt>
          <c:dPt>
            <c:idx val="35"/>
            <c:bubble3D val="0"/>
            <c:spPr>
              <a:ln w="76200">
                <a:solidFill>
                  <a:srgbClr val="0020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6-AA24-433F-9568-A1EC903DD5D5}"/>
              </c:ext>
            </c:extLst>
          </c:dPt>
          <c:cat>
            <c:numRef>
              <c:f>Hoja12!$A$3:$A$38</c:f>
              <c:numCache>
                <c:formatCode>@</c:formatCode>
                <c:ptCount val="36"/>
                <c:pt idx="0">
                  <c:v>1920</c:v>
                </c:pt>
                <c:pt idx="1">
                  <c:v>1921</c:v>
                </c:pt>
                <c:pt idx="2">
                  <c:v>1922</c:v>
                </c:pt>
                <c:pt idx="3">
                  <c:v>1923</c:v>
                </c:pt>
                <c:pt idx="4">
                  <c:v>1924</c:v>
                </c:pt>
                <c:pt idx="5">
                  <c:v>1925</c:v>
                </c:pt>
                <c:pt idx="6">
                  <c:v>1926</c:v>
                </c:pt>
                <c:pt idx="7">
                  <c:v>1927</c:v>
                </c:pt>
                <c:pt idx="8">
                  <c:v>1928</c:v>
                </c:pt>
                <c:pt idx="9">
                  <c:v>1929</c:v>
                </c:pt>
                <c:pt idx="10">
                  <c:v>1930</c:v>
                </c:pt>
                <c:pt idx="11">
                  <c:v>1931</c:v>
                </c:pt>
                <c:pt idx="12">
                  <c:v>1932</c:v>
                </c:pt>
                <c:pt idx="13">
                  <c:v>1933</c:v>
                </c:pt>
                <c:pt idx="14">
                  <c:v>1934</c:v>
                </c:pt>
                <c:pt idx="15">
                  <c:v>1935</c:v>
                </c:pt>
                <c:pt idx="16">
                  <c:v>1936</c:v>
                </c:pt>
                <c:pt idx="17">
                  <c:v>1937</c:v>
                </c:pt>
                <c:pt idx="18">
                  <c:v>1938</c:v>
                </c:pt>
                <c:pt idx="19">
                  <c:v>1939</c:v>
                </c:pt>
                <c:pt idx="20">
                  <c:v>1940</c:v>
                </c:pt>
                <c:pt idx="21">
                  <c:v>1941</c:v>
                </c:pt>
                <c:pt idx="22">
                  <c:v>1942</c:v>
                </c:pt>
                <c:pt idx="23">
                  <c:v>1943</c:v>
                </c:pt>
                <c:pt idx="24">
                  <c:v>1944</c:v>
                </c:pt>
                <c:pt idx="25">
                  <c:v>1945</c:v>
                </c:pt>
                <c:pt idx="26">
                  <c:v>1946</c:v>
                </c:pt>
                <c:pt idx="27">
                  <c:v>1947</c:v>
                </c:pt>
                <c:pt idx="28">
                  <c:v>1948</c:v>
                </c:pt>
                <c:pt idx="29">
                  <c:v>1949</c:v>
                </c:pt>
                <c:pt idx="30">
                  <c:v>1950</c:v>
                </c:pt>
                <c:pt idx="31">
                  <c:v>1951</c:v>
                </c:pt>
                <c:pt idx="32">
                  <c:v>1952</c:v>
                </c:pt>
                <c:pt idx="33">
                  <c:v>1953</c:v>
                </c:pt>
                <c:pt idx="34">
                  <c:v>1954</c:v>
                </c:pt>
                <c:pt idx="35">
                  <c:v>1955</c:v>
                </c:pt>
              </c:numCache>
            </c:numRef>
          </c:cat>
          <c:val>
            <c:numRef>
              <c:f>Hoja12!$C$3:$C$38</c:f>
              <c:numCache>
                <c:formatCode>General</c:formatCode>
                <c:ptCount val="36"/>
                <c:pt idx="0">
                  <c:v>100</c:v>
                </c:pt>
                <c:pt idx="1">
                  <c:v>88.852623650514673</c:v>
                </c:pt>
                <c:pt idx="2">
                  <c:v>74.792869696208896</c:v>
                </c:pt>
                <c:pt idx="3">
                  <c:v>73.412001004268134</c:v>
                </c:pt>
                <c:pt idx="4">
                  <c:v>74.792869696208896</c:v>
                </c:pt>
                <c:pt idx="5">
                  <c:v>72.759226713532485</c:v>
                </c:pt>
                <c:pt idx="6">
                  <c:v>70.650263620386667</c:v>
                </c:pt>
                <c:pt idx="7">
                  <c:v>69.922169219181512</c:v>
                </c:pt>
                <c:pt idx="8">
                  <c:v>69.269394928445877</c:v>
                </c:pt>
                <c:pt idx="9">
                  <c:v>69.922169219181512</c:v>
                </c:pt>
                <c:pt idx="10">
                  <c:v>70.650263620386625</c:v>
                </c:pt>
                <c:pt idx="11">
                  <c:v>60.808435852372554</c:v>
                </c:pt>
                <c:pt idx="12">
                  <c:v>54.556866683404273</c:v>
                </c:pt>
                <c:pt idx="13">
                  <c:v>61.536530253577808</c:v>
                </c:pt>
                <c:pt idx="14">
                  <c:v>54.556866683404273</c:v>
                </c:pt>
                <c:pt idx="15">
                  <c:v>57.820738137082579</c:v>
                </c:pt>
                <c:pt idx="16">
                  <c:v>62.716545317599909</c:v>
                </c:pt>
                <c:pt idx="17">
                  <c:v>64.373587747928397</c:v>
                </c:pt>
                <c:pt idx="18">
                  <c:v>63.946773788601526</c:v>
                </c:pt>
                <c:pt idx="19">
                  <c:v>64.951041928194783</c:v>
                </c:pt>
                <c:pt idx="20">
                  <c:v>66.407230730605036</c:v>
                </c:pt>
                <c:pt idx="21">
                  <c:v>68.164699974893296</c:v>
                </c:pt>
                <c:pt idx="22">
                  <c:v>72.031132312327358</c:v>
                </c:pt>
                <c:pt idx="23">
                  <c:v>72.834546824001919</c:v>
                </c:pt>
                <c:pt idx="24">
                  <c:v>72.608586492593147</c:v>
                </c:pt>
                <c:pt idx="25">
                  <c:v>86.9445141852879</c:v>
                </c:pt>
                <c:pt idx="26">
                  <c:v>102.30981672106448</c:v>
                </c:pt>
                <c:pt idx="27">
                  <c:v>116.16871704745115</c:v>
                </c:pt>
                <c:pt idx="28">
                  <c:v>131.3833793622903</c:v>
                </c:pt>
                <c:pt idx="29">
                  <c:v>172.24117817436633</c:v>
                </c:pt>
                <c:pt idx="30">
                  <c:v>216.22714571889833</c:v>
                </c:pt>
                <c:pt idx="31">
                  <c:v>295.64450867757074</c:v>
                </c:pt>
                <c:pt idx="32">
                  <c:v>409.79100062650866</c:v>
                </c:pt>
                <c:pt idx="33">
                  <c:v>426.19798228894081</c:v>
                </c:pt>
                <c:pt idx="34">
                  <c:v>442.60491675795168</c:v>
                </c:pt>
                <c:pt idx="35">
                  <c:v>497.12457862271901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7-AA24-433F-9568-A1EC903DD5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0502144"/>
        <c:axId val="80508032"/>
      </c:lineChart>
      <c:catAx>
        <c:axId val="80502144"/>
        <c:scaling>
          <c:orientation val="minMax"/>
        </c:scaling>
        <c:delete val="0"/>
        <c:axPos val="b"/>
        <c:numFmt formatCode="@" sourceLinked="1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80508032"/>
        <c:crosses val="autoZero"/>
        <c:auto val="1"/>
        <c:lblAlgn val="ctr"/>
        <c:lblOffset val="100"/>
        <c:noMultiLvlLbl val="0"/>
      </c:catAx>
      <c:valAx>
        <c:axId val="805080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chemeClr val="accent1">
                <a:lumMod val="50000"/>
              </a:schemeClr>
            </a:solidFill>
          </a:ln>
        </c:spPr>
        <c:crossAx val="80502144"/>
        <c:crosses val="autoZero"/>
        <c:crossBetween val="between"/>
      </c:valAx>
    </c:plotArea>
    <c:plotVisOnly val="1"/>
    <c:dispBlanksAs val="gap"/>
    <c:showDLblsOverMax val="0"/>
  </c:chart>
  <c:spPr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0.08421</cdr:x>
      <cdr:y>0.70781</cdr:y>
    </cdr:from>
    <cdr:to>
      <cdr:x>0.58947</cdr:x>
      <cdr:y>0.81547</cdr:y>
    </cdr:to>
    <cdr:sp macro="" textlink="">
      <cdr:nvSpPr>
        <cdr:cNvPr id="4" name="Rectángulo: esquinas redondeadas 3">
          <a:extLst xmlns:a="http://schemas.openxmlformats.org/drawingml/2006/main">
            <a:ext uri="{FF2B5EF4-FFF2-40B4-BE49-F238E27FC236}">
              <a16:creationId xmlns:a16="http://schemas.microsoft.com/office/drawing/2014/main" id="{8D0037B0-F167-4188-B167-1474023C0DC9}"/>
            </a:ext>
          </a:extLst>
        </cdr:cNvPr>
        <cdr:cNvSpPr/>
      </cdr:nvSpPr>
      <cdr:spPr>
        <a:xfrm xmlns:a="http://schemas.openxmlformats.org/drawingml/2006/main">
          <a:off x="576064" y="3663116"/>
          <a:ext cx="3456384" cy="557171"/>
        </a:xfrm>
        <a:custGeom xmlns:a="http://schemas.openxmlformats.org/drawingml/2006/main">
          <a:avLst/>
          <a:gdLst>
            <a:gd name="connsiteX0" fmla="*/ 0 w 3456384"/>
            <a:gd name="connsiteY0" fmla="*/ 92864 h 557171"/>
            <a:gd name="connsiteX1" fmla="*/ 92864 w 3456384"/>
            <a:gd name="connsiteY1" fmla="*/ 0 h 557171"/>
            <a:gd name="connsiteX2" fmla="*/ 681582 w 3456384"/>
            <a:gd name="connsiteY2" fmla="*/ 0 h 557171"/>
            <a:gd name="connsiteX3" fmla="*/ 1368420 w 3456384"/>
            <a:gd name="connsiteY3" fmla="*/ 0 h 557171"/>
            <a:gd name="connsiteX4" fmla="*/ 2087964 w 3456384"/>
            <a:gd name="connsiteY4" fmla="*/ 0 h 557171"/>
            <a:gd name="connsiteX5" fmla="*/ 2709389 w 3456384"/>
            <a:gd name="connsiteY5" fmla="*/ 0 h 557171"/>
            <a:gd name="connsiteX6" fmla="*/ 3363520 w 3456384"/>
            <a:gd name="connsiteY6" fmla="*/ 0 h 557171"/>
            <a:gd name="connsiteX7" fmla="*/ 3456384 w 3456384"/>
            <a:gd name="connsiteY7" fmla="*/ 92864 h 557171"/>
            <a:gd name="connsiteX8" fmla="*/ 3456384 w 3456384"/>
            <a:gd name="connsiteY8" fmla="*/ 464307 h 557171"/>
            <a:gd name="connsiteX9" fmla="*/ 3363520 w 3456384"/>
            <a:gd name="connsiteY9" fmla="*/ 557171 h 557171"/>
            <a:gd name="connsiteX10" fmla="*/ 2807508 w 3456384"/>
            <a:gd name="connsiteY10" fmla="*/ 557171 h 557171"/>
            <a:gd name="connsiteX11" fmla="*/ 2186084 w 3456384"/>
            <a:gd name="connsiteY11" fmla="*/ 557171 h 557171"/>
            <a:gd name="connsiteX12" fmla="*/ 1466540 w 3456384"/>
            <a:gd name="connsiteY12" fmla="*/ 557171 h 557171"/>
            <a:gd name="connsiteX13" fmla="*/ 845115 w 3456384"/>
            <a:gd name="connsiteY13" fmla="*/ 557171 h 557171"/>
            <a:gd name="connsiteX14" fmla="*/ 92864 w 3456384"/>
            <a:gd name="connsiteY14" fmla="*/ 557171 h 557171"/>
            <a:gd name="connsiteX15" fmla="*/ 0 w 3456384"/>
            <a:gd name="connsiteY15" fmla="*/ 464307 h 557171"/>
            <a:gd name="connsiteX16" fmla="*/ 0 w 3456384"/>
            <a:gd name="connsiteY16" fmla="*/ 92864 h 557171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  <a:cxn ang="0">
              <a:pos x="connsiteX6" y="connsiteY6"/>
            </a:cxn>
            <a:cxn ang="0">
              <a:pos x="connsiteX7" y="connsiteY7"/>
            </a:cxn>
            <a:cxn ang="0">
              <a:pos x="connsiteX8" y="connsiteY8"/>
            </a:cxn>
            <a:cxn ang="0">
              <a:pos x="connsiteX9" y="connsiteY9"/>
            </a:cxn>
            <a:cxn ang="0">
              <a:pos x="connsiteX10" y="connsiteY10"/>
            </a:cxn>
            <a:cxn ang="0">
              <a:pos x="connsiteX11" y="connsiteY11"/>
            </a:cxn>
            <a:cxn ang="0">
              <a:pos x="connsiteX12" y="connsiteY12"/>
            </a:cxn>
            <a:cxn ang="0">
              <a:pos x="connsiteX13" y="connsiteY13"/>
            </a:cxn>
            <a:cxn ang="0">
              <a:pos x="connsiteX14" y="connsiteY14"/>
            </a:cxn>
            <a:cxn ang="0">
              <a:pos x="connsiteX15" y="connsiteY15"/>
            </a:cxn>
            <a:cxn ang="0">
              <a:pos x="connsiteX16" y="connsiteY16"/>
            </a:cxn>
          </a:cxnLst>
          <a:rect l="l" t="t" r="r" b="b"/>
          <a:pathLst>
            <a:path w="3456384" h="557171" extrusionOk="0">
              <a:moveTo>
                <a:pt x="0" y="92864"/>
              </a:moveTo>
              <a:cubicBezTo>
                <a:pt x="1618" y="43497"/>
                <a:pt x="45780" y="5307"/>
                <a:pt x="92864" y="0"/>
              </a:cubicBezTo>
              <a:cubicBezTo>
                <a:pt x="242222" y="17617"/>
                <a:pt x="487129" y="-328"/>
                <a:pt x="681582" y="0"/>
              </a:cubicBezTo>
              <a:cubicBezTo>
                <a:pt x="876035" y="328"/>
                <a:pt x="1075927" y="-26017"/>
                <a:pt x="1368420" y="0"/>
              </a:cubicBezTo>
              <a:cubicBezTo>
                <a:pt x="1660913" y="26017"/>
                <a:pt x="1794850" y="25637"/>
                <a:pt x="2087964" y="0"/>
              </a:cubicBezTo>
              <a:cubicBezTo>
                <a:pt x="2381078" y="-25637"/>
                <a:pt x="2546227" y="13581"/>
                <a:pt x="2709389" y="0"/>
              </a:cubicBezTo>
              <a:cubicBezTo>
                <a:pt x="2872552" y="-13581"/>
                <a:pt x="3115451" y="-11322"/>
                <a:pt x="3363520" y="0"/>
              </a:cubicBezTo>
              <a:cubicBezTo>
                <a:pt x="3411977" y="1624"/>
                <a:pt x="3465952" y="43616"/>
                <a:pt x="3456384" y="92864"/>
              </a:cubicBezTo>
              <a:cubicBezTo>
                <a:pt x="3463582" y="221067"/>
                <a:pt x="3447976" y="291682"/>
                <a:pt x="3456384" y="464307"/>
              </a:cubicBezTo>
              <a:cubicBezTo>
                <a:pt x="3458767" y="511978"/>
                <a:pt x="3421937" y="553622"/>
                <a:pt x="3363520" y="557171"/>
              </a:cubicBezTo>
              <a:cubicBezTo>
                <a:pt x="3181155" y="555695"/>
                <a:pt x="2935170" y="529875"/>
                <a:pt x="2807508" y="557171"/>
              </a:cubicBezTo>
              <a:cubicBezTo>
                <a:pt x="2679846" y="584467"/>
                <a:pt x="2319329" y="578886"/>
                <a:pt x="2186084" y="557171"/>
              </a:cubicBezTo>
              <a:cubicBezTo>
                <a:pt x="2052839" y="535456"/>
                <a:pt x="1761840" y="573824"/>
                <a:pt x="1466540" y="557171"/>
              </a:cubicBezTo>
              <a:cubicBezTo>
                <a:pt x="1171240" y="540518"/>
                <a:pt x="1151834" y="565076"/>
                <a:pt x="845115" y="557171"/>
              </a:cubicBezTo>
              <a:cubicBezTo>
                <a:pt x="538397" y="549266"/>
                <a:pt x="260719" y="536205"/>
                <a:pt x="92864" y="557171"/>
              </a:cubicBezTo>
              <a:cubicBezTo>
                <a:pt x="38738" y="554311"/>
                <a:pt x="11362" y="516274"/>
                <a:pt x="0" y="464307"/>
              </a:cubicBezTo>
              <a:cubicBezTo>
                <a:pt x="15255" y="379413"/>
                <a:pt x="3029" y="247342"/>
                <a:pt x="0" y="92864"/>
              </a:cubicBezTo>
              <a:close/>
            </a:path>
          </a:pathLst>
        </a:custGeom>
        <a:noFill xmlns:a="http://schemas.openxmlformats.org/drawingml/2006/main"/>
        <a:ln xmlns:a="http://schemas.openxmlformats.org/drawingml/2006/main" w="38100">
          <a:solidFill>
            <a:schemeClr val="accent1">
              <a:lumMod val="50000"/>
            </a:schemeClr>
          </a:solidFill>
          <a:prstDash val="sysDot"/>
          <a:extLst>
            <a:ext uri="{C807C97D-BFC1-408E-A445-0C87EB9F89A2}">
              <ask:lineSketchStyleProps xmlns:ask="http://schemas.microsoft.com/office/drawing/2018/sketchyshapes" sd="609149318">
                <a:prstGeom prst="roundRect">
                  <a:avLst/>
                </a:prstGeom>
                <ask:type>
                  <ask:lineSketchFreehand/>
                </ask:type>
              </ask:lineSketchStyleProps>
            </a:ext>
          </a:extLst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s-AR"/>
        </a:p>
      </cdr:txBody>
    </cdr:sp>
  </cdr:relSizeAnchor>
  <cdr:relSizeAnchor xmlns:cdr="http://schemas.openxmlformats.org/drawingml/2006/chartDrawing">
    <cdr:from>
      <cdr:x>0.08421</cdr:x>
      <cdr:y>0.83124</cdr:y>
    </cdr:from>
    <cdr:to>
      <cdr:x>0.85263</cdr:x>
      <cdr:y>0.93777</cdr:y>
    </cdr:to>
    <cdr:sp macro="" textlink="">
      <cdr:nvSpPr>
        <cdr:cNvPr id="5" name="Rectángulo: esquinas redondeadas 4">
          <a:extLst xmlns:a="http://schemas.openxmlformats.org/drawingml/2006/main">
            <a:ext uri="{FF2B5EF4-FFF2-40B4-BE49-F238E27FC236}">
              <a16:creationId xmlns:a16="http://schemas.microsoft.com/office/drawing/2014/main" id="{E2E6A1A9-8E0D-4EA2-9366-1FD0E4050EEC}"/>
            </a:ext>
          </a:extLst>
        </cdr:cNvPr>
        <cdr:cNvSpPr/>
      </cdr:nvSpPr>
      <cdr:spPr>
        <a:xfrm xmlns:a="http://schemas.openxmlformats.org/drawingml/2006/main">
          <a:off x="576064" y="4301895"/>
          <a:ext cx="5256584" cy="551325"/>
        </a:xfrm>
        <a:custGeom xmlns:a="http://schemas.openxmlformats.org/drawingml/2006/main">
          <a:avLst/>
          <a:gdLst>
            <a:gd name="connsiteX0" fmla="*/ 0 w 5256584"/>
            <a:gd name="connsiteY0" fmla="*/ 91889 h 551325"/>
            <a:gd name="connsiteX1" fmla="*/ 91889 w 5256584"/>
            <a:gd name="connsiteY1" fmla="*/ 0 h 551325"/>
            <a:gd name="connsiteX2" fmla="*/ 725990 w 5256584"/>
            <a:gd name="connsiteY2" fmla="*/ 0 h 551325"/>
            <a:gd name="connsiteX3" fmla="*/ 1309362 w 5256584"/>
            <a:gd name="connsiteY3" fmla="*/ 0 h 551325"/>
            <a:gd name="connsiteX4" fmla="*/ 1892735 w 5256584"/>
            <a:gd name="connsiteY4" fmla="*/ 0 h 551325"/>
            <a:gd name="connsiteX5" fmla="*/ 2577564 w 5256584"/>
            <a:gd name="connsiteY5" fmla="*/ 0 h 551325"/>
            <a:gd name="connsiteX6" fmla="*/ 3211665 w 5256584"/>
            <a:gd name="connsiteY6" fmla="*/ 0 h 551325"/>
            <a:gd name="connsiteX7" fmla="*/ 3845765 w 5256584"/>
            <a:gd name="connsiteY7" fmla="*/ 0 h 551325"/>
            <a:gd name="connsiteX8" fmla="*/ 4581322 w 5256584"/>
            <a:gd name="connsiteY8" fmla="*/ 0 h 551325"/>
            <a:gd name="connsiteX9" fmla="*/ 5164695 w 5256584"/>
            <a:gd name="connsiteY9" fmla="*/ 0 h 551325"/>
            <a:gd name="connsiteX10" fmla="*/ 5256584 w 5256584"/>
            <a:gd name="connsiteY10" fmla="*/ 91889 h 551325"/>
            <a:gd name="connsiteX11" fmla="*/ 5256584 w 5256584"/>
            <a:gd name="connsiteY11" fmla="*/ 459436 h 551325"/>
            <a:gd name="connsiteX12" fmla="*/ 5164695 w 5256584"/>
            <a:gd name="connsiteY12" fmla="*/ 551325 h 551325"/>
            <a:gd name="connsiteX13" fmla="*/ 4581322 w 5256584"/>
            <a:gd name="connsiteY13" fmla="*/ 551325 h 551325"/>
            <a:gd name="connsiteX14" fmla="*/ 3997950 w 5256584"/>
            <a:gd name="connsiteY14" fmla="*/ 551325 h 551325"/>
            <a:gd name="connsiteX15" fmla="*/ 3414577 w 5256584"/>
            <a:gd name="connsiteY15" fmla="*/ 551325 h 551325"/>
            <a:gd name="connsiteX16" fmla="*/ 2881932 w 5256584"/>
            <a:gd name="connsiteY16" fmla="*/ 551325 h 551325"/>
            <a:gd name="connsiteX17" fmla="*/ 2298560 w 5256584"/>
            <a:gd name="connsiteY17" fmla="*/ 551325 h 551325"/>
            <a:gd name="connsiteX18" fmla="*/ 1765915 w 5256584"/>
            <a:gd name="connsiteY18" fmla="*/ 551325 h 551325"/>
            <a:gd name="connsiteX19" fmla="*/ 1233270 w 5256584"/>
            <a:gd name="connsiteY19" fmla="*/ 551325 h 551325"/>
            <a:gd name="connsiteX20" fmla="*/ 700626 w 5256584"/>
            <a:gd name="connsiteY20" fmla="*/ 551325 h 551325"/>
            <a:gd name="connsiteX21" fmla="*/ 91889 w 5256584"/>
            <a:gd name="connsiteY21" fmla="*/ 551325 h 551325"/>
            <a:gd name="connsiteX22" fmla="*/ 0 w 5256584"/>
            <a:gd name="connsiteY22" fmla="*/ 459436 h 551325"/>
            <a:gd name="connsiteX23" fmla="*/ 0 w 5256584"/>
            <a:gd name="connsiteY23" fmla="*/ 91889 h 551325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  <a:cxn ang="0">
              <a:pos x="connsiteX6" y="connsiteY6"/>
            </a:cxn>
            <a:cxn ang="0">
              <a:pos x="connsiteX7" y="connsiteY7"/>
            </a:cxn>
            <a:cxn ang="0">
              <a:pos x="connsiteX8" y="connsiteY8"/>
            </a:cxn>
            <a:cxn ang="0">
              <a:pos x="connsiteX9" y="connsiteY9"/>
            </a:cxn>
            <a:cxn ang="0">
              <a:pos x="connsiteX10" y="connsiteY10"/>
            </a:cxn>
            <a:cxn ang="0">
              <a:pos x="connsiteX11" y="connsiteY11"/>
            </a:cxn>
            <a:cxn ang="0">
              <a:pos x="connsiteX12" y="connsiteY12"/>
            </a:cxn>
            <a:cxn ang="0">
              <a:pos x="connsiteX13" y="connsiteY13"/>
            </a:cxn>
            <a:cxn ang="0">
              <a:pos x="connsiteX14" y="connsiteY14"/>
            </a:cxn>
            <a:cxn ang="0">
              <a:pos x="connsiteX15" y="connsiteY15"/>
            </a:cxn>
            <a:cxn ang="0">
              <a:pos x="connsiteX16" y="connsiteY16"/>
            </a:cxn>
            <a:cxn ang="0">
              <a:pos x="connsiteX17" y="connsiteY17"/>
            </a:cxn>
            <a:cxn ang="0">
              <a:pos x="connsiteX18" y="connsiteY18"/>
            </a:cxn>
            <a:cxn ang="0">
              <a:pos x="connsiteX19" y="connsiteY19"/>
            </a:cxn>
            <a:cxn ang="0">
              <a:pos x="connsiteX20" y="connsiteY20"/>
            </a:cxn>
            <a:cxn ang="0">
              <a:pos x="connsiteX21" y="connsiteY21"/>
            </a:cxn>
            <a:cxn ang="0">
              <a:pos x="connsiteX22" y="connsiteY22"/>
            </a:cxn>
            <a:cxn ang="0">
              <a:pos x="connsiteX23" y="connsiteY23"/>
            </a:cxn>
          </a:cxnLst>
          <a:rect l="l" t="t" r="r" b="b"/>
          <a:pathLst>
            <a:path w="5256584" h="551325" extrusionOk="0">
              <a:moveTo>
                <a:pt x="0" y="91889"/>
              </a:moveTo>
              <a:cubicBezTo>
                <a:pt x="-2244" y="40123"/>
                <a:pt x="34350" y="2219"/>
                <a:pt x="91889" y="0"/>
              </a:cubicBezTo>
              <a:cubicBezTo>
                <a:pt x="260595" y="-25214"/>
                <a:pt x="522506" y="18650"/>
                <a:pt x="725990" y="0"/>
              </a:cubicBezTo>
              <a:cubicBezTo>
                <a:pt x="929474" y="-18650"/>
                <a:pt x="1024985" y="17770"/>
                <a:pt x="1309362" y="0"/>
              </a:cubicBezTo>
              <a:cubicBezTo>
                <a:pt x="1593739" y="-17770"/>
                <a:pt x="1758883" y="2629"/>
                <a:pt x="1892735" y="0"/>
              </a:cubicBezTo>
              <a:cubicBezTo>
                <a:pt x="2026587" y="-2629"/>
                <a:pt x="2420658" y="4297"/>
                <a:pt x="2577564" y="0"/>
              </a:cubicBezTo>
              <a:cubicBezTo>
                <a:pt x="2734470" y="-4297"/>
                <a:pt x="2919810" y="1571"/>
                <a:pt x="3211665" y="0"/>
              </a:cubicBezTo>
              <a:cubicBezTo>
                <a:pt x="3503520" y="-1571"/>
                <a:pt x="3642724" y="-30061"/>
                <a:pt x="3845765" y="0"/>
              </a:cubicBezTo>
              <a:cubicBezTo>
                <a:pt x="4048806" y="30061"/>
                <a:pt x="4275096" y="14449"/>
                <a:pt x="4581322" y="0"/>
              </a:cubicBezTo>
              <a:cubicBezTo>
                <a:pt x="4887548" y="-14449"/>
                <a:pt x="4992300" y="-15204"/>
                <a:pt x="5164695" y="0"/>
              </a:cubicBezTo>
              <a:cubicBezTo>
                <a:pt x="5218044" y="7656"/>
                <a:pt x="5258672" y="42946"/>
                <a:pt x="5256584" y="91889"/>
              </a:cubicBezTo>
              <a:cubicBezTo>
                <a:pt x="5266624" y="178678"/>
                <a:pt x="5242534" y="326014"/>
                <a:pt x="5256584" y="459436"/>
              </a:cubicBezTo>
              <a:cubicBezTo>
                <a:pt x="5246384" y="503942"/>
                <a:pt x="5218105" y="552524"/>
                <a:pt x="5164695" y="551325"/>
              </a:cubicBezTo>
              <a:cubicBezTo>
                <a:pt x="4884552" y="554548"/>
                <a:pt x="4841669" y="523622"/>
                <a:pt x="4581322" y="551325"/>
              </a:cubicBezTo>
              <a:cubicBezTo>
                <a:pt x="4320975" y="579028"/>
                <a:pt x="4140062" y="536978"/>
                <a:pt x="3997950" y="551325"/>
              </a:cubicBezTo>
              <a:cubicBezTo>
                <a:pt x="3855838" y="565672"/>
                <a:pt x="3673723" y="554871"/>
                <a:pt x="3414577" y="551325"/>
              </a:cubicBezTo>
              <a:cubicBezTo>
                <a:pt x="3155431" y="547779"/>
                <a:pt x="2997561" y="561996"/>
                <a:pt x="2881932" y="551325"/>
              </a:cubicBezTo>
              <a:cubicBezTo>
                <a:pt x="2766303" y="540654"/>
                <a:pt x="2500400" y="546872"/>
                <a:pt x="2298560" y="551325"/>
              </a:cubicBezTo>
              <a:cubicBezTo>
                <a:pt x="2096720" y="555778"/>
                <a:pt x="1933938" y="531674"/>
                <a:pt x="1765915" y="551325"/>
              </a:cubicBezTo>
              <a:cubicBezTo>
                <a:pt x="1597893" y="570976"/>
                <a:pt x="1349333" y="540553"/>
                <a:pt x="1233270" y="551325"/>
              </a:cubicBezTo>
              <a:cubicBezTo>
                <a:pt x="1117207" y="562097"/>
                <a:pt x="826438" y="552085"/>
                <a:pt x="700626" y="551325"/>
              </a:cubicBezTo>
              <a:cubicBezTo>
                <a:pt x="574814" y="550565"/>
                <a:pt x="356780" y="546804"/>
                <a:pt x="91889" y="551325"/>
              </a:cubicBezTo>
              <a:cubicBezTo>
                <a:pt x="47582" y="553902"/>
                <a:pt x="1299" y="511768"/>
                <a:pt x="0" y="459436"/>
              </a:cubicBezTo>
              <a:cubicBezTo>
                <a:pt x="8515" y="295862"/>
                <a:pt x="-16974" y="197600"/>
                <a:pt x="0" y="91889"/>
              </a:cubicBezTo>
              <a:close/>
            </a:path>
          </a:pathLst>
        </a:custGeom>
        <a:noFill xmlns:a="http://schemas.openxmlformats.org/drawingml/2006/main"/>
        <a:ln xmlns:a="http://schemas.openxmlformats.org/drawingml/2006/main" w="38100">
          <a:solidFill>
            <a:schemeClr val="accent1">
              <a:lumMod val="50000"/>
            </a:schemeClr>
          </a:solidFill>
          <a:prstDash val="sysDot"/>
          <a:extLst>
            <a:ext uri="{C807C97D-BFC1-408E-A445-0C87EB9F89A2}">
              <ask:lineSketchStyleProps xmlns:ask="http://schemas.microsoft.com/office/drawing/2018/sketchyshapes" sd="3837236435">
                <a:prstGeom prst="roundRect">
                  <a:avLst/>
                </a:prstGeom>
                <ask:type>
                  <ask:lineSketchFreehand/>
                </ask:type>
              </ask:lineSketchStyleProps>
            </a:ext>
          </a:extLst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s-AR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B4FC2-502F-438A-9BEC-268AB1945BDB}" type="datetimeFigureOut">
              <a:rPr lang="es-AR" smtClean="0"/>
              <a:pPr/>
              <a:t>29/5/2020</a:t>
            </a:fld>
            <a:endParaRPr lang="es-AR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63F5B-7E74-4735-AAB1-9D0BDAD88CDB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6145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863F5B-7E74-4735-AAB1-9D0BDAD88CDB}" type="slidenum">
              <a:rPr lang="es-AR" smtClean="0"/>
              <a:pPr/>
              <a:t>10</a:t>
            </a:fld>
            <a:endParaRPr lang="es-A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863F5B-7E74-4735-AAB1-9D0BDAD88CDB}" type="slidenum">
              <a:rPr lang="es-AR" smtClean="0"/>
              <a:pPr/>
              <a:t>11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45860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863F5B-7E74-4735-AAB1-9D0BDAD88CDB}" type="slidenum">
              <a:rPr lang="es-AR" smtClean="0"/>
              <a:pPr/>
              <a:t>13</a:t>
            </a:fld>
            <a:endParaRPr lang="es-A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863F5B-7E74-4735-AAB1-9D0BDAD88CDB}" type="slidenum">
              <a:rPr lang="es-AR" smtClean="0"/>
              <a:pPr/>
              <a:t>15</a:t>
            </a:fld>
            <a:endParaRPr lang="es-A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863F5B-7E74-4735-AAB1-9D0BDAD88CDB}" type="slidenum">
              <a:rPr lang="es-AR" smtClean="0"/>
              <a:pPr/>
              <a:t>16</a:t>
            </a:fld>
            <a:endParaRPr lang="es-A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29/5/2020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29/5/2020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29/5/2020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29/5/2020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29/5/2020</a:t>
            </a:fld>
            <a:endParaRPr lang="es-AR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29/5/2020</a:t>
            </a:fld>
            <a:endParaRPr lang="es-AR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29/5/2020</a:t>
            </a:fld>
            <a:endParaRPr lang="es-AR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29/5/2020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29/5/2020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29/5/2020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29/5/2020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8918B-A752-478E-98C3-4EE43565EF57}" type="datetimeFigureOut">
              <a:rPr lang="es-AR" smtClean="0"/>
              <a:pPr/>
              <a:t>29/5/2020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7" Type="http://schemas.openxmlformats.org/officeDocument/2006/relationships/image" Target="../media/image11.sv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20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4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d.docs.live.net/82ff3cc4fadd8f44/HEAnuevo/C&#225;tedra/presentaciones%20nuevas/Clase%205%20crecimiento%20e%20inflaci&#243;n%20(parte%201)%202018.pptx" TargetMode="Externa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d.docs.live.net/82ff3cc4fadd8f44/HEAnuevo/C&#225;tedra/presentaciones%20nuevas/Clase%205%20crecimiento%20e%20inflaci&#243;n%20(parte%201)%202018.pptx" TargetMode="Externa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32.e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7" Type="http://schemas.openxmlformats.org/officeDocument/2006/relationships/image" Target="../media/image38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sv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14.png"/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12" Type="http://schemas.openxmlformats.org/officeDocument/2006/relationships/image" Target="../media/image9.svg"/><Relationship Id="rId2" Type="http://schemas.openxmlformats.org/officeDocument/2006/relationships/image" Target="../media/image40.png"/><Relationship Id="rId16" Type="http://schemas.openxmlformats.org/officeDocument/2006/relationships/image" Target="../media/image5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8.png"/><Relationship Id="rId5" Type="http://schemas.openxmlformats.org/officeDocument/2006/relationships/image" Target="../media/image43.svg"/><Relationship Id="rId15" Type="http://schemas.openxmlformats.org/officeDocument/2006/relationships/image" Target="../media/image49.png"/><Relationship Id="rId10" Type="http://schemas.openxmlformats.org/officeDocument/2006/relationships/image" Target="../media/image47.svg"/><Relationship Id="rId4" Type="http://schemas.openxmlformats.org/officeDocument/2006/relationships/image" Target="../media/image42.png"/><Relationship Id="rId9" Type="http://schemas.openxmlformats.org/officeDocument/2006/relationships/image" Target="../media/image46.png"/><Relationship Id="rId1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4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ECONÓMICA ARGENTINA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60121C-229F-42DF-BBAD-BF2E003FA26A}"/>
              </a:ext>
            </a:extLst>
          </p:cNvPr>
          <p:cNvSpPr txBox="1"/>
          <p:nvPr/>
        </p:nvSpPr>
        <p:spPr>
          <a:xfrm>
            <a:off x="1619672" y="1556792"/>
            <a:ext cx="116891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3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B68376-3601-4F72-98F3-FDAD011EED1E}"/>
              </a:ext>
            </a:extLst>
          </p:cNvPr>
          <p:cNvSpPr txBox="1"/>
          <p:nvPr/>
        </p:nvSpPr>
        <p:spPr>
          <a:xfrm>
            <a:off x="2788582" y="2341622"/>
            <a:ext cx="457901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MACROECONOMÍA 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PERONISMO,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 DE 1949, 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 Y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AND GO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01B6B2D-81F1-4DBD-A9F9-E9C7F8AF5674}"/>
              </a:ext>
            </a:extLst>
          </p:cNvPr>
          <p:cNvCxnSpPr>
            <a:cxnSpLocks/>
          </p:cNvCxnSpPr>
          <p:nvPr/>
        </p:nvCxnSpPr>
        <p:spPr>
          <a:xfrm flipV="1">
            <a:off x="2761389" y="2056472"/>
            <a:ext cx="0" cy="2931148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22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4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ECONÓMICA ARGENTINA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60121C-229F-42DF-BBAD-BF2E003FA26A}"/>
              </a:ext>
            </a:extLst>
          </p:cNvPr>
          <p:cNvSpPr txBox="1"/>
          <p:nvPr/>
        </p:nvSpPr>
        <p:spPr>
          <a:xfrm>
            <a:off x="1619672" y="1556792"/>
            <a:ext cx="116891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3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B68376-3601-4F72-98F3-FDAD011EED1E}"/>
              </a:ext>
            </a:extLst>
          </p:cNvPr>
          <p:cNvSpPr txBox="1"/>
          <p:nvPr/>
        </p:nvSpPr>
        <p:spPr>
          <a:xfrm>
            <a:off x="2788582" y="2341622"/>
            <a:ext cx="457901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MACROECONOMÍA 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PERONISMO,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 DE 1949, 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 Y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AND GO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01B6B2D-81F1-4DBD-A9F9-E9C7F8AF5674}"/>
              </a:ext>
            </a:extLst>
          </p:cNvPr>
          <p:cNvCxnSpPr>
            <a:cxnSpLocks/>
          </p:cNvCxnSpPr>
          <p:nvPr/>
        </p:nvCxnSpPr>
        <p:spPr>
          <a:xfrm flipV="1">
            <a:off x="2761389" y="2056472"/>
            <a:ext cx="0" cy="2931148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1C45FD4C-159D-462B-A51E-CC1E869170F5}"/>
              </a:ext>
            </a:extLst>
          </p:cNvPr>
          <p:cNvSpPr/>
          <p:nvPr/>
        </p:nvSpPr>
        <p:spPr>
          <a:xfrm>
            <a:off x="2815774" y="2354874"/>
            <a:ext cx="4420522" cy="1087378"/>
          </a:xfrm>
          <a:custGeom>
            <a:avLst/>
            <a:gdLst>
              <a:gd name="connsiteX0" fmla="*/ 0 w 4420522"/>
              <a:gd name="connsiteY0" fmla="*/ 0 h 1087378"/>
              <a:gd name="connsiteX1" fmla="*/ 4420522 w 4420522"/>
              <a:gd name="connsiteY1" fmla="*/ 0 h 1087378"/>
              <a:gd name="connsiteX2" fmla="*/ 4420522 w 4420522"/>
              <a:gd name="connsiteY2" fmla="*/ 1087378 h 1087378"/>
              <a:gd name="connsiteX3" fmla="*/ 0 w 4420522"/>
              <a:gd name="connsiteY3" fmla="*/ 1087378 h 1087378"/>
              <a:gd name="connsiteX4" fmla="*/ 0 w 4420522"/>
              <a:gd name="connsiteY4" fmla="*/ 0 h 1087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20522" h="1087378" extrusionOk="0">
                <a:moveTo>
                  <a:pt x="0" y="0"/>
                </a:moveTo>
                <a:cubicBezTo>
                  <a:pt x="1673738" y="-5264"/>
                  <a:pt x="3845967" y="84467"/>
                  <a:pt x="4420522" y="0"/>
                </a:cubicBezTo>
                <a:cubicBezTo>
                  <a:pt x="4387217" y="175246"/>
                  <a:pt x="4336797" y="766953"/>
                  <a:pt x="4420522" y="1087378"/>
                </a:cubicBezTo>
                <a:cubicBezTo>
                  <a:pt x="2645990" y="1193698"/>
                  <a:pt x="1301831" y="1079729"/>
                  <a:pt x="0" y="1087378"/>
                </a:cubicBezTo>
                <a:cubicBezTo>
                  <a:pt x="79752" y="592808"/>
                  <a:pt x="45838" y="357290"/>
                  <a:pt x="0" y="0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9229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323528" y="883452"/>
            <a:ext cx="8496944" cy="5713900"/>
          </a:xfrm>
          <a:prstGeom prst="roundRect">
            <a:avLst>
              <a:gd name="adj" fmla="val 96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AR" sz="20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Seguimos a Díaz Alejandro (y algo de </a:t>
            </a:r>
            <a:r>
              <a:rPr lang="es-AR" sz="2000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Gerchunoff</a:t>
            </a:r>
            <a:r>
              <a:rPr lang="es-AR" sz="20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endParaRPr lang="es-AR" sz="14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argentino desde 1930</a:t>
            </a:r>
          </a:p>
          <a:p>
            <a:pPr algn="ctr"/>
            <a:endParaRPr lang="es-AR" sz="1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Respuesta inmediata a la Gran Depresión</a:t>
            </a:r>
          </a:p>
          <a:p>
            <a:pPr algn="ctr"/>
            <a:endParaRPr lang="es-AR" sz="1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Respuesta tardía a la Gran Depresión</a:t>
            </a:r>
          </a:p>
          <a:p>
            <a:pPr algn="ctr"/>
            <a:r>
              <a:rPr lang="es-AR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Macroeconomía peronista</a:t>
            </a:r>
          </a:p>
          <a:p>
            <a:pPr algn="ctr"/>
            <a:endParaRPr lang="es-AR" sz="16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 de 1949</a:t>
            </a:r>
          </a:p>
          <a:p>
            <a:pPr algn="ctr"/>
            <a:r>
              <a:rPr lang="es-AR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Estrangulamiento externo</a:t>
            </a:r>
          </a:p>
          <a:p>
            <a:pPr algn="ctr"/>
            <a:r>
              <a:rPr lang="es-AR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 de Rumbo</a:t>
            </a:r>
          </a:p>
          <a:p>
            <a:pPr algn="ctr"/>
            <a:endParaRPr lang="es-AR" sz="1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Surgimiento de Dos problemas</a:t>
            </a:r>
          </a:p>
          <a:p>
            <a:pPr algn="ctr"/>
            <a:r>
              <a:rPr lang="es-AR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 </a:t>
            </a:r>
          </a:p>
          <a:p>
            <a:pPr algn="ctr"/>
            <a:r>
              <a:rPr lang="es-AR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</a:t>
            </a:r>
          </a:p>
        </p:txBody>
      </p:sp>
      <p:sp>
        <p:nvSpPr>
          <p:cNvPr id="6" name="5 Rectángulo redondeado"/>
          <p:cNvSpPr/>
          <p:nvPr/>
        </p:nvSpPr>
        <p:spPr>
          <a:xfrm>
            <a:off x="323528" y="897414"/>
            <a:ext cx="8496944" cy="50405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4 Rectángulo redondeado">
            <a:extLst>
              <a:ext uri="{FF2B5EF4-FFF2-40B4-BE49-F238E27FC236}">
                <a16:creationId xmlns:a16="http://schemas.microsoft.com/office/drawing/2014/main" id="{7DFE4203-8FAC-4057-9FFA-2BC80CB25781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ECONÓMICA ARGENTINA</a:t>
            </a:r>
          </a:p>
        </p:txBody>
      </p:sp>
    </p:spTree>
    <p:extLst>
      <p:ext uri="{BB962C8B-B14F-4D97-AF65-F5344CB8AC3E}">
        <p14:creationId xmlns:p14="http://schemas.microsoft.com/office/powerpoint/2010/main" val="633995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323528" y="883452"/>
            <a:ext cx="8496944" cy="5713900"/>
          </a:xfrm>
          <a:prstGeom prst="roundRect">
            <a:avLst>
              <a:gd name="adj" fmla="val 96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AR" sz="20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Seguimos a Díaz Alejandro (y algo de </a:t>
            </a:r>
            <a:r>
              <a:rPr lang="es-AR" sz="2000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Gerchunoff</a:t>
            </a:r>
            <a:r>
              <a:rPr lang="es-AR" sz="20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endParaRPr lang="es-AR" sz="14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argentino desde 1930</a:t>
            </a:r>
          </a:p>
          <a:p>
            <a:pPr algn="ctr"/>
            <a:endParaRPr lang="es-AR" sz="1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Respuesta inmediata a la Gran Depresión</a:t>
            </a:r>
          </a:p>
          <a:p>
            <a:pPr algn="ctr"/>
            <a:endParaRPr lang="es-AR" sz="1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Respuesta tardía a la Gran Depresión</a:t>
            </a:r>
          </a:p>
          <a:p>
            <a:pPr algn="ctr"/>
            <a:r>
              <a:rPr lang="es-AR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Macroeconomía peronista</a:t>
            </a:r>
          </a:p>
          <a:p>
            <a:pPr algn="ctr"/>
            <a:endParaRPr lang="es-AR" sz="16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 de 1949</a:t>
            </a:r>
          </a:p>
          <a:p>
            <a:pPr algn="ctr"/>
            <a:r>
              <a:rPr lang="es-AR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Estrangulamiento externo</a:t>
            </a:r>
          </a:p>
          <a:p>
            <a:pPr algn="ctr"/>
            <a:r>
              <a:rPr lang="es-AR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 de Rumbo</a:t>
            </a:r>
          </a:p>
          <a:p>
            <a:pPr algn="ctr"/>
            <a:endParaRPr lang="es-AR" sz="1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Surgimiento de Dos problemas</a:t>
            </a:r>
          </a:p>
          <a:p>
            <a:pPr algn="ctr"/>
            <a:r>
              <a:rPr lang="es-AR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 </a:t>
            </a:r>
          </a:p>
          <a:p>
            <a:pPr algn="ctr"/>
            <a:r>
              <a:rPr lang="es-AR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</a:t>
            </a:r>
          </a:p>
        </p:txBody>
      </p:sp>
      <p:sp>
        <p:nvSpPr>
          <p:cNvPr id="6" name="5 Rectángulo redondeado"/>
          <p:cNvSpPr/>
          <p:nvPr/>
        </p:nvSpPr>
        <p:spPr>
          <a:xfrm>
            <a:off x="323528" y="897414"/>
            <a:ext cx="8496944" cy="50405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4 Rectángulo redondeado">
            <a:extLst>
              <a:ext uri="{FF2B5EF4-FFF2-40B4-BE49-F238E27FC236}">
                <a16:creationId xmlns:a16="http://schemas.microsoft.com/office/drawing/2014/main" id="{7DFE4203-8FAC-4057-9FFA-2BC80CB25781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ECONÓMICA ARGENTINA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151367B-142D-488B-A2F8-11A1CE56B941}"/>
              </a:ext>
            </a:extLst>
          </p:cNvPr>
          <p:cNvSpPr/>
          <p:nvPr/>
        </p:nvSpPr>
        <p:spPr>
          <a:xfrm>
            <a:off x="1259632" y="1988840"/>
            <a:ext cx="6696744" cy="1944216"/>
          </a:xfrm>
          <a:custGeom>
            <a:avLst/>
            <a:gdLst>
              <a:gd name="connsiteX0" fmla="*/ 0 w 6696744"/>
              <a:gd name="connsiteY0" fmla="*/ 0 h 1944216"/>
              <a:gd name="connsiteX1" fmla="*/ 6696744 w 6696744"/>
              <a:gd name="connsiteY1" fmla="*/ 0 h 1944216"/>
              <a:gd name="connsiteX2" fmla="*/ 6696744 w 6696744"/>
              <a:gd name="connsiteY2" fmla="*/ 1944216 h 1944216"/>
              <a:gd name="connsiteX3" fmla="*/ 0 w 6696744"/>
              <a:gd name="connsiteY3" fmla="*/ 1944216 h 1944216"/>
              <a:gd name="connsiteX4" fmla="*/ 0 w 6696744"/>
              <a:gd name="connsiteY4" fmla="*/ 0 h 194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6744" h="1944216" extrusionOk="0">
                <a:moveTo>
                  <a:pt x="0" y="0"/>
                </a:moveTo>
                <a:cubicBezTo>
                  <a:pt x="2153717" y="-5264"/>
                  <a:pt x="5279674" y="84467"/>
                  <a:pt x="6696744" y="0"/>
                </a:cubicBezTo>
                <a:cubicBezTo>
                  <a:pt x="6568571" y="942117"/>
                  <a:pt x="6825894" y="1608317"/>
                  <a:pt x="6696744" y="1944216"/>
                </a:cubicBezTo>
                <a:cubicBezTo>
                  <a:pt x="4800125" y="2050536"/>
                  <a:pt x="839563" y="1936567"/>
                  <a:pt x="0" y="1944216"/>
                </a:cubicBezTo>
                <a:cubicBezTo>
                  <a:pt x="160128" y="1735330"/>
                  <a:pt x="25049" y="760074"/>
                  <a:pt x="0" y="0"/>
                </a:cubicBezTo>
                <a:close/>
              </a:path>
            </a:pathLst>
          </a:custGeom>
          <a:noFill/>
          <a:ln>
            <a:solidFill>
              <a:schemeClr val="tx2">
                <a:lumMod val="20000"/>
                <a:lumOff val="8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80029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4 Rectángulo redondeado">
            <a:extLst>
              <a:ext uri="{FF2B5EF4-FFF2-40B4-BE49-F238E27FC236}">
                <a16:creationId xmlns:a16="http://schemas.microsoft.com/office/drawing/2014/main" id="{7DFE4203-8FAC-4057-9FFA-2BC80CB25781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SIGUIÓ LA HISTORIA DE LA INDUSTRIA?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3DF0924-D9C1-421E-9240-BCFD786A96CE}"/>
              </a:ext>
            </a:extLst>
          </p:cNvPr>
          <p:cNvCxnSpPr>
            <a:cxnSpLocks/>
          </p:cNvCxnSpPr>
          <p:nvPr/>
        </p:nvCxnSpPr>
        <p:spPr>
          <a:xfrm>
            <a:off x="107504" y="5972240"/>
            <a:ext cx="8496944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69C4037-60BE-477B-A4EC-E2B078EA9D09}"/>
              </a:ext>
            </a:extLst>
          </p:cNvPr>
          <p:cNvCxnSpPr/>
          <p:nvPr/>
        </p:nvCxnSpPr>
        <p:spPr>
          <a:xfrm>
            <a:off x="384309" y="5756216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C54CDA-56E7-42A3-9F86-3201DC4F0526}"/>
              </a:ext>
            </a:extLst>
          </p:cNvPr>
          <p:cNvSpPr txBox="1"/>
          <p:nvPr/>
        </p:nvSpPr>
        <p:spPr>
          <a:xfrm>
            <a:off x="35496" y="622316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1900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6A1E219-6812-4F5A-BD18-739D0CB1A5F2}"/>
              </a:ext>
            </a:extLst>
          </p:cNvPr>
          <p:cNvCxnSpPr/>
          <p:nvPr/>
        </p:nvCxnSpPr>
        <p:spPr>
          <a:xfrm>
            <a:off x="1077287" y="5756216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BF99048-045A-4C10-906B-304C60401735}"/>
              </a:ext>
            </a:extLst>
          </p:cNvPr>
          <p:cNvSpPr txBox="1"/>
          <p:nvPr/>
        </p:nvSpPr>
        <p:spPr>
          <a:xfrm>
            <a:off x="728474" y="622316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1914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C962BB5-D722-4B23-AF93-5D57834A9799}"/>
              </a:ext>
            </a:extLst>
          </p:cNvPr>
          <p:cNvCxnSpPr/>
          <p:nvPr/>
        </p:nvCxnSpPr>
        <p:spPr>
          <a:xfrm>
            <a:off x="3813591" y="5756216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A16A01F-6045-4349-B6B3-3FE80EBD0407}"/>
              </a:ext>
            </a:extLst>
          </p:cNvPr>
          <p:cNvSpPr txBox="1"/>
          <p:nvPr/>
        </p:nvSpPr>
        <p:spPr>
          <a:xfrm>
            <a:off x="3464778" y="622316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1930</a:t>
            </a:r>
          </a:p>
        </p:txBody>
      </p:sp>
      <p:sp>
        <p:nvSpPr>
          <p:cNvPr id="23" name="Text Box 9">
            <a:extLst>
              <a:ext uri="{FF2B5EF4-FFF2-40B4-BE49-F238E27FC236}">
                <a16:creationId xmlns:a16="http://schemas.microsoft.com/office/drawing/2014/main" id="{8182DDEC-8498-47E9-99CA-CCC70D0C1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2132857"/>
            <a:ext cx="969783" cy="35765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BPE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Eslabonamientos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B692787-9D49-4E75-A5D1-AFFC523EF1DB}"/>
              </a:ext>
            </a:extLst>
          </p:cNvPr>
          <p:cNvCxnSpPr/>
          <p:nvPr/>
        </p:nvCxnSpPr>
        <p:spPr>
          <a:xfrm>
            <a:off x="1824469" y="5756216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D57444E-6586-464C-89B4-DE694E0A2DA0}"/>
              </a:ext>
            </a:extLst>
          </p:cNvPr>
          <p:cNvSpPr txBox="1"/>
          <p:nvPr/>
        </p:nvSpPr>
        <p:spPr>
          <a:xfrm>
            <a:off x="1475656" y="622316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1918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0CE2E97-E93E-4301-BC3F-7D3B01A43D45}"/>
              </a:ext>
            </a:extLst>
          </p:cNvPr>
          <p:cNvCxnSpPr/>
          <p:nvPr/>
        </p:nvCxnSpPr>
        <p:spPr>
          <a:xfrm>
            <a:off x="2805479" y="5756216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481B375-32F8-4B17-A2CF-7AE258DAB80B}"/>
              </a:ext>
            </a:extLst>
          </p:cNvPr>
          <p:cNvSpPr txBox="1"/>
          <p:nvPr/>
        </p:nvSpPr>
        <p:spPr>
          <a:xfrm>
            <a:off x="2456666" y="622316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1924</a:t>
            </a:r>
          </a:p>
        </p:txBody>
      </p:sp>
      <p:sp>
        <p:nvSpPr>
          <p:cNvPr id="32" name="Text Box 9">
            <a:extLst>
              <a:ext uri="{FF2B5EF4-FFF2-40B4-BE49-F238E27FC236}">
                <a16:creationId xmlns:a16="http://schemas.microsoft.com/office/drawing/2014/main" id="{4D912D38-4453-467E-8EE8-72C5E26CD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151" y="2125756"/>
            <a:ext cx="1757879" cy="35836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GUERRA Y POSGUERRA.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Restricciones y mercados</a:t>
            </a:r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6E4F8018-7AE0-4C01-8093-5C04612438CC}"/>
              </a:ext>
            </a:extLst>
          </p:cNvPr>
          <p:cNvCxnSpPr/>
          <p:nvPr/>
        </p:nvCxnSpPr>
        <p:spPr>
          <a:xfrm>
            <a:off x="5397767" y="5759760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BD6E63C-AF30-41DB-849B-28C4FF691355}"/>
              </a:ext>
            </a:extLst>
          </p:cNvPr>
          <p:cNvSpPr txBox="1"/>
          <p:nvPr/>
        </p:nvSpPr>
        <p:spPr>
          <a:xfrm>
            <a:off x="5048954" y="6226710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1940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F262BC7E-6D05-4AD6-96FB-5684C1000669}"/>
              </a:ext>
            </a:extLst>
          </p:cNvPr>
          <p:cNvCxnSpPr/>
          <p:nvPr/>
        </p:nvCxnSpPr>
        <p:spPr>
          <a:xfrm>
            <a:off x="6301619" y="5761070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45F2032-8303-4917-A4C3-030B65AB4EAD}"/>
              </a:ext>
            </a:extLst>
          </p:cNvPr>
          <p:cNvSpPr txBox="1"/>
          <p:nvPr/>
        </p:nvSpPr>
        <p:spPr>
          <a:xfrm>
            <a:off x="5952806" y="6228020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1943</a:t>
            </a:r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DCBC8E75-DD03-4F8E-911C-C05C3B6FA4DB}"/>
              </a:ext>
            </a:extLst>
          </p:cNvPr>
          <p:cNvCxnSpPr/>
          <p:nvPr/>
        </p:nvCxnSpPr>
        <p:spPr>
          <a:xfrm>
            <a:off x="7234270" y="5759760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958BD7F-55AA-40D1-B552-2AB85D4E589C}"/>
              </a:ext>
            </a:extLst>
          </p:cNvPr>
          <p:cNvSpPr txBox="1"/>
          <p:nvPr/>
        </p:nvSpPr>
        <p:spPr>
          <a:xfrm>
            <a:off x="6885457" y="6226710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1946</a:t>
            </a:r>
          </a:p>
        </p:txBody>
      </p:sp>
      <p:sp>
        <p:nvSpPr>
          <p:cNvPr id="42" name="Text Box 9">
            <a:extLst>
              <a:ext uri="{FF2B5EF4-FFF2-40B4-BE49-F238E27FC236}">
                <a16:creationId xmlns:a16="http://schemas.microsoft.com/office/drawing/2014/main" id="{72D865B1-1FB5-4FEC-B3CF-D8C8580FD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031" y="2132857"/>
            <a:ext cx="997557" cy="35836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LUEGO DE POSGUERRA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Mercado y pocas políticas</a:t>
            </a:r>
          </a:p>
        </p:txBody>
      </p:sp>
      <p:sp>
        <p:nvSpPr>
          <p:cNvPr id="43" name="Text Box 9">
            <a:extLst>
              <a:ext uri="{FF2B5EF4-FFF2-40B4-BE49-F238E27FC236}">
                <a16:creationId xmlns:a16="http://schemas.microsoft.com/office/drawing/2014/main" id="{C4597E1A-E453-43F5-A5F8-EE3B05393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0286" y="1700809"/>
            <a:ext cx="1577474" cy="4008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 DEPRESIÓN Y AÑOS ‘30</a:t>
            </a:r>
            <a:endParaRPr kumimoji="0" lang="es-AR" sz="16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Políticas para salir de la crisis y primeros debates sobre la industria: ¿podía seguir el modelo anterior?</a:t>
            </a:r>
          </a:p>
        </p:txBody>
      </p:sp>
      <p:sp>
        <p:nvSpPr>
          <p:cNvPr id="44" name="Text Box 9">
            <a:extLst>
              <a:ext uri="{FF2B5EF4-FFF2-40B4-BE49-F238E27FC236}">
                <a16:creationId xmlns:a16="http://schemas.microsoft.com/office/drawing/2014/main" id="{06E512CD-3D1B-4B0C-861B-FEED68BF5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4457" y="637012"/>
            <a:ext cx="923513" cy="5079449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PENSANDO UNA NUEVA INDUSTRIA.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Plan Pinedo: Industria “natural” exportadora</a:t>
            </a:r>
          </a:p>
        </p:txBody>
      </p:sp>
      <p:sp>
        <p:nvSpPr>
          <p:cNvPr id="45" name="Text Box 9">
            <a:extLst>
              <a:ext uri="{FF2B5EF4-FFF2-40B4-BE49-F238E27FC236}">
                <a16:creationId xmlns:a16="http://schemas.microsoft.com/office/drawing/2014/main" id="{AB6A1A96-0397-40BD-8A43-230F336E5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3444" y="651631"/>
            <a:ext cx="924871" cy="505997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TRIUNFA LA IDEA MILITARISTA DE LA INDUSTRIA “NACIONAL” </a:t>
            </a:r>
          </a:p>
        </p:txBody>
      </p:sp>
      <p:sp>
        <p:nvSpPr>
          <p:cNvPr id="46" name="Text Box 9">
            <a:extLst>
              <a:ext uri="{FF2B5EF4-FFF2-40B4-BE49-F238E27FC236}">
                <a16:creationId xmlns:a16="http://schemas.microsoft.com/office/drawing/2014/main" id="{D3F99D87-E762-41AD-AA18-615371B02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4270" y="657285"/>
            <a:ext cx="924878" cy="505997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MANTENIEMIENTO Y FOMENTO DE LA INDUSTRIA LIVIANA EXISTENTE. INTENSIVA EN MANO DE OBRA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AC443E05-76FC-4498-BDD8-BE1B9640F94B}"/>
              </a:ext>
            </a:extLst>
          </p:cNvPr>
          <p:cNvCxnSpPr/>
          <p:nvPr/>
        </p:nvCxnSpPr>
        <p:spPr>
          <a:xfrm>
            <a:off x="8138122" y="5750102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CB10037-593A-4C9D-98AB-1140E1521D15}"/>
              </a:ext>
            </a:extLst>
          </p:cNvPr>
          <p:cNvSpPr txBox="1"/>
          <p:nvPr/>
        </p:nvSpPr>
        <p:spPr>
          <a:xfrm>
            <a:off x="7789309" y="6217052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1949</a:t>
            </a:r>
          </a:p>
        </p:txBody>
      </p:sp>
    </p:spTree>
    <p:extLst>
      <p:ext uri="{BB962C8B-B14F-4D97-AF65-F5344CB8AC3E}">
        <p14:creationId xmlns:p14="http://schemas.microsoft.com/office/powerpoint/2010/main" val="1467406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4 Rectángulo redondeado">
            <a:extLst>
              <a:ext uri="{FF2B5EF4-FFF2-40B4-BE49-F238E27FC236}">
                <a16:creationId xmlns:a16="http://schemas.microsoft.com/office/drawing/2014/main" id="{7DFE4203-8FAC-4057-9FFA-2BC80CB25781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SIGUIÓ LA HISTORIA DE LA INDUSTRIA?</a:t>
            </a:r>
          </a:p>
        </p:txBody>
      </p:sp>
      <p:sp>
        <p:nvSpPr>
          <p:cNvPr id="33" name="Text Box 9">
            <a:extLst>
              <a:ext uri="{FF2B5EF4-FFF2-40B4-BE49-F238E27FC236}">
                <a16:creationId xmlns:a16="http://schemas.microsoft.com/office/drawing/2014/main" id="{1B88ED7B-37D2-4EB8-85D0-188B3B3A0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278" y="1484784"/>
            <a:ext cx="5288223" cy="106379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PENSANDO UNA NUEVA INDUSTRIA.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Plan Pinedo: Industria “natural” exportadora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DE75577-1ADF-444A-A1D5-150D51886D27}"/>
              </a:ext>
            </a:extLst>
          </p:cNvPr>
          <p:cNvSpPr txBox="1"/>
          <p:nvPr/>
        </p:nvSpPr>
        <p:spPr>
          <a:xfrm>
            <a:off x="304966" y="1785849"/>
            <a:ext cx="1057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1940</a:t>
            </a:r>
          </a:p>
        </p:txBody>
      </p:sp>
      <p:sp>
        <p:nvSpPr>
          <p:cNvPr id="35" name="Text Box 9">
            <a:extLst>
              <a:ext uri="{FF2B5EF4-FFF2-40B4-BE49-F238E27FC236}">
                <a16:creationId xmlns:a16="http://schemas.microsoft.com/office/drawing/2014/main" id="{75783B79-C038-4D3A-8A59-7A2347D7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4653136"/>
            <a:ext cx="5288223" cy="106379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TRIUNFA LA IDEA MILITARISTA DE LA INDUSTRIA “NACIONAL”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10BB269-5568-4FFD-ABF1-BEC2CB2F4C1A}"/>
              </a:ext>
            </a:extLst>
          </p:cNvPr>
          <p:cNvSpPr txBox="1"/>
          <p:nvPr/>
        </p:nvSpPr>
        <p:spPr>
          <a:xfrm>
            <a:off x="328630" y="4954201"/>
            <a:ext cx="1057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1943</a:t>
            </a:r>
          </a:p>
        </p:txBody>
      </p:sp>
      <p:sp>
        <p:nvSpPr>
          <p:cNvPr id="50" name="6 Rectángulo redondeado">
            <a:extLst>
              <a:ext uri="{FF2B5EF4-FFF2-40B4-BE49-F238E27FC236}">
                <a16:creationId xmlns:a16="http://schemas.microsoft.com/office/drawing/2014/main" id="{F2C8E8AC-D4D2-4B33-9A08-AEB66A40A199}"/>
              </a:ext>
            </a:extLst>
          </p:cNvPr>
          <p:cNvSpPr/>
          <p:nvPr/>
        </p:nvSpPr>
        <p:spPr>
          <a:xfrm>
            <a:off x="1979712" y="2817907"/>
            <a:ext cx="6984776" cy="1565902"/>
          </a:xfrm>
          <a:prstGeom prst="roundRect">
            <a:avLst>
              <a:gd name="adj" fmla="val 7358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DESDE LOS 30 SE DAN DEBATES </a:t>
            </a:r>
          </a:p>
          <a:p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SOBRE EL MODELO DE CRECIMIENTO. </a:t>
            </a:r>
          </a:p>
          <a:p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¿FOMENTAR LA INDUSTRIA?</a:t>
            </a:r>
          </a:p>
          <a:p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¿QUÉ INDUSTRIA?</a:t>
            </a:r>
          </a:p>
          <a:p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¿CÓMO FINANCIAR?</a:t>
            </a:r>
          </a:p>
        </p:txBody>
      </p:sp>
      <p:sp>
        <p:nvSpPr>
          <p:cNvPr id="51" name="9 Rectángulo redondeado">
            <a:extLst>
              <a:ext uri="{FF2B5EF4-FFF2-40B4-BE49-F238E27FC236}">
                <a16:creationId xmlns:a16="http://schemas.microsoft.com/office/drawing/2014/main" id="{40AD12C4-67E0-40D4-AF54-E47AFED431E8}"/>
              </a:ext>
            </a:extLst>
          </p:cNvPr>
          <p:cNvSpPr/>
          <p:nvPr/>
        </p:nvSpPr>
        <p:spPr>
          <a:xfrm>
            <a:off x="6300192" y="992004"/>
            <a:ext cx="2304256" cy="89184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Ventajas comparativas. Comercio exterior. Socios: Norteamérica y limítrofes</a:t>
            </a:r>
            <a:endParaRPr lang="es-AR" sz="1400" b="1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9 Rectángulo redondeado">
            <a:extLst>
              <a:ext uri="{FF2B5EF4-FFF2-40B4-BE49-F238E27FC236}">
                <a16:creationId xmlns:a16="http://schemas.microsoft.com/office/drawing/2014/main" id="{12ACE8C6-6D5A-4CCA-8D9D-B9169B70135D}"/>
              </a:ext>
            </a:extLst>
          </p:cNvPr>
          <p:cNvSpPr/>
          <p:nvPr/>
        </p:nvSpPr>
        <p:spPr>
          <a:xfrm>
            <a:off x="6300192" y="5317865"/>
            <a:ext cx="2304256" cy="89184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 industria. Mercado interno. Defensa y paz social</a:t>
            </a:r>
            <a:endParaRPr lang="es-AR" sz="1400" b="1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382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4 Rectángulo redondeado">
            <a:extLst>
              <a:ext uri="{FF2B5EF4-FFF2-40B4-BE49-F238E27FC236}">
                <a16:creationId xmlns:a16="http://schemas.microsoft.com/office/drawing/2014/main" id="{7DFE4203-8FAC-4057-9FFA-2BC80CB25781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NUESTRO ANÁLISIS…</a:t>
            </a:r>
          </a:p>
        </p:txBody>
      </p:sp>
      <p:sp>
        <p:nvSpPr>
          <p:cNvPr id="33" name="Text Box 9">
            <a:extLst>
              <a:ext uri="{FF2B5EF4-FFF2-40B4-BE49-F238E27FC236}">
                <a16:creationId xmlns:a16="http://schemas.microsoft.com/office/drawing/2014/main" id="{1B88ED7B-37D2-4EB8-85D0-188B3B3A0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994" y="3917324"/>
            <a:ext cx="3042898" cy="1323087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CAÍDA DE LAS EXPORTACIONES</a:t>
            </a:r>
          </a:p>
        </p:txBody>
      </p:sp>
      <p:sp>
        <p:nvSpPr>
          <p:cNvPr id="50" name="6 Rectángulo redondeado">
            <a:extLst>
              <a:ext uri="{FF2B5EF4-FFF2-40B4-BE49-F238E27FC236}">
                <a16:creationId xmlns:a16="http://schemas.microsoft.com/office/drawing/2014/main" id="{F2C8E8AC-D4D2-4B33-9A08-AEB66A40A199}"/>
              </a:ext>
            </a:extLst>
          </p:cNvPr>
          <p:cNvSpPr/>
          <p:nvPr/>
        </p:nvSpPr>
        <p:spPr>
          <a:xfrm>
            <a:off x="3599892" y="1916832"/>
            <a:ext cx="1944216" cy="711401"/>
          </a:xfrm>
          <a:prstGeom prst="roundRect">
            <a:avLst>
              <a:gd name="adj" fmla="val 7358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Partes: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AFF2A56A-8528-4F6E-8233-12D6E93D9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4108" y="3917323"/>
            <a:ext cx="3042898" cy="1323087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SUSTITUCIÓN DE IMPORTACIONES</a:t>
            </a:r>
          </a:p>
        </p:txBody>
      </p:sp>
    </p:spTree>
    <p:extLst>
      <p:ext uri="{BB962C8B-B14F-4D97-AF65-F5344CB8AC3E}">
        <p14:creationId xmlns:p14="http://schemas.microsoft.com/office/powerpoint/2010/main" val="1266308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ARGENTINO DESDE 1930</a:t>
            </a:r>
          </a:p>
        </p:txBody>
      </p:sp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99A035AB-0185-4BE0-801D-0226503014CE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ARGENTINO DESDE 1930</a:t>
            </a:r>
          </a:p>
        </p:txBody>
      </p:sp>
    </p:spTree>
    <p:extLst>
      <p:ext uri="{BB962C8B-B14F-4D97-AF65-F5344CB8AC3E}">
        <p14:creationId xmlns:p14="http://schemas.microsoft.com/office/powerpoint/2010/main" val="451408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 redondeado"/>
          <p:cNvSpPr/>
          <p:nvPr/>
        </p:nvSpPr>
        <p:spPr>
          <a:xfrm>
            <a:off x="395536" y="1174773"/>
            <a:ext cx="3816424" cy="1656184"/>
          </a:xfrm>
          <a:prstGeom prst="roundRect">
            <a:avLst>
              <a:gd name="adj" fmla="val 1266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Caída de las Exportaciones: </a:t>
            </a:r>
          </a:p>
        </p:txBody>
      </p:sp>
      <p:sp>
        <p:nvSpPr>
          <p:cNvPr id="7" name="6 Rectángulo redondeado"/>
          <p:cNvSpPr/>
          <p:nvPr/>
        </p:nvSpPr>
        <p:spPr>
          <a:xfrm>
            <a:off x="1115616" y="4293096"/>
            <a:ext cx="7056784" cy="102724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Hasta 1940</a:t>
            </a: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</a:p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influencia directa en el crecimiento (DA)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1115616" y="5498097"/>
            <a:ext cx="7056784" cy="102724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Desde 1940</a:t>
            </a:r>
          </a:p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influencia indirecta (divisas)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8 Rectángulo redondeado"/>
          <p:cNvSpPr/>
          <p:nvPr/>
        </p:nvSpPr>
        <p:spPr>
          <a:xfrm>
            <a:off x="1115616" y="3657404"/>
            <a:ext cx="1224136" cy="3976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Que…</a:t>
            </a:r>
            <a:endParaRPr lang="es-AR" sz="2000" b="1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1403648" y="2611424"/>
            <a:ext cx="3582144" cy="67355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 problema: falta de EXPORTACIONES de TODA índole</a:t>
            </a:r>
            <a:endParaRPr lang="es-AR" sz="16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Gráfico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0746372"/>
              </p:ext>
            </p:extLst>
          </p:nvPr>
        </p:nvGraphicFramePr>
        <p:xfrm>
          <a:off x="5364088" y="957330"/>
          <a:ext cx="3582144" cy="2471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4 Rectángulo redondeado">
            <a:extLst>
              <a:ext uri="{FF2B5EF4-FFF2-40B4-BE49-F238E27FC236}">
                <a16:creationId xmlns:a16="http://schemas.microsoft.com/office/drawing/2014/main" id="{E1F85D09-F04A-4FFE-AEBB-DE788C65D08D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ARGENTINO DESDE 1930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32 Rectángulo redondeado"/>
          <p:cNvSpPr/>
          <p:nvPr/>
        </p:nvSpPr>
        <p:spPr>
          <a:xfrm>
            <a:off x="599932" y="1569252"/>
            <a:ext cx="2747932" cy="979836"/>
          </a:xfrm>
          <a:prstGeom prst="roundRect">
            <a:avLst>
              <a:gd name="adj" fmla="val 1473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Sustitución de importaciones</a:t>
            </a:r>
            <a:endParaRPr lang="es-AR" sz="32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4" name="33 Rectángulo redondeado"/>
          <p:cNvSpPr/>
          <p:nvPr/>
        </p:nvSpPr>
        <p:spPr>
          <a:xfrm>
            <a:off x="2162417" y="617268"/>
            <a:ext cx="1986049" cy="9798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Impuesta por el mundo + primeras políticas,</a:t>
            </a:r>
          </a:p>
          <a:p>
            <a:pPr algn="ctr"/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de 1945</a:t>
            </a:r>
            <a:endParaRPr lang="es-AR" sz="16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34 Rectángulo redondeado"/>
          <p:cNvSpPr/>
          <p:nvPr/>
        </p:nvSpPr>
        <p:spPr>
          <a:xfrm>
            <a:off x="2162417" y="2521172"/>
            <a:ext cx="1986037" cy="69782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Fruto 100% de la política luego</a:t>
            </a:r>
            <a:endParaRPr lang="es-AR" sz="16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35 Rectángulo redondeado"/>
          <p:cNvSpPr/>
          <p:nvPr/>
        </p:nvSpPr>
        <p:spPr>
          <a:xfrm>
            <a:off x="251520" y="3676881"/>
            <a:ext cx="3672408" cy="1498738"/>
          </a:xfrm>
          <a:prstGeom prst="roundRect">
            <a:avLst>
              <a:gd name="adj" fmla="val 1257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Desventaja del modelo:</a:t>
            </a:r>
          </a:p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el CP, intensivo en </a:t>
            </a:r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importaciones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698646" y="5878982"/>
            <a:ext cx="1918086" cy="79037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Entonces, luego de 1930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10 Rectángulo redondeado"/>
          <p:cNvSpPr/>
          <p:nvPr/>
        </p:nvSpPr>
        <p:spPr>
          <a:xfrm>
            <a:off x="2677430" y="6312170"/>
            <a:ext cx="5710994" cy="3571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se llevaba más allá la sustitución de importaciones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2677430" y="5883542"/>
            <a:ext cx="5710994" cy="3571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…se expandía la entrada de divisas, </a:t>
            </a:r>
          </a:p>
        </p:txBody>
      </p:sp>
      <p:sp>
        <p:nvSpPr>
          <p:cNvPr id="14" name="4 Rectángulo redondeado">
            <a:extLst>
              <a:ext uri="{FF2B5EF4-FFF2-40B4-BE49-F238E27FC236}">
                <a16:creationId xmlns:a16="http://schemas.microsoft.com/office/drawing/2014/main" id="{4BCB9433-2843-4F06-B2E0-F49852345F25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ARGENTINO DESDE 1930</a:t>
            </a:r>
          </a:p>
        </p:txBody>
      </p:sp>
      <p:cxnSp>
        <p:nvCxnSpPr>
          <p:cNvPr id="8" name="Conector: angular 7">
            <a:extLst>
              <a:ext uri="{FF2B5EF4-FFF2-40B4-BE49-F238E27FC236}">
                <a16:creationId xmlns:a16="http://schemas.microsoft.com/office/drawing/2014/main" id="{C64796DA-6C5C-4E26-8335-63DD8B7E14DD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 rot="16200000" flipH="1">
            <a:off x="1466915" y="3056071"/>
            <a:ext cx="1127793" cy="113826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121CEC45-AAB6-4339-85B7-1696044B25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6726822"/>
              </p:ext>
            </p:extLst>
          </p:nvPr>
        </p:nvGraphicFramePr>
        <p:xfrm>
          <a:off x="4077209" y="656690"/>
          <a:ext cx="5066792" cy="4212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83ADED2D-98F5-4865-B94A-644ABF8D9A02}"/>
              </a:ext>
            </a:extLst>
          </p:cNvPr>
          <p:cNvCxnSpPr/>
          <p:nvPr/>
        </p:nvCxnSpPr>
        <p:spPr>
          <a:xfrm flipV="1">
            <a:off x="6660232" y="2449285"/>
            <a:ext cx="0" cy="184381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4B5A51E-FBBE-478B-B1C9-558BC5254769}"/>
              </a:ext>
            </a:extLst>
          </p:cNvPr>
          <p:cNvCxnSpPr>
            <a:cxnSpLocks/>
          </p:cNvCxnSpPr>
          <p:nvPr/>
        </p:nvCxnSpPr>
        <p:spPr>
          <a:xfrm flipV="1">
            <a:off x="7484572" y="2132856"/>
            <a:ext cx="0" cy="216024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2F3D6FBA-C2FE-49E6-880D-E3F570CE4EDD}"/>
              </a:ext>
            </a:extLst>
          </p:cNvPr>
          <p:cNvCxnSpPr>
            <a:cxnSpLocks/>
          </p:cNvCxnSpPr>
          <p:nvPr/>
        </p:nvCxnSpPr>
        <p:spPr>
          <a:xfrm flipV="1">
            <a:off x="8244408" y="1432533"/>
            <a:ext cx="0" cy="284602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CuadroTexto"/>
          <p:cNvSpPr txBox="1"/>
          <p:nvPr/>
        </p:nvSpPr>
        <p:spPr>
          <a:xfrm>
            <a:off x="0" y="836712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Importaciones de productos intermedios y maquinarias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Gráfico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234795"/>
              </p:ext>
            </p:extLst>
          </p:nvPr>
        </p:nvGraphicFramePr>
        <p:xfrm>
          <a:off x="179512" y="1268760"/>
          <a:ext cx="8964488" cy="5589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4 Rectángulo redondeado">
            <a:extLst>
              <a:ext uri="{FF2B5EF4-FFF2-40B4-BE49-F238E27FC236}">
                <a16:creationId xmlns:a16="http://schemas.microsoft.com/office/drawing/2014/main" id="{92635D2E-79D8-4876-BA0F-8A4E3DE53EF0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ARGENTINO DESDE 1930</a:t>
            </a:r>
          </a:p>
        </p:txBody>
      </p:sp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51C8F28E-90C0-45F3-8183-23C62B97EF6D}"/>
              </a:ext>
            </a:extLst>
          </p:cNvPr>
          <p:cNvSpPr/>
          <p:nvPr/>
        </p:nvSpPr>
        <p:spPr>
          <a:xfrm>
            <a:off x="1638246" y="2924944"/>
            <a:ext cx="3312367" cy="774218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Seguía necesitando M</a:t>
            </a:r>
          </a:p>
        </p:txBody>
      </p:sp>
    </p:spTree>
    <p:extLst>
      <p:ext uri="{BB962C8B-B14F-4D97-AF65-F5344CB8AC3E}">
        <p14:creationId xmlns:p14="http://schemas.microsoft.com/office/powerpoint/2010/main" val="586752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 redondeado"/>
          <p:cNvSpPr/>
          <p:nvPr/>
        </p:nvSpPr>
        <p:spPr>
          <a:xfrm>
            <a:off x="2826202" y="1649332"/>
            <a:ext cx="3491594" cy="116694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Estrangulamiento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683568" y="3429000"/>
            <a:ext cx="3672408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Circunstancias  externas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3435691" y="1469312"/>
            <a:ext cx="2272617" cy="36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Escases de Divisas</a:t>
            </a:r>
            <a:endParaRPr lang="es-AR" sz="16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4788024" y="3429000"/>
            <a:ext cx="3672408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Políticas internas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24 Rectángulo redondeado"/>
          <p:cNvSpPr/>
          <p:nvPr/>
        </p:nvSpPr>
        <p:spPr>
          <a:xfrm>
            <a:off x="683568" y="4940598"/>
            <a:ext cx="3672408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 1929 y la guerra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25 Rectángulo redondeado"/>
          <p:cNvSpPr/>
          <p:nvPr/>
        </p:nvSpPr>
        <p:spPr>
          <a:xfrm>
            <a:off x="4788024" y="4940598"/>
            <a:ext cx="3672408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Años de posguerra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26 Conector recto de flecha"/>
          <p:cNvCxnSpPr>
            <a:stCxn id="14" idx="2"/>
            <a:endCxn id="25" idx="0"/>
          </p:cNvCxnSpPr>
          <p:nvPr/>
        </p:nvCxnSpPr>
        <p:spPr>
          <a:xfrm>
            <a:off x="2519772" y="4149080"/>
            <a:ext cx="0" cy="791518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 de flecha"/>
          <p:cNvCxnSpPr>
            <a:stCxn id="18" idx="2"/>
            <a:endCxn id="26" idx="0"/>
          </p:cNvCxnSpPr>
          <p:nvPr/>
        </p:nvCxnSpPr>
        <p:spPr>
          <a:xfrm>
            <a:off x="6624228" y="4149080"/>
            <a:ext cx="0" cy="791518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4 Rectángulo redondeado">
            <a:extLst>
              <a:ext uri="{FF2B5EF4-FFF2-40B4-BE49-F238E27FC236}">
                <a16:creationId xmlns:a16="http://schemas.microsoft.com/office/drawing/2014/main" id="{A742D066-94C2-4EB3-8720-604770C1B26C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ARGENTINO DESDE 1930</a:t>
            </a:r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CC1819AB-747D-4CDF-BB45-90F94FF4842A}"/>
              </a:ext>
            </a:extLst>
          </p:cNvPr>
          <p:cNvCxnSpPr>
            <a:cxnSpLocks/>
            <a:stCxn id="12" idx="1"/>
            <a:endCxn id="14" idx="0"/>
          </p:cNvCxnSpPr>
          <p:nvPr/>
        </p:nvCxnSpPr>
        <p:spPr>
          <a:xfrm rot="10800000" flipV="1">
            <a:off x="2519772" y="2232806"/>
            <a:ext cx="306430" cy="1196194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B3C7868B-FE58-4D93-AE77-5156ED72875C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>
            <a:off x="6317796" y="2232806"/>
            <a:ext cx="306432" cy="1196194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32 Rectángulo redondeado"/>
          <p:cNvSpPr/>
          <p:nvPr/>
        </p:nvSpPr>
        <p:spPr>
          <a:xfrm>
            <a:off x="762615" y="664411"/>
            <a:ext cx="7618769" cy="45375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Importancia de dos precios relativos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5464108" y="2430433"/>
            <a:ext cx="2448272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Términos de intercambio internos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2455938" y="1380119"/>
            <a:ext cx="4232121" cy="45089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Bs. Rurales/Bs. Industriales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16 Rectángulo redondeado"/>
          <p:cNvSpPr/>
          <p:nvPr/>
        </p:nvSpPr>
        <p:spPr>
          <a:xfrm>
            <a:off x="1187624" y="2430433"/>
            <a:ext cx="2448272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Términos de intercambio externos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17 Conector recto de flecha"/>
          <p:cNvCxnSpPr>
            <a:cxnSpLocks/>
            <a:stCxn id="33" idx="2"/>
            <a:endCxn id="16" idx="0"/>
          </p:cNvCxnSpPr>
          <p:nvPr/>
        </p:nvCxnSpPr>
        <p:spPr>
          <a:xfrm flipH="1">
            <a:off x="4571999" y="1118161"/>
            <a:ext cx="1" cy="261958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 de flecha"/>
          <p:cNvCxnSpPr>
            <a:cxnSpLocks/>
            <a:stCxn id="16" idx="2"/>
            <a:endCxn id="17" idx="0"/>
          </p:cNvCxnSpPr>
          <p:nvPr/>
        </p:nvCxnSpPr>
        <p:spPr>
          <a:xfrm flipH="1">
            <a:off x="2411760" y="1831015"/>
            <a:ext cx="2160239" cy="59941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 de flecha"/>
          <p:cNvCxnSpPr>
            <a:cxnSpLocks/>
            <a:stCxn id="16" idx="2"/>
            <a:endCxn id="15" idx="0"/>
          </p:cNvCxnSpPr>
          <p:nvPr/>
        </p:nvCxnSpPr>
        <p:spPr>
          <a:xfrm>
            <a:off x="4571999" y="1831015"/>
            <a:ext cx="2116245" cy="59941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29 Rectángulo redondeado"/>
          <p:cNvSpPr/>
          <p:nvPr/>
        </p:nvSpPr>
        <p:spPr>
          <a:xfrm>
            <a:off x="1187624" y="3632865"/>
            <a:ext cx="2448272" cy="5040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Px/Pm</a:t>
            </a:r>
            <a:endParaRPr lang="es-AR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30 Rectángulo redondeado"/>
          <p:cNvSpPr/>
          <p:nvPr/>
        </p:nvSpPr>
        <p:spPr>
          <a:xfrm>
            <a:off x="5471592" y="3632865"/>
            <a:ext cx="2448272" cy="5040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ES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rural (int</a:t>
            </a:r>
            <a:r>
              <a:rPr lang="es-E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)/</a:t>
            </a:r>
          </a:p>
          <a:p>
            <a:pPr algn="ctr"/>
            <a:r>
              <a:rPr lang="es-E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no rural (int)</a:t>
            </a:r>
            <a:endParaRPr lang="es-AR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31 Conector recto de flecha"/>
          <p:cNvCxnSpPr>
            <a:cxnSpLocks/>
            <a:stCxn id="17" idx="2"/>
            <a:endCxn id="30" idx="0"/>
          </p:cNvCxnSpPr>
          <p:nvPr/>
        </p:nvCxnSpPr>
        <p:spPr>
          <a:xfrm>
            <a:off x="2411760" y="3344833"/>
            <a:ext cx="0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 de flecha"/>
          <p:cNvCxnSpPr>
            <a:cxnSpLocks/>
            <a:stCxn id="15" idx="2"/>
            <a:endCxn id="31" idx="0"/>
          </p:cNvCxnSpPr>
          <p:nvPr/>
        </p:nvCxnSpPr>
        <p:spPr>
          <a:xfrm>
            <a:off x="6688244" y="3344833"/>
            <a:ext cx="7484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45 Rectángulo redondeado"/>
          <p:cNvSpPr/>
          <p:nvPr/>
        </p:nvSpPr>
        <p:spPr>
          <a:xfrm>
            <a:off x="164772" y="1906294"/>
            <a:ext cx="1354879" cy="7443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Impuestos desde el exterior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47 Rectángulo redondeado"/>
          <p:cNvSpPr/>
          <p:nvPr/>
        </p:nvSpPr>
        <p:spPr>
          <a:xfrm>
            <a:off x="3880644" y="3265190"/>
            <a:ext cx="1440159" cy="88389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Influencia del gobierno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Gráfico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391977"/>
              </p:ext>
            </p:extLst>
          </p:nvPr>
        </p:nvGraphicFramePr>
        <p:xfrm>
          <a:off x="323528" y="4259233"/>
          <a:ext cx="8640960" cy="259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3" name="Gráfico 12" descr="Flecha: recto">
            <a:extLst>
              <a:ext uri="{FF2B5EF4-FFF2-40B4-BE49-F238E27FC236}">
                <a16:creationId xmlns:a16="http://schemas.microsoft.com/office/drawing/2014/main" id="{FFB19B68-3B0F-4D23-83F9-8AAE13B6CA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679893" y="2430433"/>
            <a:ext cx="1754487" cy="914400"/>
          </a:xfrm>
          <a:prstGeom prst="rect">
            <a:avLst/>
          </a:prstGeom>
        </p:spPr>
      </p:pic>
      <p:sp>
        <p:nvSpPr>
          <p:cNvPr id="34" name="45 Rectángulo redondeado">
            <a:extLst>
              <a:ext uri="{FF2B5EF4-FFF2-40B4-BE49-F238E27FC236}">
                <a16:creationId xmlns:a16="http://schemas.microsoft.com/office/drawing/2014/main" id="{EA07E956-2318-4693-BBC8-33948D757A4F}"/>
              </a:ext>
            </a:extLst>
          </p:cNvPr>
          <p:cNvSpPr/>
          <p:nvPr/>
        </p:nvSpPr>
        <p:spPr>
          <a:xfrm>
            <a:off x="7594619" y="1906294"/>
            <a:ext cx="1395654" cy="7443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Observado por el productor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Gráfico 18" descr="Mano con dedo índice apuntando a la derecha">
            <a:extLst>
              <a:ext uri="{FF2B5EF4-FFF2-40B4-BE49-F238E27FC236}">
                <a16:creationId xmlns:a16="http://schemas.microsoft.com/office/drawing/2014/main" id="{5317E737-A9B5-48CE-99E1-8536CE15F7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533932" flipH="1">
            <a:off x="4186808" y="4529281"/>
            <a:ext cx="914400" cy="914400"/>
          </a:xfrm>
          <a:prstGeom prst="rect">
            <a:avLst/>
          </a:prstGeom>
        </p:spPr>
      </p:pic>
      <p:pic>
        <p:nvPicPr>
          <p:cNvPr id="35" name="Gráfico 34" descr="Mano con dedo índice apuntando a la derecha">
            <a:extLst>
              <a:ext uri="{FF2B5EF4-FFF2-40B4-BE49-F238E27FC236}">
                <a16:creationId xmlns:a16="http://schemas.microsoft.com/office/drawing/2014/main" id="{C0B42525-C5D9-48C1-8237-29DB63D487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533932" flipH="1">
            <a:off x="7211426" y="4652733"/>
            <a:ext cx="914400" cy="914400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CEACB694-8403-46F3-9DDC-982A8D0D240B}"/>
              </a:ext>
            </a:extLst>
          </p:cNvPr>
          <p:cNvSpPr txBox="1"/>
          <p:nvPr/>
        </p:nvSpPr>
        <p:spPr>
          <a:xfrm>
            <a:off x="4780366" y="5090323"/>
            <a:ext cx="10808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</a:rPr>
              <a:t>MERCADO</a:t>
            </a:r>
            <a:endParaRPr lang="es-E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AB29236-DB28-47B5-99ED-2176EF6A1C3B}"/>
              </a:ext>
            </a:extLst>
          </p:cNvPr>
          <p:cNvSpPr txBox="1"/>
          <p:nvPr/>
        </p:nvSpPr>
        <p:spPr>
          <a:xfrm>
            <a:off x="8101067" y="5220063"/>
            <a:ext cx="963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</a:rPr>
              <a:t>POLÍTICA</a:t>
            </a:r>
            <a:endParaRPr lang="es-E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4 Rectángulo redondeado">
            <a:extLst>
              <a:ext uri="{FF2B5EF4-FFF2-40B4-BE49-F238E27FC236}">
                <a16:creationId xmlns:a16="http://schemas.microsoft.com/office/drawing/2014/main" id="{09DB89FF-4D0B-4A1A-9C27-3B86D9FD354C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ARGENTINO DESDE 1930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“RESPUESTA INMEDIATA A LA GRAN DEPRESIÓN” (D. Alejandro)</a:t>
            </a:r>
          </a:p>
          <a:p>
            <a:pPr algn="ctr"/>
            <a:r>
              <a:rPr lang="es-ES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1930-1943</a:t>
            </a:r>
            <a:endParaRPr lang="es-AR" sz="2800" b="1" i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4 Rectángulo redondeado">
            <a:extLst>
              <a:ext uri="{FF2B5EF4-FFF2-40B4-BE49-F238E27FC236}">
                <a16:creationId xmlns:a16="http://schemas.microsoft.com/office/drawing/2014/main" id="{1C7B0CC9-C187-4AA7-812B-1E486AF8B5CE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RESPUESTA INMEDIATA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36 Rectángulo redondeado"/>
          <p:cNvSpPr/>
          <p:nvPr/>
        </p:nvSpPr>
        <p:spPr>
          <a:xfrm>
            <a:off x="1907704" y="620688"/>
            <a:ext cx="2448272" cy="1008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</a:p>
          <a:p>
            <a:pPr algn="ctr"/>
            <a:r>
              <a:rPr lang="es-E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 </a:t>
            </a:r>
            <a:r>
              <a:rPr lang="es-E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</a:t>
            </a:r>
            <a:r>
              <a:rPr lang="es-E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sz="32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21 Rectángulo redondeado"/>
          <p:cNvSpPr/>
          <p:nvPr/>
        </p:nvSpPr>
        <p:spPr>
          <a:xfrm>
            <a:off x="323528" y="1954523"/>
            <a:ext cx="2232248" cy="6055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Devaluación 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26 Rectángulo redondeado"/>
          <p:cNvSpPr/>
          <p:nvPr/>
        </p:nvSpPr>
        <p:spPr>
          <a:xfrm>
            <a:off x="3347864" y="1952280"/>
            <a:ext cx="5400600" cy="5914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Mantener poder adquisitivo </a:t>
            </a:r>
            <a:r>
              <a:rPr lang="es-E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exportador</a:t>
            </a:r>
            <a:endParaRPr lang="es-AR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28 Conector recto de flecha"/>
          <p:cNvCxnSpPr>
            <a:cxnSpLocks/>
            <a:stCxn id="22" idx="3"/>
            <a:endCxn id="27" idx="1"/>
          </p:cNvCxnSpPr>
          <p:nvPr/>
        </p:nvCxnSpPr>
        <p:spPr>
          <a:xfrm flipV="1">
            <a:off x="2555776" y="2248021"/>
            <a:ext cx="792088" cy="927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Rectángulo redondeado"/>
          <p:cNvSpPr/>
          <p:nvPr/>
        </p:nvSpPr>
        <p:spPr>
          <a:xfrm>
            <a:off x="323528" y="2776089"/>
            <a:ext cx="2232248" cy="6055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Expansión fiscal neta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38 Rectángulo redondeado"/>
          <p:cNvSpPr/>
          <p:nvPr/>
        </p:nvSpPr>
        <p:spPr>
          <a:xfrm>
            <a:off x="3347864" y="2776090"/>
            <a:ext cx="5400600" cy="60554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presión de las circunstancias</a:t>
            </a:r>
            <a:endParaRPr lang="es-A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39 Conector recto de flecha"/>
          <p:cNvCxnSpPr>
            <a:cxnSpLocks/>
            <a:stCxn id="35" idx="3"/>
            <a:endCxn id="39" idx="1"/>
          </p:cNvCxnSpPr>
          <p:nvPr/>
        </p:nvCxnSpPr>
        <p:spPr>
          <a:xfrm>
            <a:off x="2555776" y="3078860"/>
            <a:ext cx="792088" cy="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42 Rectángulo redondeado"/>
          <p:cNvSpPr/>
          <p:nvPr/>
        </p:nvSpPr>
        <p:spPr>
          <a:xfrm>
            <a:off x="323528" y="3607933"/>
            <a:ext cx="2232248" cy="6055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43 Rectángulo redondeado"/>
          <p:cNvSpPr/>
          <p:nvPr/>
        </p:nvSpPr>
        <p:spPr>
          <a:xfrm>
            <a:off x="3347864" y="3720097"/>
            <a:ext cx="5400600" cy="3829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Expansión, contrarrestar ciclo</a:t>
            </a:r>
            <a:endParaRPr lang="es-A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44 Conector recto de flecha"/>
          <p:cNvCxnSpPr>
            <a:cxnSpLocks/>
            <a:stCxn id="43" idx="3"/>
            <a:endCxn id="44" idx="1"/>
          </p:cNvCxnSpPr>
          <p:nvPr/>
        </p:nvCxnSpPr>
        <p:spPr>
          <a:xfrm>
            <a:off x="2555776" y="3910704"/>
            <a:ext cx="792088" cy="87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45 Rectángulo redondeado"/>
          <p:cNvSpPr/>
          <p:nvPr/>
        </p:nvSpPr>
        <p:spPr>
          <a:xfrm>
            <a:off x="323528" y="4401108"/>
            <a:ext cx="2232248" cy="6055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Exportaciones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46 Rectángulo redondeado"/>
          <p:cNvSpPr/>
          <p:nvPr/>
        </p:nvSpPr>
        <p:spPr>
          <a:xfrm>
            <a:off x="3347864" y="4288257"/>
            <a:ext cx="5400600" cy="8247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Acuerdos bilaterales, TC alto (a pesar de la ISI) </a:t>
            </a:r>
          </a:p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de X agrícolas no tradicionales y manufactureras (Plan Pinedo, C.P.I.)</a:t>
            </a:r>
            <a:endParaRPr lang="es-A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48 Conector recto de flecha"/>
          <p:cNvCxnSpPr>
            <a:cxnSpLocks/>
            <a:stCxn id="46" idx="3"/>
            <a:endCxn id="47" idx="1"/>
          </p:cNvCxnSpPr>
          <p:nvPr/>
        </p:nvCxnSpPr>
        <p:spPr>
          <a:xfrm flipV="1">
            <a:off x="2555776" y="4700616"/>
            <a:ext cx="792088" cy="326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Rectángulo redondeado"/>
          <p:cNvSpPr/>
          <p:nvPr/>
        </p:nvSpPr>
        <p:spPr>
          <a:xfrm>
            <a:off x="323528" y="5224361"/>
            <a:ext cx="2232248" cy="6055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Importaciones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16 Rectángulo redondeado"/>
          <p:cNvSpPr/>
          <p:nvPr/>
        </p:nvSpPr>
        <p:spPr>
          <a:xfrm>
            <a:off x="3347864" y="5230598"/>
            <a:ext cx="5400600" cy="5897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 de tarifas/ control de cambios/ cierre de mercados</a:t>
            </a:r>
            <a:endParaRPr lang="es-A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17 Conector recto de flecha"/>
          <p:cNvCxnSpPr>
            <a:cxnSpLocks/>
            <a:stCxn id="16" idx="3"/>
            <a:endCxn id="17" idx="1"/>
          </p:cNvCxnSpPr>
          <p:nvPr/>
        </p:nvCxnSpPr>
        <p:spPr>
          <a:xfrm flipV="1">
            <a:off x="2555776" y="5525451"/>
            <a:ext cx="792088" cy="168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6 Rectángulo redondeado"/>
          <p:cNvSpPr/>
          <p:nvPr/>
        </p:nvSpPr>
        <p:spPr>
          <a:xfrm>
            <a:off x="4860032" y="617713"/>
            <a:ext cx="2448272" cy="1008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2da Guerra</a:t>
            </a:r>
            <a:endParaRPr lang="es-AR" sz="32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6 Rectángulo redondeado"/>
          <p:cNvSpPr/>
          <p:nvPr/>
        </p:nvSpPr>
        <p:spPr>
          <a:xfrm>
            <a:off x="3347864" y="5944441"/>
            <a:ext cx="5400600" cy="65291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Protección a la manufactura, pero impedimento para importar capital, especialmente (WWII)</a:t>
            </a:r>
            <a:endParaRPr lang="es-A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15 Rectángulo redondeado"/>
          <p:cNvSpPr/>
          <p:nvPr/>
        </p:nvSpPr>
        <p:spPr>
          <a:xfrm>
            <a:off x="323528" y="5968125"/>
            <a:ext cx="2232248" cy="6055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17 Conector recto de flecha"/>
          <p:cNvCxnSpPr>
            <a:cxnSpLocks/>
            <a:stCxn id="30" idx="3"/>
            <a:endCxn id="28" idx="1"/>
          </p:cNvCxnSpPr>
          <p:nvPr/>
        </p:nvCxnSpPr>
        <p:spPr>
          <a:xfrm>
            <a:off x="2555776" y="6270896"/>
            <a:ext cx="792088" cy="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45 Rectángulo redondeado">
            <a:extLst>
              <a:ext uri="{FF2B5EF4-FFF2-40B4-BE49-F238E27FC236}">
                <a16:creationId xmlns:a16="http://schemas.microsoft.com/office/drawing/2014/main" id="{71518D18-6D9B-4B05-8E82-3C43ED1EDA45}"/>
              </a:ext>
            </a:extLst>
          </p:cNvPr>
          <p:cNvSpPr/>
          <p:nvPr/>
        </p:nvSpPr>
        <p:spPr>
          <a:xfrm>
            <a:off x="6948264" y="944168"/>
            <a:ext cx="1440160" cy="3552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“continuidad”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4 Rectángulo redondeado">
            <a:extLst>
              <a:ext uri="{FF2B5EF4-FFF2-40B4-BE49-F238E27FC236}">
                <a16:creationId xmlns:a16="http://schemas.microsoft.com/office/drawing/2014/main" id="{C56F41ED-5EE6-4CE4-9408-DFC06BDB48BE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RESPUESTA INMEDIATA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Rectángulo redondeado"/>
          <p:cNvSpPr/>
          <p:nvPr/>
        </p:nvSpPr>
        <p:spPr>
          <a:xfrm>
            <a:off x="467544" y="1816025"/>
            <a:ext cx="1584176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30-45</a:t>
            </a:r>
            <a:endParaRPr lang="es-AR" sz="32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26 Rectángulo redondeado"/>
          <p:cNvSpPr/>
          <p:nvPr/>
        </p:nvSpPr>
        <p:spPr>
          <a:xfrm>
            <a:off x="2913179" y="1358605"/>
            <a:ext cx="5760640" cy="91483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Problemas en la </a:t>
            </a:r>
            <a:r>
              <a:rPr lang="es-ES" sz="22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agricultura tradicional</a:t>
            </a:r>
            <a:endParaRPr lang="es-AR" sz="2200" b="1" u="sng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29" name="28 Conector recto de flecha"/>
          <p:cNvCxnSpPr>
            <a:cxnSpLocks/>
            <a:stCxn id="22" idx="3"/>
            <a:endCxn id="27" idx="1"/>
          </p:cNvCxnSpPr>
          <p:nvPr/>
        </p:nvCxnSpPr>
        <p:spPr>
          <a:xfrm flipV="1">
            <a:off x="2051720" y="1816025"/>
            <a:ext cx="861459" cy="36004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Rectángulo redondeado"/>
          <p:cNvSpPr/>
          <p:nvPr/>
        </p:nvSpPr>
        <p:spPr>
          <a:xfrm>
            <a:off x="2915816" y="2671084"/>
            <a:ext cx="5760640" cy="91483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Aumentaron </a:t>
            </a:r>
            <a:r>
              <a:rPr lang="es-ES" sz="2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exportaciones no tradicionales</a:t>
            </a:r>
            <a:endParaRPr lang="es-AR" sz="22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40" name="39 Conector recto de flecha"/>
          <p:cNvCxnSpPr>
            <a:cxnSpLocks/>
            <a:stCxn id="22" idx="3"/>
            <a:endCxn id="39" idx="1"/>
          </p:cNvCxnSpPr>
          <p:nvPr/>
        </p:nvCxnSpPr>
        <p:spPr>
          <a:xfrm>
            <a:off x="2051720" y="2176065"/>
            <a:ext cx="864096" cy="952439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43 Rectángulo redondeado"/>
          <p:cNvSpPr/>
          <p:nvPr/>
        </p:nvSpPr>
        <p:spPr>
          <a:xfrm>
            <a:off x="2915816" y="3832248"/>
            <a:ext cx="5760640" cy="91483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Sustitución de importaciones </a:t>
            </a:r>
          </a:p>
          <a:p>
            <a:pPr algn="ctr"/>
            <a:r>
              <a:rPr lang="es-ES" sz="2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(aunque el Gob. no fue 100% proteccionista)</a:t>
            </a:r>
            <a:endParaRPr lang="es-AR" sz="2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45" name="44 Conector recto de flecha"/>
          <p:cNvCxnSpPr>
            <a:stCxn id="22" idx="3"/>
            <a:endCxn id="44" idx="1"/>
          </p:cNvCxnSpPr>
          <p:nvPr/>
        </p:nvCxnSpPr>
        <p:spPr>
          <a:xfrm>
            <a:off x="2051720" y="2176065"/>
            <a:ext cx="864096" cy="211360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3 Rectángulo redondeado"/>
          <p:cNvSpPr/>
          <p:nvPr/>
        </p:nvSpPr>
        <p:spPr>
          <a:xfrm>
            <a:off x="2921090" y="5034441"/>
            <a:ext cx="5760640" cy="91483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Discusiones sobre el modelo de desarrollo </a:t>
            </a:r>
          </a:p>
          <a:p>
            <a:pPr algn="ctr"/>
            <a:r>
              <a:rPr lang="es-ES" sz="2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(especialmente en la segunda guerra)</a:t>
            </a:r>
            <a:endParaRPr lang="es-AR" sz="2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11" name="44 Conector recto de flecha">
            <a:extLst>
              <a:ext uri="{FF2B5EF4-FFF2-40B4-BE49-F238E27FC236}">
                <a16:creationId xmlns:a16="http://schemas.microsoft.com/office/drawing/2014/main" id="{C1303A0B-B70A-4725-92E1-A4CDA5420C0C}"/>
              </a:ext>
            </a:extLst>
          </p:cNvPr>
          <p:cNvCxnSpPr>
            <a:cxnSpLocks/>
            <a:stCxn id="22" idx="3"/>
            <a:endCxn id="10" idx="1"/>
          </p:cNvCxnSpPr>
          <p:nvPr/>
        </p:nvCxnSpPr>
        <p:spPr>
          <a:xfrm>
            <a:off x="2051720" y="2176065"/>
            <a:ext cx="869370" cy="331579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4 Rectángulo redondeado">
            <a:extLst>
              <a:ext uri="{FF2B5EF4-FFF2-40B4-BE49-F238E27FC236}">
                <a16:creationId xmlns:a16="http://schemas.microsoft.com/office/drawing/2014/main" id="{AB5DBED3-BDE3-49D4-A93D-0D7BF9141389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RESPUESTA INMEDIATA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4 Rectángulo redondeado">
            <a:extLst>
              <a:ext uri="{FF2B5EF4-FFF2-40B4-BE49-F238E27FC236}">
                <a16:creationId xmlns:a16="http://schemas.microsoft.com/office/drawing/2014/main" id="{930B8ED8-F49A-48E7-8EA6-C980C0677E4D}"/>
              </a:ext>
            </a:extLst>
          </p:cNvPr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“RESPUESTAS TARDIAS A LA GRAN DEPRESIÓN” (D. Alejandro)</a:t>
            </a:r>
          </a:p>
          <a:p>
            <a:pPr algn="ctr"/>
            <a:r>
              <a:rPr lang="es-ES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1943-1955</a:t>
            </a:r>
          </a:p>
        </p:txBody>
      </p:sp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DA149BEF-4ACD-4F44-9386-EC2B7874C588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RESPUESTA TARDÍA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1 Gráfico"/>
          <p:cNvGraphicFramePr/>
          <p:nvPr>
            <p:extLst>
              <p:ext uri="{D42A27DB-BD31-4B8C-83A1-F6EECF244321}">
                <p14:modId xmlns:p14="http://schemas.microsoft.com/office/powerpoint/2010/main" val="837829982"/>
              </p:ext>
            </p:extLst>
          </p:nvPr>
        </p:nvGraphicFramePr>
        <p:xfrm>
          <a:off x="395536" y="1628800"/>
          <a:ext cx="8424936" cy="504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13 CuadroTexto"/>
          <p:cNvSpPr txBox="1"/>
          <p:nvPr/>
        </p:nvSpPr>
        <p:spPr>
          <a:xfrm>
            <a:off x="0" y="836712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Términos de intercambio externos</a:t>
            </a:r>
            <a:endParaRPr lang="es-AR" dirty="0"/>
          </a:p>
        </p:txBody>
      </p:sp>
      <p:sp>
        <p:nvSpPr>
          <p:cNvPr id="15" name="14 Elipse"/>
          <p:cNvSpPr/>
          <p:nvPr/>
        </p:nvSpPr>
        <p:spPr>
          <a:xfrm>
            <a:off x="2505867" y="1331190"/>
            <a:ext cx="1080119" cy="107124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+60%</a:t>
            </a:r>
          </a:p>
        </p:txBody>
      </p:sp>
      <p:sp>
        <p:nvSpPr>
          <p:cNvPr id="7" name="18 Rectángulo redondeado"/>
          <p:cNvSpPr/>
          <p:nvPr/>
        </p:nvSpPr>
        <p:spPr>
          <a:xfrm>
            <a:off x="4889243" y="1393845"/>
            <a:ext cx="3802260" cy="766499"/>
          </a:xfrm>
          <a:prstGeom prst="roundRect">
            <a:avLst>
              <a:gd name="adj" fmla="val 7152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Entorno favorable: </a:t>
            </a: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Nuevas posibilidades de política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24 Rectángulo redondeado"/>
          <p:cNvSpPr/>
          <p:nvPr/>
        </p:nvSpPr>
        <p:spPr>
          <a:xfrm>
            <a:off x="3023828" y="4687935"/>
            <a:ext cx="5724636" cy="102858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Posibilidad: Guiar crecimiento </a:t>
            </a:r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basado en exportaciones</a:t>
            </a:r>
          </a:p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(agrícolas como en los ’30 y agregar industriales)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áfico 8" descr="Mano con dedo índice apuntando a la derecha">
            <a:extLst>
              <a:ext uri="{FF2B5EF4-FFF2-40B4-BE49-F238E27FC236}">
                <a16:creationId xmlns:a16="http://schemas.microsoft.com/office/drawing/2014/main" id="{F76EA771-264C-4B32-BAB7-E3B69BC44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533932" flipH="1">
            <a:off x="4113090" y="1319895"/>
            <a:ext cx="914400" cy="914400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0479744-4942-4F96-A75C-16ABEB0B7DB8}"/>
              </a:ext>
            </a:extLst>
          </p:cNvPr>
          <p:cNvCxnSpPr>
            <a:cxnSpLocks/>
            <a:stCxn id="15" idx="7"/>
          </p:cNvCxnSpPr>
          <p:nvPr/>
        </p:nvCxnSpPr>
        <p:spPr>
          <a:xfrm>
            <a:off x="3427806" y="1488070"/>
            <a:ext cx="856162" cy="547189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AD0253B-2816-4018-893B-CC5625265812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664047" y="2245554"/>
            <a:ext cx="548259" cy="1270208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5 Rectángulo redondeado">
            <a:extLst>
              <a:ext uri="{FF2B5EF4-FFF2-40B4-BE49-F238E27FC236}">
                <a16:creationId xmlns:a16="http://schemas.microsoft.com/office/drawing/2014/main" id="{447ABD73-E824-47B5-AEEE-2DD40BF1769A}"/>
              </a:ext>
            </a:extLst>
          </p:cNvPr>
          <p:cNvSpPr/>
          <p:nvPr/>
        </p:nvSpPr>
        <p:spPr>
          <a:xfrm>
            <a:off x="7164288" y="5538921"/>
            <a:ext cx="1440160" cy="35520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i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Plan Pinedo</a:t>
            </a:r>
            <a:endParaRPr lang="es-AR" sz="1600" b="1" i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D1376B8-F289-4D97-B3E7-3395DA43AF56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1466286" y="3178085"/>
            <a:ext cx="380904" cy="83591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4 Elipse">
            <a:extLst>
              <a:ext uri="{FF2B5EF4-FFF2-40B4-BE49-F238E27FC236}">
                <a16:creationId xmlns:a16="http://schemas.microsoft.com/office/drawing/2014/main" id="{FD517ED3-FD1A-4199-8C73-0CA4C68131FA}"/>
              </a:ext>
            </a:extLst>
          </p:cNvPr>
          <p:cNvSpPr/>
          <p:nvPr/>
        </p:nvSpPr>
        <p:spPr>
          <a:xfrm>
            <a:off x="1847190" y="3808165"/>
            <a:ext cx="1110140" cy="41165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Guerra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47957CE-1FB2-4523-B244-27FD6B8CD7C8}"/>
              </a:ext>
            </a:extLst>
          </p:cNvPr>
          <p:cNvCxnSpPr>
            <a:cxnSpLocks/>
            <a:endCxn id="18" idx="6"/>
          </p:cNvCxnSpPr>
          <p:nvPr/>
        </p:nvCxnSpPr>
        <p:spPr>
          <a:xfrm flipH="1">
            <a:off x="2957330" y="3503832"/>
            <a:ext cx="315010" cy="510163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4 Rectángulo redondeado">
            <a:extLst>
              <a:ext uri="{FF2B5EF4-FFF2-40B4-BE49-F238E27FC236}">
                <a16:creationId xmlns:a16="http://schemas.microsoft.com/office/drawing/2014/main" id="{2BAC80AD-A759-42E1-AF11-704994780B4B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SITUACIÓN EN LA POSGUERRA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Total de Reservas en M US$ (1940-1955)</a:t>
            </a: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975" t="10345" r="1529" b="5173"/>
          <a:stretch/>
        </p:blipFill>
        <p:spPr>
          <a:xfrm>
            <a:off x="318448" y="1486202"/>
            <a:ext cx="8523396" cy="4176464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8CA1556-7C84-4F78-B3EB-1F29FC5FC94E}"/>
              </a:ext>
            </a:extLst>
          </p:cNvPr>
          <p:cNvSpPr/>
          <p:nvPr/>
        </p:nvSpPr>
        <p:spPr>
          <a:xfrm>
            <a:off x="3635896" y="5097914"/>
            <a:ext cx="2015868" cy="1270684"/>
          </a:xfrm>
          <a:prstGeom prst="roundRect">
            <a:avLst>
              <a:gd name="adj" fmla="val 9138"/>
            </a:avLst>
          </a:prstGeom>
          <a:noFill/>
          <a:ln w="571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ES" b="1" dirty="0">
              <a:solidFill>
                <a:schemeClr val="bg1"/>
              </a:solidFill>
            </a:endParaRPr>
          </a:p>
        </p:txBody>
      </p:sp>
      <p:pic>
        <p:nvPicPr>
          <p:cNvPr id="3" name="Gráfico 2" descr="Señal de pulgar hacia arriba">
            <a:extLst>
              <a:ext uri="{FF2B5EF4-FFF2-40B4-BE49-F238E27FC236}">
                <a16:creationId xmlns:a16="http://schemas.microsoft.com/office/drawing/2014/main" id="{C374C15A-43F0-4E0A-B962-7F7367B57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35696" y="2514600"/>
            <a:ext cx="914400" cy="914400"/>
          </a:xfrm>
          <a:prstGeom prst="rect">
            <a:avLst/>
          </a:prstGeom>
        </p:spPr>
      </p:pic>
      <p:pic>
        <p:nvPicPr>
          <p:cNvPr id="11" name="Gráfico 10" descr="Señal de pulgar hacia arriba">
            <a:extLst>
              <a:ext uri="{FF2B5EF4-FFF2-40B4-BE49-F238E27FC236}">
                <a16:creationId xmlns:a16="http://schemas.microsoft.com/office/drawing/2014/main" id="{82663942-7AEF-4DC8-9313-995AE4E109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4692485" y="2544820"/>
            <a:ext cx="914400" cy="914400"/>
          </a:xfrm>
          <a:prstGeom prst="rect">
            <a:avLst/>
          </a:prstGeom>
        </p:spPr>
      </p:pic>
      <p:sp>
        <p:nvSpPr>
          <p:cNvPr id="13" name="18 Rectángulo redondeado">
            <a:extLst>
              <a:ext uri="{FF2B5EF4-FFF2-40B4-BE49-F238E27FC236}">
                <a16:creationId xmlns:a16="http://schemas.microsoft.com/office/drawing/2014/main" id="{6AF50967-2FC7-4E79-8DA3-585E48E6D838}"/>
              </a:ext>
            </a:extLst>
          </p:cNvPr>
          <p:cNvSpPr/>
          <p:nvPr/>
        </p:nvSpPr>
        <p:spPr>
          <a:xfrm>
            <a:off x="5868144" y="2822648"/>
            <a:ext cx="1872208" cy="96927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Balanza comercial negativa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áfico 13" descr="Mano con dedo índice apuntando a la derecha">
            <a:extLst>
              <a:ext uri="{FF2B5EF4-FFF2-40B4-BE49-F238E27FC236}">
                <a16:creationId xmlns:a16="http://schemas.microsoft.com/office/drawing/2014/main" id="{11281774-2A44-42F8-B31B-6D59C158F4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8258159" flipH="1">
            <a:off x="5305650" y="3398183"/>
            <a:ext cx="914400" cy="914400"/>
          </a:xfrm>
          <a:prstGeom prst="rect">
            <a:avLst/>
          </a:prstGeom>
        </p:spPr>
      </p:pic>
      <p:sp>
        <p:nvSpPr>
          <p:cNvPr id="15" name="4 Rectángulo redondeado">
            <a:extLst>
              <a:ext uri="{FF2B5EF4-FFF2-40B4-BE49-F238E27FC236}">
                <a16:creationId xmlns:a16="http://schemas.microsoft.com/office/drawing/2014/main" id="{FE821E2F-FCCE-4DF4-8C1B-5428E4776FFE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COMPORTAMIENTO DE LA ECONOMÍA</a:t>
            </a:r>
          </a:p>
        </p:txBody>
      </p:sp>
      <p:sp>
        <p:nvSpPr>
          <p:cNvPr id="10" name="Rectángulo: esquinas redondeadas 9"/>
          <p:cNvSpPr/>
          <p:nvPr/>
        </p:nvSpPr>
        <p:spPr>
          <a:xfrm>
            <a:off x="3550636" y="5819412"/>
            <a:ext cx="2232248" cy="705932"/>
          </a:xfrm>
          <a:prstGeom prst="roundRect">
            <a:avLst>
              <a:gd name="adj" fmla="val 9598"/>
            </a:avLst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Cuenta capital negativa </a:t>
            </a:r>
          </a:p>
          <a:p>
            <a:pPr algn="ctr"/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Bal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. Com. Cerca de cero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9677F97-5A5F-4EFB-BEC8-8FEE384F2834}"/>
              </a:ext>
            </a:extLst>
          </p:cNvPr>
          <p:cNvSpPr/>
          <p:nvPr/>
        </p:nvSpPr>
        <p:spPr>
          <a:xfrm>
            <a:off x="827584" y="1772816"/>
            <a:ext cx="1922512" cy="317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96447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El Saldo comercial en </a:t>
            </a:r>
            <a:r>
              <a:rPr lang="es-ES"/>
              <a:t>la </a:t>
            </a:r>
            <a:r>
              <a:rPr lang="es-ES" dirty="0"/>
              <a:t>Guerra y después</a:t>
            </a:r>
            <a:endParaRPr lang="es-AR" dirty="0"/>
          </a:p>
        </p:txBody>
      </p:sp>
      <p:graphicFrame>
        <p:nvGraphicFramePr>
          <p:cNvPr id="11" name="Gráfico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9206553"/>
              </p:ext>
            </p:extLst>
          </p:nvPr>
        </p:nvGraphicFramePr>
        <p:xfrm>
          <a:off x="-36512" y="1438536"/>
          <a:ext cx="7776864" cy="50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Gráfico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7059335"/>
              </p:ext>
            </p:extLst>
          </p:nvPr>
        </p:nvGraphicFramePr>
        <p:xfrm>
          <a:off x="5950464" y="4348949"/>
          <a:ext cx="3046546" cy="1387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14 Elipse">
            <a:extLst>
              <a:ext uri="{FF2B5EF4-FFF2-40B4-BE49-F238E27FC236}">
                <a16:creationId xmlns:a16="http://schemas.microsoft.com/office/drawing/2014/main" id="{C78E0261-6B6C-40D7-8F83-7F9DC27705A2}"/>
              </a:ext>
            </a:extLst>
          </p:cNvPr>
          <p:cNvSpPr/>
          <p:nvPr/>
        </p:nvSpPr>
        <p:spPr>
          <a:xfrm>
            <a:off x="2733577" y="3508999"/>
            <a:ext cx="1095504" cy="535622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+78%</a:t>
            </a:r>
          </a:p>
        </p:txBody>
      </p:sp>
      <p:sp>
        <p:nvSpPr>
          <p:cNvPr id="16" name="14 Elipse">
            <a:extLst>
              <a:ext uri="{FF2B5EF4-FFF2-40B4-BE49-F238E27FC236}">
                <a16:creationId xmlns:a16="http://schemas.microsoft.com/office/drawing/2014/main" id="{65860EFF-0618-4BAB-A556-AB638409318E}"/>
              </a:ext>
            </a:extLst>
          </p:cNvPr>
          <p:cNvSpPr/>
          <p:nvPr/>
        </p:nvSpPr>
        <p:spPr>
          <a:xfrm>
            <a:off x="2733581" y="5276111"/>
            <a:ext cx="1095500" cy="522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-19%</a:t>
            </a:r>
          </a:p>
        </p:txBody>
      </p:sp>
      <p:sp>
        <p:nvSpPr>
          <p:cNvPr id="25" name="14 Elipse">
            <a:extLst>
              <a:ext uri="{FF2B5EF4-FFF2-40B4-BE49-F238E27FC236}">
                <a16:creationId xmlns:a16="http://schemas.microsoft.com/office/drawing/2014/main" id="{4481143A-B545-4A87-B54C-B5A1985C312C}"/>
              </a:ext>
            </a:extLst>
          </p:cNvPr>
          <p:cNvSpPr/>
          <p:nvPr/>
        </p:nvSpPr>
        <p:spPr>
          <a:xfrm>
            <a:off x="4609774" y="1647505"/>
            <a:ext cx="1152279" cy="52237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+119%</a:t>
            </a:r>
          </a:p>
        </p:txBody>
      </p:sp>
      <p:sp>
        <p:nvSpPr>
          <p:cNvPr id="39" name="18 Rectángulo redondeado">
            <a:extLst>
              <a:ext uri="{FF2B5EF4-FFF2-40B4-BE49-F238E27FC236}">
                <a16:creationId xmlns:a16="http://schemas.microsoft.com/office/drawing/2014/main" id="{1E0A5722-5AF9-4D3A-A199-7B0045E0C43A}"/>
              </a:ext>
            </a:extLst>
          </p:cNvPr>
          <p:cNvSpPr/>
          <p:nvPr/>
        </p:nvSpPr>
        <p:spPr>
          <a:xfrm>
            <a:off x="7531992" y="2179816"/>
            <a:ext cx="1523072" cy="64807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</a:t>
            </a:r>
            <a:r>
              <a:rPr lang="es-ES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xpo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 </a:t>
            </a: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precio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0" name="Gráfico 39" descr="Mano con dedo índice apuntando a la derecha">
            <a:extLst>
              <a:ext uri="{FF2B5EF4-FFF2-40B4-BE49-F238E27FC236}">
                <a16:creationId xmlns:a16="http://schemas.microsoft.com/office/drawing/2014/main" id="{0B39F3F4-B7D2-432D-B13E-C26892E08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 flipH="1">
            <a:off x="7894951" y="3632620"/>
            <a:ext cx="721248" cy="599703"/>
          </a:xfrm>
          <a:prstGeom prst="rect">
            <a:avLst/>
          </a:prstGeom>
        </p:spPr>
      </p:pic>
      <p:sp>
        <p:nvSpPr>
          <p:cNvPr id="24" name="4 Rectángulo redondeado">
            <a:extLst>
              <a:ext uri="{FF2B5EF4-FFF2-40B4-BE49-F238E27FC236}">
                <a16:creationId xmlns:a16="http://schemas.microsoft.com/office/drawing/2014/main" id="{DCA83750-CA36-4ECC-8AB5-0E24532F3E1B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COMPORTAMIENTO DE LA ECONOMÍA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5F2EBD3-FCCF-46BF-AA84-2A49256B909D}"/>
              </a:ext>
            </a:extLst>
          </p:cNvPr>
          <p:cNvCxnSpPr/>
          <p:nvPr/>
        </p:nvCxnSpPr>
        <p:spPr>
          <a:xfrm flipV="1">
            <a:off x="1867948" y="2521016"/>
            <a:ext cx="0" cy="3231869"/>
          </a:xfrm>
          <a:prstGeom prst="line">
            <a:avLst/>
          </a:prstGeom>
          <a:ln w="381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C95070C-DFBE-4111-A1BD-E48D4E23A256}"/>
              </a:ext>
            </a:extLst>
          </p:cNvPr>
          <p:cNvCxnSpPr/>
          <p:nvPr/>
        </p:nvCxnSpPr>
        <p:spPr>
          <a:xfrm flipV="1">
            <a:off x="4617774" y="2514859"/>
            <a:ext cx="0" cy="3231869"/>
          </a:xfrm>
          <a:prstGeom prst="line">
            <a:avLst/>
          </a:prstGeom>
          <a:ln w="381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3772C3EE-8E70-4211-A71F-52A0B05EDF83}"/>
              </a:ext>
            </a:extLst>
          </p:cNvPr>
          <p:cNvCxnSpPr>
            <a:cxnSpLocks/>
          </p:cNvCxnSpPr>
          <p:nvPr/>
        </p:nvCxnSpPr>
        <p:spPr>
          <a:xfrm flipV="1">
            <a:off x="5724127" y="1438536"/>
            <a:ext cx="0" cy="4300306"/>
          </a:xfrm>
          <a:prstGeom prst="line">
            <a:avLst/>
          </a:prstGeom>
          <a:ln w="381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14 Elipse">
            <a:extLst>
              <a:ext uri="{FF2B5EF4-FFF2-40B4-BE49-F238E27FC236}">
                <a16:creationId xmlns:a16="http://schemas.microsoft.com/office/drawing/2014/main" id="{ECF62982-D894-404D-B0BA-3A1497B8C4D6}"/>
              </a:ext>
            </a:extLst>
          </p:cNvPr>
          <p:cNvSpPr/>
          <p:nvPr/>
        </p:nvSpPr>
        <p:spPr>
          <a:xfrm>
            <a:off x="4580452" y="5118716"/>
            <a:ext cx="1210925" cy="522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+415%</a:t>
            </a:r>
          </a:p>
        </p:txBody>
      </p:sp>
      <p:sp>
        <p:nvSpPr>
          <p:cNvPr id="32" name="24 Rectángulo redondeado">
            <a:extLst>
              <a:ext uri="{FF2B5EF4-FFF2-40B4-BE49-F238E27FC236}">
                <a16:creationId xmlns:a16="http://schemas.microsoft.com/office/drawing/2014/main" id="{C87434DA-E2C2-4EAE-AC9E-5BD14090C684}"/>
              </a:ext>
            </a:extLst>
          </p:cNvPr>
          <p:cNvSpPr/>
          <p:nvPr/>
        </p:nvSpPr>
        <p:spPr>
          <a:xfrm>
            <a:off x="3829081" y="4293096"/>
            <a:ext cx="585202" cy="764838"/>
          </a:xfrm>
          <a:prstGeom prst="roundRect">
            <a:avLst>
              <a:gd name="adj" fmla="val 9301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S.C.</a:t>
            </a:r>
            <a:endParaRPr lang="es-AR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Gráfico 20" descr="Tendencia al alza">
            <a:extLst>
              <a:ext uri="{FF2B5EF4-FFF2-40B4-BE49-F238E27FC236}">
                <a16:creationId xmlns:a16="http://schemas.microsoft.com/office/drawing/2014/main" id="{42758E9D-0A00-4285-A97D-24F18F3FF2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6263" y="4351673"/>
            <a:ext cx="466461" cy="466461"/>
          </a:xfrm>
          <a:prstGeom prst="rect">
            <a:avLst/>
          </a:prstGeom>
        </p:spPr>
      </p:pic>
      <p:sp>
        <p:nvSpPr>
          <p:cNvPr id="34" name="18 Rectángulo redondeado">
            <a:extLst>
              <a:ext uri="{FF2B5EF4-FFF2-40B4-BE49-F238E27FC236}">
                <a16:creationId xmlns:a16="http://schemas.microsoft.com/office/drawing/2014/main" id="{9287748C-4A16-46F3-BCCA-2DD4B48B82FF}"/>
              </a:ext>
            </a:extLst>
          </p:cNvPr>
          <p:cNvSpPr/>
          <p:nvPr/>
        </p:nvSpPr>
        <p:spPr>
          <a:xfrm>
            <a:off x="7531992" y="2891006"/>
            <a:ext cx="1523072" cy="64807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I</a:t>
            </a:r>
            <a:r>
              <a:rPr lang="es-ES" b="1" dirty="0" err="1">
                <a:solidFill>
                  <a:schemeClr val="bg1"/>
                </a:solidFill>
              </a:rPr>
              <a:t>mpo</a:t>
            </a:r>
            <a:r>
              <a:rPr lang="es-ES" b="1" dirty="0">
                <a:solidFill>
                  <a:schemeClr val="bg1"/>
                </a:solidFill>
              </a:rPr>
              <a:t>: </a:t>
            </a:r>
          </a:p>
          <a:p>
            <a:pPr algn="ctr"/>
            <a:r>
              <a:rPr lang="es-ES" b="1" dirty="0">
                <a:solidFill>
                  <a:schemeClr val="bg1"/>
                </a:solidFill>
              </a:rPr>
              <a:t>cantidades</a:t>
            </a:r>
          </a:p>
        </p:txBody>
      </p:sp>
    </p:spTree>
    <p:extLst>
      <p:ext uri="{BB962C8B-B14F-4D97-AF65-F5344CB8AC3E}">
        <p14:creationId xmlns:p14="http://schemas.microsoft.com/office/powerpoint/2010/main" val="356311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Evolución PIB. Tasa de crecimiento IA</a:t>
            </a:r>
            <a:endParaRPr lang="es-AR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2062" t="15715" r="2062" b="3306"/>
          <a:stretch/>
        </p:blipFill>
        <p:spPr>
          <a:xfrm>
            <a:off x="467544" y="1988840"/>
            <a:ext cx="8442509" cy="4447854"/>
          </a:xfrm>
          <a:prstGeom prst="rect">
            <a:avLst/>
          </a:prstGeom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EFD061B-3BFB-43DD-80FF-5F241950B547}"/>
              </a:ext>
            </a:extLst>
          </p:cNvPr>
          <p:cNvCxnSpPr/>
          <p:nvPr/>
        </p:nvCxnSpPr>
        <p:spPr>
          <a:xfrm flipV="1">
            <a:off x="3707904" y="4447140"/>
            <a:ext cx="0" cy="151216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2B84A94-077A-443A-908E-6B5B297684BC}"/>
              </a:ext>
            </a:extLst>
          </p:cNvPr>
          <p:cNvSpPr/>
          <p:nvPr/>
        </p:nvSpPr>
        <p:spPr>
          <a:xfrm>
            <a:off x="1259632" y="5959308"/>
            <a:ext cx="2088232" cy="432048"/>
          </a:xfrm>
          <a:prstGeom prst="roundRect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4 Rectángulo redondeado">
            <a:extLst>
              <a:ext uri="{FF2B5EF4-FFF2-40B4-BE49-F238E27FC236}">
                <a16:creationId xmlns:a16="http://schemas.microsoft.com/office/drawing/2014/main" id="{E933EFE2-6A95-4927-B44B-DEE2CB99FA11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COMPORTAMIENTO DE LA ECONOMÍA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DE6E271-FF5F-4BB6-AD8A-8A2C55D7C674}"/>
              </a:ext>
            </a:extLst>
          </p:cNvPr>
          <p:cNvSpPr/>
          <p:nvPr/>
        </p:nvSpPr>
        <p:spPr>
          <a:xfrm>
            <a:off x="1068862" y="2313760"/>
            <a:ext cx="3431129" cy="323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18 Rectángulo redondeado">
            <a:extLst>
              <a:ext uri="{FF2B5EF4-FFF2-40B4-BE49-F238E27FC236}">
                <a16:creationId xmlns:a16="http://schemas.microsoft.com/office/drawing/2014/main" id="{1713A199-5B93-4DCD-BDAF-5370563A9D82}"/>
              </a:ext>
            </a:extLst>
          </p:cNvPr>
          <p:cNvSpPr/>
          <p:nvPr/>
        </p:nvSpPr>
        <p:spPr>
          <a:xfrm>
            <a:off x="2975024" y="2024772"/>
            <a:ext cx="2761216" cy="78957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Época de “oro” del peronismo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áfico 6" descr="Mano con dedo índice apuntando a la derecha">
            <a:extLst>
              <a:ext uri="{FF2B5EF4-FFF2-40B4-BE49-F238E27FC236}">
                <a16:creationId xmlns:a16="http://schemas.microsoft.com/office/drawing/2014/main" id="{B8C3E3E8-D3FE-4ED2-B577-01466D9DB5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533932" flipH="1">
            <a:off x="2255047" y="23571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466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8 Rectángulo redondeado"/>
          <p:cNvSpPr/>
          <p:nvPr/>
        </p:nvSpPr>
        <p:spPr>
          <a:xfrm>
            <a:off x="5580112" y="2721460"/>
            <a:ext cx="2880320" cy="3400883"/>
          </a:xfrm>
          <a:prstGeom prst="roundRect">
            <a:avLst>
              <a:gd name="adj" fmla="val 700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Sector Externo como “enemigo” de esos objetivos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8 Rectángulo redondeado"/>
          <p:cNvSpPr/>
          <p:nvPr/>
        </p:nvSpPr>
        <p:spPr>
          <a:xfrm>
            <a:off x="2591780" y="1309530"/>
            <a:ext cx="3960440" cy="870145"/>
          </a:xfrm>
          <a:prstGeom prst="roundRect">
            <a:avLst>
              <a:gd name="adj" fmla="val 12098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perseguidos por los hacedores de política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1978355" y="2653524"/>
            <a:ext cx="2161597" cy="99824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Ocupación urbana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78355" y="3942922"/>
            <a:ext cx="2161597" cy="99824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Servicios sociales</a:t>
            </a:r>
          </a:p>
        </p:txBody>
      </p:sp>
      <p:sp>
        <p:nvSpPr>
          <p:cNvPr id="20" name="19 Rectángulo redondeado"/>
          <p:cNvSpPr/>
          <p:nvPr/>
        </p:nvSpPr>
        <p:spPr>
          <a:xfrm>
            <a:off x="1978355" y="5211464"/>
            <a:ext cx="2161597" cy="102584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Salarios altos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503208" y="613432"/>
            <a:ext cx="8137583" cy="4760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Elección de una ruta de Sustitución de Importaciones 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Conector: angular 4"/>
          <p:cNvCxnSpPr>
            <a:cxnSpLocks/>
            <a:stCxn id="9" idx="2"/>
            <a:endCxn id="14" idx="3"/>
          </p:cNvCxnSpPr>
          <p:nvPr/>
        </p:nvCxnSpPr>
        <p:spPr>
          <a:xfrm rot="5400000">
            <a:off x="3869490" y="2450137"/>
            <a:ext cx="972972" cy="432048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r 18"/>
          <p:cNvCxnSpPr>
            <a:cxnSpLocks/>
            <a:stCxn id="9" idx="2"/>
            <a:endCxn id="15" idx="3"/>
          </p:cNvCxnSpPr>
          <p:nvPr/>
        </p:nvCxnSpPr>
        <p:spPr>
          <a:xfrm rot="5400000">
            <a:off x="3224791" y="3094836"/>
            <a:ext cx="2262370" cy="432048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/>
          <p:cNvCxnSpPr>
            <a:cxnSpLocks/>
            <a:stCxn id="9" idx="2"/>
            <a:endCxn id="20" idx="3"/>
          </p:cNvCxnSpPr>
          <p:nvPr/>
        </p:nvCxnSpPr>
        <p:spPr>
          <a:xfrm rot="5400000">
            <a:off x="2583620" y="3736007"/>
            <a:ext cx="3544713" cy="432048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18 Rectángulo redondeado"/>
          <p:cNvSpPr/>
          <p:nvPr/>
        </p:nvSpPr>
        <p:spPr>
          <a:xfrm>
            <a:off x="5580112" y="3971887"/>
            <a:ext cx="2880320" cy="76316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Desdén al capital extranjero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16 Rectángulo redondeado"/>
          <p:cNvSpPr/>
          <p:nvPr/>
        </p:nvSpPr>
        <p:spPr>
          <a:xfrm>
            <a:off x="5580112" y="5013176"/>
            <a:ext cx="2880320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Cierre del comercio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15 Rectángulo redondeado">
            <a:extLst>
              <a:ext uri="{FF2B5EF4-FFF2-40B4-BE49-F238E27FC236}">
                <a16:creationId xmlns:a16="http://schemas.microsoft.com/office/drawing/2014/main" id="{BC101F89-0DBF-4AF0-9DE9-68F74062A34B}"/>
              </a:ext>
            </a:extLst>
          </p:cNvPr>
          <p:cNvSpPr/>
          <p:nvPr/>
        </p:nvSpPr>
        <p:spPr>
          <a:xfrm>
            <a:off x="322172" y="2805799"/>
            <a:ext cx="1873564" cy="7089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600" i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</a:t>
            </a:r>
            <a:endParaRPr lang="es-ES" sz="16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s-AR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(¿</a:t>
            </a:r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cuáles?)</a:t>
            </a:r>
            <a:endParaRPr lang="es-AR" sz="16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Gráfico 17" descr="Señal de pulgar hacia arriba">
            <a:extLst>
              <a:ext uri="{FF2B5EF4-FFF2-40B4-BE49-F238E27FC236}">
                <a16:creationId xmlns:a16="http://schemas.microsoft.com/office/drawing/2014/main" id="{CE8777A6-988E-4065-963A-34020DDE7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395535" y="2829297"/>
            <a:ext cx="720080" cy="720080"/>
          </a:xfrm>
          <a:prstGeom prst="rect">
            <a:avLst/>
          </a:prstGeom>
        </p:spPr>
      </p:pic>
      <p:sp>
        <p:nvSpPr>
          <p:cNvPr id="21" name="15 Rectángulo redondeado">
            <a:extLst>
              <a:ext uri="{FF2B5EF4-FFF2-40B4-BE49-F238E27FC236}">
                <a16:creationId xmlns:a16="http://schemas.microsoft.com/office/drawing/2014/main" id="{46D4461A-C73A-45F0-AB9E-F4F810292127}"/>
              </a:ext>
            </a:extLst>
          </p:cNvPr>
          <p:cNvSpPr/>
          <p:nvPr/>
        </p:nvSpPr>
        <p:spPr>
          <a:xfrm>
            <a:off x="286169" y="4682969"/>
            <a:ext cx="1873564" cy="7089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</a:t>
            </a:r>
          </a:p>
          <a:p>
            <a:pPr algn="r"/>
            <a:r>
              <a:rPr lang="es-AR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(¿</a:t>
            </a:r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divisas?)</a:t>
            </a:r>
            <a:endParaRPr lang="es-AR" sz="16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áfico 21" descr="Señal de pulgar hacia arriba">
            <a:extLst>
              <a:ext uri="{FF2B5EF4-FFF2-40B4-BE49-F238E27FC236}">
                <a16:creationId xmlns:a16="http://schemas.microsoft.com/office/drawing/2014/main" id="{F760A6DC-4164-4C5F-820E-10A496776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359532" y="4706467"/>
            <a:ext cx="720080" cy="720080"/>
          </a:xfrm>
          <a:prstGeom prst="rect">
            <a:avLst/>
          </a:prstGeom>
        </p:spPr>
      </p:pic>
      <p:sp>
        <p:nvSpPr>
          <p:cNvPr id="24" name="4 Rectángulo redondeado">
            <a:extLst>
              <a:ext uri="{FF2B5EF4-FFF2-40B4-BE49-F238E27FC236}">
                <a16:creationId xmlns:a16="http://schemas.microsoft.com/office/drawing/2014/main" id="{4D0E77E7-D272-4205-B8F9-956687C5BE92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POLÍTICA ECONÓMICA DEL PERONISMO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1 Gráfico"/>
          <p:cNvGraphicFramePr/>
          <p:nvPr>
            <p:extLst>
              <p:ext uri="{D42A27DB-BD31-4B8C-83A1-F6EECF244321}">
                <p14:modId xmlns:p14="http://schemas.microsoft.com/office/powerpoint/2010/main" val="3271667214"/>
              </p:ext>
            </p:extLst>
          </p:nvPr>
        </p:nvGraphicFramePr>
        <p:xfrm>
          <a:off x="323528" y="1196752"/>
          <a:ext cx="8208912" cy="5328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PIB por sectores (ocupación urbana)</a:t>
            </a:r>
            <a:endParaRPr lang="es-AR" dirty="0"/>
          </a:p>
        </p:txBody>
      </p:sp>
      <p:sp>
        <p:nvSpPr>
          <p:cNvPr id="2" name="Signo más 1"/>
          <p:cNvSpPr/>
          <p:nvPr/>
        </p:nvSpPr>
        <p:spPr>
          <a:xfrm>
            <a:off x="5384923" y="2541864"/>
            <a:ext cx="482035" cy="465294"/>
          </a:xfrm>
          <a:prstGeom prst="mathPlus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s igual a 2"/>
          <p:cNvSpPr/>
          <p:nvPr/>
        </p:nvSpPr>
        <p:spPr>
          <a:xfrm>
            <a:off x="8006062" y="4149080"/>
            <a:ext cx="720080" cy="504056"/>
          </a:xfrm>
          <a:prstGeom prst="mathEqual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E7B3A87-06B9-4535-99EB-691FA72DF3B3}"/>
              </a:ext>
            </a:extLst>
          </p:cNvPr>
          <p:cNvCxnSpPr>
            <a:cxnSpLocks/>
          </p:cNvCxnSpPr>
          <p:nvPr/>
        </p:nvCxnSpPr>
        <p:spPr>
          <a:xfrm>
            <a:off x="6588224" y="1340768"/>
            <a:ext cx="0" cy="4125483"/>
          </a:xfrm>
          <a:prstGeom prst="lin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áfico 14" descr="Mano con dedo índice apuntando a la derecha">
            <a:extLst>
              <a:ext uri="{FF2B5EF4-FFF2-40B4-BE49-F238E27FC236}">
                <a16:creationId xmlns:a16="http://schemas.microsoft.com/office/drawing/2014/main" id="{6A516E6A-8353-40C8-BC8E-CD7F01F1C8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9643" y="2420888"/>
            <a:ext cx="648073" cy="707246"/>
          </a:xfrm>
          <a:prstGeom prst="rect">
            <a:avLst/>
          </a:prstGeom>
        </p:spPr>
      </p:pic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68C8AD85-EC66-44C0-A822-7AF0BC03DE44}"/>
              </a:ext>
            </a:extLst>
          </p:cNvPr>
          <p:cNvCxnSpPr>
            <a:cxnSpLocks/>
          </p:cNvCxnSpPr>
          <p:nvPr/>
        </p:nvCxnSpPr>
        <p:spPr>
          <a:xfrm>
            <a:off x="7164288" y="1366258"/>
            <a:ext cx="0" cy="4125483"/>
          </a:xfrm>
          <a:prstGeom prst="lin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E1D2D83-79C0-4AF7-9E70-99636E3C6D0C}"/>
              </a:ext>
            </a:extLst>
          </p:cNvPr>
          <p:cNvCxnSpPr>
            <a:cxnSpLocks/>
          </p:cNvCxnSpPr>
          <p:nvPr/>
        </p:nvCxnSpPr>
        <p:spPr>
          <a:xfrm>
            <a:off x="7884368" y="1366258"/>
            <a:ext cx="0" cy="4125483"/>
          </a:xfrm>
          <a:prstGeom prst="lin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4 Rectángulo redondeado">
            <a:extLst>
              <a:ext uri="{FF2B5EF4-FFF2-40B4-BE49-F238E27FC236}">
                <a16:creationId xmlns:a16="http://schemas.microsoft.com/office/drawing/2014/main" id="{D99B71EA-FC35-4EE9-AD8F-3630CAFFFC17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MERCADO INTERNO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900C22A-A862-4DC5-978A-F0C187B13E92}"/>
              </a:ext>
            </a:extLst>
          </p:cNvPr>
          <p:cNvSpPr/>
          <p:nvPr/>
        </p:nvSpPr>
        <p:spPr>
          <a:xfrm>
            <a:off x="4105221" y="3059667"/>
            <a:ext cx="1988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¿Viene de antes?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45391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PIB per cápita (mejoras sociales)</a:t>
            </a:r>
            <a:endParaRPr lang="es-AR" dirty="0"/>
          </a:p>
        </p:txBody>
      </p:sp>
      <p:graphicFrame>
        <p:nvGraphicFramePr>
          <p:cNvPr id="6" name="4 Gráfico"/>
          <p:cNvGraphicFramePr/>
          <p:nvPr>
            <p:extLst>
              <p:ext uri="{D42A27DB-BD31-4B8C-83A1-F6EECF244321}">
                <p14:modId xmlns:p14="http://schemas.microsoft.com/office/powerpoint/2010/main" val="2306229095"/>
              </p:ext>
            </p:extLst>
          </p:nvPr>
        </p:nvGraphicFramePr>
        <p:xfrm>
          <a:off x="683568" y="1700808"/>
          <a:ext cx="7596336" cy="453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3730184" y="1693062"/>
            <a:ext cx="2880320" cy="7945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 PIB per cápita de Perón: 1948</a:t>
            </a:r>
            <a:endParaRPr lang="es-AR" sz="18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6876256" y="1700808"/>
            <a:ext cx="1224136" cy="38884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/>
          </a:p>
        </p:txBody>
      </p:sp>
      <p:pic>
        <p:nvPicPr>
          <p:cNvPr id="11" name="Gráfico 10" descr="Mano con dedo índice apuntando a la derecha">
            <a:extLst>
              <a:ext uri="{FF2B5EF4-FFF2-40B4-BE49-F238E27FC236}">
                <a16:creationId xmlns:a16="http://schemas.microsoft.com/office/drawing/2014/main" id="{B4FC4166-BE51-431D-8D68-635A9BB23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89545">
            <a:off x="6457309" y="1089295"/>
            <a:ext cx="837895" cy="914400"/>
          </a:xfrm>
          <a:prstGeom prst="rect">
            <a:avLst/>
          </a:prstGeom>
        </p:spPr>
      </p:pic>
      <p:sp>
        <p:nvSpPr>
          <p:cNvPr id="10" name="4 Rectángulo redondeado">
            <a:extLst>
              <a:ext uri="{FF2B5EF4-FFF2-40B4-BE49-F238E27FC236}">
                <a16:creationId xmlns:a16="http://schemas.microsoft.com/office/drawing/2014/main" id="{B6AE8476-F940-459B-8B13-0984D48F0E03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MERCADO INTERNO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Más"/>
          <p:cNvSpPr/>
          <p:nvPr/>
        </p:nvSpPr>
        <p:spPr>
          <a:xfrm>
            <a:off x="4313684" y="5383000"/>
            <a:ext cx="516632" cy="486244"/>
          </a:xfrm>
          <a:prstGeom prst="mathPlus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17" name="16 Rectángulo redondeado"/>
          <p:cNvSpPr/>
          <p:nvPr/>
        </p:nvSpPr>
        <p:spPr>
          <a:xfrm>
            <a:off x="2411760" y="734660"/>
            <a:ext cx="4320480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oficial</a:t>
            </a:r>
            <a:endParaRPr lang="es-AR" sz="32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2411760" y="1742772"/>
            <a:ext cx="4320480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Variar </a:t>
            </a:r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términos de </a:t>
            </a:r>
          </a:p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intercambio internos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18 Rectángulo redondeado"/>
          <p:cNvSpPr/>
          <p:nvPr/>
        </p:nvSpPr>
        <p:spPr>
          <a:xfrm>
            <a:off x="1056184" y="2977344"/>
            <a:ext cx="3179712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Perjuicio del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sector</a:t>
            </a:r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rural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4908106" y="2971800"/>
            <a:ext cx="3179712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Beneficio de bienes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comercializables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20 Conector recto de flecha"/>
          <p:cNvCxnSpPr>
            <a:stCxn id="17" idx="2"/>
            <a:endCxn id="18" idx="0"/>
          </p:cNvCxnSpPr>
          <p:nvPr/>
        </p:nvCxnSpPr>
        <p:spPr>
          <a:xfrm>
            <a:off x="4572000" y="1454740"/>
            <a:ext cx="0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 de flecha"/>
          <p:cNvCxnSpPr>
            <a:cxnSpLocks/>
            <a:stCxn id="18" idx="2"/>
            <a:endCxn id="19" idx="0"/>
          </p:cNvCxnSpPr>
          <p:nvPr/>
        </p:nvCxnSpPr>
        <p:spPr>
          <a:xfrm flipH="1">
            <a:off x="2646040" y="2462852"/>
            <a:ext cx="1925960" cy="51449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 de flecha"/>
          <p:cNvCxnSpPr>
            <a:cxnSpLocks/>
            <a:stCxn id="18" idx="2"/>
            <a:endCxn id="20" idx="0"/>
          </p:cNvCxnSpPr>
          <p:nvPr/>
        </p:nvCxnSpPr>
        <p:spPr>
          <a:xfrm>
            <a:off x="4572000" y="2462852"/>
            <a:ext cx="1925962" cy="50894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29 Rectángulo redondeado"/>
          <p:cNvSpPr/>
          <p:nvPr/>
        </p:nvSpPr>
        <p:spPr>
          <a:xfrm>
            <a:off x="1700808" y="5897056"/>
            <a:ext cx="5742384" cy="3402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Dificultades p/ obtener insumos agropecuario</a:t>
            </a:r>
            <a:endParaRPr lang="es-A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30 Rectángulo redondeado"/>
          <p:cNvSpPr/>
          <p:nvPr/>
        </p:nvSpPr>
        <p:spPr>
          <a:xfrm>
            <a:off x="1700808" y="4059888"/>
            <a:ext cx="5742384" cy="36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T.C. sobrevaluados y múltiples</a:t>
            </a:r>
          </a:p>
        </p:txBody>
      </p:sp>
      <p:sp>
        <p:nvSpPr>
          <p:cNvPr id="32" name="31 Rectángulo redondeado"/>
          <p:cNvSpPr/>
          <p:nvPr/>
        </p:nvSpPr>
        <p:spPr>
          <a:xfrm>
            <a:off x="1700808" y="4527940"/>
            <a:ext cx="5742384" cy="36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Comercialización controlada  (IAPI)</a:t>
            </a:r>
          </a:p>
        </p:txBody>
      </p:sp>
      <p:sp>
        <p:nvSpPr>
          <p:cNvPr id="33" name="32 Rectángulo redondeado"/>
          <p:cNvSpPr/>
          <p:nvPr/>
        </p:nvSpPr>
        <p:spPr>
          <a:xfrm>
            <a:off x="1700808" y="5010293"/>
            <a:ext cx="5742384" cy="36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Proteccionismo (industria nacional)</a:t>
            </a:r>
            <a:endParaRPr lang="es-A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4" name="33 Rectángulo redondeado"/>
          <p:cNvSpPr/>
          <p:nvPr/>
        </p:nvSpPr>
        <p:spPr>
          <a:xfrm>
            <a:off x="1700808" y="6329104"/>
            <a:ext cx="5742384" cy="3402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Sin apoyo a la investigación agrícola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248272" y="793416"/>
            <a:ext cx="1620688" cy="5907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lograr lo anterior…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áfico 21" descr="Señal de pulgar hacia arriba">
            <a:extLst>
              <a:ext uri="{FF2B5EF4-FFF2-40B4-BE49-F238E27FC236}">
                <a16:creationId xmlns:a16="http://schemas.microsoft.com/office/drawing/2014/main" id="{7D3B2E76-F76F-4123-8BD7-194EE2F7D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364706" y="2874640"/>
            <a:ext cx="914400" cy="914400"/>
          </a:xfrm>
          <a:prstGeom prst="rect">
            <a:avLst/>
          </a:prstGeom>
        </p:spPr>
      </p:pic>
      <p:pic>
        <p:nvPicPr>
          <p:cNvPr id="23" name="Gráfico 22" descr="Señal de pulgar hacia arriba">
            <a:extLst>
              <a:ext uri="{FF2B5EF4-FFF2-40B4-BE49-F238E27FC236}">
                <a16:creationId xmlns:a16="http://schemas.microsoft.com/office/drawing/2014/main" id="{466B9E69-EA9E-4BA5-B9AE-0C11C50B9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1933" y="2874640"/>
            <a:ext cx="914400" cy="914400"/>
          </a:xfrm>
          <a:prstGeom prst="rect">
            <a:avLst/>
          </a:prstGeom>
        </p:spPr>
      </p:pic>
      <p:sp>
        <p:nvSpPr>
          <p:cNvPr id="25" name="4 Rectángulo redondeado">
            <a:extLst>
              <a:ext uri="{FF2B5EF4-FFF2-40B4-BE49-F238E27FC236}">
                <a16:creationId xmlns:a16="http://schemas.microsoft.com/office/drawing/2014/main" id="{83C73AB2-5A7F-4E47-8267-36A3C68C4269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MERCADO INTERNO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13 Rectángulo redondeado">
            <a:extLst>
              <a:ext uri="{FF2B5EF4-FFF2-40B4-BE49-F238E27FC236}">
                <a16:creationId xmlns:a16="http://schemas.microsoft.com/office/drawing/2014/main" id="{0B0581AA-E67B-4ED5-9535-3673530F36D1}"/>
              </a:ext>
            </a:extLst>
          </p:cNvPr>
          <p:cNvSpPr/>
          <p:nvPr/>
        </p:nvSpPr>
        <p:spPr>
          <a:xfrm>
            <a:off x="157779" y="2689215"/>
            <a:ext cx="3775281" cy="3980146"/>
          </a:xfrm>
          <a:prstGeom prst="roundRect">
            <a:avLst>
              <a:gd name="adj" fmla="val 3696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13 Rectángulo redondeado">
            <a:extLst>
              <a:ext uri="{FF2B5EF4-FFF2-40B4-BE49-F238E27FC236}">
                <a16:creationId xmlns:a16="http://schemas.microsoft.com/office/drawing/2014/main" id="{BECE906C-0E6B-4111-B1B5-1BE023DA7CF7}"/>
              </a:ext>
            </a:extLst>
          </p:cNvPr>
          <p:cNvSpPr/>
          <p:nvPr/>
        </p:nvSpPr>
        <p:spPr>
          <a:xfrm>
            <a:off x="5316695" y="2447893"/>
            <a:ext cx="3635046" cy="2554281"/>
          </a:xfrm>
          <a:prstGeom prst="roundRect">
            <a:avLst>
              <a:gd name="adj" fmla="val 3696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84122"/>
              </p:ext>
            </p:extLst>
          </p:nvPr>
        </p:nvGraphicFramePr>
        <p:xfrm>
          <a:off x="5400908" y="3597692"/>
          <a:ext cx="3468434" cy="1337310"/>
        </p:xfrm>
        <a:graphic>
          <a:graphicData uri="http://schemas.openxmlformats.org/drawingml/2006/table">
            <a:tbl>
              <a:tblPr/>
              <a:tblGrid>
                <a:gridCol w="1230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s-AR" sz="14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1934-38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1945-49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1950-54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Maíz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Trigo y harina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Lino y aceite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Lana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Carne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12 Rectángulo redondeado"/>
          <p:cNvSpPr/>
          <p:nvPr/>
        </p:nvSpPr>
        <p:spPr>
          <a:xfrm>
            <a:off x="1763688" y="692696"/>
            <a:ext cx="5616624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Caída de exportaciones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7163609" y="693473"/>
            <a:ext cx="1724597" cy="7200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¿Caída de la demanda extranjera?</a:t>
            </a:r>
            <a:endParaRPr lang="es-AR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7163609" y="1772816"/>
            <a:ext cx="1724597" cy="40466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16 Rectángulo redondeado"/>
          <p:cNvSpPr/>
          <p:nvPr/>
        </p:nvSpPr>
        <p:spPr>
          <a:xfrm>
            <a:off x="7163609" y="2492897"/>
            <a:ext cx="1724598" cy="101275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Argentina </a:t>
            </a:r>
            <a:r>
              <a:rPr lang="es-ES" sz="1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pierde </a:t>
            </a:r>
            <a:r>
              <a:rPr lang="es-ES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participación en el comercio mundial</a:t>
            </a:r>
            <a:endParaRPr lang="es-AR"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17 Conector recto de flecha"/>
          <p:cNvCxnSpPr>
            <a:cxnSpLocks/>
            <a:stCxn id="14" idx="2"/>
            <a:endCxn id="16" idx="0"/>
          </p:cNvCxnSpPr>
          <p:nvPr/>
        </p:nvCxnSpPr>
        <p:spPr>
          <a:xfrm>
            <a:off x="8025908" y="1413554"/>
            <a:ext cx="0" cy="35926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 de flecha"/>
          <p:cNvCxnSpPr>
            <a:cxnSpLocks/>
            <a:stCxn id="16" idx="2"/>
            <a:endCxn id="17" idx="0"/>
          </p:cNvCxnSpPr>
          <p:nvPr/>
        </p:nvCxnSpPr>
        <p:spPr>
          <a:xfrm>
            <a:off x="8025908" y="2177481"/>
            <a:ext cx="0" cy="31541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Rectángulo redondeado"/>
          <p:cNvSpPr/>
          <p:nvPr/>
        </p:nvSpPr>
        <p:spPr>
          <a:xfrm>
            <a:off x="189944" y="1700808"/>
            <a:ext cx="3746039" cy="86409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Poco ∆ de la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producción rural </a:t>
            </a:r>
          </a:p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Fuerte aumento del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consumo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160701" y="2708920"/>
            <a:ext cx="3775282" cy="1305436"/>
          </a:xfrm>
          <a:prstGeom prst="roundRect">
            <a:avLst>
              <a:gd name="adj" fmla="val 854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exportaciones manufactureras</a:t>
            </a:r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que habían aumentando durante la guerra,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cayeron</a:t>
            </a:r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desde 1946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Tabl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589123"/>
              </p:ext>
            </p:extLst>
          </p:nvPr>
        </p:nvGraphicFramePr>
        <p:xfrm>
          <a:off x="391668" y="4114180"/>
          <a:ext cx="2380132" cy="2403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443">
                  <a:extLst>
                    <a:ext uri="{9D8B030D-6E8A-4147-A177-3AD203B41FA5}">
                      <a16:colId xmlns:a16="http://schemas.microsoft.com/office/drawing/2014/main" val="2216205960"/>
                    </a:ext>
                  </a:extLst>
                </a:gridCol>
                <a:gridCol w="1379689">
                  <a:extLst>
                    <a:ext uri="{9D8B030D-6E8A-4147-A177-3AD203B41FA5}">
                      <a16:colId xmlns:a16="http://schemas.microsoft.com/office/drawing/2014/main" val="286553562"/>
                    </a:ext>
                  </a:extLst>
                </a:gridCol>
              </a:tblGrid>
              <a:tr h="574793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Año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expo.</a:t>
                      </a:r>
                      <a:r>
                        <a:rPr lang="es-AR" sz="14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 tradicionales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067781"/>
                  </a:ext>
                </a:extLst>
              </a:tr>
              <a:tr h="18403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1934-36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1,4%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584485"/>
                  </a:ext>
                </a:extLst>
              </a:tr>
              <a:tr h="18403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1937-39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1,9%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944347"/>
                  </a:ext>
                </a:extLst>
              </a:tr>
              <a:tr h="18403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1942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13,0%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338461"/>
                  </a:ext>
                </a:extLst>
              </a:tr>
              <a:tr h="18403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1943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19,4%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051432"/>
                  </a:ext>
                </a:extLst>
              </a:tr>
              <a:tr h="18403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1946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11,4%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825017"/>
                  </a:ext>
                </a:extLst>
              </a:tr>
              <a:tr h="18403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1947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5,5%</a:t>
                      </a:r>
                      <a:endParaRPr lang="es-ES" sz="14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124374"/>
                  </a:ext>
                </a:extLst>
              </a:tr>
            </a:tbl>
          </a:graphicData>
        </a:graphic>
      </p:graphicFrame>
      <p:sp>
        <p:nvSpPr>
          <p:cNvPr id="33" name="13 Rectángulo redondeado"/>
          <p:cNvSpPr/>
          <p:nvPr/>
        </p:nvSpPr>
        <p:spPr>
          <a:xfrm>
            <a:off x="160700" y="1302007"/>
            <a:ext cx="1163052" cy="47080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Vemos más adelante</a:t>
            </a:r>
            <a:endParaRPr lang="es-AR" sz="14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Conector: angular 35"/>
          <p:cNvCxnSpPr>
            <a:cxnSpLocks/>
            <a:stCxn id="13" idx="2"/>
            <a:endCxn id="12" idx="3"/>
          </p:cNvCxnSpPr>
          <p:nvPr/>
        </p:nvCxnSpPr>
        <p:spPr>
          <a:xfrm rot="5400000">
            <a:off x="3893952" y="1454808"/>
            <a:ext cx="720080" cy="636017"/>
          </a:xfrm>
          <a:prstGeom prst="bentConnector2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angular 36"/>
          <p:cNvCxnSpPr>
            <a:cxnSpLocks/>
            <a:stCxn id="13" idx="2"/>
            <a:endCxn id="15" idx="3"/>
          </p:cNvCxnSpPr>
          <p:nvPr/>
        </p:nvCxnSpPr>
        <p:spPr>
          <a:xfrm rot="5400000">
            <a:off x="3279561" y="2069199"/>
            <a:ext cx="1948862" cy="636017"/>
          </a:xfrm>
          <a:prstGeom prst="bentConnector2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áfico 18" descr="Señal de pulgar hacia arriba">
            <a:extLst>
              <a:ext uri="{FF2B5EF4-FFF2-40B4-BE49-F238E27FC236}">
                <a16:creationId xmlns:a16="http://schemas.microsoft.com/office/drawing/2014/main" id="{143C5E2B-7947-4208-BE6E-3C4BED9CA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2648106" y="5774666"/>
            <a:ext cx="914400" cy="914400"/>
          </a:xfrm>
          <a:prstGeom prst="rect">
            <a:avLst/>
          </a:prstGeom>
        </p:spPr>
      </p:pic>
      <p:pic>
        <p:nvPicPr>
          <p:cNvPr id="23" name="Gráfico 22" descr="Señal de pulgar hacia arriba">
            <a:extLst>
              <a:ext uri="{FF2B5EF4-FFF2-40B4-BE49-F238E27FC236}">
                <a16:creationId xmlns:a16="http://schemas.microsoft.com/office/drawing/2014/main" id="{A35ED19A-F549-45AF-94DA-E296E8746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48106" y="4777447"/>
            <a:ext cx="914400" cy="914400"/>
          </a:xfrm>
          <a:prstGeom prst="rect">
            <a:avLst/>
          </a:prstGeom>
        </p:spPr>
      </p:pic>
      <p:pic>
        <p:nvPicPr>
          <p:cNvPr id="25" name="Gráfico 24" descr="Señal de pulgar hacia arriba">
            <a:extLst>
              <a:ext uri="{FF2B5EF4-FFF2-40B4-BE49-F238E27FC236}">
                <a16:creationId xmlns:a16="http://schemas.microsoft.com/office/drawing/2014/main" id="{B849A6CC-FA86-4F48-A050-65DC030E1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5747092" y="2616120"/>
            <a:ext cx="914400" cy="914400"/>
          </a:xfrm>
          <a:prstGeom prst="rect">
            <a:avLst/>
          </a:prstGeom>
        </p:spPr>
      </p:pic>
      <p:sp>
        <p:nvSpPr>
          <p:cNvPr id="21" name="4 Rectángulo redondeado">
            <a:extLst>
              <a:ext uri="{FF2B5EF4-FFF2-40B4-BE49-F238E27FC236}">
                <a16:creationId xmlns:a16="http://schemas.microsoft.com/office/drawing/2014/main" id="{D0DAB5F7-AA08-4288-A5F1-1EA0529A0E8B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PERJUICIO</a:t>
            </a: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 SECTOR EXPORTADOR (NO SOLO AGRO…)</a:t>
            </a:r>
          </a:p>
        </p:txBody>
      </p:sp>
      <p:sp>
        <p:nvSpPr>
          <p:cNvPr id="24" name="14 Rectángulo redondeado">
            <a:extLst>
              <a:ext uri="{FF2B5EF4-FFF2-40B4-BE49-F238E27FC236}">
                <a16:creationId xmlns:a16="http://schemas.microsoft.com/office/drawing/2014/main" id="{29B85965-100A-423D-ADFF-30B7B221FE39}"/>
              </a:ext>
            </a:extLst>
          </p:cNvPr>
          <p:cNvSpPr/>
          <p:nvPr/>
        </p:nvSpPr>
        <p:spPr>
          <a:xfrm>
            <a:off x="5051499" y="5473915"/>
            <a:ext cx="3775282" cy="924375"/>
          </a:xfrm>
          <a:prstGeom prst="roundRect">
            <a:avLst>
              <a:gd name="adj" fmla="val 854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de arrendamientos</a:t>
            </a:r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Poco incentivo a alquilar.</a:t>
            </a:r>
          </a:p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Vuelta a la ganadería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8E916E36-77F3-4628-9228-893F220E15A9}"/>
              </a:ext>
            </a:extLst>
          </p:cNvPr>
          <p:cNvCxnSpPr>
            <a:cxnSpLocks/>
            <a:stCxn id="13" idx="2"/>
            <a:endCxn id="24" idx="1"/>
          </p:cNvCxnSpPr>
          <p:nvPr/>
        </p:nvCxnSpPr>
        <p:spPr>
          <a:xfrm rot="16200000" flipH="1">
            <a:off x="2550086" y="3434689"/>
            <a:ext cx="4523327" cy="479499"/>
          </a:xfrm>
          <a:prstGeom prst="bentConnector2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Caída de exportaciones (índice de cantidades)</a:t>
            </a:r>
            <a:endParaRPr lang="es-AR" dirty="0"/>
          </a:p>
        </p:txBody>
      </p:sp>
      <p:graphicFrame>
        <p:nvGraphicFramePr>
          <p:cNvPr id="5" name="2 Gráfico"/>
          <p:cNvGraphicFramePr/>
          <p:nvPr>
            <p:extLst>
              <p:ext uri="{D42A27DB-BD31-4B8C-83A1-F6EECF244321}">
                <p14:modId xmlns:p14="http://schemas.microsoft.com/office/powerpoint/2010/main" val="3258104172"/>
              </p:ext>
            </p:extLst>
          </p:nvPr>
        </p:nvGraphicFramePr>
        <p:xfrm>
          <a:off x="755576" y="1916832"/>
          <a:ext cx="7704856" cy="453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7 CuadroTexto">
            <a:extLst>
              <a:ext uri="{FF2B5EF4-FFF2-40B4-BE49-F238E27FC236}">
                <a16:creationId xmlns:a16="http://schemas.microsoft.com/office/drawing/2014/main" id="{CFF797EB-417F-4DE7-AB46-D56FE699C75F}"/>
              </a:ext>
            </a:extLst>
          </p:cNvPr>
          <p:cNvSpPr txBox="1"/>
          <p:nvPr/>
        </p:nvSpPr>
        <p:spPr>
          <a:xfrm>
            <a:off x="2247017" y="1749844"/>
            <a:ext cx="1660241" cy="54825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Max. 1947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áfico 7" descr="Mano con dedo índice apuntando a la derecha">
            <a:extLst>
              <a:ext uri="{FF2B5EF4-FFF2-40B4-BE49-F238E27FC236}">
                <a16:creationId xmlns:a16="http://schemas.microsoft.com/office/drawing/2014/main" id="{091A5ACD-659A-46C3-8574-C2B55C12B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10257">
            <a:off x="3786373" y="1794327"/>
            <a:ext cx="837895" cy="914400"/>
          </a:xfrm>
          <a:prstGeom prst="rect">
            <a:avLst/>
          </a:prstGeom>
        </p:spPr>
      </p:pic>
      <p:sp>
        <p:nvSpPr>
          <p:cNvPr id="13" name="4 Rectángulo redondeado">
            <a:extLst>
              <a:ext uri="{FF2B5EF4-FFF2-40B4-BE49-F238E27FC236}">
                <a16:creationId xmlns:a16="http://schemas.microsoft.com/office/drawing/2014/main" id="{5609FA57-88DF-440A-A5FE-D39BB978F28F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PERJUICIO</a:t>
            </a: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 SECTOR EXPORTADOR (NO SOLO AGRO…)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F530119-35F4-4A59-9161-F2B8DE0E4229}"/>
              </a:ext>
            </a:extLst>
          </p:cNvPr>
          <p:cNvCxnSpPr>
            <a:cxnSpLocks/>
          </p:cNvCxnSpPr>
          <p:nvPr/>
        </p:nvCxnSpPr>
        <p:spPr>
          <a:xfrm>
            <a:off x="4608004" y="1692574"/>
            <a:ext cx="0" cy="4125483"/>
          </a:xfrm>
          <a:prstGeom prst="lin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B08DE52-6325-43CE-B0DF-7F51B22E3972}"/>
              </a:ext>
            </a:extLst>
          </p:cNvPr>
          <p:cNvCxnSpPr>
            <a:cxnSpLocks/>
          </p:cNvCxnSpPr>
          <p:nvPr/>
        </p:nvCxnSpPr>
        <p:spPr>
          <a:xfrm>
            <a:off x="5481269" y="1692574"/>
            <a:ext cx="0" cy="4125483"/>
          </a:xfrm>
          <a:prstGeom prst="lin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4 Elipse">
            <a:extLst>
              <a:ext uri="{FF2B5EF4-FFF2-40B4-BE49-F238E27FC236}">
                <a16:creationId xmlns:a16="http://schemas.microsoft.com/office/drawing/2014/main" id="{D796F6D8-D59F-445C-8B5E-576E5CA42C6C}"/>
              </a:ext>
            </a:extLst>
          </p:cNvPr>
          <p:cNvSpPr/>
          <p:nvPr/>
        </p:nvSpPr>
        <p:spPr>
          <a:xfrm>
            <a:off x="4572000" y="1537348"/>
            <a:ext cx="940353" cy="50716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-44%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Superficie Sembrada (miles de HA)</a:t>
            </a:r>
            <a:endParaRPr lang="es-AR" dirty="0"/>
          </a:p>
        </p:txBody>
      </p:sp>
      <p:sp>
        <p:nvSpPr>
          <p:cNvPr id="13" name="4 Rectángulo redondeado">
            <a:extLst>
              <a:ext uri="{FF2B5EF4-FFF2-40B4-BE49-F238E27FC236}">
                <a16:creationId xmlns:a16="http://schemas.microsoft.com/office/drawing/2014/main" id="{5609FA57-88DF-440A-A5FE-D39BB978F28F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AGRO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21C9FE44-CF8C-47D5-8133-62A15195F2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6478552"/>
              </p:ext>
            </p:extLst>
          </p:nvPr>
        </p:nvGraphicFramePr>
        <p:xfrm>
          <a:off x="31169" y="3429000"/>
          <a:ext cx="6125007" cy="3408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D0AF51EF-F9BA-41FA-AE48-595BCD8008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3852491"/>
              </p:ext>
            </p:extLst>
          </p:nvPr>
        </p:nvGraphicFramePr>
        <p:xfrm>
          <a:off x="4427984" y="1086950"/>
          <a:ext cx="4736909" cy="3134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D0138BA8-8FC7-49CB-8AD0-DCAA41054A5E}"/>
              </a:ext>
            </a:extLst>
          </p:cNvPr>
          <p:cNvSpPr/>
          <p:nvPr/>
        </p:nvSpPr>
        <p:spPr>
          <a:xfrm>
            <a:off x="4427984" y="3861048"/>
            <a:ext cx="1080120" cy="2520280"/>
          </a:xfrm>
          <a:custGeom>
            <a:avLst/>
            <a:gdLst>
              <a:gd name="connsiteX0" fmla="*/ 0 w 1080120"/>
              <a:gd name="connsiteY0" fmla="*/ 0 h 2520280"/>
              <a:gd name="connsiteX1" fmla="*/ 507656 w 1080120"/>
              <a:gd name="connsiteY1" fmla="*/ 0 h 2520280"/>
              <a:gd name="connsiteX2" fmla="*/ 1080120 w 1080120"/>
              <a:gd name="connsiteY2" fmla="*/ 0 h 2520280"/>
              <a:gd name="connsiteX3" fmla="*/ 1080120 w 1080120"/>
              <a:gd name="connsiteY3" fmla="*/ 630070 h 2520280"/>
              <a:gd name="connsiteX4" fmla="*/ 1080120 w 1080120"/>
              <a:gd name="connsiteY4" fmla="*/ 1285343 h 2520280"/>
              <a:gd name="connsiteX5" fmla="*/ 1080120 w 1080120"/>
              <a:gd name="connsiteY5" fmla="*/ 1915413 h 2520280"/>
              <a:gd name="connsiteX6" fmla="*/ 1080120 w 1080120"/>
              <a:gd name="connsiteY6" fmla="*/ 2520280 h 2520280"/>
              <a:gd name="connsiteX7" fmla="*/ 572464 w 1080120"/>
              <a:gd name="connsiteY7" fmla="*/ 2520280 h 2520280"/>
              <a:gd name="connsiteX8" fmla="*/ 0 w 1080120"/>
              <a:gd name="connsiteY8" fmla="*/ 2520280 h 2520280"/>
              <a:gd name="connsiteX9" fmla="*/ 0 w 1080120"/>
              <a:gd name="connsiteY9" fmla="*/ 1965818 h 2520280"/>
              <a:gd name="connsiteX10" fmla="*/ 0 w 1080120"/>
              <a:gd name="connsiteY10" fmla="*/ 1360951 h 2520280"/>
              <a:gd name="connsiteX11" fmla="*/ 0 w 1080120"/>
              <a:gd name="connsiteY11" fmla="*/ 705678 h 2520280"/>
              <a:gd name="connsiteX12" fmla="*/ 0 w 1080120"/>
              <a:gd name="connsiteY12" fmla="*/ 0 h 2520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80120" h="2520280" extrusionOk="0">
                <a:moveTo>
                  <a:pt x="0" y="0"/>
                </a:moveTo>
                <a:cubicBezTo>
                  <a:pt x="189902" y="-12672"/>
                  <a:pt x="401040" y="-191"/>
                  <a:pt x="507656" y="0"/>
                </a:cubicBezTo>
                <a:cubicBezTo>
                  <a:pt x="614272" y="191"/>
                  <a:pt x="907278" y="-27867"/>
                  <a:pt x="1080120" y="0"/>
                </a:cubicBezTo>
                <a:cubicBezTo>
                  <a:pt x="1090180" y="215058"/>
                  <a:pt x="1064496" y="370219"/>
                  <a:pt x="1080120" y="630070"/>
                </a:cubicBezTo>
                <a:cubicBezTo>
                  <a:pt x="1095745" y="889921"/>
                  <a:pt x="1086999" y="1138180"/>
                  <a:pt x="1080120" y="1285343"/>
                </a:cubicBezTo>
                <a:cubicBezTo>
                  <a:pt x="1073241" y="1432506"/>
                  <a:pt x="1054252" y="1645529"/>
                  <a:pt x="1080120" y="1915413"/>
                </a:cubicBezTo>
                <a:cubicBezTo>
                  <a:pt x="1105989" y="2185297"/>
                  <a:pt x="1074747" y="2281272"/>
                  <a:pt x="1080120" y="2520280"/>
                </a:cubicBezTo>
                <a:cubicBezTo>
                  <a:pt x="881316" y="2532552"/>
                  <a:pt x="719681" y="2522720"/>
                  <a:pt x="572464" y="2520280"/>
                </a:cubicBezTo>
                <a:cubicBezTo>
                  <a:pt x="425247" y="2517840"/>
                  <a:pt x="151545" y="2524560"/>
                  <a:pt x="0" y="2520280"/>
                </a:cubicBezTo>
                <a:cubicBezTo>
                  <a:pt x="125" y="2243891"/>
                  <a:pt x="-19218" y="2111318"/>
                  <a:pt x="0" y="1965818"/>
                </a:cubicBezTo>
                <a:cubicBezTo>
                  <a:pt x="19218" y="1820318"/>
                  <a:pt x="24424" y="1519891"/>
                  <a:pt x="0" y="1360951"/>
                </a:cubicBezTo>
                <a:cubicBezTo>
                  <a:pt x="-24424" y="1202011"/>
                  <a:pt x="30935" y="935832"/>
                  <a:pt x="0" y="705678"/>
                </a:cubicBezTo>
                <a:cubicBezTo>
                  <a:pt x="-30935" y="475524"/>
                  <a:pt x="22814" y="345112"/>
                  <a:pt x="0" y="0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84432471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1EB1749-4815-4E01-8A97-CDD9A5147276}"/>
              </a:ext>
            </a:extLst>
          </p:cNvPr>
          <p:cNvSpPr/>
          <p:nvPr/>
        </p:nvSpPr>
        <p:spPr>
          <a:xfrm>
            <a:off x="6948264" y="1772816"/>
            <a:ext cx="1656184" cy="2025516"/>
          </a:xfrm>
          <a:custGeom>
            <a:avLst/>
            <a:gdLst>
              <a:gd name="connsiteX0" fmla="*/ 0 w 1656184"/>
              <a:gd name="connsiteY0" fmla="*/ 0 h 2025516"/>
              <a:gd name="connsiteX1" fmla="*/ 502376 w 1656184"/>
              <a:gd name="connsiteY1" fmla="*/ 0 h 2025516"/>
              <a:gd name="connsiteX2" fmla="*/ 1070999 w 1656184"/>
              <a:gd name="connsiteY2" fmla="*/ 0 h 2025516"/>
              <a:gd name="connsiteX3" fmla="*/ 1656184 w 1656184"/>
              <a:gd name="connsiteY3" fmla="*/ 0 h 2025516"/>
              <a:gd name="connsiteX4" fmla="*/ 1656184 w 1656184"/>
              <a:gd name="connsiteY4" fmla="*/ 614407 h 2025516"/>
              <a:gd name="connsiteX5" fmla="*/ 1656184 w 1656184"/>
              <a:gd name="connsiteY5" fmla="*/ 1289579 h 2025516"/>
              <a:gd name="connsiteX6" fmla="*/ 1656184 w 1656184"/>
              <a:gd name="connsiteY6" fmla="*/ 2025516 h 2025516"/>
              <a:gd name="connsiteX7" fmla="*/ 1153808 w 1656184"/>
              <a:gd name="connsiteY7" fmla="*/ 2025516 h 2025516"/>
              <a:gd name="connsiteX8" fmla="*/ 618309 w 1656184"/>
              <a:gd name="connsiteY8" fmla="*/ 2025516 h 2025516"/>
              <a:gd name="connsiteX9" fmla="*/ 0 w 1656184"/>
              <a:gd name="connsiteY9" fmla="*/ 2025516 h 2025516"/>
              <a:gd name="connsiteX10" fmla="*/ 0 w 1656184"/>
              <a:gd name="connsiteY10" fmla="*/ 1309834 h 2025516"/>
              <a:gd name="connsiteX11" fmla="*/ 0 w 1656184"/>
              <a:gd name="connsiteY11" fmla="*/ 614407 h 2025516"/>
              <a:gd name="connsiteX12" fmla="*/ 0 w 1656184"/>
              <a:gd name="connsiteY12" fmla="*/ 0 h 202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56184" h="2025516" extrusionOk="0">
                <a:moveTo>
                  <a:pt x="0" y="0"/>
                </a:moveTo>
                <a:cubicBezTo>
                  <a:pt x="148019" y="-6489"/>
                  <a:pt x="262019" y="15252"/>
                  <a:pt x="502376" y="0"/>
                </a:cubicBezTo>
                <a:cubicBezTo>
                  <a:pt x="742733" y="-15252"/>
                  <a:pt x="831559" y="6334"/>
                  <a:pt x="1070999" y="0"/>
                </a:cubicBezTo>
                <a:cubicBezTo>
                  <a:pt x="1310439" y="-6334"/>
                  <a:pt x="1470442" y="-22479"/>
                  <a:pt x="1656184" y="0"/>
                </a:cubicBezTo>
                <a:cubicBezTo>
                  <a:pt x="1643764" y="285950"/>
                  <a:pt x="1630471" y="461382"/>
                  <a:pt x="1656184" y="614407"/>
                </a:cubicBezTo>
                <a:cubicBezTo>
                  <a:pt x="1681897" y="767432"/>
                  <a:pt x="1633806" y="1116286"/>
                  <a:pt x="1656184" y="1289579"/>
                </a:cubicBezTo>
                <a:cubicBezTo>
                  <a:pt x="1678562" y="1462872"/>
                  <a:pt x="1629499" y="1726285"/>
                  <a:pt x="1656184" y="2025516"/>
                </a:cubicBezTo>
                <a:cubicBezTo>
                  <a:pt x="1424576" y="2046753"/>
                  <a:pt x="1404157" y="2024174"/>
                  <a:pt x="1153808" y="2025516"/>
                </a:cubicBezTo>
                <a:cubicBezTo>
                  <a:pt x="903459" y="2026858"/>
                  <a:pt x="781997" y="2011545"/>
                  <a:pt x="618309" y="2025516"/>
                </a:cubicBezTo>
                <a:cubicBezTo>
                  <a:pt x="454621" y="2039487"/>
                  <a:pt x="148389" y="2010151"/>
                  <a:pt x="0" y="2025516"/>
                </a:cubicBezTo>
                <a:cubicBezTo>
                  <a:pt x="-24663" y="1775134"/>
                  <a:pt x="-34226" y="1592994"/>
                  <a:pt x="0" y="1309834"/>
                </a:cubicBezTo>
                <a:cubicBezTo>
                  <a:pt x="34226" y="1026674"/>
                  <a:pt x="-19052" y="875366"/>
                  <a:pt x="0" y="614407"/>
                </a:cubicBezTo>
                <a:cubicBezTo>
                  <a:pt x="19052" y="353448"/>
                  <a:pt x="22744" y="149290"/>
                  <a:pt x="0" y="0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84432471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7 CuadroTexto">
            <a:extLst>
              <a:ext uri="{FF2B5EF4-FFF2-40B4-BE49-F238E27FC236}">
                <a16:creationId xmlns:a16="http://schemas.microsoft.com/office/drawing/2014/main" id="{30C5F63D-3F99-4C6E-8760-672AC218F163}"/>
              </a:ext>
            </a:extLst>
          </p:cNvPr>
          <p:cNvSpPr txBox="1"/>
          <p:nvPr/>
        </p:nvSpPr>
        <p:spPr>
          <a:xfrm>
            <a:off x="7452320" y="4221088"/>
            <a:ext cx="1368152" cy="117422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TMLA: </a:t>
            </a:r>
          </a:p>
          <a:p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-6% p.a.</a:t>
            </a:r>
          </a:p>
          <a:p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GCCA: </a:t>
            </a:r>
          </a:p>
          <a:p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8% p.a.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1322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Existencias ganaderas (miles </a:t>
            </a:r>
            <a:r>
              <a:rPr lang="es-ES" dirty="0" err="1"/>
              <a:t>Cab</a:t>
            </a:r>
            <a:r>
              <a:rPr lang="es-ES" dirty="0"/>
              <a:t>)</a:t>
            </a:r>
            <a:endParaRPr lang="es-AR" dirty="0"/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EAD3480B-534D-4B3F-9656-8FA1219BBA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9451654"/>
              </p:ext>
            </p:extLst>
          </p:nvPr>
        </p:nvGraphicFramePr>
        <p:xfrm>
          <a:off x="0" y="3140968"/>
          <a:ext cx="8100392" cy="3717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9C469AFF-7378-4769-B2C7-8A9477292D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3743327"/>
              </p:ext>
            </p:extLst>
          </p:nvPr>
        </p:nvGraphicFramePr>
        <p:xfrm>
          <a:off x="3923928" y="1062028"/>
          <a:ext cx="5220072" cy="2799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90861747-4506-4245-91BD-48166031EA7E}"/>
              </a:ext>
            </a:extLst>
          </p:cNvPr>
          <p:cNvSpPr/>
          <p:nvPr/>
        </p:nvSpPr>
        <p:spPr>
          <a:xfrm>
            <a:off x="5436096" y="3933056"/>
            <a:ext cx="1656184" cy="2520280"/>
          </a:xfrm>
          <a:custGeom>
            <a:avLst/>
            <a:gdLst>
              <a:gd name="connsiteX0" fmla="*/ 0 w 1656184"/>
              <a:gd name="connsiteY0" fmla="*/ 0 h 2520280"/>
              <a:gd name="connsiteX1" fmla="*/ 502376 w 1656184"/>
              <a:gd name="connsiteY1" fmla="*/ 0 h 2520280"/>
              <a:gd name="connsiteX2" fmla="*/ 1070999 w 1656184"/>
              <a:gd name="connsiteY2" fmla="*/ 0 h 2520280"/>
              <a:gd name="connsiteX3" fmla="*/ 1656184 w 1656184"/>
              <a:gd name="connsiteY3" fmla="*/ 0 h 2520280"/>
              <a:gd name="connsiteX4" fmla="*/ 1656184 w 1656184"/>
              <a:gd name="connsiteY4" fmla="*/ 554462 h 2520280"/>
              <a:gd name="connsiteX5" fmla="*/ 1656184 w 1656184"/>
              <a:gd name="connsiteY5" fmla="*/ 1184532 h 2520280"/>
              <a:gd name="connsiteX6" fmla="*/ 1656184 w 1656184"/>
              <a:gd name="connsiteY6" fmla="*/ 1789399 h 2520280"/>
              <a:gd name="connsiteX7" fmla="*/ 1656184 w 1656184"/>
              <a:gd name="connsiteY7" fmla="*/ 2520280 h 2520280"/>
              <a:gd name="connsiteX8" fmla="*/ 1137246 w 1656184"/>
              <a:gd name="connsiteY8" fmla="*/ 2520280 h 2520280"/>
              <a:gd name="connsiteX9" fmla="*/ 634871 w 1656184"/>
              <a:gd name="connsiteY9" fmla="*/ 2520280 h 2520280"/>
              <a:gd name="connsiteX10" fmla="*/ 0 w 1656184"/>
              <a:gd name="connsiteY10" fmla="*/ 2520280 h 2520280"/>
              <a:gd name="connsiteX11" fmla="*/ 0 w 1656184"/>
              <a:gd name="connsiteY11" fmla="*/ 1839804 h 2520280"/>
              <a:gd name="connsiteX12" fmla="*/ 0 w 1656184"/>
              <a:gd name="connsiteY12" fmla="*/ 1260140 h 2520280"/>
              <a:gd name="connsiteX13" fmla="*/ 0 w 1656184"/>
              <a:gd name="connsiteY13" fmla="*/ 705678 h 2520280"/>
              <a:gd name="connsiteX14" fmla="*/ 0 w 1656184"/>
              <a:gd name="connsiteY14" fmla="*/ 0 h 2520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56184" h="2520280" extrusionOk="0">
                <a:moveTo>
                  <a:pt x="0" y="0"/>
                </a:moveTo>
                <a:cubicBezTo>
                  <a:pt x="148019" y="-6489"/>
                  <a:pt x="262019" y="15252"/>
                  <a:pt x="502376" y="0"/>
                </a:cubicBezTo>
                <a:cubicBezTo>
                  <a:pt x="742733" y="-15252"/>
                  <a:pt x="831559" y="6334"/>
                  <a:pt x="1070999" y="0"/>
                </a:cubicBezTo>
                <a:cubicBezTo>
                  <a:pt x="1310439" y="-6334"/>
                  <a:pt x="1470442" y="-22479"/>
                  <a:pt x="1656184" y="0"/>
                </a:cubicBezTo>
                <a:cubicBezTo>
                  <a:pt x="1634168" y="224221"/>
                  <a:pt x="1638540" y="436979"/>
                  <a:pt x="1656184" y="554462"/>
                </a:cubicBezTo>
                <a:cubicBezTo>
                  <a:pt x="1673828" y="671945"/>
                  <a:pt x="1630316" y="914648"/>
                  <a:pt x="1656184" y="1184532"/>
                </a:cubicBezTo>
                <a:cubicBezTo>
                  <a:pt x="1682053" y="1454416"/>
                  <a:pt x="1650811" y="1550391"/>
                  <a:pt x="1656184" y="1789399"/>
                </a:cubicBezTo>
                <a:cubicBezTo>
                  <a:pt x="1661557" y="2028407"/>
                  <a:pt x="1669004" y="2168560"/>
                  <a:pt x="1656184" y="2520280"/>
                </a:cubicBezTo>
                <a:cubicBezTo>
                  <a:pt x="1511219" y="2534863"/>
                  <a:pt x="1384557" y="2542072"/>
                  <a:pt x="1137246" y="2520280"/>
                </a:cubicBezTo>
                <a:cubicBezTo>
                  <a:pt x="889935" y="2498488"/>
                  <a:pt x="872575" y="2500296"/>
                  <a:pt x="634871" y="2520280"/>
                </a:cubicBezTo>
                <a:cubicBezTo>
                  <a:pt x="397167" y="2540264"/>
                  <a:pt x="192149" y="2508900"/>
                  <a:pt x="0" y="2520280"/>
                </a:cubicBezTo>
                <a:cubicBezTo>
                  <a:pt x="31978" y="2348663"/>
                  <a:pt x="23934" y="2113085"/>
                  <a:pt x="0" y="1839804"/>
                </a:cubicBezTo>
                <a:cubicBezTo>
                  <a:pt x="-23934" y="1566523"/>
                  <a:pt x="-15898" y="1504933"/>
                  <a:pt x="0" y="1260140"/>
                </a:cubicBezTo>
                <a:cubicBezTo>
                  <a:pt x="15898" y="1015347"/>
                  <a:pt x="-13439" y="866074"/>
                  <a:pt x="0" y="705678"/>
                </a:cubicBezTo>
                <a:cubicBezTo>
                  <a:pt x="13439" y="545282"/>
                  <a:pt x="8325" y="349345"/>
                  <a:pt x="0" y="0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84432471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1287CF3-024C-4C96-A069-8AC25EB1544A}"/>
              </a:ext>
            </a:extLst>
          </p:cNvPr>
          <p:cNvSpPr/>
          <p:nvPr/>
        </p:nvSpPr>
        <p:spPr>
          <a:xfrm>
            <a:off x="6966012" y="1278052"/>
            <a:ext cx="1998476" cy="2150948"/>
          </a:xfrm>
          <a:custGeom>
            <a:avLst/>
            <a:gdLst>
              <a:gd name="connsiteX0" fmla="*/ 0 w 1998476"/>
              <a:gd name="connsiteY0" fmla="*/ 0 h 2150948"/>
              <a:gd name="connsiteX1" fmla="*/ 606204 w 1998476"/>
              <a:gd name="connsiteY1" fmla="*/ 0 h 2150948"/>
              <a:gd name="connsiteX2" fmla="*/ 1292348 w 1998476"/>
              <a:gd name="connsiteY2" fmla="*/ 0 h 2150948"/>
              <a:gd name="connsiteX3" fmla="*/ 1998476 w 1998476"/>
              <a:gd name="connsiteY3" fmla="*/ 0 h 2150948"/>
              <a:gd name="connsiteX4" fmla="*/ 1998476 w 1998476"/>
              <a:gd name="connsiteY4" fmla="*/ 473209 h 2150948"/>
              <a:gd name="connsiteX5" fmla="*/ 1998476 w 1998476"/>
              <a:gd name="connsiteY5" fmla="*/ 1010946 h 2150948"/>
              <a:gd name="connsiteX6" fmla="*/ 1998476 w 1998476"/>
              <a:gd name="connsiteY6" fmla="*/ 1527173 h 2150948"/>
              <a:gd name="connsiteX7" fmla="*/ 1998476 w 1998476"/>
              <a:gd name="connsiteY7" fmla="*/ 2150948 h 2150948"/>
              <a:gd name="connsiteX8" fmla="*/ 1372287 w 1998476"/>
              <a:gd name="connsiteY8" fmla="*/ 2150948 h 2150948"/>
              <a:gd name="connsiteX9" fmla="*/ 766082 w 1998476"/>
              <a:gd name="connsiteY9" fmla="*/ 2150948 h 2150948"/>
              <a:gd name="connsiteX10" fmla="*/ 0 w 1998476"/>
              <a:gd name="connsiteY10" fmla="*/ 2150948 h 2150948"/>
              <a:gd name="connsiteX11" fmla="*/ 0 w 1998476"/>
              <a:gd name="connsiteY11" fmla="*/ 1570192 h 2150948"/>
              <a:gd name="connsiteX12" fmla="*/ 0 w 1998476"/>
              <a:gd name="connsiteY12" fmla="*/ 1075474 h 2150948"/>
              <a:gd name="connsiteX13" fmla="*/ 0 w 1998476"/>
              <a:gd name="connsiteY13" fmla="*/ 602265 h 2150948"/>
              <a:gd name="connsiteX14" fmla="*/ 0 w 1998476"/>
              <a:gd name="connsiteY14" fmla="*/ 0 h 2150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98476" h="2150948" extrusionOk="0">
                <a:moveTo>
                  <a:pt x="0" y="0"/>
                </a:moveTo>
                <a:cubicBezTo>
                  <a:pt x="218939" y="-16232"/>
                  <a:pt x="348752" y="-1102"/>
                  <a:pt x="606204" y="0"/>
                </a:cubicBezTo>
                <a:cubicBezTo>
                  <a:pt x="863656" y="1102"/>
                  <a:pt x="972172" y="32985"/>
                  <a:pt x="1292348" y="0"/>
                </a:cubicBezTo>
                <a:cubicBezTo>
                  <a:pt x="1612524" y="-32985"/>
                  <a:pt x="1767538" y="2235"/>
                  <a:pt x="1998476" y="0"/>
                </a:cubicBezTo>
                <a:cubicBezTo>
                  <a:pt x="1994254" y="185470"/>
                  <a:pt x="1979891" y="336310"/>
                  <a:pt x="1998476" y="473209"/>
                </a:cubicBezTo>
                <a:cubicBezTo>
                  <a:pt x="2017061" y="610108"/>
                  <a:pt x="2015308" y="777891"/>
                  <a:pt x="1998476" y="1010946"/>
                </a:cubicBezTo>
                <a:cubicBezTo>
                  <a:pt x="1981644" y="1244001"/>
                  <a:pt x="2015967" y="1313295"/>
                  <a:pt x="1998476" y="1527173"/>
                </a:cubicBezTo>
                <a:cubicBezTo>
                  <a:pt x="1980985" y="1741051"/>
                  <a:pt x="2024170" y="1973648"/>
                  <a:pt x="1998476" y="2150948"/>
                </a:cubicBezTo>
                <a:cubicBezTo>
                  <a:pt x="1835786" y="2168246"/>
                  <a:pt x="1653034" y="2152563"/>
                  <a:pt x="1372287" y="2150948"/>
                </a:cubicBezTo>
                <a:cubicBezTo>
                  <a:pt x="1091540" y="2149333"/>
                  <a:pt x="1066031" y="2122925"/>
                  <a:pt x="766082" y="2150948"/>
                </a:cubicBezTo>
                <a:cubicBezTo>
                  <a:pt x="466133" y="2178971"/>
                  <a:pt x="347378" y="2133701"/>
                  <a:pt x="0" y="2150948"/>
                </a:cubicBezTo>
                <a:cubicBezTo>
                  <a:pt x="23902" y="2000260"/>
                  <a:pt x="-912" y="1784649"/>
                  <a:pt x="0" y="1570192"/>
                </a:cubicBezTo>
                <a:cubicBezTo>
                  <a:pt x="912" y="1355735"/>
                  <a:pt x="-20656" y="1183137"/>
                  <a:pt x="0" y="1075474"/>
                </a:cubicBezTo>
                <a:cubicBezTo>
                  <a:pt x="20656" y="967811"/>
                  <a:pt x="-23145" y="756733"/>
                  <a:pt x="0" y="602265"/>
                </a:cubicBezTo>
                <a:cubicBezTo>
                  <a:pt x="23145" y="447797"/>
                  <a:pt x="10862" y="121146"/>
                  <a:pt x="0" y="0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84432471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7 CuadroTexto">
            <a:extLst>
              <a:ext uri="{FF2B5EF4-FFF2-40B4-BE49-F238E27FC236}">
                <a16:creationId xmlns:a16="http://schemas.microsoft.com/office/drawing/2014/main" id="{FE885EB5-0B04-41A9-9C77-9C024DF63A81}"/>
              </a:ext>
            </a:extLst>
          </p:cNvPr>
          <p:cNvSpPr txBox="1"/>
          <p:nvPr/>
        </p:nvSpPr>
        <p:spPr>
          <a:xfrm>
            <a:off x="8081664" y="3429000"/>
            <a:ext cx="1000185" cy="117422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V: </a:t>
            </a:r>
          </a:p>
          <a:p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4% p.a.</a:t>
            </a:r>
          </a:p>
          <a:p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O: </a:t>
            </a:r>
          </a:p>
          <a:p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0% p.a.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4 Rectángulo redondeado">
            <a:extLst>
              <a:ext uri="{FF2B5EF4-FFF2-40B4-BE49-F238E27FC236}">
                <a16:creationId xmlns:a16="http://schemas.microsoft.com/office/drawing/2014/main" id="{1C71AFB7-3E13-411B-AC8A-3ED6A520A72C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AGRO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7499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¿Clima?</a:t>
            </a:r>
            <a:endParaRPr lang="es-AR" dirty="0"/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00000000-0008-0000-0300-000029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678586"/>
              </p:ext>
            </p:extLst>
          </p:nvPr>
        </p:nvGraphicFramePr>
        <p:xfrm>
          <a:off x="0" y="1273319"/>
          <a:ext cx="9144000" cy="53960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4 Rectángulo redondeado">
            <a:extLst>
              <a:ext uri="{FF2B5EF4-FFF2-40B4-BE49-F238E27FC236}">
                <a16:creationId xmlns:a16="http://schemas.microsoft.com/office/drawing/2014/main" id="{9F83317D-CD1A-4F28-8A9F-D24DDFEFEE9F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AGRO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082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Retenciones Implícitas</a:t>
            </a:r>
            <a:endParaRPr lang="es-AR" dirty="0"/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EE817925-9D36-4F4E-8765-AC1F863790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6493632"/>
              </p:ext>
            </p:extLst>
          </p:nvPr>
        </p:nvGraphicFramePr>
        <p:xfrm>
          <a:off x="10345" y="2000295"/>
          <a:ext cx="8892480" cy="4887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DC5C01FD-599F-45E0-881C-C1D72B09E8F8}"/>
              </a:ext>
            </a:extLst>
          </p:cNvPr>
          <p:cNvSpPr/>
          <p:nvPr/>
        </p:nvSpPr>
        <p:spPr>
          <a:xfrm>
            <a:off x="2285999" y="1115386"/>
            <a:ext cx="6616825" cy="2025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porcentajes presentados en el gráfico están medidos como </a:t>
            </a:r>
            <a:r>
              <a:rPr lang="es-A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variaciones del precio interno sobre el precio externo </a:t>
            </a:r>
            <a:r>
              <a:rPr lang="es-A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(un valor positivo equivale a un “</a:t>
            </a:r>
            <a:r>
              <a:rPr lang="es-A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subsidio”</a:t>
            </a:r>
            <a:r>
              <a:rPr lang="es-A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un valor negativo equivale a una “</a:t>
            </a:r>
            <a:r>
              <a:rPr lang="es-A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retención”</a:t>
            </a:r>
            <a:r>
              <a:rPr lang="es-A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 Para calcularlo, se dividieron los precios de exportación locales, por los precios de exportación externos y se les restó uno (1).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Como se mencionó más arriba, los precios externos (valuados en dólares en la base de </a:t>
            </a:r>
            <a:r>
              <a:rPr lang="es-AR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Ferreres</a:t>
            </a:r>
            <a:r>
              <a:rPr lang="es-A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se multiplicaron por el </a:t>
            </a:r>
            <a:r>
              <a:rPr lang="es-A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tipo de cambio de exportación</a:t>
            </a:r>
            <a:r>
              <a:rPr lang="es-A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por el </a:t>
            </a:r>
            <a:r>
              <a:rPr lang="es-A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tipo de cambio libre</a:t>
            </a:r>
            <a:r>
              <a:rPr lang="es-A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obteniendo, de esta manera, dos series de datos diferentes para los precios y, por ende, para las diferencias. </a:t>
            </a:r>
          </a:p>
        </p:txBody>
      </p:sp>
      <p:sp>
        <p:nvSpPr>
          <p:cNvPr id="11" name="7 CuadroTexto">
            <a:extLst>
              <a:ext uri="{FF2B5EF4-FFF2-40B4-BE49-F238E27FC236}">
                <a16:creationId xmlns:a16="http://schemas.microsoft.com/office/drawing/2014/main" id="{494BF338-9347-4141-A87A-490CDF6B8D8F}"/>
              </a:ext>
            </a:extLst>
          </p:cNvPr>
          <p:cNvSpPr txBox="1"/>
          <p:nvPr/>
        </p:nvSpPr>
        <p:spPr>
          <a:xfrm>
            <a:off x="5579063" y="4941168"/>
            <a:ext cx="1656184" cy="61824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6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</a:t>
            </a:r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46-50:</a:t>
            </a:r>
          </a:p>
          <a:p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68%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4 Rectángulo redondeado">
            <a:extLst>
              <a:ext uri="{FF2B5EF4-FFF2-40B4-BE49-F238E27FC236}">
                <a16:creationId xmlns:a16="http://schemas.microsoft.com/office/drawing/2014/main" id="{2DB624F4-FD09-4763-AA0C-176A54C43B49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AGRO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934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692696"/>
            <a:ext cx="9144000" cy="33855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sz="1600" dirty="0"/>
              <a:t>Relación entre la tasa de retorno del capital del sector agrícola y la del sector no agrícola</a:t>
            </a:r>
            <a:endParaRPr lang="es-AR" sz="16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C5C01FD-599F-45E0-881C-C1D72B09E8F8}"/>
              </a:ext>
            </a:extLst>
          </p:cNvPr>
          <p:cNvSpPr/>
          <p:nvPr/>
        </p:nvSpPr>
        <p:spPr>
          <a:xfrm>
            <a:off x="2285999" y="1115386"/>
            <a:ext cx="6616825" cy="1465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Otro indicador interesante de los incentivos que presentaba por aquellos años la producción agropecuaria es la retribución al factor capital. Las tasas de retorno del capital de ambos sectores (agrícola y no agrícola) se toman de series de índices construidas en el trabajo de </a:t>
            </a:r>
            <a:r>
              <a:rPr lang="es-ES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della</a:t>
            </a: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Paolera</a:t>
            </a: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Taylor, “</a:t>
            </a:r>
            <a:r>
              <a:rPr lang="es-ES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Historical</a:t>
            </a: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Statistics</a:t>
            </a: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(2001); quienes a su vez las reconstruyen a partir de IERAL (1986) y de </a:t>
            </a:r>
            <a:r>
              <a:rPr lang="es-ES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Mundlak</a:t>
            </a: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Cavallo y </a:t>
            </a:r>
            <a:r>
              <a:rPr lang="es-ES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Domenech</a:t>
            </a: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(1989). </a:t>
            </a:r>
            <a:endParaRPr lang="es-A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00000000-0008-0000-1000-000003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521810"/>
              </p:ext>
            </p:extLst>
          </p:nvPr>
        </p:nvGraphicFramePr>
        <p:xfrm>
          <a:off x="0" y="2664731"/>
          <a:ext cx="9144000" cy="41827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4 Rectángulo redondeado">
            <a:extLst>
              <a:ext uri="{FF2B5EF4-FFF2-40B4-BE49-F238E27FC236}">
                <a16:creationId xmlns:a16="http://schemas.microsoft.com/office/drawing/2014/main" id="{DC0AE822-1F5B-438D-9A72-A120B684EB2B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AGRO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7401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692696"/>
            <a:ext cx="9144000" cy="33855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sz="1600" dirty="0"/>
              <a:t>Composición de las importaciones de bienes de capital</a:t>
            </a:r>
            <a:endParaRPr lang="es-AR" sz="1600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00000000-0008-0000-1500-000002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494305"/>
              </p:ext>
            </p:extLst>
          </p:nvPr>
        </p:nvGraphicFramePr>
        <p:xfrm>
          <a:off x="78105" y="1628800"/>
          <a:ext cx="8886383" cy="504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4 Rectángulo redondeado">
            <a:extLst>
              <a:ext uri="{FF2B5EF4-FFF2-40B4-BE49-F238E27FC236}">
                <a16:creationId xmlns:a16="http://schemas.microsoft.com/office/drawing/2014/main" id="{51BE0FEA-E422-49F6-85AF-002766904B69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AGRO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14 Rectángulo redondeado">
            <a:extLst>
              <a:ext uri="{FF2B5EF4-FFF2-40B4-BE49-F238E27FC236}">
                <a16:creationId xmlns:a16="http://schemas.microsoft.com/office/drawing/2014/main" id="{0CAC3945-0A8B-4397-9C5F-51C0B6515537}"/>
              </a:ext>
            </a:extLst>
          </p:cNvPr>
          <p:cNvSpPr/>
          <p:nvPr/>
        </p:nvSpPr>
        <p:spPr>
          <a:xfrm>
            <a:off x="2987824" y="1988840"/>
            <a:ext cx="2736304" cy="896264"/>
          </a:xfrm>
          <a:prstGeom prst="roundRect">
            <a:avLst>
              <a:gd name="adj" fmla="val 854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Problema iba más allá de los incentivos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949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Abrir llave"/>
          <p:cNvSpPr/>
          <p:nvPr/>
        </p:nvSpPr>
        <p:spPr>
          <a:xfrm>
            <a:off x="4349102" y="2314747"/>
            <a:ext cx="493228" cy="2122365"/>
          </a:xfrm>
          <a:prstGeom prst="leftBrac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33" name="32 Rectángulo redondeado"/>
          <p:cNvSpPr/>
          <p:nvPr/>
        </p:nvSpPr>
        <p:spPr>
          <a:xfrm>
            <a:off x="1301432" y="2426696"/>
            <a:ext cx="3209275" cy="83167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Estímulo a</a:t>
            </a: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 liviana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34 Rectángulo redondeado"/>
          <p:cNvSpPr/>
          <p:nvPr/>
        </p:nvSpPr>
        <p:spPr>
          <a:xfrm>
            <a:off x="4789630" y="2449122"/>
            <a:ext cx="4174858" cy="54006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Anulación de competencia extranjera </a:t>
            </a:r>
          </a:p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sobreprotección a bs de </a:t>
            </a:r>
            <a:r>
              <a:rPr lang="es-ES" sz="1600" i="1" u="sng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consumo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35 Rectángulo redondeado"/>
          <p:cNvSpPr/>
          <p:nvPr/>
        </p:nvSpPr>
        <p:spPr>
          <a:xfrm>
            <a:off x="4788024" y="3122583"/>
            <a:ext cx="4174858" cy="5421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de insumos a T.C.  sobrevaluados </a:t>
            </a:r>
          </a:p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(protección negativa a bs intermedios)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37 Rectángulo redondeado"/>
          <p:cNvSpPr/>
          <p:nvPr/>
        </p:nvSpPr>
        <p:spPr>
          <a:xfrm>
            <a:off x="1301433" y="3522279"/>
            <a:ext cx="3209275" cy="83167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Perjuicio a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industrias más capital intensivas </a:t>
            </a:r>
          </a:p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(posibles ISI)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43 Rectángulo redondeado"/>
          <p:cNvSpPr/>
          <p:nvPr/>
        </p:nvSpPr>
        <p:spPr>
          <a:xfrm>
            <a:off x="179512" y="5038753"/>
            <a:ext cx="1903327" cy="893117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Intensiva </a:t>
            </a:r>
          </a:p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M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Conector: angular 4"/>
          <p:cNvCxnSpPr>
            <a:cxnSpLocks/>
            <a:stCxn id="33" idx="1"/>
            <a:endCxn id="44" idx="0"/>
          </p:cNvCxnSpPr>
          <p:nvPr/>
        </p:nvCxnSpPr>
        <p:spPr>
          <a:xfrm rot="10800000" flipV="1">
            <a:off x="1131176" y="2842531"/>
            <a:ext cx="170256" cy="2196221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35 Rectángulo redondeado"/>
          <p:cNvSpPr/>
          <p:nvPr/>
        </p:nvSpPr>
        <p:spPr>
          <a:xfrm>
            <a:off x="4776801" y="3797019"/>
            <a:ext cx="4174858" cy="5421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Estímulo del crédito “direccionado”</a:t>
            </a:r>
          </a:p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agro, no bs intermedios)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20 Rectángulo redondeado"/>
          <p:cNvSpPr/>
          <p:nvPr/>
        </p:nvSpPr>
        <p:spPr>
          <a:xfrm>
            <a:off x="1876585" y="5696525"/>
            <a:ext cx="1697073" cy="68480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Importante para más adelante</a:t>
            </a:r>
          </a:p>
        </p:txBody>
      </p:sp>
      <p:sp>
        <p:nvSpPr>
          <p:cNvPr id="15" name="4 Rectángulo redondeado">
            <a:extLst>
              <a:ext uri="{FF2B5EF4-FFF2-40B4-BE49-F238E27FC236}">
                <a16:creationId xmlns:a16="http://schemas.microsoft.com/office/drawing/2014/main" id="{587B56ED-992E-4D95-A48E-288203D45A27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BENEFICIOS </a:t>
            </a: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SECTOR INDUSTRIAL</a:t>
            </a:r>
          </a:p>
        </p:txBody>
      </p:sp>
      <p:sp>
        <p:nvSpPr>
          <p:cNvPr id="17" name="12 Rectángulo redondeado">
            <a:extLst>
              <a:ext uri="{FF2B5EF4-FFF2-40B4-BE49-F238E27FC236}">
                <a16:creationId xmlns:a16="http://schemas.microsoft.com/office/drawing/2014/main" id="{57AAF82A-B50A-4D87-9A99-831DDD86907B}"/>
              </a:ext>
            </a:extLst>
          </p:cNvPr>
          <p:cNvSpPr/>
          <p:nvPr/>
        </p:nvSpPr>
        <p:spPr>
          <a:xfrm>
            <a:off x="1763688" y="970136"/>
            <a:ext cx="5616624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Sustitución de importaciones</a:t>
            </a:r>
          </a:p>
        </p:txBody>
      </p:sp>
      <p:sp>
        <p:nvSpPr>
          <p:cNvPr id="24" name="20 Rectángulo redondeado"/>
          <p:cNvSpPr/>
          <p:nvPr/>
        </p:nvSpPr>
        <p:spPr>
          <a:xfrm>
            <a:off x="7164288" y="963127"/>
            <a:ext cx="1800200" cy="953705"/>
          </a:xfrm>
          <a:prstGeom prst="roundRect">
            <a:avLst>
              <a:gd name="adj" fmla="val 1100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Defensa de la industria (liviana)</a:t>
            </a:r>
            <a:endParaRPr lang="es-AR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nacida en la Segunda Guerra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3226" t="26189" r="2968" b="2354"/>
          <a:stretch/>
        </p:blipFill>
        <p:spPr>
          <a:xfrm>
            <a:off x="827584" y="1907369"/>
            <a:ext cx="4187974" cy="2002426"/>
          </a:xfrm>
          <a:prstGeom prst="rect">
            <a:avLst/>
          </a:prstGeom>
        </p:spPr>
      </p:pic>
      <p:sp>
        <p:nvSpPr>
          <p:cNvPr id="5" name="Rectángulo: esquinas redondeadas 4"/>
          <p:cNvSpPr/>
          <p:nvPr/>
        </p:nvSpPr>
        <p:spPr>
          <a:xfrm>
            <a:off x="2707012" y="1456209"/>
            <a:ext cx="1728192" cy="3600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24% del PIB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ángulo: esquinas redondeadas 28"/>
          <p:cNvSpPr/>
          <p:nvPr/>
        </p:nvSpPr>
        <p:spPr>
          <a:xfrm>
            <a:off x="278870" y="3909795"/>
            <a:ext cx="2709428" cy="6713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IBF venía con aumentos desde 1942</a:t>
            </a:r>
            <a:endParaRPr lang="es-ES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32 Rectángulo redondeado"/>
          <p:cNvSpPr/>
          <p:nvPr/>
        </p:nvSpPr>
        <p:spPr>
          <a:xfrm>
            <a:off x="5220072" y="4738942"/>
            <a:ext cx="3209275" cy="142636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problema era dónde se estaba invirtiendo 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áfico 9" descr="Mano con dedo índice apuntando a la derecha">
            <a:extLst>
              <a:ext uri="{FF2B5EF4-FFF2-40B4-BE49-F238E27FC236}">
                <a16:creationId xmlns:a16="http://schemas.microsoft.com/office/drawing/2014/main" id="{69DB536A-BD27-44D3-AF7B-BCB93803EC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067235" flipH="1">
            <a:off x="2185774" y="1530773"/>
            <a:ext cx="648796" cy="708035"/>
          </a:xfrm>
          <a:prstGeom prst="rect">
            <a:avLst/>
          </a:prstGeom>
        </p:spPr>
      </p:pic>
      <p:sp>
        <p:nvSpPr>
          <p:cNvPr id="11" name="4 Rectángulo redondeado">
            <a:extLst>
              <a:ext uri="{FF2B5EF4-FFF2-40B4-BE49-F238E27FC236}">
                <a16:creationId xmlns:a16="http://schemas.microsoft.com/office/drawing/2014/main" id="{B0BDFECF-DCEB-4E1F-AF8C-6CF827FBD0D8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BENEFICIOS </a:t>
            </a: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SECTOR INDUSTRIAL</a:t>
            </a:r>
          </a:p>
        </p:txBody>
      </p:sp>
      <p:sp>
        <p:nvSpPr>
          <p:cNvPr id="12" name="11 CuadroTexto">
            <a:extLst>
              <a:ext uri="{FF2B5EF4-FFF2-40B4-BE49-F238E27FC236}">
                <a16:creationId xmlns:a16="http://schemas.microsoft.com/office/drawing/2014/main" id="{DAD02BB4-6C41-4C1B-8B19-9A764D0FC812}"/>
              </a:ext>
            </a:extLst>
          </p:cNvPr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Inversión Bruta Fija</a:t>
            </a:r>
            <a:endParaRPr lang="es-AR" b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5338455-EDE3-41AE-B29A-E9D973DA0527}"/>
              </a:ext>
            </a:extLst>
          </p:cNvPr>
          <p:cNvSpPr txBox="1"/>
          <p:nvPr/>
        </p:nvSpPr>
        <p:spPr>
          <a:xfrm>
            <a:off x="197581" y="1492881"/>
            <a:ext cx="3042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% del PIB</a:t>
            </a:r>
          </a:p>
        </p:txBody>
      </p:sp>
    </p:spTree>
    <p:extLst>
      <p:ext uri="{BB962C8B-B14F-4D97-AF65-F5344CB8AC3E}">
        <p14:creationId xmlns:p14="http://schemas.microsoft.com/office/powerpoint/2010/main" val="6470436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Principales ramas industriales en 1948 </a:t>
            </a:r>
            <a:r>
              <a:rPr lang="es-ES" b="0" dirty="0"/>
              <a:t>(% valor agregado)</a:t>
            </a:r>
            <a:endParaRPr lang="es-AR" b="0" dirty="0"/>
          </a:p>
        </p:txBody>
      </p:sp>
      <p:graphicFrame>
        <p:nvGraphicFramePr>
          <p:cNvPr id="15" name="7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4305737"/>
              </p:ext>
            </p:extLst>
          </p:nvPr>
        </p:nvGraphicFramePr>
        <p:xfrm>
          <a:off x="683568" y="1278052"/>
          <a:ext cx="6840760" cy="5175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ángulo: esquinas redondeadas 1"/>
          <p:cNvSpPr/>
          <p:nvPr/>
        </p:nvSpPr>
        <p:spPr>
          <a:xfrm>
            <a:off x="7080110" y="5175379"/>
            <a:ext cx="1296144" cy="4885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35%</a:t>
            </a:r>
            <a:endParaRPr lang="es-E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: esquinas redondeadas 16"/>
          <p:cNvSpPr/>
          <p:nvPr/>
        </p:nvSpPr>
        <p:spPr>
          <a:xfrm>
            <a:off x="5292080" y="4435094"/>
            <a:ext cx="1785054" cy="66723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¿Necesidad de importaciones?</a:t>
            </a:r>
            <a:endParaRPr lang="es-ES" sz="16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áfico 6" descr="Mano con dedo índice apuntando a la derecha">
            <a:extLst>
              <a:ext uri="{FF2B5EF4-FFF2-40B4-BE49-F238E27FC236}">
                <a16:creationId xmlns:a16="http://schemas.microsoft.com/office/drawing/2014/main" id="{F0AF1744-0230-415C-93FF-CB4E1D7C3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589743" flipH="1">
            <a:off x="6348364" y="5151220"/>
            <a:ext cx="837895" cy="914400"/>
          </a:xfrm>
          <a:prstGeom prst="rect">
            <a:avLst/>
          </a:prstGeom>
        </p:spPr>
      </p:pic>
      <p:pic>
        <p:nvPicPr>
          <p:cNvPr id="8" name="Gráfico 7" descr="Mano con dedo índice apuntando a la derecha">
            <a:extLst>
              <a:ext uri="{FF2B5EF4-FFF2-40B4-BE49-F238E27FC236}">
                <a16:creationId xmlns:a16="http://schemas.microsoft.com/office/drawing/2014/main" id="{286FC2FC-458D-465D-A210-EDC342FED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589743" flipH="1">
            <a:off x="4542456" y="4563796"/>
            <a:ext cx="837895" cy="914400"/>
          </a:xfrm>
          <a:prstGeom prst="rect">
            <a:avLst/>
          </a:prstGeom>
        </p:spPr>
      </p:pic>
      <p:sp>
        <p:nvSpPr>
          <p:cNvPr id="9" name="4 Rectángulo redondeado">
            <a:extLst>
              <a:ext uri="{FF2B5EF4-FFF2-40B4-BE49-F238E27FC236}">
                <a16:creationId xmlns:a16="http://schemas.microsoft.com/office/drawing/2014/main" id="{90EFDB6D-FD53-4D52-9DEE-E62AEB087D3F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BENEFICIOS </a:t>
            </a: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SECTOR INDUSTRIAL</a:t>
            </a:r>
          </a:p>
        </p:txBody>
      </p:sp>
    </p:spTree>
    <p:extLst>
      <p:ext uri="{BB962C8B-B14F-4D97-AF65-F5344CB8AC3E}">
        <p14:creationId xmlns:p14="http://schemas.microsoft.com/office/powerpoint/2010/main" val="10696870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Relación Capital-Trabajo en distintas ramas industriales. Año 1948</a:t>
            </a:r>
            <a:endParaRPr lang="es-AR" b="0" dirty="0"/>
          </a:p>
        </p:txBody>
      </p:sp>
      <p:sp>
        <p:nvSpPr>
          <p:cNvPr id="9" name="4 Rectángulo redondeado">
            <a:extLst>
              <a:ext uri="{FF2B5EF4-FFF2-40B4-BE49-F238E27FC236}">
                <a16:creationId xmlns:a16="http://schemas.microsoft.com/office/drawing/2014/main" id="{90EFDB6D-FD53-4D52-9DEE-E62AEB087D3F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BENEFICIOS </a:t>
            </a: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SECTOR INDUSTRIAL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00000000-0008-0000-1B00-000007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600692"/>
              </p:ext>
            </p:extLst>
          </p:nvPr>
        </p:nvGraphicFramePr>
        <p:xfrm>
          <a:off x="496482" y="1556792"/>
          <a:ext cx="4572000" cy="4791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ctángulo: esquinas redondeadas 1">
            <a:extLst>
              <a:ext uri="{FF2B5EF4-FFF2-40B4-BE49-F238E27FC236}">
                <a16:creationId xmlns:a16="http://schemas.microsoft.com/office/drawing/2014/main" id="{24561F53-D1F8-4A5E-9C6B-91BA2B34D8F2}"/>
              </a:ext>
            </a:extLst>
          </p:cNvPr>
          <p:cNvSpPr/>
          <p:nvPr/>
        </p:nvSpPr>
        <p:spPr>
          <a:xfrm>
            <a:off x="1612119" y="2737017"/>
            <a:ext cx="1447713" cy="331943"/>
          </a:xfrm>
          <a:custGeom>
            <a:avLst/>
            <a:gdLst>
              <a:gd name="connsiteX0" fmla="*/ 0 w 3456363"/>
              <a:gd name="connsiteY0" fmla="*/ 92864 h 557171"/>
              <a:gd name="connsiteX1" fmla="*/ 92864 w 3456363"/>
              <a:gd name="connsiteY1" fmla="*/ 0 h 557171"/>
              <a:gd name="connsiteX2" fmla="*/ 681578 w 3456363"/>
              <a:gd name="connsiteY2" fmla="*/ 0 h 557171"/>
              <a:gd name="connsiteX3" fmla="*/ 1368412 w 3456363"/>
              <a:gd name="connsiteY3" fmla="*/ 0 h 557171"/>
              <a:gd name="connsiteX4" fmla="*/ 2087951 w 3456363"/>
              <a:gd name="connsiteY4" fmla="*/ 0 h 557171"/>
              <a:gd name="connsiteX5" fmla="*/ 2709372 w 3456363"/>
              <a:gd name="connsiteY5" fmla="*/ 0 h 557171"/>
              <a:gd name="connsiteX6" fmla="*/ 3363499 w 3456363"/>
              <a:gd name="connsiteY6" fmla="*/ 0 h 557171"/>
              <a:gd name="connsiteX7" fmla="*/ 3456363 w 3456363"/>
              <a:gd name="connsiteY7" fmla="*/ 92864 h 557171"/>
              <a:gd name="connsiteX8" fmla="*/ 3456363 w 3456363"/>
              <a:gd name="connsiteY8" fmla="*/ 464307 h 557171"/>
              <a:gd name="connsiteX9" fmla="*/ 3363499 w 3456363"/>
              <a:gd name="connsiteY9" fmla="*/ 557171 h 557171"/>
              <a:gd name="connsiteX10" fmla="*/ 2807491 w 3456363"/>
              <a:gd name="connsiteY10" fmla="*/ 557171 h 557171"/>
              <a:gd name="connsiteX11" fmla="*/ 2186070 w 3456363"/>
              <a:gd name="connsiteY11" fmla="*/ 557171 h 557171"/>
              <a:gd name="connsiteX12" fmla="*/ 1466531 w 3456363"/>
              <a:gd name="connsiteY12" fmla="*/ 557171 h 557171"/>
              <a:gd name="connsiteX13" fmla="*/ 845110 w 3456363"/>
              <a:gd name="connsiteY13" fmla="*/ 557171 h 557171"/>
              <a:gd name="connsiteX14" fmla="*/ 92864 w 3456363"/>
              <a:gd name="connsiteY14" fmla="*/ 557171 h 557171"/>
              <a:gd name="connsiteX15" fmla="*/ 0 w 3456363"/>
              <a:gd name="connsiteY15" fmla="*/ 464307 h 557171"/>
              <a:gd name="connsiteX16" fmla="*/ 0 w 3456363"/>
              <a:gd name="connsiteY16" fmla="*/ 92864 h 55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56363" h="557171" extrusionOk="0">
                <a:moveTo>
                  <a:pt x="0" y="92864"/>
                </a:moveTo>
                <a:cubicBezTo>
                  <a:pt x="1618" y="43497"/>
                  <a:pt x="45780" y="5307"/>
                  <a:pt x="92864" y="0"/>
                </a:cubicBezTo>
                <a:cubicBezTo>
                  <a:pt x="262641" y="-26195"/>
                  <a:pt x="510778" y="22082"/>
                  <a:pt x="681578" y="0"/>
                </a:cubicBezTo>
                <a:cubicBezTo>
                  <a:pt x="852378" y="-22082"/>
                  <a:pt x="1076072" y="-1694"/>
                  <a:pt x="1368412" y="0"/>
                </a:cubicBezTo>
                <a:cubicBezTo>
                  <a:pt x="1660752" y="1694"/>
                  <a:pt x="1820653" y="-17247"/>
                  <a:pt x="2087951" y="0"/>
                </a:cubicBezTo>
                <a:cubicBezTo>
                  <a:pt x="2355249" y="17247"/>
                  <a:pt x="2551196" y="27996"/>
                  <a:pt x="2709372" y="0"/>
                </a:cubicBezTo>
                <a:cubicBezTo>
                  <a:pt x="2867548" y="-27996"/>
                  <a:pt x="3134870" y="-1983"/>
                  <a:pt x="3363499" y="0"/>
                </a:cubicBezTo>
                <a:cubicBezTo>
                  <a:pt x="3411956" y="1624"/>
                  <a:pt x="3465931" y="43616"/>
                  <a:pt x="3456363" y="92864"/>
                </a:cubicBezTo>
                <a:cubicBezTo>
                  <a:pt x="3463561" y="221067"/>
                  <a:pt x="3447955" y="291682"/>
                  <a:pt x="3456363" y="464307"/>
                </a:cubicBezTo>
                <a:cubicBezTo>
                  <a:pt x="3458746" y="511978"/>
                  <a:pt x="3421916" y="553622"/>
                  <a:pt x="3363499" y="557171"/>
                </a:cubicBezTo>
                <a:cubicBezTo>
                  <a:pt x="3175836" y="552610"/>
                  <a:pt x="3079846" y="579549"/>
                  <a:pt x="2807491" y="557171"/>
                </a:cubicBezTo>
                <a:cubicBezTo>
                  <a:pt x="2535136" y="534793"/>
                  <a:pt x="2489467" y="567854"/>
                  <a:pt x="2186070" y="557171"/>
                </a:cubicBezTo>
                <a:cubicBezTo>
                  <a:pt x="1882673" y="546488"/>
                  <a:pt x="1739350" y="572894"/>
                  <a:pt x="1466531" y="557171"/>
                </a:cubicBezTo>
                <a:cubicBezTo>
                  <a:pt x="1193712" y="541448"/>
                  <a:pt x="1138036" y="563597"/>
                  <a:pt x="845110" y="557171"/>
                </a:cubicBezTo>
                <a:cubicBezTo>
                  <a:pt x="552184" y="550745"/>
                  <a:pt x="249348" y="523124"/>
                  <a:pt x="92864" y="557171"/>
                </a:cubicBezTo>
                <a:cubicBezTo>
                  <a:pt x="38738" y="554311"/>
                  <a:pt x="11362" y="516274"/>
                  <a:pt x="0" y="464307"/>
                </a:cubicBezTo>
                <a:cubicBezTo>
                  <a:pt x="15255" y="379413"/>
                  <a:pt x="3029" y="247342"/>
                  <a:pt x="0" y="92864"/>
                </a:cubicBezTo>
                <a:close/>
              </a:path>
            </a:pathLst>
          </a:custGeom>
          <a:noFill/>
          <a:ln w="381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B3F1FB0-653C-4FD3-89B8-A9E3EFC44CF3}"/>
              </a:ext>
            </a:extLst>
          </p:cNvPr>
          <p:cNvSpPr/>
          <p:nvPr/>
        </p:nvSpPr>
        <p:spPr>
          <a:xfrm>
            <a:off x="4481311" y="1126492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calcular este indicador se toman tres variables del Censo Industrial de 1950: </a:t>
            </a:r>
            <a:r>
              <a:rPr lang="es-A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número de establecimientos de cada rubro industrial, la cantidad de empleados totales y la cantidad de motores empleados (esta última variable se selecciona como proxi del “capital”)</a:t>
            </a:r>
            <a:r>
              <a:rPr lang="es-A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s-AR" sz="1400" dirty="0"/>
          </a:p>
        </p:txBody>
      </p:sp>
      <p:sp>
        <p:nvSpPr>
          <p:cNvPr id="12" name="Rectángulo: esquinas redondeadas 1">
            <a:extLst>
              <a:ext uri="{FF2B5EF4-FFF2-40B4-BE49-F238E27FC236}">
                <a16:creationId xmlns:a16="http://schemas.microsoft.com/office/drawing/2014/main" id="{8ACDE74B-8260-4AA3-9906-A9AE963C8577}"/>
              </a:ext>
            </a:extLst>
          </p:cNvPr>
          <p:cNvSpPr/>
          <p:nvPr/>
        </p:nvSpPr>
        <p:spPr>
          <a:xfrm>
            <a:off x="827585" y="4376829"/>
            <a:ext cx="2473326" cy="331943"/>
          </a:xfrm>
          <a:custGeom>
            <a:avLst/>
            <a:gdLst>
              <a:gd name="connsiteX0" fmla="*/ 0 w 3456363"/>
              <a:gd name="connsiteY0" fmla="*/ 92864 h 557171"/>
              <a:gd name="connsiteX1" fmla="*/ 92864 w 3456363"/>
              <a:gd name="connsiteY1" fmla="*/ 0 h 557171"/>
              <a:gd name="connsiteX2" fmla="*/ 681578 w 3456363"/>
              <a:gd name="connsiteY2" fmla="*/ 0 h 557171"/>
              <a:gd name="connsiteX3" fmla="*/ 1368412 w 3456363"/>
              <a:gd name="connsiteY3" fmla="*/ 0 h 557171"/>
              <a:gd name="connsiteX4" fmla="*/ 2087951 w 3456363"/>
              <a:gd name="connsiteY4" fmla="*/ 0 h 557171"/>
              <a:gd name="connsiteX5" fmla="*/ 2709372 w 3456363"/>
              <a:gd name="connsiteY5" fmla="*/ 0 h 557171"/>
              <a:gd name="connsiteX6" fmla="*/ 3363499 w 3456363"/>
              <a:gd name="connsiteY6" fmla="*/ 0 h 557171"/>
              <a:gd name="connsiteX7" fmla="*/ 3456363 w 3456363"/>
              <a:gd name="connsiteY7" fmla="*/ 92864 h 557171"/>
              <a:gd name="connsiteX8" fmla="*/ 3456363 w 3456363"/>
              <a:gd name="connsiteY8" fmla="*/ 464307 h 557171"/>
              <a:gd name="connsiteX9" fmla="*/ 3363499 w 3456363"/>
              <a:gd name="connsiteY9" fmla="*/ 557171 h 557171"/>
              <a:gd name="connsiteX10" fmla="*/ 2807491 w 3456363"/>
              <a:gd name="connsiteY10" fmla="*/ 557171 h 557171"/>
              <a:gd name="connsiteX11" fmla="*/ 2186070 w 3456363"/>
              <a:gd name="connsiteY11" fmla="*/ 557171 h 557171"/>
              <a:gd name="connsiteX12" fmla="*/ 1466531 w 3456363"/>
              <a:gd name="connsiteY12" fmla="*/ 557171 h 557171"/>
              <a:gd name="connsiteX13" fmla="*/ 845110 w 3456363"/>
              <a:gd name="connsiteY13" fmla="*/ 557171 h 557171"/>
              <a:gd name="connsiteX14" fmla="*/ 92864 w 3456363"/>
              <a:gd name="connsiteY14" fmla="*/ 557171 h 557171"/>
              <a:gd name="connsiteX15" fmla="*/ 0 w 3456363"/>
              <a:gd name="connsiteY15" fmla="*/ 464307 h 557171"/>
              <a:gd name="connsiteX16" fmla="*/ 0 w 3456363"/>
              <a:gd name="connsiteY16" fmla="*/ 92864 h 55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56363" h="557171" extrusionOk="0">
                <a:moveTo>
                  <a:pt x="0" y="92864"/>
                </a:moveTo>
                <a:cubicBezTo>
                  <a:pt x="1618" y="43497"/>
                  <a:pt x="45780" y="5307"/>
                  <a:pt x="92864" y="0"/>
                </a:cubicBezTo>
                <a:cubicBezTo>
                  <a:pt x="262641" y="-26195"/>
                  <a:pt x="510778" y="22082"/>
                  <a:pt x="681578" y="0"/>
                </a:cubicBezTo>
                <a:cubicBezTo>
                  <a:pt x="852378" y="-22082"/>
                  <a:pt x="1076072" y="-1694"/>
                  <a:pt x="1368412" y="0"/>
                </a:cubicBezTo>
                <a:cubicBezTo>
                  <a:pt x="1660752" y="1694"/>
                  <a:pt x="1820653" y="-17247"/>
                  <a:pt x="2087951" y="0"/>
                </a:cubicBezTo>
                <a:cubicBezTo>
                  <a:pt x="2355249" y="17247"/>
                  <a:pt x="2551196" y="27996"/>
                  <a:pt x="2709372" y="0"/>
                </a:cubicBezTo>
                <a:cubicBezTo>
                  <a:pt x="2867548" y="-27996"/>
                  <a:pt x="3134870" y="-1983"/>
                  <a:pt x="3363499" y="0"/>
                </a:cubicBezTo>
                <a:cubicBezTo>
                  <a:pt x="3411956" y="1624"/>
                  <a:pt x="3465931" y="43616"/>
                  <a:pt x="3456363" y="92864"/>
                </a:cubicBezTo>
                <a:cubicBezTo>
                  <a:pt x="3463561" y="221067"/>
                  <a:pt x="3447955" y="291682"/>
                  <a:pt x="3456363" y="464307"/>
                </a:cubicBezTo>
                <a:cubicBezTo>
                  <a:pt x="3458746" y="511978"/>
                  <a:pt x="3421916" y="553622"/>
                  <a:pt x="3363499" y="557171"/>
                </a:cubicBezTo>
                <a:cubicBezTo>
                  <a:pt x="3175836" y="552610"/>
                  <a:pt x="3079846" y="579549"/>
                  <a:pt x="2807491" y="557171"/>
                </a:cubicBezTo>
                <a:cubicBezTo>
                  <a:pt x="2535136" y="534793"/>
                  <a:pt x="2489467" y="567854"/>
                  <a:pt x="2186070" y="557171"/>
                </a:cubicBezTo>
                <a:cubicBezTo>
                  <a:pt x="1882673" y="546488"/>
                  <a:pt x="1739350" y="572894"/>
                  <a:pt x="1466531" y="557171"/>
                </a:cubicBezTo>
                <a:cubicBezTo>
                  <a:pt x="1193712" y="541448"/>
                  <a:pt x="1138036" y="563597"/>
                  <a:pt x="845110" y="557171"/>
                </a:cubicBezTo>
                <a:cubicBezTo>
                  <a:pt x="552184" y="550745"/>
                  <a:pt x="249348" y="523124"/>
                  <a:pt x="92864" y="557171"/>
                </a:cubicBezTo>
                <a:cubicBezTo>
                  <a:pt x="38738" y="554311"/>
                  <a:pt x="11362" y="516274"/>
                  <a:pt x="0" y="464307"/>
                </a:cubicBezTo>
                <a:cubicBezTo>
                  <a:pt x="15255" y="379413"/>
                  <a:pt x="3029" y="247342"/>
                  <a:pt x="0" y="92864"/>
                </a:cubicBezTo>
                <a:close/>
              </a:path>
            </a:pathLst>
          </a:custGeom>
          <a:noFill/>
          <a:ln w="381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/>
          </a:p>
        </p:txBody>
      </p:sp>
      <p:pic>
        <p:nvPicPr>
          <p:cNvPr id="16" name="Gráfico 15" descr="Mano con dedo índice apuntando a la derecha">
            <a:extLst>
              <a:ext uri="{FF2B5EF4-FFF2-40B4-BE49-F238E27FC236}">
                <a16:creationId xmlns:a16="http://schemas.microsoft.com/office/drawing/2014/main" id="{4C6042BC-5336-4C38-9D9B-F868CBC15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589743" flipH="1">
            <a:off x="2896954" y="2412848"/>
            <a:ext cx="837895" cy="914400"/>
          </a:xfrm>
          <a:prstGeom prst="rect">
            <a:avLst/>
          </a:prstGeom>
        </p:spPr>
      </p:pic>
      <p:pic>
        <p:nvPicPr>
          <p:cNvPr id="18" name="Gráfico 17" descr="Mano con dedo índice apuntando a la derecha">
            <a:extLst>
              <a:ext uri="{FF2B5EF4-FFF2-40B4-BE49-F238E27FC236}">
                <a16:creationId xmlns:a16="http://schemas.microsoft.com/office/drawing/2014/main" id="{3077A5CF-74B4-4353-8A7C-7453011434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589743" flipH="1">
            <a:off x="3213066" y="4085600"/>
            <a:ext cx="8378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590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Rectángulo redondeado">
            <a:extLst>
              <a:ext uri="{FF2B5EF4-FFF2-40B4-BE49-F238E27FC236}">
                <a16:creationId xmlns:a16="http://schemas.microsoft.com/office/drawing/2014/main" id="{EC0A4E3E-B4FC-468D-8CA7-B37564E115DC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BENEFICIOS </a:t>
            </a: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SECTOR INDUSTRIAL</a:t>
            </a:r>
          </a:p>
        </p:txBody>
      </p:sp>
      <p:sp>
        <p:nvSpPr>
          <p:cNvPr id="9" name="11 CuadroTexto">
            <a:extLst>
              <a:ext uri="{FF2B5EF4-FFF2-40B4-BE49-F238E27FC236}">
                <a16:creationId xmlns:a16="http://schemas.microsoft.com/office/drawing/2014/main" id="{9C77614D-464C-4389-861D-6688BA449BFA}"/>
              </a:ext>
            </a:extLst>
          </p:cNvPr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PIB Y PIB industria</a:t>
            </a:r>
            <a:endParaRPr lang="es-AR" b="0" dirty="0"/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7BDB04DD-145C-45BA-AD8F-3B690F9358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7305028"/>
              </p:ext>
            </p:extLst>
          </p:nvPr>
        </p:nvGraphicFramePr>
        <p:xfrm>
          <a:off x="-947" y="1638092"/>
          <a:ext cx="4572947" cy="4239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717ABFB5-C227-4BFA-9714-54D4802D91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7030572"/>
              </p:ext>
            </p:extLst>
          </p:nvPr>
        </p:nvGraphicFramePr>
        <p:xfrm>
          <a:off x="4564495" y="1638092"/>
          <a:ext cx="4572947" cy="4239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C592BC1-DD35-4F4E-9CAD-34CF4EFB85C3}"/>
              </a:ext>
            </a:extLst>
          </p:cNvPr>
          <p:cNvCxnSpPr/>
          <p:nvPr/>
        </p:nvCxnSpPr>
        <p:spPr>
          <a:xfrm flipV="1">
            <a:off x="3203848" y="2132856"/>
            <a:ext cx="0" cy="2736304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43DEDA3-4F77-49D5-996F-F4E4D4D3094C}"/>
              </a:ext>
            </a:extLst>
          </p:cNvPr>
          <p:cNvCxnSpPr/>
          <p:nvPr/>
        </p:nvCxnSpPr>
        <p:spPr>
          <a:xfrm flipV="1">
            <a:off x="4355976" y="2132856"/>
            <a:ext cx="0" cy="2736304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BCB5FE9-CFDE-4A68-87E6-EC778643E43F}"/>
              </a:ext>
            </a:extLst>
          </p:cNvPr>
          <p:cNvCxnSpPr/>
          <p:nvPr/>
        </p:nvCxnSpPr>
        <p:spPr>
          <a:xfrm flipV="1">
            <a:off x="7740352" y="2132856"/>
            <a:ext cx="0" cy="2736304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A4001AF-B4F8-4B56-A687-0671EA848C5B}"/>
              </a:ext>
            </a:extLst>
          </p:cNvPr>
          <p:cNvCxnSpPr/>
          <p:nvPr/>
        </p:nvCxnSpPr>
        <p:spPr>
          <a:xfrm flipV="1">
            <a:off x="8892480" y="2162673"/>
            <a:ext cx="0" cy="2736304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4596F03E-A2A9-41F6-AED4-3647B5ED31B0}"/>
              </a:ext>
            </a:extLst>
          </p:cNvPr>
          <p:cNvSpPr/>
          <p:nvPr/>
        </p:nvSpPr>
        <p:spPr>
          <a:xfrm>
            <a:off x="1767441" y="4221088"/>
            <a:ext cx="1656184" cy="3600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1er peronismo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0086644-E3DD-46D8-9185-384BCC9A3A60}"/>
              </a:ext>
            </a:extLst>
          </p:cNvPr>
          <p:cNvSpPr/>
          <p:nvPr/>
        </p:nvSpPr>
        <p:spPr>
          <a:xfrm>
            <a:off x="6282005" y="4216254"/>
            <a:ext cx="1656184" cy="3600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1er peronismo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8894F98-B983-49D0-BC13-C87DE81250A2}"/>
              </a:ext>
            </a:extLst>
          </p:cNvPr>
          <p:cNvSpPr/>
          <p:nvPr/>
        </p:nvSpPr>
        <p:spPr>
          <a:xfrm>
            <a:off x="3491880" y="3140968"/>
            <a:ext cx="1080118" cy="3600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2do plan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CDDBB6F3-44A9-426C-B27E-0612B5A58EF1}"/>
              </a:ext>
            </a:extLst>
          </p:cNvPr>
          <p:cNvSpPr/>
          <p:nvPr/>
        </p:nvSpPr>
        <p:spPr>
          <a:xfrm>
            <a:off x="8020881" y="3140968"/>
            <a:ext cx="1080118" cy="3600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2do plan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6373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 redondeado"/>
          <p:cNvSpPr/>
          <p:nvPr/>
        </p:nvSpPr>
        <p:spPr>
          <a:xfrm>
            <a:off x="304478" y="2923186"/>
            <a:ext cx="2232248" cy="1008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Interés del gobierno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2843808" y="1738908"/>
            <a:ext cx="3240360" cy="100811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 del consumo real</a:t>
            </a:r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21 Rectángulo redondeado"/>
          <p:cNvSpPr/>
          <p:nvPr/>
        </p:nvSpPr>
        <p:spPr>
          <a:xfrm>
            <a:off x="2843808" y="4000872"/>
            <a:ext cx="3240360" cy="137234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Ocupación y seguridad </a:t>
            </a:r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económica de las masas y los nuevos empresarios</a:t>
            </a:r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31 Conector recto de flecha"/>
          <p:cNvCxnSpPr>
            <a:cxnSpLocks/>
            <a:stCxn id="15" idx="3"/>
            <a:endCxn id="20" idx="1"/>
          </p:cNvCxnSpPr>
          <p:nvPr/>
        </p:nvCxnSpPr>
        <p:spPr>
          <a:xfrm flipV="1">
            <a:off x="2536726" y="2242964"/>
            <a:ext cx="307082" cy="118427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 de flecha"/>
          <p:cNvCxnSpPr>
            <a:cxnSpLocks/>
            <a:stCxn id="15" idx="3"/>
            <a:endCxn id="22" idx="1"/>
          </p:cNvCxnSpPr>
          <p:nvPr/>
        </p:nvCxnSpPr>
        <p:spPr>
          <a:xfrm>
            <a:off x="2536726" y="3427242"/>
            <a:ext cx="307082" cy="125980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51 Cerrar llave"/>
          <p:cNvSpPr/>
          <p:nvPr/>
        </p:nvSpPr>
        <p:spPr>
          <a:xfrm>
            <a:off x="6084168" y="1628800"/>
            <a:ext cx="360040" cy="3888432"/>
          </a:xfrm>
          <a:prstGeom prst="rightBrac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/>
              </a:solidFill>
            </a:endParaRPr>
          </a:p>
        </p:txBody>
      </p:sp>
      <p:sp>
        <p:nvSpPr>
          <p:cNvPr id="53" name="52 Rectángulo redondeado"/>
          <p:cNvSpPr/>
          <p:nvPr/>
        </p:nvSpPr>
        <p:spPr>
          <a:xfrm>
            <a:off x="6569174" y="2888940"/>
            <a:ext cx="2251298" cy="1368152"/>
          </a:xfrm>
          <a:prstGeom prst="roundRect">
            <a:avLst>
              <a:gd name="adj" fmla="val 6981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“A expensas de la formación de Capital y la transformación de la economía” (D.A.)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4 Rectángulo redondeado">
            <a:extLst>
              <a:ext uri="{FF2B5EF4-FFF2-40B4-BE49-F238E27FC236}">
                <a16:creationId xmlns:a16="http://schemas.microsoft.com/office/drawing/2014/main" id="{D87A0060-3B83-409E-BA1B-3480C29E9E98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OBJETIVOS DE LA POLÍTICA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Consumo a precios constantes (</a:t>
            </a:r>
            <a:r>
              <a:rPr lang="es-ES" b="0" dirty="0"/>
              <a:t>Millones de $ de 1993</a:t>
            </a:r>
            <a:r>
              <a:rPr lang="es-ES" dirty="0"/>
              <a:t>)</a:t>
            </a:r>
            <a:endParaRPr lang="es-AR" dirty="0"/>
          </a:p>
        </p:txBody>
      </p:sp>
      <p:graphicFrame>
        <p:nvGraphicFramePr>
          <p:cNvPr id="10" name="Gráfico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2789586"/>
              </p:ext>
            </p:extLst>
          </p:nvPr>
        </p:nvGraphicFramePr>
        <p:xfrm>
          <a:off x="683568" y="1700808"/>
          <a:ext cx="7560840" cy="4824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14 Elipse">
            <a:extLst>
              <a:ext uri="{FF2B5EF4-FFF2-40B4-BE49-F238E27FC236}">
                <a16:creationId xmlns:a16="http://schemas.microsoft.com/office/drawing/2014/main" id="{CBD3AB71-E639-4645-A350-D44497E5F31A}"/>
              </a:ext>
            </a:extLst>
          </p:cNvPr>
          <p:cNvSpPr/>
          <p:nvPr/>
        </p:nvSpPr>
        <p:spPr>
          <a:xfrm>
            <a:off x="6876256" y="1700808"/>
            <a:ext cx="849831" cy="5122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14%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6BE876D-7326-4331-A0F8-E99D03EF4889}"/>
              </a:ext>
            </a:extLst>
          </p:cNvPr>
          <p:cNvCxnSpPr>
            <a:cxnSpLocks/>
            <a:stCxn id="23" idx="6"/>
          </p:cNvCxnSpPr>
          <p:nvPr/>
        </p:nvCxnSpPr>
        <p:spPr>
          <a:xfrm>
            <a:off x="7726087" y="1956923"/>
            <a:ext cx="230289" cy="535973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2BE69C97-3E08-4DD8-9017-214D58234342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7301172" y="2213037"/>
            <a:ext cx="655204" cy="648247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14 Elipse">
            <a:extLst>
              <a:ext uri="{FF2B5EF4-FFF2-40B4-BE49-F238E27FC236}">
                <a16:creationId xmlns:a16="http://schemas.microsoft.com/office/drawing/2014/main" id="{FF9214B8-87E2-4EE9-94F3-9E91A40DB318}"/>
              </a:ext>
            </a:extLst>
          </p:cNvPr>
          <p:cNvSpPr/>
          <p:nvPr/>
        </p:nvSpPr>
        <p:spPr>
          <a:xfrm>
            <a:off x="1860645" y="2757360"/>
            <a:ext cx="849831" cy="5122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11%</a:t>
            </a: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66F047BE-8EA5-4961-A361-35F5EA25D39E}"/>
              </a:ext>
            </a:extLst>
          </p:cNvPr>
          <p:cNvCxnSpPr>
            <a:cxnSpLocks/>
            <a:stCxn id="33" idx="4"/>
          </p:cNvCxnSpPr>
          <p:nvPr/>
        </p:nvCxnSpPr>
        <p:spPr>
          <a:xfrm flipH="1">
            <a:off x="1883643" y="3269589"/>
            <a:ext cx="401918" cy="63878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FB6907F-F451-4C9F-B9C3-C5D847F03CEF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1860645" y="3013475"/>
            <a:ext cx="22998" cy="67037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4 Rectángulo redondeado">
            <a:extLst>
              <a:ext uri="{FF2B5EF4-FFF2-40B4-BE49-F238E27FC236}">
                <a16:creationId xmlns:a16="http://schemas.microsoft.com/office/drawing/2014/main" id="{B54DEAA9-A186-47BF-B34E-40B848BA4896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OBJETIVOS DE LA POLÍTICA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2F16002F-C939-41A0-A526-FEBA9DC4EC4A}"/>
              </a:ext>
            </a:extLst>
          </p:cNvPr>
          <p:cNvSpPr/>
          <p:nvPr/>
        </p:nvSpPr>
        <p:spPr>
          <a:xfrm>
            <a:off x="4100196" y="4907989"/>
            <a:ext cx="1191884" cy="512229"/>
          </a:xfrm>
          <a:prstGeom prst="roundRect">
            <a:avLst/>
          </a:prstGeom>
          <a:solidFill>
            <a:schemeClr val="accent1">
              <a:lumMod val="50000"/>
              <a:alpha val="7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+16%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E48EE12F-274C-41F2-827F-F3B5655EA1F5}"/>
              </a:ext>
            </a:extLst>
          </p:cNvPr>
          <p:cNvSpPr/>
          <p:nvPr/>
        </p:nvSpPr>
        <p:spPr>
          <a:xfrm>
            <a:off x="2011964" y="4907990"/>
            <a:ext cx="2088232" cy="512229"/>
          </a:xfrm>
          <a:prstGeom prst="roundRect">
            <a:avLst/>
          </a:prstGeom>
          <a:solidFill>
            <a:schemeClr val="accent1">
              <a:lumMod val="50000"/>
              <a:alpha val="7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+15%</a:t>
            </a:r>
          </a:p>
        </p:txBody>
      </p:sp>
    </p:spTree>
    <p:extLst>
      <p:ext uri="{BB962C8B-B14F-4D97-AF65-F5344CB8AC3E}">
        <p14:creationId xmlns:p14="http://schemas.microsoft.com/office/powerpoint/2010/main" val="32914463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Población ocupada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1855" t="28358" r="1654" b="4478"/>
          <a:stretch/>
        </p:blipFill>
        <p:spPr>
          <a:xfrm>
            <a:off x="323528" y="2132856"/>
            <a:ext cx="8653761" cy="3744416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02DAD57-B3D4-48F0-AB65-4F6217EA9083}"/>
              </a:ext>
            </a:extLst>
          </p:cNvPr>
          <p:cNvSpPr/>
          <p:nvPr/>
        </p:nvSpPr>
        <p:spPr>
          <a:xfrm>
            <a:off x="2339752" y="2156853"/>
            <a:ext cx="1872208" cy="7942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Crece hasta el segundo peronismo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áfico 7" descr="Mano con dedo índice apuntando a la derecha">
            <a:extLst>
              <a:ext uri="{FF2B5EF4-FFF2-40B4-BE49-F238E27FC236}">
                <a16:creationId xmlns:a16="http://schemas.microsoft.com/office/drawing/2014/main" id="{CA1602E1-8198-421F-AADB-ADD3AD209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10257">
            <a:off x="4038401" y="2467745"/>
            <a:ext cx="837895" cy="914400"/>
          </a:xfrm>
          <a:prstGeom prst="rect">
            <a:avLst/>
          </a:prstGeom>
        </p:spPr>
      </p:pic>
      <p:sp>
        <p:nvSpPr>
          <p:cNvPr id="10" name="4 Rectángulo redondeado">
            <a:extLst>
              <a:ext uri="{FF2B5EF4-FFF2-40B4-BE49-F238E27FC236}">
                <a16:creationId xmlns:a16="http://schemas.microsoft.com/office/drawing/2014/main" id="{CBC39EE1-B969-4E63-87B8-2F7D031C8A84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OBJETIVOS DE LA POLÍTICA</a:t>
            </a:r>
          </a:p>
        </p:txBody>
      </p:sp>
    </p:spTree>
    <p:extLst>
      <p:ext uri="{BB962C8B-B14F-4D97-AF65-F5344CB8AC3E}">
        <p14:creationId xmlns:p14="http://schemas.microsoft.com/office/powerpoint/2010/main" val="16952880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1 Gráfico"/>
          <p:cNvGraphicFramePr/>
          <p:nvPr>
            <p:extLst>
              <p:ext uri="{D42A27DB-BD31-4B8C-83A1-F6EECF244321}">
                <p14:modId xmlns:p14="http://schemas.microsoft.com/office/powerpoint/2010/main" val="1681738665"/>
              </p:ext>
            </p:extLst>
          </p:nvPr>
        </p:nvGraphicFramePr>
        <p:xfrm>
          <a:off x="323528" y="1916832"/>
          <a:ext cx="8352928" cy="4608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0" y="141277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Índice del salario industrial</a:t>
            </a:r>
            <a:endParaRPr lang="es-AR" dirty="0"/>
          </a:p>
        </p:txBody>
      </p:sp>
      <p:sp>
        <p:nvSpPr>
          <p:cNvPr id="10" name="9 CuadroTexto"/>
          <p:cNvSpPr txBox="1"/>
          <p:nvPr/>
        </p:nvSpPr>
        <p:spPr>
          <a:xfrm>
            <a:off x="2286000" y="734196"/>
            <a:ext cx="4572000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2000" dirty="0"/>
              <a:t>Resultados sociales</a:t>
            </a:r>
            <a:endParaRPr lang="es-AR" sz="2000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FC9B82B-CF9E-4276-B2FD-6BBA888D625A}"/>
              </a:ext>
            </a:extLst>
          </p:cNvPr>
          <p:cNvSpPr/>
          <p:nvPr/>
        </p:nvSpPr>
        <p:spPr>
          <a:xfrm>
            <a:off x="1171658" y="4064362"/>
            <a:ext cx="2955042" cy="1140661"/>
          </a:xfrm>
          <a:prstGeom prst="roundRect">
            <a:avLst>
              <a:gd name="adj" fmla="val 8501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Arranca inflación.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Primero por presiones</a:t>
            </a:r>
          </a:p>
          <a:p>
            <a:pPr algn="ctr"/>
            <a:r>
              <a:rPr lang="es-AR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(principalmente sector externo, pero también déficit)</a:t>
            </a:r>
            <a:endParaRPr lang="es-ES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áfico 12" descr="Mano con dedo índice apuntando a la derecha">
            <a:extLst>
              <a:ext uri="{FF2B5EF4-FFF2-40B4-BE49-F238E27FC236}">
                <a16:creationId xmlns:a16="http://schemas.microsoft.com/office/drawing/2014/main" id="{9381F1A2-A9DE-45B7-8B12-E42BB6830D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281127">
            <a:off x="3906005" y="4814606"/>
            <a:ext cx="837895" cy="914400"/>
          </a:xfrm>
          <a:prstGeom prst="rect">
            <a:avLst/>
          </a:prstGeom>
        </p:spPr>
      </p:pic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C0E25FE-448E-4311-89C6-4428BD3A9FCE}"/>
              </a:ext>
            </a:extLst>
          </p:cNvPr>
          <p:cNvSpPr/>
          <p:nvPr/>
        </p:nvSpPr>
        <p:spPr>
          <a:xfrm>
            <a:off x="4276749" y="3330831"/>
            <a:ext cx="1668336" cy="1145200"/>
          </a:xfrm>
          <a:prstGeom prst="roundRect">
            <a:avLst>
              <a:gd name="adj" fmla="val 8501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Empieza la inflación </a:t>
            </a:r>
            <a:r>
              <a:rPr lang="es-AR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autóctona...</a:t>
            </a:r>
            <a:endParaRPr lang="es-E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Gráfico 14" descr="Mano con dedo índice apuntando a la derecha">
            <a:extLst>
              <a:ext uri="{FF2B5EF4-FFF2-40B4-BE49-F238E27FC236}">
                <a16:creationId xmlns:a16="http://schemas.microsoft.com/office/drawing/2014/main" id="{315731C8-60B2-4CB0-B1BD-6F53EEF99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533187">
            <a:off x="5676501" y="4118326"/>
            <a:ext cx="837895" cy="914400"/>
          </a:xfrm>
          <a:prstGeom prst="rect">
            <a:avLst/>
          </a:prstGeom>
        </p:spPr>
      </p:pic>
      <p:sp>
        <p:nvSpPr>
          <p:cNvPr id="16" name="4 Rectángulo redondeado">
            <a:extLst>
              <a:ext uri="{FF2B5EF4-FFF2-40B4-BE49-F238E27FC236}">
                <a16:creationId xmlns:a16="http://schemas.microsoft.com/office/drawing/2014/main" id="{F60D84ED-BA3B-4262-A1C9-5061692F54D2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OBJETIVOS DE LA POLÍTICA</a:t>
            </a:r>
          </a:p>
        </p:txBody>
      </p:sp>
    </p:spTree>
    <p:extLst>
      <p:ext uri="{BB962C8B-B14F-4D97-AF65-F5344CB8AC3E}">
        <p14:creationId xmlns:p14="http://schemas.microsoft.com/office/powerpoint/2010/main" val="4917891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7D72326B-F2EE-453A-8A7D-64037153FF0D}"/>
              </a:ext>
            </a:extLst>
          </p:cNvPr>
          <p:cNvCxnSpPr>
            <a:cxnSpLocks/>
          </p:cNvCxnSpPr>
          <p:nvPr/>
        </p:nvCxnSpPr>
        <p:spPr>
          <a:xfrm>
            <a:off x="5558358" y="2630133"/>
            <a:ext cx="0" cy="293429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CuadroTexto"/>
          <p:cNvSpPr txBox="1"/>
          <p:nvPr/>
        </p:nvSpPr>
        <p:spPr>
          <a:xfrm>
            <a:off x="0" y="141277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Índice del </a:t>
            </a:r>
            <a:r>
              <a:rPr lang="es-ES"/>
              <a:t>salario real</a:t>
            </a:r>
            <a:r>
              <a:rPr lang="es-ES" dirty="0"/>
              <a:t> industrial</a:t>
            </a:r>
            <a:endParaRPr lang="es-AR" dirty="0"/>
          </a:p>
        </p:txBody>
      </p:sp>
      <p:graphicFrame>
        <p:nvGraphicFramePr>
          <p:cNvPr id="6" name="2 Gráfico"/>
          <p:cNvGraphicFramePr/>
          <p:nvPr>
            <p:extLst>
              <p:ext uri="{D42A27DB-BD31-4B8C-83A1-F6EECF244321}">
                <p14:modId xmlns:p14="http://schemas.microsoft.com/office/powerpoint/2010/main" val="557882726"/>
              </p:ext>
            </p:extLst>
          </p:nvPr>
        </p:nvGraphicFramePr>
        <p:xfrm>
          <a:off x="827584" y="2380740"/>
          <a:ext cx="7272808" cy="410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14 Elipse">
            <a:extLst>
              <a:ext uri="{FF2B5EF4-FFF2-40B4-BE49-F238E27FC236}">
                <a16:creationId xmlns:a16="http://schemas.microsoft.com/office/drawing/2014/main" id="{CDE8A7F7-F654-4379-8053-38B50E0364DD}"/>
              </a:ext>
            </a:extLst>
          </p:cNvPr>
          <p:cNvSpPr/>
          <p:nvPr/>
        </p:nvSpPr>
        <p:spPr>
          <a:xfrm>
            <a:off x="5050002" y="2348880"/>
            <a:ext cx="1005287" cy="55432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+52%</a:t>
            </a:r>
          </a:p>
        </p:txBody>
      </p:sp>
      <p:sp>
        <p:nvSpPr>
          <p:cNvPr id="15" name="9 CuadroTexto">
            <a:extLst>
              <a:ext uri="{FF2B5EF4-FFF2-40B4-BE49-F238E27FC236}">
                <a16:creationId xmlns:a16="http://schemas.microsoft.com/office/drawing/2014/main" id="{4B04F6BC-08C4-4FD3-A836-844F84C81602}"/>
              </a:ext>
            </a:extLst>
          </p:cNvPr>
          <p:cNvSpPr txBox="1"/>
          <p:nvPr/>
        </p:nvSpPr>
        <p:spPr>
          <a:xfrm>
            <a:off x="2286000" y="734196"/>
            <a:ext cx="4572000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2000" dirty="0"/>
              <a:t>Resultados sociales</a:t>
            </a:r>
            <a:endParaRPr lang="es-AR" sz="2000" dirty="0"/>
          </a:p>
        </p:txBody>
      </p:sp>
      <p:sp>
        <p:nvSpPr>
          <p:cNvPr id="16" name="4 Rectángulo redondeado">
            <a:extLst>
              <a:ext uri="{FF2B5EF4-FFF2-40B4-BE49-F238E27FC236}">
                <a16:creationId xmlns:a16="http://schemas.microsoft.com/office/drawing/2014/main" id="{F66D05AF-4139-40B4-B445-351CB5C9FAF8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OBJETIVOS DE LA POLÍTICA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9A34636F-D8FE-4C77-914A-7810455C529F}"/>
              </a:ext>
            </a:extLst>
          </p:cNvPr>
          <p:cNvCxnSpPr>
            <a:cxnSpLocks/>
          </p:cNvCxnSpPr>
          <p:nvPr/>
        </p:nvCxnSpPr>
        <p:spPr>
          <a:xfrm>
            <a:off x="6043483" y="2630133"/>
            <a:ext cx="0" cy="293429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4 Elipse">
            <a:extLst>
              <a:ext uri="{FF2B5EF4-FFF2-40B4-BE49-F238E27FC236}">
                <a16:creationId xmlns:a16="http://schemas.microsoft.com/office/drawing/2014/main" id="{E02BD45C-CF3C-4CC4-A0FC-08ED0FCCB408}"/>
              </a:ext>
            </a:extLst>
          </p:cNvPr>
          <p:cNvSpPr/>
          <p:nvPr/>
        </p:nvSpPr>
        <p:spPr>
          <a:xfrm>
            <a:off x="6412442" y="2350396"/>
            <a:ext cx="1005287" cy="55432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-9%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25925A7-0C37-46E8-AC96-854A3F619FA0}"/>
              </a:ext>
            </a:extLst>
          </p:cNvPr>
          <p:cNvCxnSpPr>
            <a:cxnSpLocks/>
          </p:cNvCxnSpPr>
          <p:nvPr/>
        </p:nvCxnSpPr>
        <p:spPr>
          <a:xfrm>
            <a:off x="7740352" y="2626042"/>
            <a:ext cx="0" cy="293429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4595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uadroTexto"/>
          <p:cNvSpPr txBox="1"/>
          <p:nvPr/>
        </p:nvSpPr>
        <p:spPr>
          <a:xfrm>
            <a:off x="0" y="141277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Seguridad Social</a:t>
            </a:r>
            <a:endParaRPr lang="es-AR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1694" t="14866" r="1537" b="3208"/>
          <a:stretch/>
        </p:blipFill>
        <p:spPr>
          <a:xfrm>
            <a:off x="1187624" y="2366502"/>
            <a:ext cx="7056785" cy="3735125"/>
          </a:xfrm>
          <a:prstGeom prst="rect">
            <a:avLst/>
          </a:prstGeom>
        </p:spPr>
      </p:pic>
      <p:sp>
        <p:nvSpPr>
          <p:cNvPr id="6" name="9 CuadroTexto">
            <a:extLst>
              <a:ext uri="{FF2B5EF4-FFF2-40B4-BE49-F238E27FC236}">
                <a16:creationId xmlns:a16="http://schemas.microsoft.com/office/drawing/2014/main" id="{702353D2-E00A-4C2F-9779-FD317ADB90C6}"/>
              </a:ext>
            </a:extLst>
          </p:cNvPr>
          <p:cNvSpPr txBox="1"/>
          <p:nvPr/>
        </p:nvSpPr>
        <p:spPr>
          <a:xfrm>
            <a:off x="2286000" y="734196"/>
            <a:ext cx="4572000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2000" dirty="0"/>
              <a:t>Resultados sociales</a:t>
            </a:r>
            <a:endParaRPr lang="es-AR" sz="2000" dirty="0"/>
          </a:p>
        </p:txBody>
      </p:sp>
      <p:sp>
        <p:nvSpPr>
          <p:cNvPr id="7" name="4 Rectángulo redondeado">
            <a:extLst>
              <a:ext uri="{FF2B5EF4-FFF2-40B4-BE49-F238E27FC236}">
                <a16:creationId xmlns:a16="http://schemas.microsoft.com/office/drawing/2014/main" id="{94238042-6A2C-4980-81B0-1134C53A2C19}"/>
              </a:ext>
            </a:extLst>
          </p:cNvPr>
          <p:cNvSpPr/>
          <p:nvPr/>
        </p:nvSpPr>
        <p:spPr>
          <a:xfrm>
            <a:off x="0" y="-27384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OBJETIVOS DE LA POLÍTICA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C419086-4DF6-4FBE-8388-00791007C259}"/>
              </a:ext>
            </a:extLst>
          </p:cNvPr>
          <p:cNvSpPr/>
          <p:nvPr/>
        </p:nvSpPr>
        <p:spPr>
          <a:xfrm>
            <a:off x="2430017" y="3437331"/>
            <a:ext cx="845840" cy="72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498120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4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ECONÓMICA ARGENTINA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60121C-229F-42DF-BBAD-BF2E003FA26A}"/>
              </a:ext>
            </a:extLst>
          </p:cNvPr>
          <p:cNvSpPr txBox="1"/>
          <p:nvPr/>
        </p:nvSpPr>
        <p:spPr>
          <a:xfrm>
            <a:off x="1619672" y="1556792"/>
            <a:ext cx="116891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3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B68376-3601-4F72-98F3-FDAD011EED1E}"/>
              </a:ext>
            </a:extLst>
          </p:cNvPr>
          <p:cNvSpPr txBox="1"/>
          <p:nvPr/>
        </p:nvSpPr>
        <p:spPr>
          <a:xfrm>
            <a:off x="2788582" y="2341622"/>
            <a:ext cx="546816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MACROECONOMÍA 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PERONISMO,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 DE 1949, 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PERONISMO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 Y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AND GO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01B6B2D-81F1-4DBD-A9F9-E9C7F8AF5674}"/>
              </a:ext>
            </a:extLst>
          </p:cNvPr>
          <p:cNvCxnSpPr>
            <a:cxnSpLocks/>
          </p:cNvCxnSpPr>
          <p:nvPr/>
        </p:nvCxnSpPr>
        <p:spPr>
          <a:xfrm flipV="1">
            <a:off x="2761389" y="2056472"/>
            <a:ext cx="0" cy="2931148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1C45FD4C-159D-462B-A51E-CC1E869170F5}"/>
              </a:ext>
            </a:extLst>
          </p:cNvPr>
          <p:cNvSpPr/>
          <p:nvPr/>
        </p:nvSpPr>
        <p:spPr>
          <a:xfrm>
            <a:off x="2788581" y="3440416"/>
            <a:ext cx="5743857" cy="2317526"/>
          </a:xfrm>
          <a:custGeom>
            <a:avLst/>
            <a:gdLst>
              <a:gd name="connsiteX0" fmla="*/ 0 w 5743857"/>
              <a:gd name="connsiteY0" fmla="*/ 0 h 2317526"/>
              <a:gd name="connsiteX1" fmla="*/ 5743857 w 5743857"/>
              <a:gd name="connsiteY1" fmla="*/ 0 h 2317526"/>
              <a:gd name="connsiteX2" fmla="*/ 5743857 w 5743857"/>
              <a:gd name="connsiteY2" fmla="*/ 2317526 h 2317526"/>
              <a:gd name="connsiteX3" fmla="*/ 0 w 5743857"/>
              <a:gd name="connsiteY3" fmla="*/ 2317526 h 2317526"/>
              <a:gd name="connsiteX4" fmla="*/ 0 w 5743857"/>
              <a:gd name="connsiteY4" fmla="*/ 0 h 2317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43857" h="2317526" extrusionOk="0">
                <a:moveTo>
                  <a:pt x="0" y="0"/>
                </a:moveTo>
                <a:cubicBezTo>
                  <a:pt x="2809138" y="-5264"/>
                  <a:pt x="3518816" y="84467"/>
                  <a:pt x="5743857" y="0"/>
                </a:cubicBezTo>
                <a:cubicBezTo>
                  <a:pt x="5615684" y="485368"/>
                  <a:pt x="5873007" y="1881157"/>
                  <a:pt x="5743857" y="2317526"/>
                </a:cubicBezTo>
                <a:cubicBezTo>
                  <a:pt x="4715451" y="2423846"/>
                  <a:pt x="1646550" y="2309877"/>
                  <a:pt x="0" y="2317526"/>
                </a:cubicBezTo>
                <a:cubicBezTo>
                  <a:pt x="160128" y="1590274"/>
                  <a:pt x="25049" y="678150"/>
                  <a:pt x="0" y="0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138946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4 Rectángulo redondeado">
            <a:extLst>
              <a:ext uri="{FF2B5EF4-FFF2-40B4-BE49-F238E27FC236}">
                <a16:creationId xmlns:a16="http://schemas.microsoft.com/office/drawing/2014/main" id="{930B8ED8-F49A-48E7-8EA6-C980C0677E4D}"/>
              </a:ext>
            </a:extLst>
          </p:cNvPr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 DE 1949</a:t>
            </a:r>
          </a:p>
        </p:txBody>
      </p:sp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DA149BEF-4ACD-4F44-9386-EC2B7874C588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</p:spTree>
    <p:extLst>
      <p:ext uri="{BB962C8B-B14F-4D97-AF65-F5344CB8AC3E}">
        <p14:creationId xmlns:p14="http://schemas.microsoft.com/office/powerpoint/2010/main" val="38587288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30 Rectángulo redondeado"/>
          <p:cNvSpPr/>
          <p:nvPr/>
        </p:nvSpPr>
        <p:spPr>
          <a:xfrm>
            <a:off x="1563054" y="1109272"/>
            <a:ext cx="6017892" cy="1785950"/>
          </a:xfrm>
          <a:prstGeom prst="roundRect">
            <a:avLst>
              <a:gd name="adj" fmla="val 9247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 de 1949</a:t>
            </a:r>
            <a:endParaRPr lang="es-AR" sz="6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2 Rectángulo redondeado"/>
          <p:cNvSpPr/>
          <p:nvPr/>
        </p:nvSpPr>
        <p:spPr>
          <a:xfrm>
            <a:off x="3250397" y="3284984"/>
            <a:ext cx="2643206" cy="100013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Inicio de </a:t>
            </a:r>
            <a:r>
              <a:rPr lang="es-ES" sz="28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</a:t>
            </a:r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problemas</a:t>
            </a:r>
          </a:p>
        </p:txBody>
      </p:sp>
      <p:sp>
        <p:nvSpPr>
          <p:cNvPr id="4" name="3 Rectángulo redondeado"/>
          <p:cNvSpPr/>
          <p:nvPr/>
        </p:nvSpPr>
        <p:spPr>
          <a:xfrm>
            <a:off x="928662" y="5143512"/>
            <a:ext cx="2643206" cy="100013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</a:t>
            </a:r>
          </a:p>
        </p:txBody>
      </p:sp>
      <p:sp>
        <p:nvSpPr>
          <p:cNvPr id="5" name="4 Rectángulo redondeado"/>
          <p:cNvSpPr/>
          <p:nvPr/>
        </p:nvSpPr>
        <p:spPr>
          <a:xfrm>
            <a:off x="5572134" y="5143512"/>
            <a:ext cx="2643206" cy="100013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AND GO</a:t>
            </a:r>
          </a:p>
        </p:txBody>
      </p:sp>
      <p:cxnSp>
        <p:nvCxnSpPr>
          <p:cNvPr id="7" name="6 Forma"/>
          <p:cNvCxnSpPr>
            <a:stCxn id="13" idx="1"/>
            <a:endCxn id="4" idx="0"/>
          </p:cNvCxnSpPr>
          <p:nvPr/>
        </p:nvCxnSpPr>
        <p:spPr>
          <a:xfrm rot="10800000" flipV="1">
            <a:off x="2250265" y="3785050"/>
            <a:ext cx="1000132" cy="1358462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Forma"/>
          <p:cNvCxnSpPr>
            <a:stCxn id="13" idx="3"/>
            <a:endCxn id="5" idx="0"/>
          </p:cNvCxnSpPr>
          <p:nvPr/>
        </p:nvCxnSpPr>
        <p:spPr>
          <a:xfrm>
            <a:off x="5893603" y="3785050"/>
            <a:ext cx="1000134" cy="1358462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 Rectángulo redondeado">
            <a:extLst>
              <a:ext uri="{FF2B5EF4-FFF2-40B4-BE49-F238E27FC236}">
                <a16:creationId xmlns:a16="http://schemas.microsoft.com/office/drawing/2014/main" id="{81569FEA-774E-4725-B3C0-17031BB7879E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Evolución PIB. Tasa de crecimiento IA</a:t>
            </a:r>
            <a:endParaRPr lang="es-AR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2085" t="28650" r="2085" b="4308"/>
          <a:stretch/>
        </p:blipFill>
        <p:spPr>
          <a:xfrm>
            <a:off x="487724" y="2018550"/>
            <a:ext cx="8656276" cy="4002738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5EF23E5-D4BA-4A1B-BD64-38C3C69D6ED3}"/>
              </a:ext>
            </a:extLst>
          </p:cNvPr>
          <p:cNvSpPr/>
          <p:nvPr/>
        </p:nvSpPr>
        <p:spPr>
          <a:xfrm>
            <a:off x="783536" y="4732658"/>
            <a:ext cx="2265219" cy="608473"/>
          </a:xfrm>
          <a:prstGeom prst="roundRect">
            <a:avLst>
              <a:gd name="adj" fmla="val 780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-1,3%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Parece leve, pero...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áfico 7" descr="Mano con dedo índice apuntando a la derecha">
            <a:extLst>
              <a:ext uri="{FF2B5EF4-FFF2-40B4-BE49-F238E27FC236}">
                <a16:creationId xmlns:a16="http://schemas.microsoft.com/office/drawing/2014/main" id="{42DB5C03-3C30-4146-8C0E-7354952035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560861" flipH="1" flipV="1">
            <a:off x="3042071" y="4502810"/>
            <a:ext cx="837895" cy="914400"/>
          </a:xfrm>
          <a:prstGeom prst="rect">
            <a:avLst/>
          </a:prstGeom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055F4EA-94D2-41A9-903C-598641012444}"/>
              </a:ext>
            </a:extLst>
          </p:cNvPr>
          <p:cNvSpPr/>
          <p:nvPr/>
        </p:nvSpPr>
        <p:spPr>
          <a:xfrm>
            <a:off x="7524328" y="4902865"/>
            <a:ext cx="1571330" cy="1888283"/>
          </a:xfrm>
          <a:prstGeom prst="roundRect">
            <a:avLst>
              <a:gd name="adj" fmla="val 1034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1952: -5%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1959: -7%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1962: -1,6%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1963: -</a:t>
            </a:r>
            <a:r>
              <a:rPr lang="es-AR"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2,4%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áfico 8" descr="Mano con dedo índice apuntando a la derecha">
            <a:extLst>
              <a:ext uri="{FF2B5EF4-FFF2-40B4-BE49-F238E27FC236}">
                <a16:creationId xmlns:a16="http://schemas.microsoft.com/office/drawing/2014/main" id="{6010B3F3-0AB5-49A4-83FF-90CE5A49DC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924202" flipH="1">
            <a:off x="6015365" y="4988023"/>
            <a:ext cx="837895" cy="91440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A6D0975-5430-472C-9AA6-3B68BF64772B}"/>
              </a:ext>
            </a:extLst>
          </p:cNvPr>
          <p:cNvSpPr/>
          <p:nvPr/>
        </p:nvSpPr>
        <p:spPr>
          <a:xfrm>
            <a:off x="4815862" y="1384531"/>
            <a:ext cx="4273090" cy="1256848"/>
          </a:xfrm>
          <a:prstGeom prst="roundRect">
            <a:avLst>
              <a:gd name="adj" fmla="val 6892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15 años, 5 de caída de PIB</a:t>
            </a:r>
          </a:p>
          <a:p>
            <a:pPr algn="ctr"/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 promedio anual: 2%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(1900-1914 fue de 6% P.A.)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ráfico 10" descr="Tendencia a la baja">
            <a:extLst>
              <a:ext uri="{FF2B5EF4-FFF2-40B4-BE49-F238E27FC236}">
                <a16:creationId xmlns:a16="http://schemas.microsoft.com/office/drawing/2014/main" id="{192B30AD-8E76-44C1-99CC-ADA3E9AE6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52793" y="4941813"/>
            <a:ext cx="914400" cy="914400"/>
          </a:xfrm>
          <a:prstGeom prst="rect">
            <a:avLst/>
          </a:prstGeom>
        </p:spPr>
      </p:pic>
      <p:sp>
        <p:nvSpPr>
          <p:cNvPr id="13" name="4 Rectángulo redondeado">
            <a:extLst>
              <a:ext uri="{FF2B5EF4-FFF2-40B4-BE49-F238E27FC236}">
                <a16:creationId xmlns:a16="http://schemas.microsoft.com/office/drawing/2014/main" id="{83A900EE-5013-47B3-82A2-0BB39DEE5375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</p:spTree>
    <p:extLst>
      <p:ext uri="{BB962C8B-B14F-4D97-AF65-F5344CB8AC3E}">
        <p14:creationId xmlns:p14="http://schemas.microsoft.com/office/powerpoint/2010/main" val="13411639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32 Rectángulo redondeado"/>
          <p:cNvSpPr/>
          <p:nvPr/>
        </p:nvSpPr>
        <p:spPr>
          <a:xfrm>
            <a:off x="2210594" y="1428736"/>
            <a:ext cx="4752528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Estrangulamiento Externo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43 Rectángulo redondeado"/>
          <p:cNvSpPr/>
          <p:nvPr/>
        </p:nvSpPr>
        <p:spPr>
          <a:xfrm>
            <a:off x="5654613" y="3110198"/>
            <a:ext cx="2194939" cy="92671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Caída de las cantidades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44 Rectángulo redondeado"/>
          <p:cNvSpPr/>
          <p:nvPr/>
        </p:nvSpPr>
        <p:spPr>
          <a:xfrm>
            <a:off x="1294450" y="3092280"/>
            <a:ext cx="2194939" cy="92671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Caída del precio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" name="55 Conector recto de flecha"/>
          <p:cNvCxnSpPr>
            <a:cxnSpLocks/>
            <a:stCxn id="33" idx="2"/>
            <a:endCxn id="45" idx="0"/>
          </p:cNvCxnSpPr>
          <p:nvPr/>
        </p:nvCxnSpPr>
        <p:spPr>
          <a:xfrm flipH="1">
            <a:off x="2391920" y="2148816"/>
            <a:ext cx="2194938" cy="943464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 de flecha"/>
          <p:cNvCxnSpPr>
            <a:cxnSpLocks/>
            <a:stCxn id="33" idx="2"/>
            <a:endCxn id="44" idx="0"/>
          </p:cNvCxnSpPr>
          <p:nvPr/>
        </p:nvCxnSpPr>
        <p:spPr>
          <a:xfrm>
            <a:off x="4586858" y="2148816"/>
            <a:ext cx="2165225" cy="96138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42 Rectángulo redondeado"/>
          <p:cNvSpPr/>
          <p:nvPr/>
        </p:nvSpPr>
        <p:spPr>
          <a:xfrm>
            <a:off x="4987886" y="4737040"/>
            <a:ext cx="3528392" cy="92420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Estructural: política </a:t>
            </a:r>
          </a:p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Coyuntural: sequias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45 Conector recto de flecha"/>
          <p:cNvCxnSpPr>
            <a:cxnSpLocks/>
            <a:stCxn id="44" idx="2"/>
            <a:endCxn id="43" idx="0"/>
          </p:cNvCxnSpPr>
          <p:nvPr/>
        </p:nvCxnSpPr>
        <p:spPr>
          <a:xfrm flipH="1">
            <a:off x="6752082" y="4036910"/>
            <a:ext cx="1" cy="70013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56 Rectángulo redondeado"/>
          <p:cNvSpPr/>
          <p:nvPr/>
        </p:nvSpPr>
        <p:spPr>
          <a:xfrm>
            <a:off x="624812" y="4737040"/>
            <a:ext cx="3528392" cy="92420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1949 se quiebra la tendencia creciente de los precios agrícolas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57 Conector recto de flecha"/>
          <p:cNvCxnSpPr>
            <a:cxnSpLocks/>
            <a:stCxn id="45" idx="2"/>
            <a:endCxn id="57" idx="0"/>
          </p:cNvCxnSpPr>
          <p:nvPr/>
        </p:nvCxnSpPr>
        <p:spPr>
          <a:xfrm flipH="1">
            <a:off x="2389008" y="4018992"/>
            <a:ext cx="2912" cy="71804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4 Rectángulo redondeado">
            <a:extLst>
              <a:ext uri="{FF2B5EF4-FFF2-40B4-BE49-F238E27FC236}">
                <a16:creationId xmlns:a16="http://schemas.microsoft.com/office/drawing/2014/main" id="{45188FCC-B1BE-4746-BC5A-4A7939784AE9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8 CuadroTexto"/>
          <p:cNvSpPr txBox="1"/>
          <p:nvPr/>
        </p:nvSpPr>
        <p:spPr>
          <a:xfrm>
            <a:off x="0" y="141277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Principales productos de exportación</a:t>
            </a:r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2110" t="17682" r="3107" b="1947"/>
          <a:stretch/>
        </p:blipFill>
        <p:spPr>
          <a:xfrm>
            <a:off x="431539" y="2281940"/>
            <a:ext cx="8062467" cy="4243403"/>
          </a:xfrm>
          <a:prstGeom prst="rect">
            <a:avLst/>
          </a:prstGeom>
        </p:spPr>
      </p:pic>
      <p:sp>
        <p:nvSpPr>
          <p:cNvPr id="17" name="58 Rectángulo redondeado"/>
          <p:cNvSpPr/>
          <p:nvPr/>
        </p:nvSpPr>
        <p:spPr>
          <a:xfrm>
            <a:off x="1475656" y="1981647"/>
            <a:ext cx="1914640" cy="57099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punto de quiebre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áfico 7" descr="Mano con dedo índice apuntando a la derecha">
            <a:extLst>
              <a:ext uri="{FF2B5EF4-FFF2-40B4-BE49-F238E27FC236}">
                <a16:creationId xmlns:a16="http://schemas.microsoft.com/office/drawing/2014/main" id="{5312CE16-EED4-4C0A-A491-F09145EC10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82912">
            <a:off x="3188878" y="2095442"/>
            <a:ext cx="837895" cy="914400"/>
          </a:xfrm>
          <a:prstGeom prst="rect">
            <a:avLst/>
          </a:prstGeom>
        </p:spPr>
      </p:pic>
      <p:sp>
        <p:nvSpPr>
          <p:cNvPr id="9" name="4 Rectángulo redondeado">
            <a:extLst>
              <a:ext uri="{FF2B5EF4-FFF2-40B4-BE49-F238E27FC236}">
                <a16:creationId xmlns:a16="http://schemas.microsoft.com/office/drawing/2014/main" id="{1AA91952-F445-4AD8-8992-19345416EAF6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  <p:sp>
        <p:nvSpPr>
          <p:cNvPr id="10" name="9 CuadroTexto">
            <a:extLst>
              <a:ext uri="{FF2B5EF4-FFF2-40B4-BE49-F238E27FC236}">
                <a16:creationId xmlns:a16="http://schemas.microsoft.com/office/drawing/2014/main" id="{7F55EE8B-6E47-4944-9881-EA4B40981446}"/>
              </a:ext>
            </a:extLst>
          </p:cNvPr>
          <p:cNvSpPr txBox="1"/>
          <p:nvPr/>
        </p:nvSpPr>
        <p:spPr>
          <a:xfrm>
            <a:off x="2286000" y="734196"/>
            <a:ext cx="4572000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2000" dirty="0"/>
              <a:t>Los precios agrícolas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11671593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76 Flecha doblada"/>
          <p:cNvSpPr/>
          <p:nvPr/>
        </p:nvSpPr>
        <p:spPr>
          <a:xfrm rot="10800000">
            <a:off x="2968772" y="2668406"/>
            <a:ext cx="5422667" cy="1984878"/>
          </a:xfrm>
          <a:prstGeom prst="bentArrow">
            <a:avLst>
              <a:gd name="adj1" fmla="val 6034"/>
              <a:gd name="adj2" fmla="val 9438"/>
              <a:gd name="adj3" fmla="val 12550"/>
              <a:gd name="adj4" fmla="val 51531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33" name="32 Rectángulo redondeado"/>
          <p:cNvSpPr/>
          <p:nvPr/>
        </p:nvSpPr>
        <p:spPr>
          <a:xfrm>
            <a:off x="110110" y="1104500"/>
            <a:ext cx="1437554" cy="866593"/>
          </a:xfrm>
          <a:prstGeom prst="roundRect">
            <a:avLst>
              <a:gd name="adj" fmla="val 836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Estímulo a</a:t>
            </a: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 liviana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43 Rectángulo redondeado"/>
          <p:cNvSpPr/>
          <p:nvPr/>
        </p:nvSpPr>
        <p:spPr>
          <a:xfrm>
            <a:off x="110109" y="2555821"/>
            <a:ext cx="1835696" cy="89311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Intensiva </a:t>
            </a: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M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44 Rectángulo redondeado"/>
          <p:cNvSpPr/>
          <p:nvPr/>
        </p:nvSpPr>
        <p:spPr>
          <a:xfrm>
            <a:off x="2267744" y="2549497"/>
            <a:ext cx="1835696" cy="89311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Financiación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46 Rectángulo redondeado"/>
          <p:cNvSpPr/>
          <p:nvPr/>
        </p:nvSpPr>
        <p:spPr>
          <a:xfrm>
            <a:off x="2506854" y="2229229"/>
            <a:ext cx="1364733" cy="5012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 capital extranjero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47 Rectángulo redondeado"/>
          <p:cNvSpPr/>
          <p:nvPr/>
        </p:nvSpPr>
        <p:spPr>
          <a:xfrm>
            <a:off x="4522151" y="2564904"/>
            <a:ext cx="3869288" cy="3600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Expansión de exportaciones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48 Rectángulo redondeado"/>
          <p:cNvSpPr/>
          <p:nvPr/>
        </p:nvSpPr>
        <p:spPr>
          <a:xfrm>
            <a:off x="4522151" y="3079275"/>
            <a:ext cx="3869288" cy="3600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Divisas ahorradas por ISI de livianas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50 Conector recto de flecha"/>
          <p:cNvCxnSpPr>
            <a:cxnSpLocks/>
            <a:stCxn id="44" idx="3"/>
            <a:endCxn id="45" idx="1"/>
          </p:cNvCxnSpPr>
          <p:nvPr/>
        </p:nvCxnSpPr>
        <p:spPr>
          <a:xfrm flipV="1">
            <a:off x="1945805" y="2996056"/>
            <a:ext cx="321939" cy="632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53 Rectángulo redondeado"/>
          <p:cNvSpPr/>
          <p:nvPr/>
        </p:nvSpPr>
        <p:spPr>
          <a:xfrm>
            <a:off x="1725588" y="4168130"/>
            <a:ext cx="1152128" cy="57606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1949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54 Rectángulo redondeado"/>
          <p:cNvSpPr/>
          <p:nvPr/>
        </p:nvSpPr>
        <p:spPr>
          <a:xfrm>
            <a:off x="210538" y="5253730"/>
            <a:ext cx="3353349" cy="1100639"/>
          </a:xfrm>
          <a:prstGeom prst="roundRect">
            <a:avLst>
              <a:gd name="adj" fmla="val 14259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Estrangulamiento de divisas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58 Rectángulo redondeado"/>
          <p:cNvSpPr/>
          <p:nvPr/>
        </p:nvSpPr>
        <p:spPr>
          <a:xfrm>
            <a:off x="4343716" y="4807616"/>
            <a:ext cx="4404747" cy="71153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Prioridad: </a:t>
            </a:r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Importaciones de materias primas e insumos, no se podía importar capital </a:t>
            </a:r>
          </a:p>
        </p:txBody>
      </p:sp>
      <p:sp>
        <p:nvSpPr>
          <p:cNvPr id="23" name="22 Rectángulo redondeado"/>
          <p:cNvSpPr/>
          <p:nvPr/>
        </p:nvSpPr>
        <p:spPr>
          <a:xfrm>
            <a:off x="1403648" y="4005064"/>
            <a:ext cx="639688" cy="368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-∆ X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Conector: angular 4"/>
          <p:cNvCxnSpPr>
            <a:cxnSpLocks/>
            <a:stCxn id="33" idx="2"/>
            <a:endCxn id="44" idx="0"/>
          </p:cNvCxnSpPr>
          <p:nvPr/>
        </p:nvCxnSpPr>
        <p:spPr>
          <a:xfrm rot="16200000" flipH="1">
            <a:off x="636058" y="2163922"/>
            <a:ext cx="584728" cy="19907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3" descr="Vaso de precipitación">
            <a:extLst>
              <a:ext uri="{FF2B5EF4-FFF2-40B4-BE49-F238E27FC236}">
                <a16:creationId xmlns:a16="http://schemas.microsoft.com/office/drawing/2014/main" id="{3B3E03DA-7FD8-4111-A640-789764775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1064" y="2413290"/>
            <a:ext cx="914400" cy="914400"/>
          </a:xfrm>
          <a:prstGeom prst="rect">
            <a:avLst/>
          </a:prstGeom>
        </p:spPr>
      </p:pic>
      <p:pic>
        <p:nvPicPr>
          <p:cNvPr id="24" name="Gráfico 23" descr="Señal de pulgar hacia arriba">
            <a:extLst>
              <a:ext uri="{FF2B5EF4-FFF2-40B4-BE49-F238E27FC236}">
                <a16:creationId xmlns:a16="http://schemas.microsoft.com/office/drawing/2014/main" id="{E31FC748-6A5B-4A7D-93F8-9FC365C950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478212" y="4033665"/>
            <a:ext cx="914400" cy="914400"/>
          </a:xfrm>
          <a:prstGeom prst="rect">
            <a:avLst/>
          </a:prstGeom>
        </p:spPr>
      </p:pic>
      <p:sp>
        <p:nvSpPr>
          <p:cNvPr id="26" name="58 Rectángulo redondeado">
            <a:extLst>
              <a:ext uri="{FF2B5EF4-FFF2-40B4-BE49-F238E27FC236}">
                <a16:creationId xmlns:a16="http://schemas.microsoft.com/office/drawing/2014/main" id="{790A8E14-1B78-4DC7-A58B-973E23010B3D}"/>
              </a:ext>
            </a:extLst>
          </p:cNvPr>
          <p:cNvSpPr/>
          <p:nvPr/>
        </p:nvSpPr>
        <p:spPr>
          <a:xfrm>
            <a:off x="4343717" y="5804049"/>
            <a:ext cx="4404747" cy="936104"/>
          </a:xfrm>
          <a:prstGeom prst="roundRect">
            <a:avLst>
              <a:gd name="adj" fmla="val 1242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Independientemente de la caída del PIB ese año en particular, es el inicio de un problema de largo plazo</a:t>
            </a:r>
            <a:endParaRPr lang="es-AR" b="1" i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4 Rectángulo redondeado">
            <a:extLst>
              <a:ext uri="{FF2B5EF4-FFF2-40B4-BE49-F238E27FC236}">
                <a16:creationId xmlns:a16="http://schemas.microsoft.com/office/drawing/2014/main" id="{08A280E4-E632-4ABD-A417-2F77B49AF23C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  <p:sp>
        <p:nvSpPr>
          <p:cNvPr id="29" name="12 Rectángulo redondeado">
            <a:extLst>
              <a:ext uri="{FF2B5EF4-FFF2-40B4-BE49-F238E27FC236}">
                <a16:creationId xmlns:a16="http://schemas.microsoft.com/office/drawing/2014/main" id="{8BC98C29-40CD-4B4A-AF1C-C0B34D806D06}"/>
              </a:ext>
            </a:extLst>
          </p:cNvPr>
          <p:cNvSpPr/>
          <p:nvPr/>
        </p:nvSpPr>
        <p:spPr>
          <a:xfrm>
            <a:off x="1763688" y="691375"/>
            <a:ext cx="5616624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Sustitución de importaciones</a:t>
            </a:r>
          </a:p>
        </p:txBody>
      </p:sp>
      <p:sp>
        <p:nvSpPr>
          <p:cNvPr id="32" name="58 Rectángulo redondeado"/>
          <p:cNvSpPr/>
          <p:nvPr/>
        </p:nvSpPr>
        <p:spPr>
          <a:xfrm>
            <a:off x="7164288" y="1074581"/>
            <a:ext cx="1728192" cy="82003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problema estructural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72D35256-611F-4661-A91F-79CB48C2AFE6}"/>
              </a:ext>
            </a:extLst>
          </p:cNvPr>
          <p:cNvCxnSpPr>
            <a:cxnSpLocks/>
            <a:stCxn id="45" idx="3"/>
            <a:endCxn id="48" idx="1"/>
          </p:cNvCxnSpPr>
          <p:nvPr/>
        </p:nvCxnSpPr>
        <p:spPr>
          <a:xfrm flipV="1">
            <a:off x="4103440" y="2744924"/>
            <a:ext cx="418711" cy="25113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C3EA4745-15B3-42BE-9ABB-90C1E5674528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>
            <a:off x="4103440" y="2996056"/>
            <a:ext cx="418711" cy="263239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: angular 51">
            <a:extLst>
              <a:ext uri="{FF2B5EF4-FFF2-40B4-BE49-F238E27FC236}">
                <a16:creationId xmlns:a16="http://schemas.microsoft.com/office/drawing/2014/main" id="{4209AEB8-28DC-4CE3-8A15-0F38D4EED2B3}"/>
              </a:ext>
            </a:extLst>
          </p:cNvPr>
          <p:cNvCxnSpPr>
            <a:cxnSpLocks/>
            <a:stCxn id="54" idx="2"/>
            <a:endCxn id="55" idx="0"/>
          </p:cNvCxnSpPr>
          <p:nvPr/>
        </p:nvCxnSpPr>
        <p:spPr>
          <a:xfrm rot="5400000">
            <a:off x="1839665" y="4791743"/>
            <a:ext cx="509536" cy="414439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: angular 57">
            <a:extLst>
              <a:ext uri="{FF2B5EF4-FFF2-40B4-BE49-F238E27FC236}">
                <a16:creationId xmlns:a16="http://schemas.microsoft.com/office/drawing/2014/main" id="{ECEAFA45-D74E-4D71-8482-4E49CFE90BE3}"/>
              </a:ext>
            </a:extLst>
          </p:cNvPr>
          <p:cNvCxnSpPr>
            <a:cxnSpLocks/>
            <a:stCxn id="55" idx="3"/>
            <a:endCxn id="59" idx="1"/>
          </p:cNvCxnSpPr>
          <p:nvPr/>
        </p:nvCxnSpPr>
        <p:spPr>
          <a:xfrm flipV="1">
            <a:off x="3563887" y="5163383"/>
            <a:ext cx="779829" cy="640667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áfico 24" descr="Mano con dedo índice apuntando a la derecha">
            <a:extLst>
              <a:ext uri="{FF2B5EF4-FFF2-40B4-BE49-F238E27FC236}">
                <a16:creationId xmlns:a16="http://schemas.microsoft.com/office/drawing/2014/main" id="{64E27298-C89B-411C-90A0-C09FF7B55A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01072" flipH="1">
            <a:off x="3566949" y="5921667"/>
            <a:ext cx="8378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7531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32 Rectángulo redondeado"/>
          <p:cNvSpPr/>
          <p:nvPr/>
        </p:nvSpPr>
        <p:spPr>
          <a:xfrm>
            <a:off x="1756259" y="795805"/>
            <a:ext cx="5631482" cy="85666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venía dando una </a:t>
            </a:r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caída de la producción de productos de exportación  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56 Rectángulo redondeado"/>
          <p:cNvSpPr/>
          <p:nvPr/>
        </p:nvSpPr>
        <p:spPr>
          <a:xfrm>
            <a:off x="1187624" y="1936782"/>
            <a:ext cx="2627784" cy="64807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Precios relativos internos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16 Rectángulo redondeado"/>
          <p:cNvSpPr/>
          <p:nvPr/>
        </p:nvSpPr>
        <p:spPr>
          <a:xfrm>
            <a:off x="3714548" y="2173994"/>
            <a:ext cx="4464496" cy="5760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Diferencia entre precio interno y externo</a:t>
            </a:r>
          </a:p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Cayó la relación P s.a./P 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s.i.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1187624" y="3232926"/>
            <a:ext cx="2627784" cy="64807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Precios reales del sector agropecuario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18 Rectángulo redondeado"/>
          <p:cNvSpPr/>
          <p:nvPr/>
        </p:nvSpPr>
        <p:spPr>
          <a:xfrm>
            <a:off x="3714548" y="3469411"/>
            <a:ext cx="4464496" cy="5760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precios del sector agropecuario cayeron en términos reales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1187624" y="4533262"/>
            <a:ext cx="2627784" cy="64807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Mano de obra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22 Rectángulo redondeado"/>
          <p:cNvSpPr/>
          <p:nvPr/>
        </p:nvSpPr>
        <p:spPr>
          <a:xfrm>
            <a:off x="3714548" y="4771133"/>
            <a:ext cx="4464496" cy="5760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Migración del campo a la ciudad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23 Rectángulo redondeado"/>
          <p:cNvSpPr/>
          <p:nvPr/>
        </p:nvSpPr>
        <p:spPr>
          <a:xfrm>
            <a:off x="2051720" y="5973422"/>
            <a:ext cx="5505668" cy="62735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generaron divisas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áfico 2" descr="Lingotes de oro">
            <a:extLst>
              <a:ext uri="{FF2B5EF4-FFF2-40B4-BE49-F238E27FC236}">
                <a16:creationId xmlns:a16="http://schemas.microsoft.com/office/drawing/2014/main" id="{B0E703D7-AAED-4C43-9D74-42C799697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2280" y="5748674"/>
            <a:ext cx="1076845" cy="1076845"/>
          </a:xfrm>
          <a:prstGeom prst="rect">
            <a:avLst/>
          </a:prstGeom>
        </p:spPr>
      </p:pic>
      <p:pic>
        <p:nvPicPr>
          <p:cNvPr id="14" name="Gráfico 13" descr="Señal de pulgar hacia arriba">
            <a:extLst>
              <a:ext uri="{FF2B5EF4-FFF2-40B4-BE49-F238E27FC236}">
                <a16:creationId xmlns:a16="http://schemas.microsoft.com/office/drawing/2014/main" id="{5E9DE2B3-CBAE-4E09-A6CA-2E1C95573D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7823385" y="5585068"/>
            <a:ext cx="691479" cy="691479"/>
          </a:xfrm>
          <a:prstGeom prst="rect">
            <a:avLst/>
          </a:prstGeom>
        </p:spPr>
      </p:pic>
      <p:sp>
        <p:nvSpPr>
          <p:cNvPr id="13" name="4 Rectángulo redondeado">
            <a:extLst>
              <a:ext uri="{FF2B5EF4-FFF2-40B4-BE49-F238E27FC236}">
                <a16:creationId xmlns:a16="http://schemas.microsoft.com/office/drawing/2014/main" id="{41C9AB53-AD89-4779-882D-5F7A2907CB0C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Caída de exportaciones (índice de cantidades)</a:t>
            </a:r>
            <a:endParaRPr lang="es-AR" dirty="0"/>
          </a:p>
        </p:txBody>
      </p:sp>
      <p:graphicFrame>
        <p:nvGraphicFramePr>
          <p:cNvPr id="5" name="2 Gráfico"/>
          <p:cNvGraphicFramePr/>
          <p:nvPr/>
        </p:nvGraphicFramePr>
        <p:xfrm>
          <a:off x="755576" y="1916832"/>
          <a:ext cx="7704856" cy="453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7 CuadroTexto">
            <a:extLst>
              <a:ext uri="{FF2B5EF4-FFF2-40B4-BE49-F238E27FC236}">
                <a16:creationId xmlns:a16="http://schemas.microsoft.com/office/drawing/2014/main" id="{CFF797EB-417F-4DE7-AB46-D56FE699C75F}"/>
              </a:ext>
            </a:extLst>
          </p:cNvPr>
          <p:cNvSpPr txBox="1"/>
          <p:nvPr/>
        </p:nvSpPr>
        <p:spPr>
          <a:xfrm>
            <a:off x="2247017" y="1749844"/>
            <a:ext cx="1660241" cy="54825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Max. 1947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áfico 7" descr="Mano con dedo índice apuntando a la derecha">
            <a:extLst>
              <a:ext uri="{FF2B5EF4-FFF2-40B4-BE49-F238E27FC236}">
                <a16:creationId xmlns:a16="http://schemas.microsoft.com/office/drawing/2014/main" id="{091A5ACD-659A-46C3-8574-C2B55C12B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10257">
            <a:off x="3786373" y="1794327"/>
            <a:ext cx="837895" cy="914400"/>
          </a:xfrm>
          <a:prstGeom prst="rect">
            <a:avLst/>
          </a:prstGeom>
        </p:spPr>
      </p:pic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F530119-35F4-4A59-9161-F2B8DE0E4229}"/>
              </a:ext>
            </a:extLst>
          </p:cNvPr>
          <p:cNvCxnSpPr>
            <a:cxnSpLocks/>
          </p:cNvCxnSpPr>
          <p:nvPr/>
        </p:nvCxnSpPr>
        <p:spPr>
          <a:xfrm>
            <a:off x="4608004" y="1692574"/>
            <a:ext cx="0" cy="4125483"/>
          </a:xfrm>
          <a:prstGeom prst="lin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B08DE52-6325-43CE-B0DF-7F51B22E3972}"/>
              </a:ext>
            </a:extLst>
          </p:cNvPr>
          <p:cNvCxnSpPr>
            <a:cxnSpLocks/>
          </p:cNvCxnSpPr>
          <p:nvPr/>
        </p:nvCxnSpPr>
        <p:spPr>
          <a:xfrm>
            <a:off x="5481269" y="1692574"/>
            <a:ext cx="0" cy="4125483"/>
          </a:xfrm>
          <a:prstGeom prst="lin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4 Elipse">
            <a:extLst>
              <a:ext uri="{FF2B5EF4-FFF2-40B4-BE49-F238E27FC236}">
                <a16:creationId xmlns:a16="http://schemas.microsoft.com/office/drawing/2014/main" id="{D796F6D8-D59F-445C-8B5E-576E5CA42C6C}"/>
              </a:ext>
            </a:extLst>
          </p:cNvPr>
          <p:cNvSpPr/>
          <p:nvPr/>
        </p:nvSpPr>
        <p:spPr>
          <a:xfrm>
            <a:off x="4572000" y="1537348"/>
            <a:ext cx="940353" cy="50716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-44%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85D8CED-69E5-4D9D-95F0-2949DA9542CB}"/>
              </a:ext>
            </a:extLst>
          </p:cNvPr>
          <p:cNvSpPr txBox="1"/>
          <p:nvPr/>
        </p:nvSpPr>
        <p:spPr>
          <a:xfrm>
            <a:off x="7354806" y="1278052"/>
            <a:ext cx="1542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VEAMOS DE NUEVO</a:t>
            </a:r>
          </a:p>
        </p:txBody>
      </p:sp>
      <p:sp>
        <p:nvSpPr>
          <p:cNvPr id="11" name="4 Rectángulo redondeado">
            <a:extLst>
              <a:ext uri="{FF2B5EF4-FFF2-40B4-BE49-F238E27FC236}">
                <a16:creationId xmlns:a16="http://schemas.microsoft.com/office/drawing/2014/main" id="{54FCBFDF-C703-44EA-9DF3-7F19A502FD96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</p:spTree>
    <p:extLst>
      <p:ext uri="{BB962C8B-B14F-4D97-AF65-F5344CB8AC3E}">
        <p14:creationId xmlns:p14="http://schemas.microsoft.com/office/powerpoint/2010/main" val="33522011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"/>
          <p:cNvSpPr/>
          <p:nvPr/>
        </p:nvSpPr>
        <p:spPr>
          <a:xfrm>
            <a:off x="3995936" y="1988840"/>
            <a:ext cx="360040" cy="3744416"/>
          </a:xfrm>
          <a:prstGeom prst="rect">
            <a:avLst/>
          </a:prstGeom>
          <a:solidFill>
            <a:schemeClr val="accent1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Rectángulo"/>
          <p:cNvSpPr/>
          <p:nvPr/>
        </p:nvSpPr>
        <p:spPr>
          <a:xfrm>
            <a:off x="5076056" y="1988840"/>
            <a:ext cx="720080" cy="3744416"/>
          </a:xfrm>
          <a:prstGeom prst="rect">
            <a:avLst/>
          </a:prstGeom>
          <a:solidFill>
            <a:schemeClr val="accent1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Rectángulo"/>
          <p:cNvSpPr/>
          <p:nvPr/>
        </p:nvSpPr>
        <p:spPr>
          <a:xfrm>
            <a:off x="6444208" y="1988840"/>
            <a:ext cx="360040" cy="3744416"/>
          </a:xfrm>
          <a:prstGeom prst="rect">
            <a:avLst/>
          </a:prstGeom>
          <a:solidFill>
            <a:schemeClr val="accent1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Rectángulo"/>
          <p:cNvSpPr/>
          <p:nvPr/>
        </p:nvSpPr>
        <p:spPr>
          <a:xfrm>
            <a:off x="7846268" y="1988840"/>
            <a:ext cx="360040" cy="3744416"/>
          </a:xfrm>
          <a:prstGeom prst="rect">
            <a:avLst/>
          </a:prstGeom>
          <a:solidFill>
            <a:schemeClr val="accent1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CuadroTexto"/>
          <p:cNvSpPr txBox="1"/>
          <p:nvPr/>
        </p:nvSpPr>
        <p:spPr>
          <a:xfrm>
            <a:off x="0" y="683404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Caída de las Cantidades Exportadas</a:t>
            </a:r>
            <a:endParaRPr lang="es-AR" dirty="0"/>
          </a:p>
        </p:txBody>
      </p:sp>
      <p:graphicFrame>
        <p:nvGraphicFramePr>
          <p:cNvPr id="10" name="3 Gráfico"/>
          <p:cNvGraphicFramePr/>
          <p:nvPr>
            <p:extLst>
              <p:ext uri="{D42A27DB-BD31-4B8C-83A1-F6EECF244321}">
                <p14:modId xmlns:p14="http://schemas.microsoft.com/office/powerpoint/2010/main" val="48690328"/>
              </p:ext>
            </p:extLst>
          </p:nvPr>
        </p:nvGraphicFramePr>
        <p:xfrm>
          <a:off x="251520" y="1484784"/>
          <a:ext cx="8424936" cy="5256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10 Rectángulo redondeado"/>
          <p:cNvSpPr/>
          <p:nvPr/>
        </p:nvSpPr>
        <p:spPr>
          <a:xfrm>
            <a:off x="4127560" y="2708920"/>
            <a:ext cx="3972832" cy="936104"/>
          </a:xfrm>
          <a:prstGeom prst="roundRect">
            <a:avLst>
              <a:gd name="adj" fmla="val 1100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cantidades cayeron tanto por disminuciones de la </a:t>
            </a:r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producción</a:t>
            </a:r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como por aumentos del </a:t>
            </a:r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consumo interno</a:t>
            </a:r>
            <a:endParaRPr lang="es-AR" sz="1600" b="1" i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7 CuadroTexto">
            <a:extLst>
              <a:ext uri="{FF2B5EF4-FFF2-40B4-BE49-F238E27FC236}">
                <a16:creationId xmlns:a16="http://schemas.microsoft.com/office/drawing/2014/main" id="{0779EA88-EBF3-4389-9E59-C21766D66B99}"/>
              </a:ext>
            </a:extLst>
          </p:cNvPr>
          <p:cNvSpPr txBox="1"/>
          <p:nvPr/>
        </p:nvSpPr>
        <p:spPr>
          <a:xfrm>
            <a:off x="1293675" y="1348958"/>
            <a:ext cx="1982181" cy="9940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problemas estructurales del peronismo son una continuación</a:t>
            </a:r>
            <a:endParaRPr lang="es-AR" sz="1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Gráfico 17" descr="Mano con dedo índice apuntando a la derecha">
            <a:extLst>
              <a:ext uri="{FF2B5EF4-FFF2-40B4-BE49-F238E27FC236}">
                <a16:creationId xmlns:a16="http://schemas.microsoft.com/office/drawing/2014/main" id="{EEB8B7BD-D5CB-43E3-8842-4A39B75FC7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552520">
            <a:off x="3055980" y="1958770"/>
            <a:ext cx="837895" cy="914400"/>
          </a:xfrm>
          <a:prstGeom prst="rect">
            <a:avLst/>
          </a:prstGeom>
        </p:spPr>
      </p:pic>
      <p:sp>
        <p:nvSpPr>
          <p:cNvPr id="19" name="4 Rectángulo redondeado">
            <a:extLst>
              <a:ext uri="{FF2B5EF4-FFF2-40B4-BE49-F238E27FC236}">
                <a16:creationId xmlns:a16="http://schemas.microsoft.com/office/drawing/2014/main" id="{5250EF67-262F-4C50-AB2E-CA53798D1FE7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32 Rectángulo redondeado"/>
          <p:cNvSpPr/>
          <p:nvPr/>
        </p:nvSpPr>
        <p:spPr>
          <a:xfrm>
            <a:off x="2195736" y="1065189"/>
            <a:ext cx="4752528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Otros factores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56 Rectángulo redondeado"/>
          <p:cNvSpPr/>
          <p:nvPr/>
        </p:nvSpPr>
        <p:spPr>
          <a:xfrm>
            <a:off x="428596" y="2285905"/>
            <a:ext cx="4824536" cy="64807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Insumos importados para la industria</a:t>
            </a:r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para el agro)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428596" y="4230121"/>
            <a:ext cx="4824536" cy="64807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Disminuye el área dedicada a la agricultura,</a:t>
            </a:r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aumenta la dedicada a la ganadería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428596" y="3222009"/>
            <a:ext cx="4824536" cy="64807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Fundamentalmente se generó </a:t>
            </a:r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industria liviana </a:t>
            </a:r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(que se </a:t>
            </a:r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supone</a:t>
            </a:r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era </a:t>
            </a:r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poco competitiva</a:t>
            </a:r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5067931" y="4512419"/>
            <a:ext cx="1179063" cy="53775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Región Pampeana</a:t>
            </a:r>
            <a:endParaRPr lang="es-A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12 Rectángulo redondeado"/>
          <p:cNvSpPr/>
          <p:nvPr/>
        </p:nvSpPr>
        <p:spPr>
          <a:xfrm>
            <a:off x="428596" y="5238233"/>
            <a:ext cx="4824536" cy="64807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Aumentó el área de los </a:t>
            </a:r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productos primarios para </a:t>
            </a:r>
            <a:r>
              <a:rPr lang="es-ES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ISI</a:t>
            </a:r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5067930" y="5555542"/>
            <a:ext cx="1179063" cy="53775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Región no Pampeana</a:t>
            </a:r>
            <a:endParaRPr lang="es-A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14 Cerrar llave"/>
          <p:cNvSpPr/>
          <p:nvPr/>
        </p:nvSpPr>
        <p:spPr>
          <a:xfrm>
            <a:off x="6273593" y="2186553"/>
            <a:ext cx="432048" cy="1800200"/>
          </a:xfrm>
          <a:prstGeom prst="rightBrac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/>
              </a:solidFill>
            </a:endParaRPr>
          </a:p>
        </p:txBody>
      </p:sp>
      <p:sp>
        <p:nvSpPr>
          <p:cNvPr id="16" name="15 Cerrar llave"/>
          <p:cNvSpPr/>
          <p:nvPr/>
        </p:nvSpPr>
        <p:spPr>
          <a:xfrm>
            <a:off x="6268359" y="4230121"/>
            <a:ext cx="432048" cy="1800200"/>
          </a:xfrm>
          <a:prstGeom prst="rightBrac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/>
              </a:solidFill>
            </a:endParaRPr>
          </a:p>
        </p:txBody>
      </p:sp>
      <p:sp>
        <p:nvSpPr>
          <p:cNvPr id="21" name="20 Rectángulo redondeado"/>
          <p:cNvSpPr/>
          <p:nvPr/>
        </p:nvSpPr>
        <p:spPr>
          <a:xfrm>
            <a:off x="6881480" y="2176267"/>
            <a:ext cx="1689244" cy="1800200"/>
          </a:xfrm>
          <a:prstGeom prst="roundRect">
            <a:avLst>
              <a:gd name="adj" fmla="val 10391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generaron ahorro de divisas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23 Rectángulo redondeado"/>
          <p:cNvSpPr/>
          <p:nvPr/>
        </p:nvSpPr>
        <p:spPr>
          <a:xfrm>
            <a:off x="6881480" y="4230121"/>
            <a:ext cx="1689244" cy="1800200"/>
          </a:xfrm>
          <a:prstGeom prst="roundRect">
            <a:avLst>
              <a:gd name="adj" fmla="val 10391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generaron divisas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11 Rectángulo redondeado">
            <a:extLst>
              <a:ext uri="{FF2B5EF4-FFF2-40B4-BE49-F238E27FC236}">
                <a16:creationId xmlns:a16="http://schemas.microsoft.com/office/drawing/2014/main" id="{214779BC-87F7-4786-BAC8-B96E38E30A44}"/>
              </a:ext>
            </a:extLst>
          </p:cNvPr>
          <p:cNvSpPr/>
          <p:nvPr/>
        </p:nvSpPr>
        <p:spPr>
          <a:xfrm>
            <a:off x="5067931" y="3504169"/>
            <a:ext cx="1179063" cy="38814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Ya existían</a:t>
            </a:r>
            <a:endParaRPr lang="es-A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11 Rectángulo redondeado">
            <a:extLst>
              <a:ext uri="{FF2B5EF4-FFF2-40B4-BE49-F238E27FC236}">
                <a16:creationId xmlns:a16="http://schemas.microsoft.com/office/drawing/2014/main" id="{4F49A6E8-F67B-481B-B36A-9A69721B830A}"/>
              </a:ext>
            </a:extLst>
          </p:cNvPr>
          <p:cNvSpPr/>
          <p:nvPr/>
        </p:nvSpPr>
        <p:spPr>
          <a:xfrm>
            <a:off x="5067931" y="2574617"/>
            <a:ext cx="1179063" cy="53775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No se extendió</a:t>
            </a:r>
            <a:endParaRPr lang="es-A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4 Rectángulo redondeado">
            <a:extLst>
              <a:ext uri="{FF2B5EF4-FFF2-40B4-BE49-F238E27FC236}">
                <a16:creationId xmlns:a16="http://schemas.microsoft.com/office/drawing/2014/main" id="{0AD3A65C-496D-43EF-9081-6A0962C87971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Estrangulamiento de divisas</a:t>
            </a:r>
            <a:endParaRPr lang="es-AR" dirty="0"/>
          </a:p>
        </p:txBody>
      </p:sp>
      <p:graphicFrame>
        <p:nvGraphicFramePr>
          <p:cNvPr id="28" name="1 Gráfico"/>
          <p:cNvGraphicFramePr/>
          <p:nvPr>
            <p:extLst>
              <p:ext uri="{D42A27DB-BD31-4B8C-83A1-F6EECF244321}">
                <p14:modId xmlns:p14="http://schemas.microsoft.com/office/powerpoint/2010/main" val="3906559261"/>
              </p:ext>
            </p:extLst>
          </p:nvPr>
        </p:nvGraphicFramePr>
        <p:xfrm>
          <a:off x="719572" y="1988840"/>
          <a:ext cx="7704856" cy="4608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5 CuadroTexto"/>
          <p:cNvSpPr txBox="1"/>
          <p:nvPr/>
        </p:nvSpPr>
        <p:spPr>
          <a:xfrm>
            <a:off x="6372200" y="1332634"/>
            <a:ext cx="1411561" cy="7983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Caída de valor X</a:t>
            </a:r>
            <a:endParaRPr lang="es-AR" sz="20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áfico 8" descr="Mano con dedo índice apuntando a la derecha">
            <a:extLst>
              <a:ext uri="{FF2B5EF4-FFF2-40B4-BE49-F238E27FC236}">
                <a16:creationId xmlns:a16="http://schemas.microsoft.com/office/drawing/2014/main" id="{51EC5AF8-8EF6-4DC5-A7F6-7CFB8FBFC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210241">
            <a:off x="6720902" y="2335213"/>
            <a:ext cx="837895" cy="914400"/>
          </a:xfrm>
          <a:prstGeom prst="rect">
            <a:avLst/>
          </a:prstGeom>
        </p:spPr>
      </p:pic>
      <p:sp>
        <p:nvSpPr>
          <p:cNvPr id="8" name="4 Rectángulo redondeado">
            <a:extLst>
              <a:ext uri="{FF2B5EF4-FFF2-40B4-BE49-F238E27FC236}">
                <a16:creationId xmlns:a16="http://schemas.microsoft.com/office/drawing/2014/main" id="{B86D9BFB-99DF-45DD-82FE-18D6808CC346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Rectángulo redondeado"/>
          <p:cNvSpPr/>
          <p:nvPr/>
        </p:nvSpPr>
        <p:spPr>
          <a:xfrm>
            <a:off x="2210594" y="1700808"/>
            <a:ext cx="4752528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disponibilidad de divisas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10 Rectángulo redondeado"/>
          <p:cNvSpPr/>
          <p:nvPr/>
        </p:nvSpPr>
        <p:spPr>
          <a:xfrm>
            <a:off x="2214546" y="2851796"/>
            <a:ext cx="4752528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Mayores restricciones para importar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2 Rectángulo redondeado"/>
          <p:cNvSpPr/>
          <p:nvPr/>
        </p:nvSpPr>
        <p:spPr>
          <a:xfrm>
            <a:off x="2214546" y="4709184"/>
            <a:ext cx="4752528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Problemática para la producción </a:t>
            </a: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industrial local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5072066" y="3500438"/>
            <a:ext cx="2286016" cy="5760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Permisos de cambio</a:t>
            </a:r>
          </a:p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Prohibiciones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14 Conector recto de flecha"/>
          <p:cNvCxnSpPr>
            <a:stCxn id="10" idx="2"/>
            <a:endCxn id="11" idx="0"/>
          </p:cNvCxnSpPr>
          <p:nvPr/>
        </p:nvCxnSpPr>
        <p:spPr>
          <a:xfrm rot="16200000" flipH="1">
            <a:off x="4373380" y="2634366"/>
            <a:ext cx="430908" cy="395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>
            <a:stCxn id="11" idx="2"/>
            <a:endCxn id="13" idx="0"/>
          </p:cNvCxnSpPr>
          <p:nvPr/>
        </p:nvCxnSpPr>
        <p:spPr>
          <a:xfrm rot="5400000">
            <a:off x="4022156" y="4140530"/>
            <a:ext cx="1137308" cy="15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2214546" y="5643578"/>
            <a:ext cx="4752528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RECESIÓN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Gráfico 16" descr="Mano con dedo índice apuntando a la derecha">
            <a:extLst>
              <a:ext uri="{FF2B5EF4-FFF2-40B4-BE49-F238E27FC236}">
                <a16:creationId xmlns:a16="http://schemas.microsoft.com/office/drawing/2014/main" id="{FA40D1B6-D311-46F5-8306-E476403C1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567055">
            <a:off x="1730912" y="4328375"/>
            <a:ext cx="837895" cy="914400"/>
          </a:xfrm>
          <a:prstGeom prst="rect">
            <a:avLst/>
          </a:prstGeom>
        </p:spPr>
      </p:pic>
      <p:sp>
        <p:nvSpPr>
          <p:cNvPr id="19" name="11 CuadroTexto">
            <a:extLst>
              <a:ext uri="{FF2B5EF4-FFF2-40B4-BE49-F238E27FC236}">
                <a16:creationId xmlns:a16="http://schemas.microsoft.com/office/drawing/2014/main" id="{A5EB2B6E-A5CE-4772-A343-228EA68BFAF4}"/>
              </a:ext>
            </a:extLst>
          </p:cNvPr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Estrangulamiento de divisas</a:t>
            </a:r>
            <a:endParaRPr lang="es-AR" dirty="0"/>
          </a:p>
        </p:txBody>
      </p:sp>
      <p:sp>
        <p:nvSpPr>
          <p:cNvPr id="20" name="4 Rectángulo redondeado">
            <a:extLst>
              <a:ext uri="{FF2B5EF4-FFF2-40B4-BE49-F238E27FC236}">
                <a16:creationId xmlns:a16="http://schemas.microsoft.com/office/drawing/2014/main" id="{DACC3C83-4441-4AE0-B394-A569C76DF743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EF9B500D-2069-4A88-ADBD-35E264B2E7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7951286"/>
              </p:ext>
            </p:extLst>
          </p:nvPr>
        </p:nvGraphicFramePr>
        <p:xfrm>
          <a:off x="395848" y="1820196"/>
          <a:ext cx="8748152" cy="5037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16 Rectángulo redondeado"/>
          <p:cNvSpPr/>
          <p:nvPr/>
        </p:nvSpPr>
        <p:spPr>
          <a:xfrm>
            <a:off x="2195736" y="692696"/>
            <a:ext cx="5040560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Variación interanual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Gráfico 17" descr="Mano con dedo índice apuntando a la derecha">
            <a:extLst>
              <a:ext uri="{FF2B5EF4-FFF2-40B4-BE49-F238E27FC236}">
                <a16:creationId xmlns:a16="http://schemas.microsoft.com/office/drawing/2014/main" id="{295BC905-F54D-48A5-9E4F-90A6CA7D2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423400">
            <a:off x="1596215" y="3644498"/>
            <a:ext cx="837895" cy="914400"/>
          </a:xfrm>
          <a:prstGeom prst="rect">
            <a:avLst/>
          </a:prstGeom>
        </p:spPr>
      </p:pic>
      <p:pic>
        <p:nvPicPr>
          <p:cNvPr id="19" name="Gráfico 18" descr="Mano con dedo índice apuntando a la derecha">
            <a:extLst>
              <a:ext uri="{FF2B5EF4-FFF2-40B4-BE49-F238E27FC236}">
                <a16:creationId xmlns:a16="http://schemas.microsoft.com/office/drawing/2014/main" id="{BDC8F002-35A7-4BFC-9EB0-1DECD04D42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423400">
            <a:off x="588414" y="4652134"/>
            <a:ext cx="837895" cy="914400"/>
          </a:xfrm>
          <a:prstGeom prst="rect">
            <a:avLst/>
          </a:prstGeom>
        </p:spPr>
      </p:pic>
      <p:pic>
        <p:nvPicPr>
          <p:cNvPr id="20" name="Gráfico 19" descr="Mano con dedo índice apuntando a la derecha">
            <a:extLst>
              <a:ext uri="{FF2B5EF4-FFF2-40B4-BE49-F238E27FC236}">
                <a16:creationId xmlns:a16="http://schemas.microsoft.com/office/drawing/2014/main" id="{92ED709A-C7E1-4715-A7EF-E3A627845E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4715216" flipH="1">
            <a:off x="4023560" y="3044283"/>
            <a:ext cx="837895" cy="914400"/>
          </a:xfrm>
          <a:prstGeom prst="rect">
            <a:avLst/>
          </a:prstGeom>
        </p:spPr>
      </p:pic>
      <p:sp>
        <p:nvSpPr>
          <p:cNvPr id="21" name="4 Rectángulo redondeado">
            <a:extLst>
              <a:ext uri="{FF2B5EF4-FFF2-40B4-BE49-F238E27FC236}">
                <a16:creationId xmlns:a16="http://schemas.microsoft.com/office/drawing/2014/main" id="{38F708B4-17EE-4D29-8D29-871987ACADFD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INFLACIÓN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41F2B8-CB89-4112-82FB-45A4C1F4F3F4}"/>
              </a:ext>
            </a:extLst>
          </p:cNvPr>
          <p:cNvSpPr txBox="1"/>
          <p:nvPr/>
        </p:nvSpPr>
        <p:spPr>
          <a:xfrm>
            <a:off x="3859288" y="266556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396686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2195736" y="692696"/>
            <a:ext cx="5040560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 anual PIB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4 Rectángulo redondeado">
            <a:extLst>
              <a:ext uri="{FF2B5EF4-FFF2-40B4-BE49-F238E27FC236}">
                <a16:creationId xmlns:a16="http://schemas.microsoft.com/office/drawing/2014/main" id="{38F708B4-17EE-4D29-8D29-871987ACADFD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</a:t>
            </a: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159261B9-4241-44B3-AA66-F139C8314E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1837381"/>
              </p:ext>
            </p:extLst>
          </p:nvPr>
        </p:nvGraphicFramePr>
        <p:xfrm>
          <a:off x="323528" y="1700808"/>
          <a:ext cx="8820472" cy="504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Gráfico 2" descr="Sirena">
            <a:extLst>
              <a:ext uri="{FF2B5EF4-FFF2-40B4-BE49-F238E27FC236}">
                <a16:creationId xmlns:a16="http://schemas.microsoft.com/office/drawing/2014/main" id="{BBAB04A4-61DC-4026-A9EF-270990597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1800" y="5301208"/>
            <a:ext cx="673224" cy="673224"/>
          </a:xfrm>
          <a:prstGeom prst="rect">
            <a:avLst/>
          </a:prstGeom>
        </p:spPr>
      </p:pic>
      <p:pic>
        <p:nvPicPr>
          <p:cNvPr id="12" name="Gráfico 11" descr="Sirena">
            <a:extLst>
              <a:ext uri="{FF2B5EF4-FFF2-40B4-BE49-F238E27FC236}">
                <a16:creationId xmlns:a16="http://schemas.microsoft.com/office/drawing/2014/main" id="{83A66FCE-3E43-44E5-B7DB-440820312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7821" y="4869160"/>
            <a:ext cx="673224" cy="67322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131D0D9-B0DC-4566-9AE8-67003F74F431}"/>
              </a:ext>
            </a:extLst>
          </p:cNvPr>
          <p:cNvSpPr txBox="1"/>
          <p:nvPr/>
        </p:nvSpPr>
        <p:spPr>
          <a:xfrm>
            <a:off x="6862364" y="450912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8661838-2DE2-4891-89FE-74BB2A97E0C4}"/>
              </a:ext>
            </a:extLst>
          </p:cNvPr>
          <p:cNvSpPr/>
          <p:nvPr/>
        </p:nvSpPr>
        <p:spPr>
          <a:xfrm>
            <a:off x="6862364" y="3068960"/>
            <a:ext cx="2750196" cy="20882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60102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 redondeado"/>
          <p:cNvSpPr/>
          <p:nvPr/>
        </p:nvSpPr>
        <p:spPr>
          <a:xfrm>
            <a:off x="2447764" y="665312"/>
            <a:ext cx="4320480" cy="66298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Resolver el estrangulamiento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3923928" y="1556792"/>
            <a:ext cx="1368152" cy="57606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1951-52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20 Rectángulo redondeado"/>
          <p:cNvSpPr/>
          <p:nvPr/>
        </p:nvSpPr>
        <p:spPr>
          <a:xfrm>
            <a:off x="5148064" y="1457400"/>
            <a:ext cx="864096" cy="36223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Sequía</a:t>
            </a:r>
            <a:endParaRPr lang="es-AR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21 Rectángulo redondeado"/>
          <p:cNvSpPr/>
          <p:nvPr/>
        </p:nvSpPr>
        <p:spPr>
          <a:xfrm>
            <a:off x="2807804" y="2599251"/>
            <a:ext cx="3600400" cy="79208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Evidente necesidad de resolver el </a:t>
            </a:r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estrangulamiento de divisas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22 Rectángulo redondeado"/>
          <p:cNvSpPr/>
          <p:nvPr/>
        </p:nvSpPr>
        <p:spPr>
          <a:xfrm>
            <a:off x="2411760" y="4869160"/>
            <a:ext cx="4392488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Incentivos a la actividad rural</a:t>
            </a:r>
          </a:p>
          <a:p>
            <a:pPr algn="ctr"/>
            <a:r>
              <a:rPr lang="es-ES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Cooperación de capital extranjero</a:t>
            </a:r>
            <a:endParaRPr lang="es-AR" b="1" i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23 Rectángulo redondeado"/>
          <p:cNvSpPr/>
          <p:nvPr/>
        </p:nvSpPr>
        <p:spPr>
          <a:xfrm>
            <a:off x="2915816" y="3861048"/>
            <a:ext cx="3384376" cy="50405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gobierno</a:t>
            </a:r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Perón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25 Rectángulo redondeado"/>
          <p:cNvSpPr/>
          <p:nvPr/>
        </p:nvSpPr>
        <p:spPr>
          <a:xfrm>
            <a:off x="7492076" y="4147730"/>
            <a:ext cx="1404156" cy="681374"/>
          </a:xfrm>
          <a:prstGeom prst="roundRect">
            <a:avLst>
              <a:gd name="adj" fmla="val 13978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 de rumbo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Rectángulo redondeado"/>
          <p:cNvSpPr/>
          <p:nvPr/>
        </p:nvSpPr>
        <p:spPr>
          <a:xfrm>
            <a:off x="2411760" y="6021288"/>
            <a:ext cx="4392488" cy="432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Derrocamiento en el `55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28 Conector recto de flecha"/>
          <p:cNvCxnSpPr>
            <a:cxnSpLocks/>
            <a:stCxn id="20" idx="2"/>
            <a:endCxn id="22" idx="0"/>
          </p:cNvCxnSpPr>
          <p:nvPr/>
        </p:nvCxnSpPr>
        <p:spPr>
          <a:xfrm>
            <a:off x="4608004" y="2132856"/>
            <a:ext cx="0" cy="466395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>
            <a:cxnSpLocks/>
            <a:stCxn id="22" idx="2"/>
            <a:endCxn id="24" idx="0"/>
          </p:cNvCxnSpPr>
          <p:nvPr/>
        </p:nvCxnSpPr>
        <p:spPr>
          <a:xfrm>
            <a:off x="4608004" y="3391339"/>
            <a:ext cx="0" cy="469709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 de flecha"/>
          <p:cNvCxnSpPr>
            <a:stCxn id="24" idx="2"/>
            <a:endCxn id="23" idx="0"/>
          </p:cNvCxnSpPr>
          <p:nvPr/>
        </p:nvCxnSpPr>
        <p:spPr>
          <a:xfrm>
            <a:off x="4608004" y="4365104"/>
            <a:ext cx="0" cy="50405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áfico 13" descr="Mano con dedo índice apuntando a la derecha">
            <a:extLst>
              <a:ext uri="{FF2B5EF4-FFF2-40B4-BE49-F238E27FC236}">
                <a16:creationId xmlns:a16="http://schemas.microsoft.com/office/drawing/2014/main" id="{F0160C67-BA35-4962-8E50-F21747A7A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032945" flipH="1">
            <a:off x="6745446" y="4584577"/>
            <a:ext cx="837895" cy="914400"/>
          </a:xfrm>
          <a:prstGeom prst="rect">
            <a:avLst/>
          </a:prstGeom>
        </p:spPr>
      </p:pic>
      <p:sp>
        <p:nvSpPr>
          <p:cNvPr id="16" name="4 Rectángulo redondeado">
            <a:extLst>
              <a:ext uri="{FF2B5EF4-FFF2-40B4-BE49-F238E27FC236}">
                <a16:creationId xmlns:a16="http://schemas.microsoft.com/office/drawing/2014/main" id="{8D596124-CBF9-4D75-8F4A-0C93A1D0B590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 DE RUMBO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4 Rectángulo redondeado">
            <a:extLst>
              <a:ext uri="{FF2B5EF4-FFF2-40B4-BE49-F238E27FC236}">
                <a16:creationId xmlns:a16="http://schemas.microsoft.com/office/drawing/2014/main" id="{8D596124-CBF9-4D75-8F4A-0C93A1D0B590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 DE RUMBO</a:t>
            </a:r>
          </a:p>
        </p:txBody>
      </p:sp>
      <p:sp>
        <p:nvSpPr>
          <p:cNvPr id="18" name="11 CuadroTexto">
            <a:extLst>
              <a:ext uri="{FF2B5EF4-FFF2-40B4-BE49-F238E27FC236}">
                <a16:creationId xmlns:a16="http://schemas.microsoft.com/office/drawing/2014/main" id="{25908818-7030-4849-AEF5-A5C9133B26BB}"/>
              </a:ext>
            </a:extLst>
          </p:cNvPr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Retenciones Implícitas</a:t>
            </a:r>
            <a:endParaRPr lang="es-AR" dirty="0"/>
          </a:p>
        </p:txBody>
      </p:sp>
      <p:graphicFrame>
        <p:nvGraphicFramePr>
          <p:cNvPr id="19" name="Gráfico 18">
            <a:extLst>
              <a:ext uri="{FF2B5EF4-FFF2-40B4-BE49-F238E27FC236}">
                <a16:creationId xmlns:a16="http://schemas.microsoft.com/office/drawing/2014/main" id="{EE817925-9D36-4F4E-8765-AC1F863790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505211"/>
              </p:ext>
            </p:extLst>
          </p:nvPr>
        </p:nvGraphicFramePr>
        <p:xfrm>
          <a:off x="467544" y="1340768"/>
          <a:ext cx="8208912" cy="4392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764898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4 Rectángulo redondeado">
            <a:extLst>
              <a:ext uri="{FF2B5EF4-FFF2-40B4-BE49-F238E27FC236}">
                <a16:creationId xmlns:a16="http://schemas.microsoft.com/office/drawing/2014/main" id="{8D596124-CBF9-4D75-8F4A-0C93A1D0B590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 DE RUMBO</a:t>
            </a:r>
          </a:p>
        </p:txBody>
      </p:sp>
      <p:sp>
        <p:nvSpPr>
          <p:cNvPr id="18" name="11 CuadroTexto">
            <a:extLst>
              <a:ext uri="{FF2B5EF4-FFF2-40B4-BE49-F238E27FC236}">
                <a16:creationId xmlns:a16="http://schemas.microsoft.com/office/drawing/2014/main" id="{25908818-7030-4849-AEF5-A5C9133B26BB}"/>
              </a:ext>
            </a:extLst>
          </p:cNvPr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Cuenta Capital</a:t>
            </a:r>
            <a:endParaRPr lang="es-AR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BB3B6322-D92C-42BF-9625-5ABBF31160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7119068"/>
              </p:ext>
            </p:extLst>
          </p:nvPr>
        </p:nvGraphicFramePr>
        <p:xfrm>
          <a:off x="107504" y="1250668"/>
          <a:ext cx="8856984" cy="5274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C37C2D53-D43E-45A5-9119-1DCFD03A0ABE}"/>
              </a:ext>
            </a:extLst>
          </p:cNvPr>
          <p:cNvSpPr txBox="1"/>
          <p:nvPr/>
        </p:nvSpPr>
        <p:spPr>
          <a:xfrm>
            <a:off x="4788024" y="2204864"/>
            <a:ext cx="2100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1951: </a:t>
            </a:r>
            <a:r>
              <a:rPr lang="es-AR" b="1" dirty="0" err="1">
                <a:solidFill>
                  <a:schemeClr val="accent1">
                    <a:lumMod val="50000"/>
                  </a:schemeClr>
                </a:solidFill>
              </a:rPr>
              <a:t>inst.</a:t>
            </a:r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AR" b="1" dirty="0" err="1">
                <a:solidFill>
                  <a:schemeClr val="accent1">
                    <a:lumMod val="50000"/>
                  </a:schemeClr>
                </a:solidFill>
              </a:rPr>
              <a:t>of</a:t>
            </a:r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 y </a:t>
            </a:r>
            <a:r>
              <a:rPr lang="es-AR" b="1" dirty="0" err="1">
                <a:solidFill>
                  <a:schemeClr val="accent1">
                    <a:lumMod val="50000"/>
                  </a:schemeClr>
                </a:solidFill>
              </a:rPr>
              <a:t>banc</a:t>
            </a:r>
            <a:endParaRPr lang="es-A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8E6D24-76C0-4564-8C01-264487375A17}"/>
              </a:ext>
            </a:extLst>
          </p:cNvPr>
          <p:cNvSpPr txBox="1"/>
          <p:nvPr/>
        </p:nvSpPr>
        <p:spPr>
          <a:xfrm>
            <a:off x="6516216" y="1560685"/>
            <a:ext cx="2162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1952: sec. </a:t>
            </a:r>
            <a:r>
              <a:rPr lang="es-AR" b="1" dirty="0" err="1">
                <a:solidFill>
                  <a:schemeClr val="accent1">
                    <a:lumMod val="50000"/>
                  </a:schemeClr>
                </a:solidFill>
              </a:rPr>
              <a:t>Priv</a:t>
            </a:r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 no fin</a:t>
            </a:r>
          </a:p>
        </p:txBody>
      </p:sp>
    </p:spTree>
    <p:extLst>
      <p:ext uri="{BB962C8B-B14F-4D97-AF65-F5344CB8AC3E}">
        <p14:creationId xmlns:p14="http://schemas.microsoft.com/office/powerpoint/2010/main" val="10693675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 redondeado"/>
          <p:cNvSpPr/>
          <p:nvPr/>
        </p:nvSpPr>
        <p:spPr>
          <a:xfrm>
            <a:off x="1403648" y="3350974"/>
            <a:ext cx="6552728" cy="237626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medidas del segundo Peronismo</a:t>
            </a:r>
            <a:endParaRPr lang="es-AR" sz="3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4 Rectángulo redondeado">
            <a:extLst>
              <a:ext uri="{FF2B5EF4-FFF2-40B4-BE49-F238E27FC236}">
                <a16:creationId xmlns:a16="http://schemas.microsoft.com/office/drawing/2014/main" id="{8D596124-CBF9-4D75-8F4A-0C93A1D0B590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 DE RUMBO</a:t>
            </a:r>
          </a:p>
        </p:txBody>
      </p:sp>
      <p:sp>
        <p:nvSpPr>
          <p:cNvPr id="4" name="27 Rectángulo redondeado">
            <a:hlinkClick r:id="rId2"/>
            <a:extLst>
              <a:ext uri="{FF2B5EF4-FFF2-40B4-BE49-F238E27FC236}">
                <a16:creationId xmlns:a16="http://schemas.microsoft.com/office/drawing/2014/main" id="{0202790E-2C79-4284-9718-BA65B4B70907}"/>
              </a:ext>
            </a:extLst>
          </p:cNvPr>
          <p:cNvSpPr/>
          <p:nvPr/>
        </p:nvSpPr>
        <p:spPr>
          <a:xfrm>
            <a:off x="2375756" y="1495467"/>
            <a:ext cx="4392488" cy="432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FRENEMOS…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01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 redondeado"/>
          <p:cNvSpPr/>
          <p:nvPr/>
        </p:nvSpPr>
        <p:spPr>
          <a:xfrm>
            <a:off x="2447764" y="665312"/>
            <a:ext cx="4320480" cy="66298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NUEVOS EJES DE LA POLÍTICA PERONISTA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Rectángulo redondeado">
            <a:hlinkClick r:id="rId2"/>
          </p:cNvPr>
          <p:cNvSpPr/>
          <p:nvPr/>
        </p:nvSpPr>
        <p:spPr>
          <a:xfrm>
            <a:off x="539552" y="2008042"/>
            <a:ext cx="4392488" cy="432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Económico 1952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4 Rectángulo redondeado">
            <a:extLst>
              <a:ext uri="{FF2B5EF4-FFF2-40B4-BE49-F238E27FC236}">
                <a16:creationId xmlns:a16="http://schemas.microsoft.com/office/drawing/2014/main" id="{8D596124-CBF9-4D75-8F4A-0C93A1D0B590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 DE RUMBO</a:t>
            </a:r>
          </a:p>
        </p:txBody>
      </p:sp>
      <p:sp>
        <p:nvSpPr>
          <p:cNvPr id="17" name="27 Rectángulo redondeado">
            <a:extLst>
              <a:ext uri="{FF2B5EF4-FFF2-40B4-BE49-F238E27FC236}">
                <a16:creationId xmlns:a16="http://schemas.microsoft.com/office/drawing/2014/main" id="{F1F1F241-E2D7-4329-8FEF-5369A6368414}"/>
              </a:ext>
            </a:extLst>
          </p:cNvPr>
          <p:cNvSpPr/>
          <p:nvPr/>
        </p:nvSpPr>
        <p:spPr>
          <a:xfrm>
            <a:off x="4355976" y="2903815"/>
            <a:ext cx="4392488" cy="432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Plan Quinquenal 1954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27 Rectángulo redondeado">
            <a:extLst>
              <a:ext uri="{FF2B5EF4-FFF2-40B4-BE49-F238E27FC236}">
                <a16:creationId xmlns:a16="http://schemas.microsoft.com/office/drawing/2014/main" id="{8DF966D7-BB54-4701-8CD7-B6FDE9B4999C}"/>
              </a:ext>
            </a:extLst>
          </p:cNvPr>
          <p:cNvSpPr/>
          <p:nvPr/>
        </p:nvSpPr>
        <p:spPr>
          <a:xfrm>
            <a:off x="1187624" y="5305669"/>
            <a:ext cx="6768752" cy="82423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¿Para Qué?: Resolver 2 problemas…</a:t>
            </a:r>
          </a:p>
        </p:txBody>
      </p:sp>
    </p:spTree>
    <p:extLst>
      <p:ext uri="{BB962C8B-B14F-4D97-AF65-F5344CB8AC3E}">
        <p14:creationId xmlns:p14="http://schemas.microsoft.com/office/powerpoint/2010/main" val="20974383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4 Rectángulo redondeado">
            <a:extLst>
              <a:ext uri="{FF2B5EF4-FFF2-40B4-BE49-F238E27FC236}">
                <a16:creationId xmlns:a16="http://schemas.microsoft.com/office/drawing/2014/main" id="{930B8ED8-F49A-48E7-8EA6-C980C0677E4D}"/>
              </a:ext>
            </a:extLst>
          </p:cNvPr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SURGIMIENTO DE DOS PROBLEMAS RELACIONADOS</a:t>
            </a:r>
          </a:p>
        </p:txBody>
      </p:sp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DA149BEF-4ACD-4F44-9386-EC2B7874C588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 Y CRECIMIENTO</a:t>
            </a:r>
          </a:p>
        </p:txBody>
      </p:sp>
    </p:spTree>
    <p:extLst>
      <p:ext uri="{BB962C8B-B14F-4D97-AF65-F5344CB8AC3E}">
        <p14:creationId xmlns:p14="http://schemas.microsoft.com/office/powerpoint/2010/main" val="24363463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1714480" y="2449388"/>
            <a:ext cx="5661272" cy="1714512"/>
          </a:xfrm>
          <a:prstGeom prst="roundRect">
            <a:avLst>
              <a:gd name="adj" fmla="val 893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</a:t>
            </a:r>
            <a:endParaRPr lang="es-AR" sz="6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455480" y="4437112"/>
            <a:ext cx="8364992" cy="1872208"/>
          </a:xfrm>
          <a:prstGeom prst="roundRect">
            <a:avLst>
              <a:gd name="adj" fmla="val 942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Políticamente, no se la veía como un problema, pero…</a:t>
            </a:r>
          </a:p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(ver qué decían las memorias del BCRA)</a:t>
            </a:r>
          </a:p>
          <a:p>
            <a:pPr algn="ctr"/>
            <a:endParaRPr lang="es-E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Desde el “ideario” político de la época,</a:t>
            </a: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la veía como una aliada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redistribución</a:t>
            </a: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(esta idea duraría poco)</a:t>
            </a:r>
            <a:endParaRPr lang="es-E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4 Rectángulo redondeado">
            <a:extLst>
              <a:ext uri="{FF2B5EF4-FFF2-40B4-BE49-F238E27FC236}">
                <a16:creationId xmlns:a16="http://schemas.microsoft.com/office/drawing/2014/main" id="{A7212198-B616-4132-A7B8-215D4546FF72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DE LARGO PLAZO I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81518A3-B76A-4C63-B784-1D489B0A97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lum bright="20000"/>
          </a:blip>
          <a:srcRect r="2405"/>
          <a:stretch/>
        </p:blipFill>
        <p:spPr>
          <a:xfrm>
            <a:off x="251520" y="836712"/>
            <a:ext cx="6123519" cy="282206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B3B483E-9D63-465A-BB38-FDCC98BCA3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lum bright="20000"/>
          </a:blip>
          <a:srcRect r="912"/>
          <a:stretch/>
        </p:blipFill>
        <p:spPr>
          <a:xfrm>
            <a:off x="480274" y="3586767"/>
            <a:ext cx="5841013" cy="1570425"/>
          </a:xfrm>
          <a:prstGeom prst="rect">
            <a:avLst/>
          </a:prstGeom>
          <a:ln>
            <a:noFill/>
          </a:ln>
        </p:spPr>
      </p:pic>
      <p:sp>
        <p:nvSpPr>
          <p:cNvPr id="8" name="25 Rectángulo redondeado">
            <a:extLst>
              <a:ext uri="{FF2B5EF4-FFF2-40B4-BE49-F238E27FC236}">
                <a16:creationId xmlns:a16="http://schemas.microsoft.com/office/drawing/2014/main" id="{BC043C43-8C9A-499B-8A7C-7BD87D001F5C}"/>
              </a:ext>
            </a:extLst>
          </p:cNvPr>
          <p:cNvSpPr/>
          <p:nvPr/>
        </p:nvSpPr>
        <p:spPr>
          <a:xfrm>
            <a:off x="6823760" y="821300"/>
            <a:ext cx="1955312" cy="57448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 del BCRA 1945</a:t>
            </a:r>
            <a:endParaRPr lang="es-AR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87D16A-CFF5-4097-A52C-32A23E81EE2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lum bright="20000"/>
          </a:blip>
          <a:srcRect r="2553"/>
          <a:stretch/>
        </p:blipFill>
        <p:spPr>
          <a:xfrm>
            <a:off x="623473" y="5236907"/>
            <a:ext cx="5604712" cy="1557844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4F5CC26-157F-44B7-8163-864B3C0BEE87}"/>
              </a:ext>
            </a:extLst>
          </p:cNvPr>
          <p:cNvSpPr/>
          <p:nvPr/>
        </p:nvSpPr>
        <p:spPr>
          <a:xfrm>
            <a:off x="3040832" y="1988840"/>
            <a:ext cx="936104" cy="258903"/>
          </a:xfrm>
          <a:prstGeom prst="round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DEA15D4-E23D-476A-A5EA-80B4D9B0F9A4}"/>
              </a:ext>
            </a:extLst>
          </p:cNvPr>
          <p:cNvSpPr/>
          <p:nvPr/>
        </p:nvSpPr>
        <p:spPr>
          <a:xfrm>
            <a:off x="480274" y="3106987"/>
            <a:ext cx="5747910" cy="488274"/>
          </a:xfrm>
          <a:prstGeom prst="round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FF867DD-DA84-4DC2-90E4-B24224367270}"/>
              </a:ext>
            </a:extLst>
          </p:cNvPr>
          <p:cNvSpPr/>
          <p:nvPr/>
        </p:nvSpPr>
        <p:spPr>
          <a:xfrm>
            <a:off x="3976936" y="3975049"/>
            <a:ext cx="1531168" cy="305960"/>
          </a:xfrm>
          <a:prstGeom prst="round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6F9A20B-4B25-4D12-AD4A-911512029BC2}"/>
              </a:ext>
            </a:extLst>
          </p:cNvPr>
          <p:cNvSpPr/>
          <p:nvPr/>
        </p:nvSpPr>
        <p:spPr>
          <a:xfrm>
            <a:off x="5320581" y="5175204"/>
            <a:ext cx="907603" cy="298262"/>
          </a:xfrm>
          <a:prstGeom prst="round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08BA949-1B2F-485A-AE24-B3C3B377CA95}"/>
              </a:ext>
            </a:extLst>
          </p:cNvPr>
          <p:cNvSpPr/>
          <p:nvPr/>
        </p:nvSpPr>
        <p:spPr>
          <a:xfrm>
            <a:off x="534027" y="5447482"/>
            <a:ext cx="5694158" cy="211195"/>
          </a:xfrm>
          <a:prstGeom prst="round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36A4D06-64C5-4ABE-BBA9-5C8B2910461C}"/>
              </a:ext>
            </a:extLst>
          </p:cNvPr>
          <p:cNvSpPr/>
          <p:nvPr/>
        </p:nvSpPr>
        <p:spPr>
          <a:xfrm>
            <a:off x="534026" y="5658678"/>
            <a:ext cx="3663815" cy="241878"/>
          </a:xfrm>
          <a:prstGeom prst="round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Gráfico 15" descr="Mano con dedo índice apuntando a la derecha">
            <a:extLst>
              <a:ext uri="{FF2B5EF4-FFF2-40B4-BE49-F238E27FC236}">
                <a16:creationId xmlns:a16="http://schemas.microsoft.com/office/drawing/2014/main" id="{1C4AD10F-7945-4757-860D-5BADD89CE9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120986" flipH="1">
            <a:off x="6124110" y="1473279"/>
            <a:ext cx="837895" cy="914400"/>
          </a:xfrm>
          <a:prstGeom prst="rect">
            <a:avLst/>
          </a:prstGeom>
        </p:spPr>
      </p:pic>
      <p:sp>
        <p:nvSpPr>
          <p:cNvPr id="19" name="7 CuadroTexto">
            <a:extLst>
              <a:ext uri="{FF2B5EF4-FFF2-40B4-BE49-F238E27FC236}">
                <a16:creationId xmlns:a16="http://schemas.microsoft.com/office/drawing/2014/main" id="{538D898C-3BA9-4A13-8DDA-8B747F10F3F9}"/>
              </a:ext>
            </a:extLst>
          </p:cNvPr>
          <p:cNvSpPr txBox="1"/>
          <p:nvPr/>
        </p:nvSpPr>
        <p:spPr>
          <a:xfrm>
            <a:off x="6971296" y="1656608"/>
            <a:ext cx="1660241" cy="5482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nuevo problema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Gráfico 19" descr="Mano con dedo índice apuntando a la derecha">
            <a:extLst>
              <a:ext uri="{FF2B5EF4-FFF2-40B4-BE49-F238E27FC236}">
                <a16:creationId xmlns:a16="http://schemas.microsoft.com/office/drawing/2014/main" id="{E761C26D-83C3-4DCF-B250-1365A35513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120986" flipH="1">
            <a:off x="6124109" y="2800504"/>
            <a:ext cx="837895" cy="914400"/>
          </a:xfrm>
          <a:prstGeom prst="rect">
            <a:avLst/>
          </a:prstGeom>
        </p:spPr>
      </p:pic>
      <p:sp>
        <p:nvSpPr>
          <p:cNvPr id="21" name="7 CuadroTexto">
            <a:extLst>
              <a:ext uri="{FF2B5EF4-FFF2-40B4-BE49-F238E27FC236}">
                <a16:creationId xmlns:a16="http://schemas.microsoft.com/office/drawing/2014/main" id="{29FAA320-25A4-4163-9A2D-E4649825F264}"/>
              </a:ext>
            </a:extLst>
          </p:cNvPr>
          <p:cNvSpPr txBox="1"/>
          <p:nvPr/>
        </p:nvSpPr>
        <p:spPr>
          <a:xfrm>
            <a:off x="6971296" y="2996952"/>
            <a:ext cx="1660241" cy="5482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urgencia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áfico 21" descr="Mano con dedo índice apuntando a la derecha">
            <a:extLst>
              <a:ext uri="{FF2B5EF4-FFF2-40B4-BE49-F238E27FC236}">
                <a16:creationId xmlns:a16="http://schemas.microsoft.com/office/drawing/2014/main" id="{D85E6408-8CE4-4E8D-9DCB-79772BC123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120986" flipH="1">
            <a:off x="6139120" y="3590813"/>
            <a:ext cx="837895" cy="914400"/>
          </a:xfrm>
          <a:prstGeom prst="rect">
            <a:avLst/>
          </a:prstGeom>
        </p:spPr>
      </p:pic>
      <p:sp>
        <p:nvSpPr>
          <p:cNvPr id="23" name="7 CuadroTexto">
            <a:extLst>
              <a:ext uri="{FF2B5EF4-FFF2-40B4-BE49-F238E27FC236}">
                <a16:creationId xmlns:a16="http://schemas.microsoft.com/office/drawing/2014/main" id="{7BB99432-3DE1-4EAF-867C-EABE980A6EC7}"/>
              </a:ext>
            </a:extLst>
          </p:cNvPr>
          <p:cNvSpPr txBox="1"/>
          <p:nvPr/>
        </p:nvSpPr>
        <p:spPr>
          <a:xfrm>
            <a:off x="6971296" y="3744840"/>
            <a:ext cx="1660241" cy="5482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causas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Gráfico 23" descr="Mano con dedo índice apuntando a la derecha">
            <a:extLst>
              <a:ext uri="{FF2B5EF4-FFF2-40B4-BE49-F238E27FC236}">
                <a16:creationId xmlns:a16="http://schemas.microsoft.com/office/drawing/2014/main" id="{E888E54A-147E-4148-8269-690C72820A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120986" flipH="1">
            <a:off x="6183103" y="4934643"/>
            <a:ext cx="837895" cy="914400"/>
          </a:xfrm>
          <a:prstGeom prst="rect">
            <a:avLst/>
          </a:prstGeom>
        </p:spPr>
      </p:pic>
      <p:sp>
        <p:nvSpPr>
          <p:cNvPr id="25" name="7 CuadroTexto">
            <a:extLst>
              <a:ext uri="{FF2B5EF4-FFF2-40B4-BE49-F238E27FC236}">
                <a16:creationId xmlns:a16="http://schemas.microsoft.com/office/drawing/2014/main" id="{F12C82C4-3A0D-4641-808F-437134A8462F}"/>
              </a:ext>
            </a:extLst>
          </p:cNvPr>
          <p:cNvSpPr txBox="1"/>
          <p:nvPr/>
        </p:nvSpPr>
        <p:spPr>
          <a:xfrm>
            <a:off x="6971296" y="5099074"/>
            <a:ext cx="1660241" cy="5482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consecuencias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4 Rectángulo redondeado">
            <a:extLst>
              <a:ext uri="{FF2B5EF4-FFF2-40B4-BE49-F238E27FC236}">
                <a16:creationId xmlns:a16="http://schemas.microsoft.com/office/drawing/2014/main" id="{65230C6F-9AEA-44B4-B20C-8B51709E14DA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INFLACIÓN</a:t>
            </a:r>
          </a:p>
        </p:txBody>
      </p:sp>
    </p:spTree>
    <p:extLst>
      <p:ext uri="{BB962C8B-B14F-4D97-AF65-F5344CB8AC3E}">
        <p14:creationId xmlns:p14="http://schemas.microsoft.com/office/powerpoint/2010/main" val="19927423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1 Gráfico"/>
          <p:cNvGraphicFramePr/>
          <p:nvPr>
            <p:extLst>
              <p:ext uri="{D42A27DB-BD31-4B8C-83A1-F6EECF244321}">
                <p14:modId xmlns:p14="http://schemas.microsoft.com/office/powerpoint/2010/main" val="1096042343"/>
              </p:ext>
            </p:extLst>
          </p:nvPr>
        </p:nvGraphicFramePr>
        <p:xfrm>
          <a:off x="1043608" y="1484784"/>
          <a:ext cx="7056784" cy="4824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538118" y="3582137"/>
            <a:ext cx="12230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Sector externo y déficit público</a:t>
            </a:r>
          </a:p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1941-1945</a:t>
            </a:r>
            <a:endParaRPr lang="es-AR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15 CuadroTexto"/>
          <p:cNvSpPr txBox="1"/>
          <p:nvPr/>
        </p:nvSpPr>
        <p:spPr>
          <a:xfrm>
            <a:off x="4716016" y="3268326"/>
            <a:ext cx="15841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Políticas expansionistas (1946-1948): </a:t>
            </a:r>
          </a:p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presiones de demanda</a:t>
            </a:r>
            <a:endParaRPr lang="es-AR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CuadroTexto"/>
          <p:cNvSpPr txBox="1"/>
          <p:nvPr/>
        </p:nvSpPr>
        <p:spPr>
          <a:xfrm>
            <a:off x="7313560" y="3646823"/>
            <a:ext cx="12230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1949 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escasez de divisas y </a:t>
            </a:r>
          </a:p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políticas para darle remedio</a:t>
            </a:r>
            <a:endParaRPr lang="es-AR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16 Rectángulo redondeado"/>
          <p:cNvSpPr/>
          <p:nvPr/>
        </p:nvSpPr>
        <p:spPr>
          <a:xfrm>
            <a:off x="2195736" y="692696"/>
            <a:ext cx="5040560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Surgimiento de inflación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Gráfico 17" descr="Mano con dedo índice apuntando a la derecha">
            <a:extLst>
              <a:ext uri="{FF2B5EF4-FFF2-40B4-BE49-F238E27FC236}">
                <a16:creationId xmlns:a16="http://schemas.microsoft.com/office/drawing/2014/main" id="{295BC905-F54D-48A5-9E4F-90A6CA7D2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423400">
            <a:off x="5389912" y="4294488"/>
            <a:ext cx="837895" cy="914400"/>
          </a:xfrm>
          <a:prstGeom prst="rect">
            <a:avLst/>
          </a:prstGeom>
        </p:spPr>
      </p:pic>
      <p:pic>
        <p:nvPicPr>
          <p:cNvPr id="19" name="Gráfico 18" descr="Mano con dedo índice apuntando a la derecha">
            <a:extLst>
              <a:ext uri="{FF2B5EF4-FFF2-40B4-BE49-F238E27FC236}">
                <a16:creationId xmlns:a16="http://schemas.microsoft.com/office/drawing/2014/main" id="{BDC8F002-35A7-4BFC-9EB0-1DECD04D42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423400">
            <a:off x="4548901" y="4454855"/>
            <a:ext cx="837895" cy="914400"/>
          </a:xfrm>
          <a:prstGeom prst="rect">
            <a:avLst/>
          </a:prstGeom>
        </p:spPr>
      </p:pic>
      <p:pic>
        <p:nvPicPr>
          <p:cNvPr id="20" name="Gráfico 19" descr="Mano con dedo índice apuntando a la derecha">
            <a:extLst>
              <a:ext uri="{FF2B5EF4-FFF2-40B4-BE49-F238E27FC236}">
                <a16:creationId xmlns:a16="http://schemas.microsoft.com/office/drawing/2014/main" id="{92ED709A-C7E1-4715-A7EF-E3A627845E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6198" flipH="1">
            <a:off x="6691474" y="4388412"/>
            <a:ext cx="837895" cy="914400"/>
          </a:xfrm>
          <a:prstGeom prst="rect">
            <a:avLst/>
          </a:prstGeom>
        </p:spPr>
      </p:pic>
      <p:sp>
        <p:nvSpPr>
          <p:cNvPr id="21" name="4 Rectángulo redondeado">
            <a:extLst>
              <a:ext uri="{FF2B5EF4-FFF2-40B4-BE49-F238E27FC236}">
                <a16:creationId xmlns:a16="http://schemas.microsoft.com/office/drawing/2014/main" id="{38F708B4-17EE-4D29-8D29-871987ACADFD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INFLACIÓN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Rectángulo redondeado"/>
          <p:cNvSpPr/>
          <p:nvPr/>
        </p:nvSpPr>
        <p:spPr>
          <a:xfrm>
            <a:off x="1249150" y="1863658"/>
            <a:ext cx="201622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de 1949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30 Rectángulo redondeado"/>
          <p:cNvSpPr/>
          <p:nvPr/>
        </p:nvSpPr>
        <p:spPr>
          <a:xfrm>
            <a:off x="1249150" y="3015762"/>
            <a:ext cx="2016224" cy="9361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Políticas expansionistas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40 Conector recto de flecha"/>
          <p:cNvCxnSpPr>
            <a:cxnSpLocks/>
            <a:stCxn id="23" idx="2"/>
            <a:endCxn id="31" idx="0"/>
          </p:cNvCxnSpPr>
          <p:nvPr/>
        </p:nvCxnSpPr>
        <p:spPr>
          <a:xfrm>
            <a:off x="2257262" y="2583738"/>
            <a:ext cx="0" cy="432024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Rectángulo redondeado"/>
          <p:cNvSpPr/>
          <p:nvPr/>
        </p:nvSpPr>
        <p:spPr>
          <a:xfrm>
            <a:off x="355985" y="3780193"/>
            <a:ext cx="1901273" cy="1506195"/>
          </a:xfrm>
          <a:prstGeom prst="roundRect">
            <a:avLst>
              <a:gd name="adj" fmla="val 778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Fiscales</a:t>
            </a:r>
          </a:p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Monetarias</a:t>
            </a:r>
          </a:p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Salariales</a:t>
            </a:r>
          </a:p>
          <a:p>
            <a:pPr algn="ctr"/>
            <a:r>
              <a:rPr lang="es-AR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omercio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exterior favorable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3357554" y="4071942"/>
            <a:ext cx="2016224" cy="7143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Presiones inflacionarias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19 Forma"/>
          <p:cNvCxnSpPr>
            <a:stCxn id="31" idx="3"/>
            <a:endCxn id="18" idx="0"/>
          </p:cNvCxnSpPr>
          <p:nvPr/>
        </p:nvCxnSpPr>
        <p:spPr>
          <a:xfrm>
            <a:off x="3265374" y="3483814"/>
            <a:ext cx="1100292" cy="588128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Rectángulo redondeado"/>
          <p:cNvSpPr/>
          <p:nvPr/>
        </p:nvSpPr>
        <p:spPr>
          <a:xfrm>
            <a:off x="4286248" y="4714884"/>
            <a:ext cx="1357322" cy="57150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fueron graves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28 Rectángulo redondeado"/>
          <p:cNvSpPr/>
          <p:nvPr/>
        </p:nvSpPr>
        <p:spPr>
          <a:xfrm>
            <a:off x="4643438" y="5572140"/>
            <a:ext cx="3929090" cy="9361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</a:t>
            </a:r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Intercambio Favorables</a:t>
            </a:r>
          </a:p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Grandes Reservas de divisas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29 Forma"/>
          <p:cNvCxnSpPr>
            <a:stCxn id="28" idx="3"/>
            <a:endCxn id="29" idx="0"/>
          </p:cNvCxnSpPr>
          <p:nvPr/>
        </p:nvCxnSpPr>
        <p:spPr>
          <a:xfrm>
            <a:off x="5643570" y="5000636"/>
            <a:ext cx="964413" cy="571504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6 Rectángulo redondeado">
            <a:extLst>
              <a:ext uri="{FF2B5EF4-FFF2-40B4-BE49-F238E27FC236}">
                <a16:creationId xmlns:a16="http://schemas.microsoft.com/office/drawing/2014/main" id="{3C2DB4DA-9069-4EB6-B163-6BFB4B5C07B4}"/>
              </a:ext>
            </a:extLst>
          </p:cNvPr>
          <p:cNvSpPr/>
          <p:nvPr/>
        </p:nvSpPr>
        <p:spPr>
          <a:xfrm>
            <a:off x="2195736" y="692696"/>
            <a:ext cx="5040560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Surgimiento de inflación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4 Rectángulo redondeado">
            <a:extLst>
              <a:ext uri="{FF2B5EF4-FFF2-40B4-BE49-F238E27FC236}">
                <a16:creationId xmlns:a16="http://schemas.microsoft.com/office/drawing/2014/main" id="{C2C75D8D-9CB6-4478-8BB8-F327BA782865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INFLACIÓN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Rectángulo redondeado"/>
          <p:cNvSpPr/>
          <p:nvPr/>
        </p:nvSpPr>
        <p:spPr>
          <a:xfrm>
            <a:off x="3473624" y="1519672"/>
            <a:ext cx="2196751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1949:</a:t>
            </a: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 de B.C.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24 Rectángulo redondeado"/>
          <p:cNvSpPr/>
          <p:nvPr/>
        </p:nvSpPr>
        <p:spPr>
          <a:xfrm>
            <a:off x="6300192" y="2348880"/>
            <a:ext cx="2016224" cy="86409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Variación de precios relativos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26 Rectángulo redondeado"/>
          <p:cNvSpPr/>
          <p:nvPr/>
        </p:nvSpPr>
        <p:spPr>
          <a:xfrm>
            <a:off x="6300192" y="3429000"/>
            <a:ext cx="201622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 del </a:t>
            </a:r>
          </a:p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nivel de precios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30 Rectángulo redondeado"/>
          <p:cNvSpPr/>
          <p:nvPr/>
        </p:nvSpPr>
        <p:spPr>
          <a:xfrm>
            <a:off x="6300192" y="4509120"/>
            <a:ext cx="2016224" cy="9361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Cambios en la distribución del ingreso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32 Rectángulo redondeado"/>
          <p:cNvSpPr/>
          <p:nvPr/>
        </p:nvSpPr>
        <p:spPr>
          <a:xfrm>
            <a:off x="5220072" y="5733256"/>
            <a:ext cx="201622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Demandas sectoriales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34 Rectángulo redondeado"/>
          <p:cNvSpPr/>
          <p:nvPr/>
        </p:nvSpPr>
        <p:spPr>
          <a:xfrm>
            <a:off x="2123728" y="5733256"/>
            <a:ext cx="201622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satisfechas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36 Rectángulo redondeado"/>
          <p:cNvSpPr/>
          <p:nvPr/>
        </p:nvSpPr>
        <p:spPr>
          <a:xfrm>
            <a:off x="827584" y="4509120"/>
            <a:ext cx="2016224" cy="9361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Variación de precios relativos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37 Rectángulo redondeado"/>
          <p:cNvSpPr/>
          <p:nvPr/>
        </p:nvSpPr>
        <p:spPr>
          <a:xfrm>
            <a:off x="827584" y="3356992"/>
            <a:ext cx="2016224" cy="86409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Nuevo aumento del nivel de precios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39 Rectángulo redondeado"/>
          <p:cNvSpPr/>
          <p:nvPr/>
        </p:nvSpPr>
        <p:spPr>
          <a:xfrm>
            <a:off x="827584" y="2348880"/>
            <a:ext cx="201622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Espiral inflacionario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40 Conector recto de flecha"/>
          <p:cNvCxnSpPr>
            <a:cxnSpLocks/>
            <a:stCxn id="23" idx="3"/>
            <a:endCxn id="25" idx="0"/>
          </p:cNvCxnSpPr>
          <p:nvPr/>
        </p:nvCxnSpPr>
        <p:spPr>
          <a:xfrm>
            <a:off x="5670375" y="1879712"/>
            <a:ext cx="1637929" cy="46916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 de flecha"/>
          <p:cNvCxnSpPr>
            <a:stCxn id="25" idx="2"/>
            <a:endCxn id="27" idx="0"/>
          </p:cNvCxnSpPr>
          <p:nvPr/>
        </p:nvCxnSpPr>
        <p:spPr>
          <a:xfrm>
            <a:off x="7308304" y="3212976"/>
            <a:ext cx="0" cy="216024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 de flecha"/>
          <p:cNvCxnSpPr>
            <a:stCxn id="27" idx="2"/>
            <a:endCxn id="31" idx="0"/>
          </p:cNvCxnSpPr>
          <p:nvPr/>
        </p:nvCxnSpPr>
        <p:spPr>
          <a:xfrm>
            <a:off x="7308304" y="4149080"/>
            <a:ext cx="0" cy="36004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 de flecha"/>
          <p:cNvCxnSpPr>
            <a:stCxn id="37" idx="0"/>
            <a:endCxn id="38" idx="2"/>
          </p:cNvCxnSpPr>
          <p:nvPr/>
        </p:nvCxnSpPr>
        <p:spPr>
          <a:xfrm flipV="1">
            <a:off x="1835696" y="4221088"/>
            <a:ext cx="0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 de flecha"/>
          <p:cNvCxnSpPr>
            <a:stCxn id="38" idx="0"/>
            <a:endCxn id="40" idx="2"/>
          </p:cNvCxnSpPr>
          <p:nvPr/>
        </p:nvCxnSpPr>
        <p:spPr>
          <a:xfrm flipV="1">
            <a:off x="1835696" y="3068960"/>
            <a:ext cx="0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 de flecha"/>
          <p:cNvCxnSpPr>
            <a:stCxn id="31" idx="2"/>
            <a:endCxn id="33" idx="0"/>
          </p:cNvCxnSpPr>
          <p:nvPr/>
        </p:nvCxnSpPr>
        <p:spPr>
          <a:xfrm flipH="1">
            <a:off x="6228184" y="5445224"/>
            <a:ext cx="1080120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 de flecha"/>
          <p:cNvCxnSpPr>
            <a:stCxn id="33" idx="1"/>
            <a:endCxn id="35" idx="3"/>
          </p:cNvCxnSpPr>
          <p:nvPr/>
        </p:nvCxnSpPr>
        <p:spPr>
          <a:xfrm flipH="1">
            <a:off x="4139952" y="6093296"/>
            <a:ext cx="1080120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 de flecha"/>
          <p:cNvCxnSpPr>
            <a:stCxn id="35" idx="0"/>
            <a:endCxn id="37" idx="2"/>
          </p:cNvCxnSpPr>
          <p:nvPr/>
        </p:nvCxnSpPr>
        <p:spPr>
          <a:xfrm flipH="1" flipV="1">
            <a:off x="1835696" y="5445224"/>
            <a:ext cx="1296144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Rectángulo redondeado"/>
          <p:cNvSpPr/>
          <p:nvPr/>
        </p:nvSpPr>
        <p:spPr>
          <a:xfrm>
            <a:off x="6100535" y="1692534"/>
            <a:ext cx="1225152" cy="4320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Requieren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Rectángulo redondeado"/>
          <p:cNvSpPr/>
          <p:nvPr/>
        </p:nvSpPr>
        <p:spPr>
          <a:xfrm>
            <a:off x="3672135" y="2203513"/>
            <a:ext cx="1857388" cy="57741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acceso al capital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áfico 2" descr="Flecha: curva con sentido contrario a las agujas del reloj">
            <a:extLst>
              <a:ext uri="{FF2B5EF4-FFF2-40B4-BE49-F238E27FC236}">
                <a16:creationId xmlns:a16="http://schemas.microsoft.com/office/drawing/2014/main" id="{94B896D0-A63B-4B90-A5A4-C32619ABB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17389">
            <a:off x="7834477" y="1974446"/>
            <a:ext cx="914400" cy="914400"/>
          </a:xfrm>
          <a:prstGeom prst="rect">
            <a:avLst/>
          </a:prstGeom>
        </p:spPr>
      </p:pic>
      <p:sp>
        <p:nvSpPr>
          <p:cNvPr id="30" name="8 CuadroTexto">
            <a:extLst>
              <a:ext uri="{FF2B5EF4-FFF2-40B4-BE49-F238E27FC236}">
                <a16:creationId xmlns:a16="http://schemas.microsoft.com/office/drawing/2014/main" id="{8694290A-9B72-4BFA-AE66-AD54EEBD8C48}"/>
              </a:ext>
            </a:extLst>
          </p:cNvPr>
          <p:cNvSpPr txBox="1"/>
          <p:nvPr/>
        </p:nvSpPr>
        <p:spPr>
          <a:xfrm>
            <a:off x="7755848" y="1484784"/>
            <a:ext cx="1238882" cy="600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 del TC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16 Rectángulo redondeado">
            <a:extLst>
              <a:ext uri="{FF2B5EF4-FFF2-40B4-BE49-F238E27FC236}">
                <a16:creationId xmlns:a16="http://schemas.microsoft.com/office/drawing/2014/main" id="{4A9DF78E-FCF3-4E3B-B433-F85A3170B2DB}"/>
              </a:ext>
            </a:extLst>
          </p:cNvPr>
          <p:cNvSpPr/>
          <p:nvPr/>
        </p:nvSpPr>
        <p:spPr>
          <a:xfrm>
            <a:off x="2195736" y="692696"/>
            <a:ext cx="5040560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Surgimiento de inflación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4 Rectángulo redondeado">
            <a:extLst>
              <a:ext uri="{FF2B5EF4-FFF2-40B4-BE49-F238E27FC236}">
                <a16:creationId xmlns:a16="http://schemas.microsoft.com/office/drawing/2014/main" id="{A3D49931-EB61-4007-981D-D1FA1487F949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INFLACIÓN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1550" t="28771" r="1550" b="5224"/>
          <a:stretch/>
        </p:blipFill>
        <p:spPr>
          <a:xfrm>
            <a:off x="842074" y="2637376"/>
            <a:ext cx="7459852" cy="3184434"/>
          </a:xfrm>
          <a:prstGeom prst="rect">
            <a:avLst/>
          </a:prstGeom>
        </p:spPr>
      </p:pic>
      <p:sp>
        <p:nvSpPr>
          <p:cNvPr id="3" name="Rectángulo: esquinas redondeadas 2"/>
          <p:cNvSpPr/>
          <p:nvPr/>
        </p:nvSpPr>
        <p:spPr>
          <a:xfrm>
            <a:off x="6466277" y="3962783"/>
            <a:ext cx="1886698" cy="762470"/>
          </a:xfrm>
          <a:prstGeom prst="roundRect">
            <a:avLst>
              <a:gd name="adj" fmla="val 1319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anti-inflacionario</a:t>
            </a:r>
            <a:endParaRPr lang="es-E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áfico 7" descr="Mano con dedo índice apuntando a la derecha">
            <a:extLst>
              <a:ext uri="{FF2B5EF4-FFF2-40B4-BE49-F238E27FC236}">
                <a16:creationId xmlns:a16="http://schemas.microsoft.com/office/drawing/2014/main" id="{C3E6952B-CCA8-4104-AECF-2E249650CC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613433" flipH="1">
            <a:off x="5852803" y="4393132"/>
            <a:ext cx="837895" cy="914400"/>
          </a:xfrm>
          <a:prstGeom prst="rect">
            <a:avLst/>
          </a:prstGeom>
        </p:spPr>
      </p:pic>
      <p:sp>
        <p:nvSpPr>
          <p:cNvPr id="7" name="4 Rectángulo redondeado">
            <a:extLst>
              <a:ext uri="{FF2B5EF4-FFF2-40B4-BE49-F238E27FC236}">
                <a16:creationId xmlns:a16="http://schemas.microsoft.com/office/drawing/2014/main" id="{893EDCE4-A4E8-4339-9E70-8B907F13AF0C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INFLACIÓN</a:t>
            </a:r>
          </a:p>
        </p:txBody>
      </p:sp>
      <p:sp>
        <p:nvSpPr>
          <p:cNvPr id="9" name="16 Rectángulo redondeado">
            <a:extLst>
              <a:ext uri="{FF2B5EF4-FFF2-40B4-BE49-F238E27FC236}">
                <a16:creationId xmlns:a16="http://schemas.microsoft.com/office/drawing/2014/main" id="{A699D4AF-2C9E-49E5-9DD5-D9BBA52837B2}"/>
              </a:ext>
            </a:extLst>
          </p:cNvPr>
          <p:cNvSpPr/>
          <p:nvPr/>
        </p:nvSpPr>
        <p:spPr>
          <a:xfrm>
            <a:off x="2195736" y="692696"/>
            <a:ext cx="5040560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Espiral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11 CuadroTexto">
            <a:extLst>
              <a:ext uri="{FF2B5EF4-FFF2-40B4-BE49-F238E27FC236}">
                <a16:creationId xmlns:a16="http://schemas.microsoft.com/office/drawing/2014/main" id="{4F049D27-3907-4738-B642-3861CF93D6CD}"/>
              </a:ext>
            </a:extLst>
          </p:cNvPr>
          <p:cNvSpPr txBox="1"/>
          <p:nvPr/>
        </p:nvSpPr>
        <p:spPr>
          <a:xfrm>
            <a:off x="0" y="1557797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Índice de precios y salario industrial</a:t>
            </a:r>
            <a:endParaRPr lang="es-AR" dirty="0"/>
          </a:p>
        </p:txBody>
      </p:sp>
      <p:sp>
        <p:nvSpPr>
          <p:cNvPr id="11" name="15 CuadroTexto">
            <a:extLst>
              <a:ext uri="{FF2B5EF4-FFF2-40B4-BE49-F238E27FC236}">
                <a16:creationId xmlns:a16="http://schemas.microsoft.com/office/drawing/2014/main" id="{70F40D2F-A5F8-4CE8-A051-90774DFC018E}"/>
              </a:ext>
            </a:extLst>
          </p:cNvPr>
          <p:cNvSpPr txBox="1"/>
          <p:nvPr/>
        </p:nvSpPr>
        <p:spPr>
          <a:xfrm>
            <a:off x="2973761" y="3373538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SALARIO</a:t>
            </a:r>
            <a:endParaRPr lang="es-AR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15 CuadroTexto">
            <a:extLst>
              <a:ext uri="{FF2B5EF4-FFF2-40B4-BE49-F238E27FC236}">
                <a16:creationId xmlns:a16="http://schemas.microsoft.com/office/drawing/2014/main" id="{8E5FFDD6-F54C-4DFF-A7F7-3C477A1105F2}"/>
              </a:ext>
            </a:extLst>
          </p:cNvPr>
          <p:cNvSpPr txBox="1"/>
          <p:nvPr/>
        </p:nvSpPr>
        <p:spPr>
          <a:xfrm>
            <a:off x="5105448" y="3527426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PRECIOS</a:t>
            </a:r>
            <a:endParaRPr lang="es-AR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2393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Rectángulo redondeado"/>
          <p:cNvSpPr/>
          <p:nvPr/>
        </p:nvSpPr>
        <p:spPr>
          <a:xfrm>
            <a:off x="1142976" y="3728432"/>
            <a:ext cx="7000924" cy="9361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1951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Aumento de precios mayor que el de salarios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28 Rectángulo redondeado"/>
          <p:cNvSpPr/>
          <p:nvPr/>
        </p:nvSpPr>
        <p:spPr>
          <a:xfrm>
            <a:off x="1142976" y="2092768"/>
            <a:ext cx="7000924" cy="9361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 a fines de </a:t>
            </a:r>
            <a:r>
              <a:rPr lang="es-ES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1948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Restricciones de crédito, aumento de i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29 Rectángulo redondeado"/>
          <p:cNvSpPr/>
          <p:nvPr/>
        </p:nvSpPr>
        <p:spPr>
          <a:xfrm>
            <a:off x="4572000" y="2885996"/>
            <a:ext cx="3786214" cy="4320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Problemas para la industria</a:t>
            </a:r>
            <a:endParaRPr lang="es-AR" sz="16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31 Rectángulo redondeado"/>
          <p:cNvSpPr/>
          <p:nvPr/>
        </p:nvSpPr>
        <p:spPr>
          <a:xfrm>
            <a:off x="4572000" y="4521660"/>
            <a:ext cx="3786214" cy="4320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Contrario a los objetivos</a:t>
            </a:r>
            <a:endParaRPr lang="es-AR" sz="16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33 Rectángulo redondeado"/>
          <p:cNvSpPr/>
          <p:nvPr/>
        </p:nvSpPr>
        <p:spPr>
          <a:xfrm>
            <a:off x="1142976" y="5371506"/>
            <a:ext cx="7000924" cy="9361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1952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Plan Económico: “Austeridad”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35 Rectángulo redondeado"/>
          <p:cNvSpPr/>
          <p:nvPr/>
        </p:nvSpPr>
        <p:spPr>
          <a:xfrm>
            <a:off x="4572000" y="6093296"/>
            <a:ext cx="3786214" cy="4320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Giro en la política</a:t>
            </a:r>
            <a:endParaRPr lang="es-AR" sz="16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857224" y="1807016"/>
            <a:ext cx="3786214" cy="4320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Primeros intentos para contenerla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4 Rectángulo redondeado">
            <a:extLst>
              <a:ext uri="{FF2B5EF4-FFF2-40B4-BE49-F238E27FC236}">
                <a16:creationId xmlns:a16="http://schemas.microsoft.com/office/drawing/2014/main" id="{37BA5B13-4ECC-4107-8BAA-2455097027E0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INFLACIÓN</a:t>
            </a:r>
          </a:p>
        </p:txBody>
      </p:sp>
      <p:sp>
        <p:nvSpPr>
          <p:cNvPr id="13" name="16 Rectángulo redondeado">
            <a:extLst>
              <a:ext uri="{FF2B5EF4-FFF2-40B4-BE49-F238E27FC236}">
                <a16:creationId xmlns:a16="http://schemas.microsoft.com/office/drawing/2014/main" id="{73CEB955-27E8-48CE-82F0-6D8DD2F7712A}"/>
              </a:ext>
            </a:extLst>
          </p:cNvPr>
          <p:cNvSpPr/>
          <p:nvPr/>
        </p:nvSpPr>
        <p:spPr>
          <a:xfrm>
            <a:off x="2195736" y="692696"/>
            <a:ext cx="5040560" cy="7200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Consecuencias de la inflación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1714480" y="2449388"/>
            <a:ext cx="5661272" cy="1714512"/>
          </a:xfrm>
          <a:prstGeom prst="roundRect">
            <a:avLst>
              <a:gd name="adj" fmla="val 893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AND GO</a:t>
            </a:r>
          </a:p>
        </p:txBody>
      </p:sp>
      <p:sp>
        <p:nvSpPr>
          <p:cNvPr id="18" name="17 Rectángulo redondeado"/>
          <p:cNvSpPr/>
          <p:nvPr/>
        </p:nvSpPr>
        <p:spPr>
          <a:xfrm>
            <a:off x="455480" y="4806842"/>
            <a:ext cx="8364992" cy="1502478"/>
          </a:xfrm>
          <a:prstGeom prst="roundRect">
            <a:avLst>
              <a:gd name="adj" fmla="val 942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Grave problema de crecimiento que se resolvería recién en 1963 (Illia)</a:t>
            </a:r>
          </a:p>
        </p:txBody>
      </p:sp>
      <p:sp>
        <p:nvSpPr>
          <p:cNvPr id="6" name="4 Rectángulo redondeado">
            <a:extLst>
              <a:ext uri="{FF2B5EF4-FFF2-40B4-BE49-F238E27FC236}">
                <a16:creationId xmlns:a16="http://schemas.microsoft.com/office/drawing/2014/main" id="{A7212198-B616-4132-A7B8-215D4546FF72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DE LARGO PLAZO II</a:t>
            </a:r>
          </a:p>
        </p:txBody>
      </p:sp>
    </p:spTree>
    <p:extLst>
      <p:ext uri="{BB962C8B-B14F-4D97-AF65-F5344CB8AC3E}">
        <p14:creationId xmlns:p14="http://schemas.microsoft.com/office/powerpoint/2010/main" val="17309720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1940" t="13209" r="1041" b="3773"/>
          <a:stretch/>
        </p:blipFill>
        <p:spPr>
          <a:xfrm>
            <a:off x="398808" y="2204864"/>
            <a:ext cx="8346383" cy="3672408"/>
          </a:xfrm>
          <a:prstGeom prst="rect">
            <a:avLst/>
          </a:prstGeom>
        </p:spPr>
      </p:pic>
      <p:sp>
        <p:nvSpPr>
          <p:cNvPr id="6" name="11 CuadroTexto"/>
          <p:cNvSpPr txBox="1"/>
          <p:nvPr/>
        </p:nvSpPr>
        <p:spPr>
          <a:xfrm>
            <a:off x="0" y="967462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Producto interno bruto</a:t>
            </a:r>
            <a:endParaRPr lang="es-AR" dirty="0"/>
          </a:p>
        </p:txBody>
      </p:sp>
      <p:sp>
        <p:nvSpPr>
          <p:cNvPr id="3" name="Rectángulo 2"/>
          <p:cNvSpPr/>
          <p:nvPr/>
        </p:nvSpPr>
        <p:spPr>
          <a:xfrm>
            <a:off x="958774" y="2355952"/>
            <a:ext cx="2101058" cy="429614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/>
          <p:cNvSpPr/>
          <p:nvPr/>
        </p:nvSpPr>
        <p:spPr>
          <a:xfrm>
            <a:off x="5450748" y="2204864"/>
            <a:ext cx="1638258" cy="83273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ECONÓMICO 1952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: esquinas redondeadas 8"/>
          <p:cNvSpPr/>
          <p:nvPr/>
        </p:nvSpPr>
        <p:spPr>
          <a:xfrm>
            <a:off x="7119296" y="2204864"/>
            <a:ext cx="1656185" cy="83273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PLAN QUINQUENAL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Conector recto de flecha 7"/>
          <p:cNvCxnSpPr>
            <a:cxnSpLocks/>
            <a:stCxn id="5" idx="2"/>
          </p:cNvCxnSpPr>
          <p:nvPr/>
        </p:nvCxnSpPr>
        <p:spPr>
          <a:xfrm>
            <a:off x="6269877" y="3037602"/>
            <a:ext cx="8963" cy="1039470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>
            <a:cxnSpLocks/>
            <a:stCxn id="9" idx="2"/>
          </p:cNvCxnSpPr>
          <p:nvPr/>
        </p:nvCxnSpPr>
        <p:spPr>
          <a:xfrm>
            <a:off x="7947389" y="3037602"/>
            <a:ext cx="0" cy="782797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áfico 10" descr="Mano con dedo índice apuntando a la derecha">
            <a:extLst>
              <a:ext uri="{FF2B5EF4-FFF2-40B4-BE49-F238E27FC236}">
                <a16:creationId xmlns:a16="http://schemas.microsoft.com/office/drawing/2014/main" id="{EABA127B-BBEB-4512-8DA8-91FD9E6127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754395">
            <a:off x="383443" y="1760791"/>
            <a:ext cx="837895" cy="914400"/>
          </a:xfrm>
          <a:prstGeom prst="rect">
            <a:avLst/>
          </a:prstGeom>
        </p:spPr>
      </p:pic>
      <p:sp>
        <p:nvSpPr>
          <p:cNvPr id="13" name="4 Rectángulo redondeado">
            <a:extLst>
              <a:ext uri="{FF2B5EF4-FFF2-40B4-BE49-F238E27FC236}">
                <a16:creationId xmlns:a16="http://schemas.microsoft.com/office/drawing/2014/main" id="{A7F93578-D838-4D57-9D83-B52BFE013D2D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CRECIMIENTO</a:t>
            </a:r>
          </a:p>
        </p:txBody>
      </p:sp>
      <p:pic>
        <p:nvPicPr>
          <p:cNvPr id="14" name="Gráfico 13" descr="Mano con dedo índice apuntando a la derecha">
            <a:extLst>
              <a:ext uri="{FF2B5EF4-FFF2-40B4-BE49-F238E27FC236}">
                <a16:creationId xmlns:a16="http://schemas.microsoft.com/office/drawing/2014/main" id="{D5816B57-1083-4297-B699-E655846D98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14161" y="3691880"/>
            <a:ext cx="837895" cy="914400"/>
          </a:xfrm>
          <a:prstGeom prst="rect">
            <a:avLst/>
          </a:prstGeom>
        </p:spPr>
      </p:pic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92C0AAB8-5AF3-458F-910B-398B962897F6}"/>
              </a:ext>
            </a:extLst>
          </p:cNvPr>
          <p:cNvSpPr/>
          <p:nvPr/>
        </p:nvSpPr>
        <p:spPr>
          <a:xfrm>
            <a:off x="874358" y="3897052"/>
            <a:ext cx="2269889" cy="688219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ESTANCAMIENTO</a:t>
            </a:r>
            <a:endParaRPr lang="es-E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15533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Rectángulo redondeado"/>
          <p:cNvSpPr/>
          <p:nvPr/>
        </p:nvSpPr>
        <p:spPr>
          <a:xfrm>
            <a:off x="323528" y="712671"/>
            <a:ext cx="2231108" cy="50576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Económico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28 Rectángulo redondeado"/>
          <p:cNvSpPr/>
          <p:nvPr/>
        </p:nvSpPr>
        <p:spPr>
          <a:xfrm>
            <a:off x="2939807" y="1035488"/>
            <a:ext cx="1242890" cy="8651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1953</a:t>
            </a:r>
          </a:p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1954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10 Rectángulo redondeado"/>
          <p:cNvSpPr/>
          <p:nvPr/>
        </p:nvSpPr>
        <p:spPr>
          <a:xfrm>
            <a:off x="331793" y="1668647"/>
            <a:ext cx="2214578" cy="56428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Buena cosecha 52/53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11 Más"/>
          <p:cNvSpPr/>
          <p:nvPr/>
        </p:nvSpPr>
        <p:spPr>
          <a:xfrm>
            <a:off x="1206196" y="1215727"/>
            <a:ext cx="465772" cy="467127"/>
          </a:xfrm>
          <a:prstGeom prst="mathPlu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/>
              </a:solidFill>
            </a:endParaRPr>
          </a:p>
        </p:txBody>
      </p:sp>
      <p:sp>
        <p:nvSpPr>
          <p:cNvPr id="13" name="12 Cerrar llave"/>
          <p:cNvSpPr/>
          <p:nvPr/>
        </p:nvSpPr>
        <p:spPr>
          <a:xfrm>
            <a:off x="2374775" y="646932"/>
            <a:ext cx="500066" cy="1622725"/>
          </a:xfrm>
          <a:prstGeom prst="rightBrac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/>
              </a:solidFill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5270570" y="1088392"/>
            <a:ext cx="3030158" cy="4431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Recuperación económica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18 Rectángulo redondeado"/>
          <p:cNvSpPr/>
          <p:nvPr/>
        </p:nvSpPr>
        <p:spPr>
          <a:xfrm>
            <a:off x="5270131" y="1880273"/>
            <a:ext cx="3030597" cy="7143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 demanda de bs industriales locales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19 Forma"/>
          <p:cNvCxnSpPr>
            <a:cxnSpLocks/>
            <a:stCxn id="14" idx="2"/>
            <a:endCxn id="19" idx="0"/>
          </p:cNvCxnSpPr>
          <p:nvPr/>
        </p:nvCxnSpPr>
        <p:spPr>
          <a:xfrm rot="5400000">
            <a:off x="6611171" y="1705794"/>
            <a:ext cx="348739" cy="219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Rectángulo redondeado"/>
          <p:cNvSpPr/>
          <p:nvPr/>
        </p:nvSpPr>
        <p:spPr>
          <a:xfrm>
            <a:off x="5272567" y="2924944"/>
            <a:ext cx="3030597" cy="7143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 % de insumos importados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24 Rectángulo redondeado"/>
          <p:cNvSpPr/>
          <p:nvPr/>
        </p:nvSpPr>
        <p:spPr>
          <a:xfrm>
            <a:off x="5276704" y="5391272"/>
            <a:ext cx="3013208" cy="7143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Debilidad </a:t>
            </a:r>
          </a:p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exportadora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25 Rectángulo redondeado"/>
          <p:cNvSpPr/>
          <p:nvPr/>
        </p:nvSpPr>
        <p:spPr>
          <a:xfrm>
            <a:off x="5270131" y="6061910"/>
            <a:ext cx="3714776" cy="71438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Interno: agro no respondía a mejora de precios relativos</a:t>
            </a:r>
          </a:p>
          <a:p>
            <a:pPr algn="ctr"/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Externo: condiciones comerciales adversas</a:t>
            </a:r>
            <a:endParaRPr lang="es-AR" sz="14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29 Rectángulo redondeado"/>
          <p:cNvSpPr/>
          <p:nvPr/>
        </p:nvSpPr>
        <p:spPr>
          <a:xfrm>
            <a:off x="5095205" y="4024701"/>
            <a:ext cx="3378479" cy="100083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1955 </a:t>
            </a:r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</a:p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Déficit comercial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38 Rectángulo redondeado"/>
          <p:cNvSpPr/>
          <p:nvPr/>
        </p:nvSpPr>
        <p:spPr>
          <a:xfrm>
            <a:off x="395536" y="4876034"/>
            <a:ext cx="3375057" cy="100083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Nuevo estrangulamiento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42 Rectángulo redondeado"/>
          <p:cNvSpPr/>
          <p:nvPr/>
        </p:nvSpPr>
        <p:spPr>
          <a:xfrm>
            <a:off x="363284" y="3228039"/>
            <a:ext cx="3447064" cy="108423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Iniciaría el </a:t>
            </a:r>
          </a:p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“Stop </a:t>
            </a:r>
            <a:r>
              <a:rPr lang="es-ES" sz="28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Go</a:t>
            </a:r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64 Rectángulo redondeado"/>
          <p:cNvSpPr/>
          <p:nvPr/>
        </p:nvSpPr>
        <p:spPr>
          <a:xfrm>
            <a:off x="715975" y="5808341"/>
            <a:ext cx="2673416" cy="94715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Recordar que recién se comenzaba a reestablecer el crédito externo</a:t>
            </a:r>
            <a:endParaRPr lang="es-AR" sz="14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65 Rectángulo redondeado"/>
          <p:cNvSpPr/>
          <p:nvPr/>
        </p:nvSpPr>
        <p:spPr>
          <a:xfrm>
            <a:off x="5270131" y="561275"/>
            <a:ext cx="3015277" cy="4431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Superávit comercial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9" name="45 Forma"/>
          <p:cNvCxnSpPr>
            <a:cxnSpLocks/>
            <a:stCxn id="29" idx="3"/>
            <a:endCxn id="66" idx="1"/>
          </p:cNvCxnSpPr>
          <p:nvPr/>
        </p:nvCxnSpPr>
        <p:spPr>
          <a:xfrm flipV="1">
            <a:off x="4182697" y="782846"/>
            <a:ext cx="1087434" cy="685218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45 Forma"/>
          <p:cNvCxnSpPr>
            <a:cxnSpLocks/>
            <a:stCxn id="29" idx="3"/>
            <a:endCxn id="14" idx="1"/>
          </p:cNvCxnSpPr>
          <p:nvPr/>
        </p:nvCxnSpPr>
        <p:spPr>
          <a:xfrm flipV="1">
            <a:off x="4182697" y="1309963"/>
            <a:ext cx="1087873" cy="158101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áfico 30" descr="Señal de pulgar hacia arriba">
            <a:extLst>
              <a:ext uri="{FF2B5EF4-FFF2-40B4-BE49-F238E27FC236}">
                <a16:creationId xmlns:a16="http://schemas.microsoft.com/office/drawing/2014/main" id="{50B95616-6CBE-45C8-BE5C-47C6B21D5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298660" y="2973287"/>
            <a:ext cx="714600" cy="714600"/>
          </a:xfrm>
          <a:prstGeom prst="rect">
            <a:avLst/>
          </a:prstGeom>
        </p:spPr>
      </p:pic>
      <p:pic>
        <p:nvPicPr>
          <p:cNvPr id="32" name="Gráfico 31" descr="Señal de pulgar hacia arriba">
            <a:extLst>
              <a:ext uri="{FF2B5EF4-FFF2-40B4-BE49-F238E27FC236}">
                <a16:creationId xmlns:a16="http://schemas.microsoft.com/office/drawing/2014/main" id="{5A67B860-3D1A-4B5A-8CEA-EE356CF25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0728" y="617107"/>
            <a:ext cx="704832" cy="704832"/>
          </a:xfrm>
          <a:prstGeom prst="rect">
            <a:avLst/>
          </a:prstGeom>
        </p:spPr>
      </p:pic>
      <p:pic>
        <p:nvPicPr>
          <p:cNvPr id="33" name="Gráfico 32" descr="Señal de pulgar hacia arriba">
            <a:extLst>
              <a:ext uri="{FF2B5EF4-FFF2-40B4-BE49-F238E27FC236}">
                <a16:creationId xmlns:a16="http://schemas.microsoft.com/office/drawing/2014/main" id="{7DE5B2F2-55CF-4F88-89F5-22F2279E61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5408" y="1772816"/>
            <a:ext cx="704832" cy="704832"/>
          </a:xfrm>
          <a:prstGeom prst="rect">
            <a:avLst/>
          </a:prstGeom>
        </p:spPr>
      </p:pic>
      <p:pic>
        <p:nvPicPr>
          <p:cNvPr id="34" name="Gráfico 33" descr="Señal de pulgar hacia arriba">
            <a:extLst>
              <a:ext uri="{FF2B5EF4-FFF2-40B4-BE49-F238E27FC236}">
                <a16:creationId xmlns:a16="http://schemas.microsoft.com/office/drawing/2014/main" id="{C4C1DB9A-CC44-4C69-944E-26000CDCB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280524" y="5450704"/>
            <a:ext cx="714600" cy="714600"/>
          </a:xfrm>
          <a:prstGeom prst="rect">
            <a:avLst/>
          </a:prstGeom>
        </p:spPr>
      </p:pic>
      <p:pic>
        <p:nvPicPr>
          <p:cNvPr id="35" name="Gráfico 34" descr="Señal de pulgar hacia arriba">
            <a:extLst>
              <a:ext uri="{FF2B5EF4-FFF2-40B4-BE49-F238E27FC236}">
                <a16:creationId xmlns:a16="http://schemas.microsoft.com/office/drawing/2014/main" id="{342D72CC-5992-4897-8812-06EEFDCC8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276468" y="4420057"/>
            <a:ext cx="1133933" cy="1133933"/>
          </a:xfrm>
          <a:prstGeom prst="rect">
            <a:avLst/>
          </a:prstGeom>
        </p:spPr>
      </p:pic>
      <p:pic>
        <p:nvPicPr>
          <p:cNvPr id="36" name="Gráfico 35" descr="Señal de pulgar hacia arriba">
            <a:extLst>
              <a:ext uri="{FF2B5EF4-FFF2-40B4-BE49-F238E27FC236}">
                <a16:creationId xmlns:a16="http://schemas.microsoft.com/office/drawing/2014/main" id="{3311DF40-41A0-4DFE-95DB-85E9BBC66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66106" y="2477648"/>
            <a:ext cx="1425253" cy="1425253"/>
          </a:xfrm>
          <a:prstGeom prst="rect">
            <a:avLst/>
          </a:prstGeom>
        </p:spPr>
      </p:pic>
      <p:pic>
        <p:nvPicPr>
          <p:cNvPr id="37" name="Gráfico 36" descr="Señal de pulgar hacia arriba">
            <a:extLst>
              <a:ext uri="{FF2B5EF4-FFF2-40B4-BE49-F238E27FC236}">
                <a16:creationId xmlns:a16="http://schemas.microsoft.com/office/drawing/2014/main" id="{199F09CB-0D07-43A0-8B08-B69521296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1286" y="6264020"/>
            <a:ext cx="549356" cy="549356"/>
          </a:xfrm>
          <a:prstGeom prst="rect">
            <a:avLst/>
          </a:prstGeom>
        </p:spPr>
      </p:pic>
      <p:sp>
        <p:nvSpPr>
          <p:cNvPr id="38" name="4 Rectángulo redondeado">
            <a:extLst>
              <a:ext uri="{FF2B5EF4-FFF2-40B4-BE49-F238E27FC236}">
                <a16:creationId xmlns:a16="http://schemas.microsoft.com/office/drawing/2014/main" id="{6C1C2469-FDE8-4CBE-85B3-7790A388247D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CRECIMIENTO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060C54FF-C022-4743-A7CA-AD68E5A4B9A5}"/>
              </a:ext>
            </a:extLst>
          </p:cNvPr>
          <p:cNvCxnSpPr>
            <a:cxnSpLocks/>
            <a:stCxn id="19" idx="2"/>
            <a:endCxn id="24" idx="0"/>
          </p:cNvCxnSpPr>
          <p:nvPr/>
        </p:nvCxnSpPr>
        <p:spPr>
          <a:xfrm>
            <a:off x="6785430" y="2594653"/>
            <a:ext cx="2436" cy="330291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F5EDCF0F-92CB-4CA2-98E9-34AE6D14A484}"/>
              </a:ext>
            </a:extLst>
          </p:cNvPr>
          <p:cNvCxnSpPr>
            <a:cxnSpLocks/>
            <a:stCxn id="24" idx="2"/>
            <a:endCxn id="30" idx="0"/>
          </p:cNvCxnSpPr>
          <p:nvPr/>
        </p:nvCxnSpPr>
        <p:spPr>
          <a:xfrm flipH="1">
            <a:off x="6784445" y="3639324"/>
            <a:ext cx="3421" cy="385377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2BE15AFB-071A-4A4A-BBE2-220F612B04D5}"/>
              </a:ext>
            </a:extLst>
          </p:cNvPr>
          <p:cNvCxnSpPr>
            <a:cxnSpLocks/>
            <a:stCxn id="25" idx="0"/>
            <a:endCxn id="30" idx="2"/>
          </p:cNvCxnSpPr>
          <p:nvPr/>
        </p:nvCxnSpPr>
        <p:spPr>
          <a:xfrm flipV="1">
            <a:off x="6783308" y="5025532"/>
            <a:ext cx="1137" cy="365740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45 Forma">
            <a:extLst>
              <a:ext uri="{FF2B5EF4-FFF2-40B4-BE49-F238E27FC236}">
                <a16:creationId xmlns:a16="http://schemas.microsoft.com/office/drawing/2014/main" id="{4A4F903A-C1C6-44C2-9BF5-69DDA8CB8AB5}"/>
              </a:ext>
            </a:extLst>
          </p:cNvPr>
          <p:cNvCxnSpPr>
            <a:cxnSpLocks/>
            <a:stCxn id="30" idx="1"/>
            <a:endCxn id="39" idx="3"/>
          </p:cNvCxnSpPr>
          <p:nvPr/>
        </p:nvCxnSpPr>
        <p:spPr>
          <a:xfrm rot="10800000" flipV="1">
            <a:off x="3770593" y="4525117"/>
            <a:ext cx="1324612" cy="851332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F5F8C942-F166-4F50-8C17-09300FEF3341}"/>
              </a:ext>
            </a:extLst>
          </p:cNvPr>
          <p:cNvCxnSpPr>
            <a:cxnSpLocks/>
            <a:stCxn id="39" idx="0"/>
            <a:endCxn id="43" idx="2"/>
          </p:cNvCxnSpPr>
          <p:nvPr/>
        </p:nvCxnSpPr>
        <p:spPr>
          <a:xfrm flipV="1">
            <a:off x="2083065" y="4312271"/>
            <a:ext cx="3751" cy="563763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Elipse"/>
          <p:cNvSpPr/>
          <p:nvPr/>
        </p:nvSpPr>
        <p:spPr>
          <a:xfrm>
            <a:off x="3357554" y="2071678"/>
            <a:ext cx="2214578" cy="221457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</a:t>
            </a:r>
          </a:p>
          <a:p>
            <a:pPr algn="ctr"/>
            <a:r>
              <a:rPr lang="es-AR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</a:p>
          <a:p>
            <a:pPr algn="ctr"/>
            <a:r>
              <a:rPr lang="es-AR" sz="3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endParaRPr lang="es-AR" sz="3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Rectángulo redondeado"/>
          <p:cNvSpPr/>
          <p:nvPr/>
        </p:nvSpPr>
        <p:spPr>
          <a:xfrm>
            <a:off x="3245552" y="116632"/>
            <a:ext cx="2581458" cy="81545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Estrangulamiento </a:t>
            </a:r>
          </a:p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divisas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30 Rectángulo redondeado"/>
          <p:cNvSpPr/>
          <p:nvPr/>
        </p:nvSpPr>
        <p:spPr>
          <a:xfrm>
            <a:off x="6444208" y="799379"/>
            <a:ext cx="1714512" cy="57492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Devaluación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32 Rectángulo redondeado"/>
          <p:cNvSpPr/>
          <p:nvPr/>
        </p:nvSpPr>
        <p:spPr>
          <a:xfrm>
            <a:off x="5878455" y="4552446"/>
            <a:ext cx="1357322" cy="3640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Expo</a:t>
            </a:r>
          </a:p>
        </p:txBody>
      </p:sp>
      <p:sp>
        <p:nvSpPr>
          <p:cNvPr id="35" name="34 Rectángulo redondeado"/>
          <p:cNvSpPr/>
          <p:nvPr/>
        </p:nvSpPr>
        <p:spPr>
          <a:xfrm>
            <a:off x="706525" y="5330477"/>
            <a:ext cx="1957854" cy="97581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Reacción de salarios nominales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43 Rectángulo redondeado"/>
          <p:cNvSpPr/>
          <p:nvPr/>
        </p:nvSpPr>
        <p:spPr>
          <a:xfrm>
            <a:off x="5664047" y="5930607"/>
            <a:ext cx="1214447" cy="3571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-∆ 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44 Rectángulo redondeado"/>
          <p:cNvSpPr/>
          <p:nvPr/>
        </p:nvSpPr>
        <p:spPr>
          <a:xfrm>
            <a:off x="6443076" y="1741102"/>
            <a:ext cx="1715644" cy="5624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-∆ Salario real</a:t>
            </a:r>
          </a:p>
        </p:txBody>
      </p:sp>
      <p:sp>
        <p:nvSpPr>
          <p:cNvPr id="47" name="46 Rectángulo redondeado"/>
          <p:cNvSpPr/>
          <p:nvPr/>
        </p:nvSpPr>
        <p:spPr>
          <a:xfrm>
            <a:off x="6443076" y="2670380"/>
            <a:ext cx="1714512" cy="50006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-∆ Consumo interno</a:t>
            </a:r>
          </a:p>
        </p:txBody>
      </p:sp>
      <p:sp>
        <p:nvSpPr>
          <p:cNvPr id="49" name="48 Rectángulo redondeado"/>
          <p:cNvSpPr/>
          <p:nvPr/>
        </p:nvSpPr>
        <p:spPr>
          <a:xfrm>
            <a:off x="5878974" y="3764070"/>
            <a:ext cx="1357322" cy="50006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Transables</a:t>
            </a:r>
          </a:p>
        </p:txBody>
      </p:sp>
      <p:sp>
        <p:nvSpPr>
          <p:cNvPr id="50" name="49 Rectángulo redondeado"/>
          <p:cNvSpPr/>
          <p:nvPr/>
        </p:nvSpPr>
        <p:spPr>
          <a:xfrm>
            <a:off x="7380312" y="3764070"/>
            <a:ext cx="1327500" cy="50006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Transables</a:t>
            </a:r>
          </a:p>
        </p:txBody>
      </p:sp>
      <p:sp>
        <p:nvSpPr>
          <p:cNvPr id="51" name="50 Rectángulo redondeado"/>
          <p:cNvSpPr/>
          <p:nvPr/>
        </p:nvSpPr>
        <p:spPr>
          <a:xfrm>
            <a:off x="7858148" y="95575"/>
            <a:ext cx="1209597" cy="904533"/>
          </a:xfrm>
          <a:prstGeom prst="roundRect">
            <a:avLst>
              <a:gd name="adj" fmla="val 10448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incentivaba </a:t>
            </a:r>
            <a:r>
              <a:rPr lang="es-ES" sz="1400" i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prod. Agrop</a:t>
            </a:r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sz="14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51 Rectángulo redondeado"/>
          <p:cNvSpPr/>
          <p:nvPr/>
        </p:nvSpPr>
        <p:spPr>
          <a:xfrm>
            <a:off x="7380312" y="4559238"/>
            <a:ext cx="1327500" cy="3571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-∆ Industria</a:t>
            </a:r>
          </a:p>
        </p:txBody>
      </p:sp>
      <p:sp>
        <p:nvSpPr>
          <p:cNvPr id="53" name="52 Rectángulo redondeado"/>
          <p:cNvSpPr/>
          <p:nvPr/>
        </p:nvSpPr>
        <p:spPr>
          <a:xfrm>
            <a:off x="7293963" y="5679297"/>
            <a:ext cx="1500198" cy="8334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Recesión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(“Stop”)</a:t>
            </a:r>
          </a:p>
        </p:txBody>
      </p:sp>
      <p:cxnSp>
        <p:nvCxnSpPr>
          <p:cNvPr id="54" name="53 Conector recto de flecha"/>
          <p:cNvCxnSpPr>
            <a:cxnSpLocks/>
            <a:stCxn id="50" idx="2"/>
            <a:endCxn id="52" idx="0"/>
          </p:cNvCxnSpPr>
          <p:nvPr/>
        </p:nvCxnSpPr>
        <p:spPr>
          <a:xfrm>
            <a:off x="8044062" y="4264136"/>
            <a:ext cx="0" cy="295102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 de flecha"/>
          <p:cNvCxnSpPr>
            <a:cxnSpLocks/>
            <a:stCxn id="49" idx="2"/>
            <a:endCxn id="33" idx="0"/>
          </p:cNvCxnSpPr>
          <p:nvPr/>
        </p:nvCxnSpPr>
        <p:spPr>
          <a:xfrm flipH="1">
            <a:off x="6557116" y="4264136"/>
            <a:ext cx="519" cy="288310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 de flecha"/>
          <p:cNvCxnSpPr>
            <a:cxnSpLocks/>
            <a:stCxn id="52" idx="2"/>
            <a:endCxn id="53" idx="0"/>
          </p:cNvCxnSpPr>
          <p:nvPr/>
        </p:nvCxnSpPr>
        <p:spPr>
          <a:xfrm>
            <a:off x="8044062" y="4916428"/>
            <a:ext cx="0" cy="762869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 de flecha"/>
          <p:cNvCxnSpPr>
            <a:cxnSpLocks/>
            <a:stCxn id="53" idx="1"/>
            <a:endCxn id="44" idx="3"/>
          </p:cNvCxnSpPr>
          <p:nvPr/>
        </p:nvCxnSpPr>
        <p:spPr>
          <a:xfrm flipH="1">
            <a:off x="6878494" y="6096017"/>
            <a:ext cx="415469" cy="13185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Forma"/>
          <p:cNvCxnSpPr>
            <a:cxnSpLocks/>
            <a:stCxn id="47" idx="2"/>
            <a:endCxn id="49" idx="0"/>
          </p:cNvCxnSpPr>
          <p:nvPr/>
        </p:nvCxnSpPr>
        <p:spPr>
          <a:xfrm rot="5400000">
            <a:off x="6632172" y="3095910"/>
            <a:ext cx="593624" cy="742697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Forma"/>
          <p:cNvCxnSpPr>
            <a:cxnSpLocks/>
            <a:stCxn id="47" idx="2"/>
            <a:endCxn id="50" idx="0"/>
          </p:cNvCxnSpPr>
          <p:nvPr/>
        </p:nvCxnSpPr>
        <p:spPr>
          <a:xfrm rot="16200000" flipH="1">
            <a:off x="7375385" y="3095393"/>
            <a:ext cx="593624" cy="743730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77 Conector recto de flecha"/>
          <p:cNvCxnSpPr>
            <a:cxnSpLocks/>
            <a:stCxn id="45" idx="2"/>
            <a:endCxn id="47" idx="0"/>
          </p:cNvCxnSpPr>
          <p:nvPr/>
        </p:nvCxnSpPr>
        <p:spPr>
          <a:xfrm flipH="1">
            <a:off x="7300332" y="2303581"/>
            <a:ext cx="566" cy="366799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 de flecha"/>
          <p:cNvCxnSpPr>
            <a:cxnSpLocks/>
            <a:stCxn id="31" idx="2"/>
            <a:endCxn id="45" idx="0"/>
          </p:cNvCxnSpPr>
          <p:nvPr/>
        </p:nvCxnSpPr>
        <p:spPr>
          <a:xfrm flipH="1">
            <a:off x="7300898" y="1374303"/>
            <a:ext cx="566" cy="366799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Forma"/>
          <p:cNvCxnSpPr>
            <a:cxnSpLocks/>
            <a:stCxn id="28" idx="3"/>
            <a:endCxn id="31" idx="1"/>
          </p:cNvCxnSpPr>
          <p:nvPr/>
        </p:nvCxnSpPr>
        <p:spPr>
          <a:xfrm>
            <a:off x="5827010" y="524361"/>
            <a:ext cx="617198" cy="562480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96 Forma libre"/>
          <p:cNvSpPr/>
          <p:nvPr/>
        </p:nvSpPr>
        <p:spPr>
          <a:xfrm>
            <a:off x="2677129" y="2250274"/>
            <a:ext cx="3799987" cy="3615988"/>
          </a:xfrm>
          <a:custGeom>
            <a:avLst/>
            <a:gdLst>
              <a:gd name="connsiteX0" fmla="*/ 2859314 w 2859314"/>
              <a:gd name="connsiteY0" fmla="*/ 0 h 2656114"/>
              <a:gd name="connsiteX1" fmla="*/ 2525486 w 2859314"/>
              <a:gd name="connsiteY1" fmla="*/ 638629 h 2656114"/>
              <a:gd name="connsiteX2" fmla="*/ 2191657 w 2859314"/>
              <a:gd name="connsiteY2" fmla="*/ 1117600 h 2656114"/>
              <a:gd name="connsiteX3" fmla="*/ 1872343 w 2859314"/>
              <a:gd name="connsiteY3" fmla="*/ 1422400 h 2656114"/>
              <a:gd name="connsiteX4" fmla="*/ 1030514 w 2859314"/>
              <a:gd name="connsiteY4" fmla="*/ 2046514 h 2656114"/>
              <a:gd name="connsiteX5" fmla="*/ 0 w 2859314"/>
              <a:gd name="connsiteY5" fmla="*/ 2656114 h 2656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9314" h="2656114">
                <a:moveTo>
                  <a:pt x="2859314" y="0"/>
                </a:moveTo>
                <a:cubicBezTo>
                  <a:pt x="2748038" y="226181"/>
                  <a:pt x="2636762" y="452362"/>
                  <a:pt x="2525486" y="638629"/>
                </a:cubicBezTo>
                <a:cubicBezTo>
                  <a:pt x="2414210" y="824896"/>
                  <a:pt x="2300514" y="986972"/>
                  <a:pt x="2191657" y="1117600"/>
                </a:cubicBezTo>
                <a:cubicBezTo>
                  <a:pt x="2082800" y="1248228"/>
                  <a:pt x="2065867" y="1267581"/>
                  <a:pt x="1872343" y="1422400"/>
                </a:cubicBezTo>
                <a:cubicBezTo>
                  <a:pt x="1678819" y="1577219"/>
                  <a:pt x="1342571" y="1840895"/>
                  <a:pt x="1030514" y="2046514"/>
                </a:cubicBezTo>
                <a:cubicBezTo>
                  <a:pt x="718457" y="2252133"/>
                  <a:pt x="0" y="2656114"/>
                  <a:pt x="0" y="2656114"/>
                </a:cubicBezTo>
              </a:path>
            </a:pathLst>
          </a:custGeom>
          <a:ln w="38100">
            <a:solidFill>
              <a:schemeClr val="accent1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/>
              </a:solidFill>
            </a:endParaRPr>
          </a:p>
        </p:txBody>
      </p:sp>
      <p:sp>
        <p:nvSpPr>
          <p:cNvPr id="99" name="98 Rectángulo redondeado"/>
          <p:cNvSpPr/>
          <p:nvPr/>
        </p:nvSpPr>
        <p:spPr>
          <a:xfrm>
            <a:off x="706525" y="4572008"/>
            <a:ext cx="1957853" cy="50006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Consumo interno</a:t>
            </a:r>
          </a:p>
        </p:txBody>
      </p:sp>
      <p:sp>
        <p:nvSpPr>
          <p:cNvPr id="100" name="99 Rectángulo redondeado"/>
          <p:cNvSpPr/>
          <p:nvPr/>
        </p:nvSpPr>
        <p:spPr>
          <a:xfrm>
            <a:off x="706525" y="3857627"/>
            <a:ext cx="1957853" cy="45597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Producción</a:t>
            </a:r>
          </a:p>
        </p:txBody>
      </p:sp>
      <p:sp>
        <p:nvSpPr>
          <p:cNvPr id="102" name="101 Rectángulo redondeado"/>
          <p:cNvSpPr/>
          <p:nvPr/>
        </p:nvSpPr>
        <p:spPr>
          <a:xfrm>
            <a:off x="706525" y="2658003"/>
            <a:ext cx="1957853" cy="84585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Reactivación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(“</a:t>
            </a:r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</a:p>
        </p:txBody>
      </p:sp>
      <p:sp>
        <p:nvSpPr>
          <p:cNvPr id="103" name="102 Rectángulo redondeado"/>
          <p:cNvSpPr/>
          <p:nvPr/>
        </p:nvSpPr>
        <p:spPr>
          <a:xfrm>
            <a:off x="1139427" y="1893084"/>
            <a:ext cx="1092047" cy="3571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4" name="103 Conector recto de flecha"/>
          <p:cNvCxnSpPr>
            <a:cxnSpLocks/>
            <a:stCxn id="35" idx="0"/>
            <a:endCxn id="99" idx="2"/>
          </p:cNvCxnSpPr>
          <p:nvPr/>
        </p:nvCxnSpPr>
        <p:spPr>
          <a:xfrm flipV="1">
            <a:off x="1685452" y="5072074"/>
            <a:ext cx="0" cy="25840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106 Conector recto de flecha"/>
          <p:cNvCxnSpPr>
            <a:cxnSpLocks/>
            <a:stCxn id="99" idx="0"/>
            <a:endCxn id="100" idx="2"/>
          </p:cNvCxnSpPr>
          <p:nvPr/>
        </p:nvCxnSpPr>
        <p:spPr>
          <a:xfrm flipV="1">
            <a:off x="1685452" y="4313605"/>
            <a:ext cx="0" cy="25840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109 Conector recto de flecha"/>
          <p:cNvCxnSpPr>
            <a:cxnSpLocks/>
            <a:stCxn id="100" idx="0"/>
            <a:endCxn id="102" idx="2"/>
          </p:cNvCxnSpPr>
          <p:nvPr/>
        </p:nvCxnSpPr>
        <p:spPr>
          <a:xfrm flipV="1">
            <a:off x="1685452" y="3503859"/>
            <a:ext cx="0" cy="35376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116 Conector recto de flecha"/>
          <p:cNvCxnSpPr>
            <a:cxnSpLocks/>
            <a:stCxn id="102" idx="0"/>
            <a:endCxn id="103" idx="2"/>
          </p:cNvCxnSpPr>
          <p:nvPr/>
        </p:nvCxnSpPr>
        <p:spPr>
          <a:xfrm flipH="1" flipV="1">
            <a:off x="1685451" y="2250274"/>
            <a:ext cx="1" cy="407729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119 Rectángulo redondeado"/>
          <p:cNvSpPr/>
          <p:nvPr/>
        </p:nvSpPr>
        <p:spPr>
          <a:xfrm>
            <a:off x="4471687" y="5102663"/>
            <a:ext cx="1214446" cy="64636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 de B.C.</a:t>
            </a:r>
          </a:p>
        </p:txBody>
      </p:sp>
      <p:cxnSp>
        <p:nvCxnSpPr>
          <p:cNvPr id="121" name="120 Forma"/>
          <p:cNvCxnSpPr>
            <a:cxnSpLocks/>
            <a:stCxn id="33" idx="1"/>
            <a:endCxn id="120" idx="0"/>
          </p:cNvCxnSpPr>
          <p:nvPr/>
        </p:nvCxnSpPr>
        <p:spPr>
          <a:xfrm rot="10800000" flipV="1">
            <a:off x="5078911" y="4734461"/>
            <a:ext cx="799545" cy="368202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123 Forma"/>
          <p:cNvCxnSpPr>
            <a:cxnSpLocks/>
            <a:stCxn id="44" idx="1"/>
            <a:endCxn id="120" idx="2"/>
          </p:cNvCxnSpPr>
          <p:nvPr/>
        </p:nvCxnSpPr>
        <p:spPr>
          <a:xfrm rot="10800000">
            <a:off x="5078911" y="5749026"/>
            <a:ext cx="585137" cy="360177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128 Rectángulo redondeado"/>
          <p:cNvSpPr/>
          <p:nvPr/>
        </p:nvSpPr>
        <p:spPr>
          <a:xfrm>
            <a:off x="2478258" y="6031080"/>
            <a:ext cx="1386206" cy="53361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relaciona con espiral</a:t>
            </a:r>
            <a:endParaRPr lang="es-AR" sz="14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129 Rectángulo redondeado"/>
          <p:cNvSpPr/>
          <p:nvPr/>
        </p:nvSpPr>
        <p:spPr>
          <a:xfrm>
            <a:off x="195650" y="551710"/>
            <a:ext cx="2035824" cy="1081842"/>
          </a:xfrm>
          <a:prstGeom prst="roundRect">
            <a:avLst>
              <a:gd name="adj" fmla="val 931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producción de </a:t>
            </a:r>
            <a:r>
              <a:rPr lang="es-AR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exportables</a:t>
            </a:r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reaccionaba</a:t>
            </a:r>
          </a:p>
        </p:txBody>
      </p:sp>
      <p:cxnSp>
        <p:nvCxnSpPr>
          <p:cNvPr id="131" name="130 Forma"/>
          <p:cNvCxnSpPr>
            <a:cxnSpLocks/>
            <a:stCxn id="103" idx="3"/>
            <a:endCxn id="28" idx="1"/>
          </p:cNvCxnSpPr>
          <p:nvPr/>
        </p:nvCxnSpPr>
        <p:spPr>
          <a:xfrm flipV="1">
            <a:off x="2231474" y="524361"/>
            <a:ext cx="1014078" cy="154731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130 Forma"/>
          <p:cNvCxnSpPr>
            <a:cxnSpLocks/>
            <a:stCxn id="130" idx="3"/>
            <a:endCxn id="28" idx="1"/>
          </p:cNvCxnSpPr>
          <p:nvPr/>
        </p:nvCxnSpPr>
        <p:spPr>
          <a:xfrm flipV="1">
            <a:off x="2231474" y="524361"/>
            <a:ext cx="1014078" cy="56827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47 Rectángulo redondeado"/>
          <p:cNvSpPr/>
          <p:nvPr/>
        </p:nvSpPr>
        <p:spPr>
          <a:xfrm>
            <a:off x="5947873" y="4882412"/>
            <a:ext cx="1243474" cy="60053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Aun </a:t>
            </a:r>
            <a:r>
              <a:rPr lang="es-ES" sz="1400" i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prod. Agrop</a:t>
            </a:r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estancada</a:t>
            </a:r>
            <a:endParaRPr lang="es-AR" sz="14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96 Forma libre">
            <a:extLst>
              <a:ext uri="{FF2B5EF4-FFF2-40B4-BE49-F238E27FC236}">
                <a16:creationId xmlns:a16="http://schemas.microsoft.com/office/drawing/2014/main" id="{2E1E7B3B-A013-4430-B392-041BD498B31C}"/>
              </a:ext>
            </a:extLst>
          </p:cNvPr>
          <p:cNvSpPr/>
          <p:nvPr/>
        </p:nvSpPr>
        <p:spPr>
          <a:xfrm rot="14602025" flipH="1" flipV="1">
            <a:off x="2557521" y="4259111"/>
            <a:ext cx="2042333" cy="992954"/>
          </a:xfrm>
          <a:custGeom>
            <a:avLst/>
            <a:gdLst>
              <a:gd name="connsiteX0" fmla="*/ 2859314 w 2859314"/>
              <a:gd name="connsiteY0" fmla="*/ 0 h 2656114"/>
              <a:gd name="connsiteX1" fmla="*/ 2525486 w 2859314"/>
              <a:gd name="connsiteY1" fmla="*/ 638629 h 2656114"/>
              <a:gd name="connsiteX2" fmla="*/ 2191657 w 2859314"/>
              <a:gd name="connsiteY2" fmla="*/ 1117600 h 2656114"/>
              <a:gd name="connsiteX3" fmla="*/ 1872343 w 2859314"/>
              <a:gd name="connsiteY3" fmla="*/ 1422400 h 2656114"/>
              <a:gd name="connsiteX4" fmla="*/ 1030514 w 2859314"/>
              <a:gd name="connsiteY4" fmla="*/ 2046514 h 2656114"/>
              <a:gd name="connsiteX5" fmla="*/ 0 w 2859314"/>
              <a:gd name="connsiteY5" fmla="*/ 2656114 h 2656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9314" h="2656114">
                <a:moveTo>
                  <a:pt x="2859314" y="0"/>
                </a:moveTo>
                <a:cubicBezTo>
                  <a:pt x="2748038" y="226181"/>
                  <a:pt x="2636762" y="452362"/>
                  <a:pt x="2525486" y="638629"/>
                </a:cubicBezTo>
                <a:cubicBezTo>
                  <a:pt x="2414210" y="824896"/>
                  <a:pt x="2300514" y="986972"/>
                  <a:pt x="2191657" y="1117600"/>
                </a:cubicBezTo>
                <a:cubicBezTo>
                  <a:pt x="2082800" y="1248228"/>
                  <a:pt x="2065867" y="1267581"/>
                  <a:pt x="1872343" y="1422400"/>
                </a:cubicBezTo>
                <a:cubicBezTo>
                  <a:pt x="1678819" y="1577219"/>
                  <a:pt x="1342571" y="1840895"/>
                  <a:pt x="1030514" y="2046514"/>
                </a:cubicBezTo>
                <a:cubicBezTo>
                  <a:pt x="718457" y="2252133"/>
                  <a:pt x="0" y="2656114"/>
                  <a:pt x="0" y="2656114"/>
                </a:cubicBezTo>
              </a:path>
            </a:pathLst>
          </a:custGeom>
          <a:ln w="38100">
            <a:solidFill>
              <a:schemeClr val="accent1">
                <a:lumMod val="50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/>
              </a:solidFill>
            </a:endParaRPr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70967BF9-33DD-455D-A1DD-40A351A1493D}"/>
              </a:ext>
            </a:extLst>
          </p:cNvPr>
          <p:cNvSpPr txBox="1"/>
          <p:nvPr/>
        </p:nvSpPr>
        <p:spPr>
          <a:xfrm>
            <a:off x="7956665" y="6593148"/>
            <a:ext cx="1221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Gerchunof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35 Rectángulo redondeado">
            <a:extLst>
              <a:ext uri="{FF2B5EF4-FFF2-40B4-BE49-F238E27FC236}">
                <a16:creationId xmlns:a16="http://schemas.microsoft.com/office/drawing/2014/main" id="{75E36A27-D27C-45E7-B4ED-64CC181B1243}"/>
              </a:ext>
            </a:extLst>
          </p:cNvPr>
          <p:cNvSpPr/>
          <p:nvPr/>
        </p:nvSpPr>
        <p:spPr>
          <a:xfrm>
            <a:off x="198913" y="2099015"/>
            <a:ext cx="8693999" cy="4564914"/>
          </a:xfrm>
          <a:prstGeom prst="roundRect">
            <a:avLst>
              <a:gd name="adj" fmla="val 3493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36 Rectángulo redondeado"/>
          <p:cNvSpPr/>
          <p:nvPr/>
        </p:nvSpPr>
        <p:spPr>
          <a:xfrm>
            <a:off x="1379228" y="836712"/>
            <a:ext cx="3517968" cy="92869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pesar del Cierre externo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35 Rectángulo redondeado"/>
          <p:cNvSpPr/>
          <p:nvPr/>
        </p:nvSpPr>
        <p:spPr>
          <a:xfrm>
            <a:off x="4804280" y="979588"/>
            <a:ext cx="3008080" cy="64294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‘30 - 45</a:t>
            </a:r>
            <a:r>
              <a:rPr lang="es-ES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crisis y guerra</a:t>
            </a:r>
          </a:p>
          <a:p>
            <a:pPr algn="ctr"/>
            <a:r>
              <a:rPr lang="es-ES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’40-’50  política</a:t>
            </a:r>
            <a:endParaRPr lang="es-AR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37 Rectángulo redondeado"/>
          <p:cNvSpPr/>
          <p:nvPr/>
        </p:nvSpPr>
        <p:spPr>
          <a:xfrm>
            <a:off x="198913" y="2099014"/>
            <a:ext cx="8698830" cy="700928"/>
          </a:xfrm>
          <a:prstGeom prst="roundRect">
            <a:avLst>
              <a:gd name="adj" fmla="val 1044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Paradoja</a:t>
            </a:r>
            <a:r>
              <a:rPr lang="es-E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vulnerabilidad exterior</a:t>
            </a:r>
            <a:endParaRPr lang="es-AR" sz="32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ARGENTINA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áfico 2" descr="Globo terrestre, América">
            <a:extLst>
              <a:ext uri="{FF2B5EF4-FFF2-40B4-BE49-F238E27FC236}">
                <a16:creationId xmlns:a16="http://schemas.microsoft.com/office/drawing/2014/main" id="{216E2A48-B36C-4826-BA7B-DE4EB27C3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5278" y="3765376"/>
            <a:ext cx="1872208" cy="1872208"/>
          </a:xfrm>
          <a:prstGeom prst="rect">
            <a:avLst/>
          </a:prstGeom>
        </p:spPr>
      </p:pic>
      <p:pic>
        <p:nvPicPr>
          <p:cNvPr id="11" name="Gráfico 10" descr="Planta">
            <a:extLst>
              <a:ext uri="{FF2B5EF4-FFF2-40B4-BE49-F238E27FC236}">
                <a16:creationId xmlns:a16="http://schemas.microsoft.com/office/drawing/2014/main" id="{2A3FA73D-3754-4F4D-8B4A-8D6A683244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7427" y="5684341"/>
            <a:ext cx="769357" cy="769357"/>
          </a:xfrm>
          <a:prstGeom prst="rect">
            <a:avLst/>
          </a:prstGeom>
        </p:spPr>
      </p:pic>
      <p:pic>
        <p:nvPicPr>
          <p:cNvPr id="13" name="Gráfico 12" descr="Fábrica">
            <a:extLst>
              <a:ext uri="{FF2B5EF4-FFF2-40B4-BE49-F238E27FC236}">
                <a16:creationId xmlns:a16="http://schemas.microsoft.com/office/drawing/2014/main" id="{74F84BF7-6C2A-41E0-9700-C008149384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74925" y="2996952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5DDB6CB-520F-4821-AF78-09120B91CD30}"/>
                  </a:ext>
                </a:extLst>
              </p:cNvPr>
              <p:cNvSpPr txBox="1"/>
              <p:nvPr/>
            </p:nvSpPr>
            <p:spPr>
              <a:xfrm>
                <a:off x="1043608" y="4300986"/>
                <a:ext cx="621772" cy="8009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2400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1" i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s-AR" sz="2400" b="1" i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𝐢𝐧𝐝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2400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1" i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s-AR" sz="2400" b="1" i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𝐚𝐠𝐫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sz="24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5DDB6CB-520F-4821-AF78-09120B91C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300986"/>
                <a:ext cx="621772" cy="8009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Gráfico 19" descr="Tendencia al alza">
            <a:extLst>
              <a:ext uri="{FF2B5EF4-FFF2-40B4-BE49-F238E27FC236}">
                <a16:creationId xmlns:a16="http://schemas.microsoft.com/office/drawing/2014/main" id="{17195F47-B448-411E-BFD2-89D6BBB64A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70322" y="4239034"/>
            <a:ext cx="939912" cy="939912"/>
          </a:xfrm>
          <a:prstGeom prst="rect">
            <a:avLst/>
          </a:prstGeom>
        </p:spPr>
      </p:pic>
      <p:pic>
        <p:nvPicPr>
          <p:cNvPr id="35" name="Gráfico 34" descr="Señal de pulgar hacia arriba">
            <a:extLst>
              <a:ext uri="{FF2B5EF4-FFF2-40B4-BE49-F238E27FC236}">
                <a16:creationId xmlns:a16="http://schemas.microsoft.com/office/drawing/2014/main" id="{F68FD4B1-8FD0-4A58-A85C-E5FC66DE305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V="1">
            <a:off x="2569408" y="5904385"/>
            <a:ext cx="431802" cy="431802"/>
          </a:xfrm>
          <a:prstGeom prst="rect">
            <a:avLst/>
          </a:prstGeom>
        </p:spPr>
      </p:pic>
      <p:pic>
        <p:nvPicPr>
          <p:cNvPr id="39" name="Gráfico 38" descr="Señal de pulgar hacia arriba">
            <a:extLst>
              <a:ext uri="{FF2B5EF4-FFF2-40B4-BE49-F238E27FC236}">
                <a16:creationId xmlns:a16="http://schemas.microsoft.com/office/drawing/2014/main" id="{66A5A8D3-58E9-4B82-AC49-8660856D12C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69408" y="3096808"/>
            <a:ext cx="431802" cy="431802"/>
          </a:xfrm>
          <a:prstGeom prst="rect">
            <a:avLst/>
          </a:prstGeom>
        </p:spPr>
      </p:pic>
      <p:pic>
        <p:nvPicPr>
          <p:cNvPr id="41" name="Gráfico 40" descr="Flecha: curva con sentido contrario a las agujas del reloj">
            <a:extLst>
              <a:ext uri="{FF2B5EF4-FFF2-40B4-BE49-F238E27FC236}">
                <a16:creationId xmlns:a16="http://schemas.microsoft.com/office/drawing/2014/main" id="{D0019996-36D8-4CDD-A1E1-EF5721DAEBA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1169262" flipV="1">
            <a:off x="1788792" y="3324525"/>
            <a:ext cx="995937" cy="995937"/>
          </a:xfrm>
          <a:prstGeom prst="rect">
            <a:avLst/>
          </a:prstGeom>
        </p:spPr>
      </p:pic>
      <p:pic>
        <p:nvPicPr>
          <p:cNvPr id="28" name="Gráfico 27" descr="Flecha: curva con sentido contrario a las agujas del reloj">
            <a:extLst>
              <a:ext uri="{FF2B5EF4-FFF2-40B4-BE49-F238E27FC236}">
                <a16:creationId xmlns:a16="http://schemas.microsoft.com/office/drawing/2014/main" id="{166C5324-6105-478C-8E31-F72F3CF6319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0430738">
            <a:off x="1830050" y="5058285"/>
            <a:ext cx="961942" cy="961942"/>
          </a:xfrm>
          <a:prstGeom prst="rect">
            <a:avLst/>
          </a:prstGeom>
        </p:spPr>
      </p:pic>
      <p:pic>
        <p:nvPicPr>
          <p:cNvPr id="30" name="Gráfico 29" descr="Flecha: curva con sentido contrario a las agujas del reloj">
            <a:extLst>
              <a:ext uri="{FF2B5EF4-FFF2-40B4-BE49-F238E27FC236}">
                <a16:creationId xmlns:a16="http://schemas.microsoft.com/office/drawing/2014/main" id="{F582DDA1-9FC1-4C22-BE45-83CB0A974FC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4507506" flipH="1" flipV="1">
            <a:off x="3411257" y="5470637"/>
            <a:ext cx="947040" cy="947040"/>
          </a:xfrm>
          <a:prstGeom prst="rect">
            <a:avLst/>
          </a:prstGeom>
        </p:spPr>
      </p:pic>
      <p:pic>
        <p:nvPicPr>
          <p:cNvPr id="31" name="Gráfico 30" descr="Señal de pulgar hacia arriba">
            <a:extLst>
              <a:ext uri="{FF2B5EF4-FFF2-40B4-BE49-F238E27FC236}">
                <a16:creationId xmlns:a16="http://schemas.microsoft.com/office/drawing/2014/main" id="{8197FBCF-2D99-4BDE-B43C-489A92B70F7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V="1">
            <a:off x="3962640" y="5112297"/>
            <a:ext cx="431802" cy="431802"/>
          </a:xfrm>
          <a:prstGeom prst="rect">
            <a:avLst/>
          </a:prstGeom>
        </p:spPr>
      </p:pic>
      <p:pic>
        <p:nvPicPr>
          <p:cNvPr id="32" name="Gráfico 31" descr="Señal de pulgar hacia arriba">
            <a:extLst>
              <a:ext uri="{FF2B5EF4-FFF2-40B4-BE49-F238E27FC236}">
                <a16:creationId xmlns:a16="http://schemas.microsoft.com/office/drawing/2014/main" id="{BA023C64-3DE2-4570-ADE1-CDB96CE729B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65821" y="3939176"/>
            <a:ext cx="431802" cy="431802"/>
          </a:xfrm>
          <a:prstGeom prst="rect">
            <a:avLst/>
          </a:prstGeom>
        </p:spPr>
      </p:pic>
      <p:pic>
        <p:nvPicPr>
          <p:cNvPr id="33" name="Gráfico 32" descr="Flecha: curva con sentido contrario a las agujas del reloj">
            <a:extLst>
              <a:ext uri="{FF2B5EF4-FFF2-40B4-BE49-F238E27FC236}">
                <a16:creationId xmlns:a16="http://schemas.microsoft.com/office/drawing/2014/main" id="{1CED5B74-5A88-45F8-A8B9-4CA5C79A7D1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4034528">
            <a:off x="6786997" y="4064211"/>
            <a:ext cx="914400" cy="914400"/>
          </a:xfrm>
          <a:prstGeom prst="rect">
            <a:avLst/>
          </a:prstGeom>
        </p:spPr>
      </p:pic>
      <p:sp>
        <p:nvSpPr>
          <p:cNvPr id="43" name="Rectángulo 42">
            <a:extLst>
              <a:ext uri="{FF2B5EF4-FFF2-40B4-BE49-F238E27FC236}">
                <a16:creationId xmlns:a16="http://schemas.microsoft.com/office/drawing/2014/main" id="{4AF6B7A0-309B-4248-BFEA-23431941390D}"/>
              </a:ext>
            </a:extLst>
          </p:cNvPr>
          <p:cNvSpPr/>
          <p:nvPr/>
        </p:nvSpPr>
        <p:spPr>
          <a:xfrm>
            <a:off x="7114561" y="3827226"/>
            <a:ext cx="835485" cy="461665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AR" sz="2400" b="1" dirty="0">
                <a:ln w="0"/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</a:t>
            </a:r>
            <a:endParaRPr lang="es-ES" sz="2400" b="1" cap="none" spc="0" dirty="0">
              <a:ln w="0"/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igno de multiplicación 7">
            <a:extLst>
              <a:ext uri="{FF2B5EF4-FFF2-40B4-BE49-F238E27FC236}">
                <a16:creationId xmlns:a16="http://schemas.microsoft.com/office/drawing/2014/main" id="{FF9EA26D-24A5-464B-9140-7FA168D7131E}"/>
              </a:ext>
            </a:extLst>
          </p:cNvPr>
          <p:cNvSpPr/>
          <p:nvPr/>
        </p:nvSpPr>
        <p:spPr>
          <a:xfrm>
            <a:off x="7303703" y="3495261"/>
            <a:ext cx="457200" cy="461665"/>
          </a:xfrm>
          <a:prstGeom prst="mathMultiply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85111787-882D-42E9-BEC3-718C4BFDFB9B}"/>
              </a:ext>
            </a:extLst>
          </p:cNvPr>
          <p:cNvSpPr/>
          <p:nvPr/>
        </p:nvSpPr>
        <p:spPr>
          <a:xfrm>
            <a:off x="5611189" y="5940569"/>
            <a:ext cx="1696297" cy="584775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r>
              <a:rPr lang="es-AR" sz="1600" b="1" dirty="0">
                <a:ln w="0"/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DEPENDIENTE </a:t>
            </a:r>
          </a:p>
          <a:p>
            <a:r>
              <a:rPr lang="es-AR" sz="1600" b="1" dirty="0">
                <a:ln w="0"/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T.I.E.</a:t>
            </a:r>
            <a:endParaRPr lang="es-ES" sz="1600" b="1" cap="none" spc="0" dirty="0">
              <a:ln w="0"/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45 Forma">
            <a:extLst>
              <a:ext uri="{FF2B5EF4-FFF2-40B4-BE49-F238E27FC236}">
                <a16:creationId xmlns:a16="http://schemas.microsoft.com/office/drawing/2014/main" id="{7A2E5C9B-0E23-4DAA-93B0-0FD7C3CCB727}"/>
              </a:ext>
            </a:extLst>
          </p:cNvPr>
          <p:cNvCxnSpPr>
            <a:cxnSpLocks/>
            <a:stCxn id="17" idx="2"/>
            <a:endCxn id="45" idx="1"/>
          </p:cNvCxnSpPr>
          <p:nvPr/>
        </p:nvCxnSpPr>
        <p:spPr>
          <a:xfrm rot="16200000" flipH="1">
            <a:off x="4759112" y="5380880"/>
            <a:ext cx="705214" cy="998940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A378C91-D82F-454C-A052-66EF487F889D}"/>
              </a:ext>
            </a:extLst>
          </p:cNvPr>
          <p:cNvSpPr/>
          <p:nvPr/>
        </p:nvSpPr>
        <p:spPr>
          <a:xfrm>
            <a:off x="4418258" y="5013492"/>
            <a:ext cx="387982" cy="51425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498F36E9-CE2B-4259-BBB5-599CC93C30A4}"/>
              </a:ext>
            </a:extLst>
          </p:cNvPr>
          <p:cNvSpPr/>
          <p:nvPr/>
        </p:nvSpPr>
        <p:spPr>
          <a:xfrm>
            <a:off x="4413903" y="3887915"/>
            <a:ext cx="387982" cy="51425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pic>
        <p:nvPicPr>
          <p:cNvPr id="48" name="Gráfico 47" descr="Flecha: curva con sentido contrario a las agujas del reloj">
            <a:extLst>
              <a:ext uri="{FF2B5EF4-FFF2-40B4-BE49-F238E27FC236}">
                <a16:creationId xmlns:a16="http://schemas.microsoft.com/office/drawing/2014/main" id="{D564A12B-771A-43F1-80FA-2C486EDBD5B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7092494" flipH="1">
            <a:off x="3510865" y="3077831"/>
            <a:ext cx="947040" cy="947040"/>
          </a:xfrm>
          <a:prstGeom prst="rect">
            <a:avLst/>
          </a:prstGeom>
        </p:spPr>
      </p:pic>
      <p:pic>
        <p:nvPicPr>
          <p:cNvPr id="49" name="Gráfico 48" descr="Flecha: curva con sentido contrario a las agujas del reloj">
            <a:extLst>
              <a:ext uri="{FF2B5EF4-FFF2-40B4-BE49-F238E27FC236}">
                <a16:creationId xmlns:a16="http://schemas.microsoft.com/office/drawing/2014/main" id="{9C4DB010-1D22-4FD3-AF4E-3AC895C0D03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8417624">
            <a:off x="4873686" y="3773581"/>
            <a:ext cx="834185" cy="994386"/>
          </a:xfrm>
          <a:prstGeom prst="rect">
            <a:avLst/>
          </a:prstGeom>
        </p:spPr>
      </p:pic>
      <p:sp>
        <p:nvSpPr>
          <p:cNvPr id="52" name="Rectángulo 51">
            <a:extLst>
              <a:ext uri="{FF2B5EF4-FFF2-40B4-BE49-F238E27FC236}">
                <a16:creationId xmlns:a16="http://schemas.microsoft.com/office/drawing/2014/main" id="{9DD88B13-15B9-4119-A4E2-80EFE86C79B4}"/>
              </a:ext>
            </a:extLst>
          </p:cNvPr>
          <p:cNvSpPr/>
          <p:nvPr/>
        </p:nvSpPr>
        <p:spPr>
          <a:xfrm>
            <a:off x="5614425" y="2924944"/>
            <a:ext cx="1454935" cy="523220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r>
              <a:rPr lang="es-AR" sz="1400" b="1" dirty="0">
                <a:ln w="0"/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FINANCIAR?</a:t>
            </a:r>
            <a:endParaRPr lang="es-ES" sz="1400" b="1" cap="none" spc="0" dirty="0">
              <a:ln w="0"/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45 Forma">
            <a:extLst>
              <a:ext uri="{FF2B5EF4-FFF2-40B4-BE49-F238E27FC236}">
                <a16:creationId xmlns:a16="http://schemas.microsoft.com/office/drawing/2014/main" id="{48342046-603A-437F-B1FA-88CD2E0AFE86}"/>
              </a:ext>
            </a:extLst>
          </p:cNvPr>
          <p:cNvCxnSpPr>
            <a:cxnSpLocks/>
            <a:stCxn id="47" idx="0"/>
            <a:endCxn id="52" idx="1"/>
          </p:cNvCxnSpPr>
          <p:nvPr/>
        </p:nvCxnSpPr>
        <p:spPr>
          <a:xfrm rot="5400000" flipH="1" flipV="1">
            <a:off x="4760479" y="3033970"/>
            <a:ext cx="701361" cy="1006531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áfico 33" descr="Flecha: curva con sentido contrario a las agujas del reloj">
            <a:extLst>
              <a:ext uri="{FF2B5EF4-FFF2-40B4-BE49-F238E27FC236}">
                <a16:creationId xmlns:a16="http://schemas.microsoft.com/office/drawing/2014/main" id="{9DEBE023-564D-4F4D-BFB8-8F4C38F0F8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5400000">
            <a:off x="4834792" y="4676817"/>
            <a:ext cx="834185" cy="9943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4002</TotalTime>
  <Words>2729</Words>
  <Application>Microsoft Office PowerPoint</Application>
  <PresentationFormat>Presentación en pantalla (4:3)</PresentationFormat>
  <Paragraphs>643</Paragraphs>
  <Slides>77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77</vt:i4>
      </vt:variant>
    </vt:vector>
  </HeadingPairs>
  <TitlesOfParts>
    <vt:vector size="81" baseType="lpstr">
      <vt:lpstr>Arial</vt:lpstr>
      <vt:lpstr>Calibri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lucas</dc:creator>
  <cp:lastModifiedBy>Lucas Tossolini</cp:lastModifiedBy>
  <cp:revision>262</cp:revision>
  <dcterms:created xsi:type="dcterms:W3CDTF">2011-05-04T13:38:20Z</dcterms:created>
  <dcterms:modified xsi:type="dcterms:W3CDTF">2020-05-29T21:35:00Z</dcterms:modified>
</cp:coreProperties>
</file>