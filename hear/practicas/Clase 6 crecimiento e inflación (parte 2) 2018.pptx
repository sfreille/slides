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ppt/charts/chart6.xml" ContentType="application/vnd.openxmlformats-officedocument.drawingml.chart+xml"/>
  <Override PartName="/ppt/drawings/drawing3.xml" ContentType="application/vnd.openxmlformats-officedocument.drawingml.chartshapes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4.xml" ContentType="application/vnd.openxmlformats-officedocument.drawingml.chartshapes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5.xml" ContentType="application/vnd.openxmlformats-officedocument.drawingml.chartshapes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1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2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drawings/drawing6.xml" ContentType="application/vnd.openxmlformats-officedocument.drawingml.chartshapes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7.xml" ContentType="application/vnd.openxmlformats-officedocument.drawingml.chart+xml"/>
  <Override PartName="/ppt/drawings/drawing7.xml" ContentType="application/vnd.openxmlformats-officedocument.drawingml.chartshapes+xml"/>
  <Override PartName="/ppt/charts/chart28.xml" ContentType="application/vnd.openxmlformats-officedocument.drawingml.chart+xml"/>
  <Override PartName="/ppt/drawings/drawing8.xml" ContentType="application/vnd.openxmlformats-officedocument.drawingml.chartshapes+xml"/>
  <Override PartName="/ppt/charts/chart29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rts/chart30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1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5.xml" ContentType="application/vnd.openxmlformats-officedocument.presentationml.notesSlide+xml"/>
  <Override PartName="/ppt/charts/chart32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6.xml" ContentType="application/vnd.openxmlformats-officedocument.presentationml.notesSlide+xml"/>
  <Override PartName="/ppt/charts/chart33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drawings/drawing9.xml" ContentType="application/vnd.openxmlformats-officedocument.drawingml.chartshapes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charts/chart34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9.xml" ContentType="application/vnd.openxmlformats-officedocument.presentationml.notesSlide+xml"/>
  <Override PartName="/ppt/charts/chart35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drawings/drawing10.xml" ContentType="application/vnd.openxmlformats-officedocument.drawingml.chartshapes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charts/chart36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12.xml" ContentType="application/vnd.openxmlformats-officedocument.presentationml.notesSlide+xml"/>
  <Override PartName="/ppt/charts/chart37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drawings/drawing11.xml" ContentType="application/vnd.openxmlformats-officedocument.drawingml.chartshapes+xml"/>
  <Override PartName="/ppt/notesSlides/notesSlide13.xml" ContentType="application/vnd.openxmlformats-officedocument.presentationml.notesSlide+xml"/>
  <Override PartName="/ppt/charts/chart38.xml" ContentType="application/vnd.openxmlformats-officedocument.drawingml.chart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charts/chart3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16.xml" ContentType="application/vnd.openxmlformats-officedocument.presentationml.notesSlide+xml"/>
  <Override PartName="/ppt/charts/chart4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notesSlides/notesSlide17.xml" ContentType="application/vnd.openxmlformats-officedocument.presentationml.notesSlide+xml"/>
  <Override PartName="/ppt/charts/chart4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charts/chart4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4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2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1.xml" ContentType="application/vnd.openxmlformats-officedocument.presentationml.notesSlide+xml"/>
  <Override PartName="/ppt/charts/chart4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80" r:id="rId2"/>
    <p:sldId id="329" r:id="rId3"/>
    <p:sldId id="357" r:id="rId4"/>
    <p:sldId id="274" r:id="rId5"/>
    <p:sldId id="275" r:id="rId6"/>
    <p:sldId id="257" r:id="rId7"/>
    <p:sldId id="399" r:id="rId8"/>
    <p:sldId id="311" r:id="rId9"/>
    <p:sldId id="258" r:id="rId10"/>
    <p:sldId id="359" r:id="rId11"/>
    <p:sldId id="360" r:id="rId12"/>
    <p:sldId id="259" r:id="rId13"/>
    <p:sldId id="260" r:id="rId14"/>
    <p:sldId id="288" r:id="rId15"/>
    <p:sldId id="261" r:id="rId16"/>
    <p:sldId id="262" r:id="rId17"/>
    <p:sldId id="263" r:id="rId18"/>
    <p:sldId id="264" r:id="rId19"/>
    <p:sldId id="267" r:id="rId20"/>
    <p:sldId id="268" r:id="rId21"/>
    <p:sldId id="269" r:id="rId22"/>
    <p:sldId id="270" r:id="rId23"/>
    <p:sldId id="271" r:id="rId24"/>
    <p:sldId id="400" r:id="rId25"/>
    <p:sldId id="273" r:id="rId26"/>
    <p:sldId id="402" r:id="rId27"/>
    <p:sldId id="403" r:id="rId28"/>
    <p:sldId id="404" r:id="rId29"/>
    <p:sldId id="401" r:id="rId30"/>
    <p:sldId id="277" r:id="rId31"/>
    <p:sldId id="278" r:id="rId32"/>
    <p:sldId id="279" r:id="rId33"/>
    <p:sldId id="330" r:id="rId34"/>
    <p:sldId id="281" r:id="rId35"/>
    <p:sldId id="405" r:id="rId36"/>
    <p:sldId id="282" r:id="rId37"/>
    <p:sldId id="283" r:id="rId38"/>
    <p:sldId id="284" r:id="rId39"/>
    <p:sldId id="285" r:id="rId40"/>
    <p:sldId id="286" r:id="rId41"/>
    <p:sldId id="287" r:id="rId42"/>
    <p:sldId id="364" r:id="rId43"/>
    <p:sldId id="358" r:id="rId44"/>
    <p:sldId id="272" r:id="rId45"/>
    <p:sldId id="332" r:id="rId46"/>
    <p:sldId id="317" r:id="rId47"/>
    <p:sldId id="333" r:id="rId48"/>
    <p:sldId id="334" r:id="rId49"/>
    <p:sldId id="335" r:id="rId50"/>
    <p:sldId id="318" r:id="rId51"/>
    <p:sldId id="336" r:id="rId52"/>
    <p:sldId id="337" r:id="rId53"/>
    <p:sldId id="319" r:id="rId54"/>
    <p:sldId id="338" r:id="rId55"/>
    <p:sldId id="339" r:id="rId56"/>
    <p:sldId id="361" r:id="rId57"/>
    <p:sldId id="320" r:id="rId58"/>
    <p:sldId id="340" r:id="rId59"/>
    <p:sldId id="363" r:id="rId60"/>
    <p:sldId id="341" r:id="rId61"/>
    <p:sldId id="321" r:id="rId62"/>
    <p:sldId id="342" r:id="rId63"/>
    <p:sldId id="322" r:id="rId64"/>
    <p:sldId id="362" r:id="rId65"/>
    <p:sldId id="323" r:id="rId66"/>
    <p:sldId id="325" r:id="rId67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cas Tossolini" initials="LT" lastIdx="2" clrIdx="0">
    <p:extLst>
      <p:ext uri="{19B8F6BF-5375-455C-9EA6-DF929625EA0E}">
        <p15:presenceInfo xmlns:p15="http://schemas.microsoft.com/office/powerpoint/2012/main" userId="82ff3cc4fadd8f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BFA66-33F9-4715-B5E6-0CCC03850A1E}" v="179" dt="2019-10-24T20:05:29.967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53" autoAdjust="0"/>
    <p:restoredTop sz="94660"/>
  </p:normalViewPr>
  <p:slideViewPr>
    <p:cSldViewPr>
      <p:cViewPr varScale="1">
        <p:scale>
          <a:sx n="72" d="100"/>
          <a:sy n="72" d="100"/>
        </p:scale>
        <p:origin x="123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Tossolini" userId="82ff3cc4fadd8f44" providerId="LiveId" clId="{7DDBFA66-33F9-4715-B5E6-0CCC03850A1E}"/>
    <pc:docChg chg="custSel addSld delSld modSld sldOrd">
      <pc:chgData name="Lucas Tossolini" userId="82ff3cc4fadd8f44" providerId="LiveId" clId="{7DDBFA66-33F9-4715-B5E6-0CCC03850A1E}" dt="2019-10-24T20:05:34.839" v="614" actId="14100"/>
      <pc:docMkLst>
        <pc:docMk/>
      </pc:docMkLst>
      <pc:sldChg chg="modSp">
        <pc:chgData name="Lucas Tossolini" userId="82ff3cc4fadd8f44" providerId="LiveId" clId="{7DDBFA66-33F9-4715-B5E6-0CCC03850A1E}" dt="2019-10-23T16:38:04.901" v="93" actId="403"/>
        <pc:sldMkLst>
          <pc:docMk/>
          <pc:sldMk cId="1259075754" sldId="258"/>
        </pc:sldMkLst>
        <pc:spChg chg="mod">
          <ac:chgData name="Lucas Tossolini" userId="82ff3cc4fadd8f44" providerId="LiveId" clId="{7DDBFA66-33F9-4715-B5E6-0CCC03850A1E}" dt="2019-10-23T16:38:04.901" v="93" actId="403"/>
          <ac:spMkLst>
            <pc:docMk/>
            <pc:sldMk cId="1259075754" sldId="258"/>
            <ac:spMk id="4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47.211" v="88" actId="14100"/>
          <ac:spMkLst>
            <pc:docMk/>
            <pc:sldMk cId="1259075754" sldId="258"/>
            <ac:spMk id="5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47.211" v="88" actId="14100"/>
          <ac:spMkLst>
            <pc:docMk/>
            <pc:sldMk cId="1259075754" sldId="258"/>
            <ac:spMk id="13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47.211" v="88" actId="14100"/>
          <ac:spMkLst>
            <pc:docMk/>
            <pc:sldMk cId="1259075754" sldId="258"/>
            <ac:spMk id="15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47.211" v="88" actId="14100"/>
          <ac:spMkLst>
            <pc:docMk/>
            <pc:sldMk cId="1259075754" sldId="258"/>
            <ac:spMk id="16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47.211" v="88" actId="14100"/>
          <ac:spMkLst>
            <pc:docMk/>
            <pc:sldMk cId="1259075754" sldId="258"/>
            <ac:spMk id="24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59.696" v="90" actId="207"/>
          <ac:spMkLst>
            <pc:docMk/>
            <pc:sldMk cId="1259075754" sldId="258"/>
            <ac:spMk id="25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59.696" v="90" actId="207"/>
          <ac:spMkLst>
            <pc:docMk/>
            <pc:sldMk cId="1259075754" sldId="258"/>
            <ac:spMk id="26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59.696" v="90" actId="207"/>
          <ac:spMkLst>
            <pc:docMk/>
            <pc:sldMk cId="1259075754" sldId="258"/>
            <ac:spMk id="31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59.696" v="90" actId="207"/>
          <ac:spMkLst>
            <pc:docMk/>
            <pc:sldMk cId="1259075754" sldId="258"/>
            <ac:spMk id="35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59.696" v="90" actId="207"/>
          <ac:spMkLst>
            <pc:docMk/>
            <pc:sldMk cId="1259075754" sldId="258"/>
            <ac:spMk id="50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7:59.696" v="90" actId="207"/>
          <ac:spMkLst>
            <pc:docMk/>
            <pc:sldMk cId="1259075754" sldId="258"/>
            <ac:spMk id="58" creationId="{00000000-0000-0000-0000-000000000000}"/>
          </ac:spMkLst>
        </pc:spChg>
        <pc:cxnChg chg="mod">
          <ac:chgData name="Lucas Tossolini" userId="82ff3cc4fadd8f44" providerId="LiveId" clId="{7DDBFA66-33F9-4715-B5E6-0CCC03850A1E}" dt="2019-10-23T16:37:59.696" v="90" actId="207"/>
          <ac:cxnSpMkLst>
            <pc:docMk/>
            <pc:sldMk cId="1259075754" sldId="258"/>
            <ac:cxnSpMk id="27" creationId="{00000000-0000-0000-0000-000000000000}"/>
          </ac:cxnSpMkLst>
        </pc:cxnChg>
        <pc:cxnChg chg="mod">
          <ac:chgData name="Lucas Tossolini" userId="82ff3cc4fadd8f44" providerId="LiveId" clId="{7DDBFA66-33F9-4715-B5E6-0CCC03850A1E}" dt="2019-10-23T16:37:59.696" v="90" actId="207"/>
          <ac:cxnSpMkLst>
            <pc:docMk/>
            <pc:sldMk cId="1259075754" sldId="258"/>
            <ac:cxnSpMk id="32" creationId="{00000000-0000-0000-0000-000000000000}"/>
          </ac:cxnSpMkLst>
        </pc:cxnChg>
        <pc:cxnChg chg="mod">
          <ac:chgData name="Lucas Tossolini" userId="82ff3cc4fadd8f44" providerId="LiveId" clId="{7DDBFA66-33F9-4715-B5E6-0CCC03850A1E}" dt="2019-10-23T16:37:59.696" v="90" actId="207"/>
          <ac:cxnSpMkLst>
            <pc:docMk/>
            <pc:sldMk cId="1259075754" sldId="258"/>
            <ac:cxnSpMk id="36" creationId="{00000000-0000-0000-0000-000000000000}"/>
          </ac:cxnSpMkLst>
        </pc:cxnChg>
      </pc:sldChg>
      <pc:sldChg chg="modSp">
        <pc:chgData name="Lucas Tossolini" userId="82ff3cc4fadd8f44" providerId="LiveId" clId="{7DDBFA66-33F9-4715-B5E6-0CCC03850A1E}" dt="2019-10-23T16:40:11.196" v="115" actId="1076"/>
        <pc:sldMkLst>
          <pc:docMk/>
          <pc:sldMk cId="1321011046" sldId="259"/>
        </pc:sldMkLst>
        <pc:spChg chg="mod">
          <ac:chgData name="Lucas Tossolini" userId="82ff3cc4fadd8f44" providerId="LiveId" clId="{7DDBFA66-33F9-4715-B5E6-0CCC03850A1E}" dt="2019-10-23T16:40:05.447" v="114" actId="1076"/>
          <ac:spMkLst>
            <pc:docMk/>
            <pc:sldMk cId="1321011046" sldId="259"/>
            <ac:spMk id="2" creationId="{CA6AF506-AB3E-4F00-B479-F8C2ECD81769}"/>
          </ac:spMkLst>
        </pc:spChg>
        <pc:spChg chg="mod">
          <ac:chgData name="Lucas Tossolini" userId="82ff3cc4fadd8f44" providerId="LiveId" clId="{7DDBFA66-33F9-4715-B5E6-0CCC03850A1E}" dt="2019-10-23T16:39:41.916" v="110" actId="1076"/>
          <ac:spMkLst>
            <pc:docMk/>
            <pc:sldMk cId="1321011046" sldId="259"/>
            <ac:spMk id="3" creationId="{F0FF898B-D7F3-4BC8-A147-2574DFA337CD}"/>
          </ac:spMkLst>
        </pc:spChg>
        <pc:spChg chg="mod">
          <ac:chgData name="Lucas Tossolini" userId="82ff3cc4fadd8f44" providerId="LiveId" clId="{7DDBFA66-33F9-4715-B5E6-0CCC03850A1E}" dt="2019-10-23T16:39:18.665" v="107" actId="403"/>
          <ac:spMkLst>
            <pc:docMk/>
            <pc:sldMk cId="1321011046" sldId="259"/>
            <ac:spMk id="4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40:00.384" v="113" actId="1076"/>
          <ac:spMkLst>
            <pc:docMk/>
            <pc:sldMk cId="1321011046" sldId="259"/>
            <ac:spMk id="5" creationId="{F04A50ED-6B25-4F43-A5CC-98D9364A2392}"/>
          </ac:spMkLst>
        </pc:spChg>
        <pc:spChg chg="mod">
          <ac:chgData name="Lucas Tossolini" userId="82ff3cc4fadd8f44" providerId="LiveId" clId="{7DDBFA66-33F9-4715-B5E6-0CCC03850A1E}" dt="2019-10-23T16:39:57.203" v="112" actId="1076"/>
          <ac:spMkLst>
            <pc:docMk/>
            <pc:sldMk cId="1321011046" sldId="259"/>
            <ac:spMk id="6" creationId="{30EAA4E2-2D79-46EA-8377-C52E5C02CBCE}"/>
          </ac:spMkLst>
        </pc:spChg>
        <pc:spChg chg="mod">
          <ac:chgData name="Lucas Tossolini" userId="82ff3cc4fadd8f44" providerId="LiveId" clId="{7DDBFA66-33F9-4715-B5E6-0CCC03850A1E}" dt="2019-10-23T16:39:39.061" v="109" actId="1076"/>
          <ac:spMkLst>
            <pc:docMk/>
            <pc:sldMk cId="1321011046" sldId="259"/>
            <ac:spMk id="9" creationId="{8F0C50D9-C9EA-44E3-9335-FDCBD12A9C52}"/>
          </ac:spMkLst>
        </pc:spChg>
        <pc:spChg chg="mod">
          <ac:chgData name="Lucas Tossolini" userId="82ff3cc4fadd8f44" providerId="LiveId" clId="{7DDBFA66-33F9-4715-B5E6-0CCC03850A1E}" dt="2019-10-23T16:40:11.196" v="115" actId="1076"/>
          <ac:spMkLst>
            <pc:docMk/>
            <pc:sldMk cId="1321011046" sldId="259"/>
            <ac:spMk id="11" creationId="{FA7ACEEC-15E7-414D-B2CF-3C079E1CBFA1}"/>
          </ac:spMkLst>
        </pc:spChg>
        <pc:graphicFrameChg chg="mod">
          <ac:chgData name="Lucas Tossolini" userId="82ff3cc4fadd8f44" providerId="LiveId" clId="{7DDBFA66-33F9-4715-B5E6-0CCC03850A1E}" dt="2019-10-23T16:39:46.923" v="111" actId="1076"/>
          <ac:graphicFrameMkLst>
            <pc:docMk/>
            <pc:sldMk cId="1321011046" sldId="259"/>
            <ac:graphicFrameMk id="7" creationId="{9638AE2C-7E69-4531-A53F-8D9DFF125E75}"/>
          </ac:graphicFrameMkLst>
        </pc:graphicFrameChg>
        <pc:graphicFrameChg chg="mod">
          <ac:chgData name="Lucas Tossolini" userId="82ff3cc4fadd8f44" providerId="LiveId" clId="{7DDBFA66-33F9-4715-B5E6-0CCC03850A1E}" dt="2019-10-23T16:39:34.725" v="108" actId="1076"/>
          <ac:graphicFrameMkLst>
            <pc:docMk/>
            <pc:sldMk cId="1321011046" sldId="259"/>
            <ac:graphicFrameMk id="8" creationId="{BF4148A4-9449-4C56-8068-1E444CEC4B75}"/>
          </ac:graphicFrameMkLst>
        </pc:graphicFrameChg>
      </pc:sldChg>
      <pc:sldChg chg="modSp">
        <pc:chgData name="Lucas Tossolini" userId="82ff3cc4fadd8f44" providerId="LiveId" clId="{7DDBFA66-33F9-4715-B5E6-0CCC03850A1E}" dt="2019-10-23T16:40:25.738" v="121" actId="14100"/>
        <pc:sldMkLst>
          <pc:docMk/>
          <pc:sldMk cId="2701855110" sldId="260"/>
        </pc:sldMkLst>
        <pc:spChg chg="mod">
          <ac:chgData name="Lucas Tossolini" userId="82ff3cc4fadd8f44" providerId="LiveId" clId="{7DDBFA66-33F9-4715-B5E6-0CCC03850A1E}" dt="2019-10-23T16:40:20.801" v="119" actId="1076"/>
          <ac:spMkLst>
            <pc:docMk/>
            <pc:sldMk cId="2701855110" sldId="260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3T16:40:25.738" v="121" actId="14100"/>
          <ac:graphicFrameMkLst>
            <pc:docMk/>
            <pc:sldMk cId="2701855110" sldId="260"/>
            <ac:graphicFrameMk id="3" creationId="{56CC7C10-5E11-40F8-9669-2660C5F090DF}"/>
          </ac:graphicFrameMkLst>
        </pc:graphicFrameChg>
      </pc:sldChg>
      <pc:sldChg chg="modSp">
        <pc:chgData name="Lucas Tossolini" userId="82ff3cc4fadd8f44" providerId="LiveId" clId="{7DDBFA66-33F9-4715-B5E6-0CCC03850A1E}" dt="2019-10-23T16:41:26.786" v="136" actId="14100"/>
        <pc:sldMkLst>
          <pc:docMk/>
          <pc:sldMk cId="1203317558" sldId="261"/>
        </pc:sldMkLst>
        <pc:spChg chg="mod">
          <ac:chgData name="Lucas Tossolini" userId="82ff3cc4fadd8f44" providerId="LiveId" clId="{7DDBFA66-33F9-4715-B5E6-0CCC03850A1E}" dt="2019-10-23T16:41:26.786" v="136" actId="14100"/>
          <ac:spMkLst>
            <pc:docMk/>
            <pc:sldMk cId="1203317558" sldId="261"/>
            <ac:spMk id="2" creationId="{F59F19AD-296B-4783-AC69-02B841890D9A}"/>
          </ac:spMkLst>
        </pc:spChg>
        <pc:spChg chg="mod">
          <ac:chgData name="Lucas Tossolini" userId="82ff3cc4fadd8f44" providerId="LiveId" clId="{7DDBFA66-33F9-4715-B5E6-0CCC03850A1E}" dt="2019-10-23T16:41:16.486" v="132" actId="1076"/>
          <ac:spMkLst>
            <pc:docMk/>
            <pc:sldMk cId="1203317558" sldId="261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3T16:41:20.643" v="134" actId="14100"/>
          <ac:graphicFrameMkLst>
            <pc:docMk/>
            <pc:sldMk cId="1203317558" sldId="261"/>
            <ac:graphicFrameMk id="3" creationId="{187D5F97-38B1-4200-B3D2-B86204BD1B0E}"/>
          </ac:graphicFrameMkLst>
        </pc:graphicFrameChg>
      </pc:sldChg>
      <pc:sldChg chg="modSp">
        <pc:chgData name="Lucas Tossolini" userId="82ff3cc4fadd8f44" providerId="LiveId" clId="{7DDBFA66-33F9-4715-B5E6-0CCC03850A1E}" dt="2019-10-23T16:41:45.512" v="142" actId="14100"/>
        <pc:sldMkLst>
          <pc:docMk/>
          <pc:sldMk cId="2767248201" sldId="263"/>
        </pc:sldMkLst>
        <pc:spChg chg="mod">
          <ac:chgData name="Lucas Tossolini" userId="82ff3cc4fadd8f44" providerId="LiveId" clId="{7DDBFA66-33F9-4715-B5E6-0CCC03850A1E}" dt="2019-10-23T16:41:39.198" v="140" actId="1076"/>
          <ac:spMkLst>
            <pc:docMk/>
            <pc:sldMk cId="2767248201" sldId="263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3T16:41:45.512" v="142" actId="14100"/>
          <ac:graphicFrameMkLst>
            <pc:docMk/>
            <pc:sldMk cId="2767248201" sldId="263"/>
            <ac:graphicFrameMk id="5" creationId="{405743BF-BEB3-40F3-8EFC-3F0B74847785}"/>
          </ac:graphicFrameMkLst>
        </pc:graphicFrameChg>
      </pc:sldChg>
      <pc:sldChg chg="modSp">
        <pc:chgData name="Lucas Tossolini" userId="82ff3cc4fadd8f44" providerId="LiveId" clId="{7DDBFA66-33F9-4715-B5E6-0CCC03850A1E}" dt="2019-10-23T16:42:21.288" v="152" actId="1076"/>
        <pc:sldMkLst>
          <pc:docMk/>
          <pc:sldMk cId="2607984403" sldId="264"/>
        </pc:sldMkLst>
        <pc:spChg chg="mod">
          <ac:chgData name="Lucas Tossolini" userId="82ff3cc4fadd8f44" providerId="LiveId" clId="{7DDBFA66-33F9-4715-B5E6-0CCC03850A1E}" dt="2019-10-23T16:42:17.867" v="151" actId="1076"/>
          <ac:spMkLst>
            <pc:docMk/>
            <pc:sldMk cId="2607984403" sldId="264"/>
            <ac:spMk id="2" creationId="{C45B5063-B3E1-43F2-8328-D4C47CBA987E}"/>
          </ac:spMkLst>
        </pc:spChg>
        <pc:spChg chg="mod">
          <ac:chgData name="Lucas Tossolini" userId="82ff3cc4fadd8f44" providerId="LiveId" clId="{7DDBFA66-33F9-4715-B5E6-0CCC03850A1E}" dt="2019-10-23T16:42:00.031" v="146" actId="403"/>
          <ac:spMkLst>
            <pc:docMk/>
            <pc:sldMk cId="2607984403" sldId="264"/>
            <ac:spMk id="4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42:21.288" v="152" actId="1076"/>
          <ac:spMkLst>
            <pc:docMk/>
            <pc:sldMk cId="2607984403" sldId="264"/>
            <ac:spMk id="5" creationId="{A1D447E7-87E2-40B4-84FA-D9AB7152C496}"/>
          </ac:spMkLst>
        </pc:spChg>
        <pc:graphicFrameChg chg="mod">
          <ac:chgData name="Lucas Tossolini" userId="82ff3cc4fadd8f44" providerId="LiveId" clId="{7DDBFA66-33F9-4715-B5E6-0CCC03850A1E}" dt="2019-10-23T16:42:15.178" v="150"/>
          <ac:graphicFrameMkLst>
            <pc:docMk/>
            <pc:sldMk cId="2607984403" sldId="264"/>
            <ac:graphicFrameMk id="3" creationId="{564ED009-D767-4F76-BDAA-2C4BF351A8EA}"/>
          </ac:graphicFrameMkLst>
        </pc:graphicFrameChg>
      </pc:sldChg>
      <pc:sldChg chg="modSp">
        <pc:chgData name="Lucas Tossolini" userId="82ff3cc4fadd8f44" providerId="LiveId" clId="{7DDBFA66-33F9-4715-B5E6-0CCC03850A1E}" dt="2019-10-23T16:42:48.776" v="160" actId="14100"/>
        <pc:sldMkLst>
          <pc:docMk/>
          <pc:sldMk cId="1329983939" sldId="267"/>
        </pc:sldMkLst>
        <pc:spChg chg="mod">
          <ac:chgData name="Lucas Tossolini" userId="82ff3cc4fadd8f44" providerId="LiveId" clId="{7DDBFA66-33F9-4715-B5E6-0CCC03850A1E}" dt="2019-10-23T16:42:48.776" v="160" actId="14100"/>
          <ac:spMkLst>
            <pc:docMk/>
            <pc:sldMk cId="1329983939" sldId="267"/>
            <ac:spMk id="2" creationId="{44F02D24-61DD-4B4D-9A13-E3A3CBA8BAFF}"/>
          </ac:spMkLst>
        </pc:spChg>
        <pc:spChg chg="mod">
          <ac:chgData name="Lucas Tossolini" userId="82ff3cc4fadd8f44" providerId="LiveId" clId="{7DDBFA66-33F9-4715-B5E6-0CCC03850A1E}" dt="2019-10-23T16:42:35.990" v="156" actId="403"/>
          <ac:spMkLst>
            <pc:docMk/>
            <pc:sldMk cId="1329983939" sldId="267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3T16:42:42.916" v="158" actId="14100"/>
          <ac:graphicFrameMkLst>
            <pc:docMk/>
            <pc:sldMk cId="1329983939" sldId="267"/>
            <ac:graphicFrameMk id="3" creationId="{4AD21EFC-EECA-44DF-814A-866ED310F343}"/>
          </ac:graphicFrameMkLst>
        </pc:graphicFrameChg>
      </pc:sldChg>
      <pc:sldChg chg="modSp">
        <pc:chgData name="Lucas Tossolini" userId="82ff3cc4fadd8f44" providerId="LiveId" clId="{7DDBFA66-33F9-4715-B5E6-0CCC03850A1E}" dt="2019-10-23T16:43:08.512" v="170" actId="403"/>
        <pc:sldMkLst>
          <pc:docMk/>
          <pc:sldMk cId="757647554" sldId="268"/>
        </pc:sldMkLst>
        <pc:spChg chg="mod">
          <ac:chgData name="Lucas Tossolini" userId="82ff3cc4fadd8f44" providerId="LiveId" clId="{7DDBFA66-33F9-4715-B5E6-0CCC03850A1E}" dt="2019-10-23T16:43:08.512" v="170" actId="403"/>
          <ac:spMkLst>
            <pc:docMk/>
            <pc:sldMk cId="757647554" sldId="268"/>
            <ac:spMk id="2" creationId="{8EA0369C-DD90-43A3-98C0-06C7EB238D4B}"/>
          </ac:spMkLst>
        </pc:spChg>
        <pc:spChg chg="mod">
          <ac:chgData name="Lucas Tossolini" userId="82ff3cc4fadd8f44" providerId="LiveId" clId="{7DDBFA66-33F9-4715-B5E6-0CCC03850A1E}" dt="2019-10-23T16:42:57.734" v="164" actId="403"/>
          <ac:spMkLst>
            <pc:docMk/>
            <pc:sldMk cId="757647554" sldId="268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3T16:43:02.761" v="166" actId="14100"/>
          <ac:graphicFrameMkLst>
            <pc:docMk/>
            <pc:sldMk cId="757647554" sldId="268"/>
            <ac:graphicFrameMk id="3" creationId="{C71EE608-B261-46A1-82B7-2D26F079BDD3}"/>
          </ac:graphicFrameMkLst>
        </pc:graphicFrameChg>
      </pc:sldChg>
      <pc:sldChg chg="modSp">
        <pc:chgData name="Lucas Tossolini" userId="82ff3cc4fadd8f44" providerId="LiveId" clId="{7DDBFA66-33F9-4715-B5E6-0CCC03850A1E}" dt="2019-10-24T19:40:48.296" v="357" actId="1076"/>
        <pc:sldMkLst>
          <pc:docMk/>
          <pc:sldMk cId="2704251057" sldId="269"/>
        </pc:sldMkLst>
        <pc:spChg chg="mod">
          <ac:chgData name="Lucas Tossolini" userId="82ff3cc4fadd8f44" providerId="LiveId" clId="{7DDBFA66-33F9-4715-B5E6-0CCC03850A1E}" dt="2019-10-24T19:40:48.296" v="357" actId="1076"/>
          <ac:spMkLst>
            <pc:docMk/>
            <pc:sldMk cId="2704251057" sldId="269"/>
            <ac:spMk id="2" creationId="{0FA9F739-A2A1-417F-8155-195397A71291}"/>
          </ac:spMkLst>
        </pc:spChg>
        <pc:spChg chg="mod">
          <ac:chgData name="Lucas Tossolini" userId="82ff3cc4fadd8f44" providerId="LiveId" clId="{7DDBFA66-33F9-4715-B5E6-0CCC03850A1E}" dt="2019-10-23T16:43:17.337" v="174" actId="1076"/>
          <ac:spMkLst>
            <pc:docMk/>
            <pc:sldMk cId="2704251057" sldId="269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3T16:43:23.422" v="176" actId="14100"/>
          <ac:graphicFrameMkLst>
            <pc:docMk/>
            <pc:sldMk cId="2704251057" sldId="269"/>
            <ac:graphicFrameMk id="3" creationId="{70B9C3EB-D282-4613-9DB1-111C69BBFF06}"/>
          </ac:graphicFrameMkLst>
        </pc:graphicFrameChg>
      </pc:sldChg>
      <pc:sldChg chg="modSp">
        <pc:chgData name="Lucas Tossolini" userId="82ff3cc4fadd8f44" providerId="LiveId" clId="{7DDBFA66-33F9-4715-B5E6-0CCC03850A1E}" dt="2019-10-24T19:29:32.283" v="193" actId="14100"/>
        <pc:sldMkLst>
          <pc:docMk/>
          <pc:sldMk cId="2037267905" sldId="270"/>
        </pc:sldMkLst>
        <pc:spChg chg="mod">
          <ac:chgData name="Lucas Tossolini" userId="82ff3cc4fadd8f44" providerId="LiveId" clId="{7DDBFA66-33F9-4715-B5E6-0CCC03850A1E}" dt="2019-10-23T16:44:10.207" v="184" actId="1076"/>
          <ac:spMkLst>
            <pc:docMk/>
            <pc:sldMk cId="2037267905" sldId="270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4T19:29:32.283" v="193" actId="14100"/>
          <ac:graphicFrameMkLst>
            <pc:docMk/>
            <pc:sldMk cId="2037267905" sldId="270"/>
            <ac:graphicFrameMk id="3" creationId="{47B5FC66-8856-4B04-A266-6C10C69AD3C4}"/>
          </ac:graphicFrameMkLst>
        </pc:graphicFrameChg>
      </pc:sldChg>
      <pc:sldChg chg="addSp modSp">
        <pc:chgData name="Lucas Tossolini" userId="82ff3cc4fadd8f44" providerId="LiveId" clId="{7DDBFA66-33F9-4715-B5E6-0CCC03850A1E}" dt="2019-10-24T19:31:25.444" v="287" actId="20577"/>
        <pc:sldMkLst>
          <pc:docMk/>
          <pc:sldMk cId="2103420426" sldId="271"/>
        </pc:sldMkLst>
        <pc:spChg chg="mod">
          <ac:chgData name="Lucas Tossolini" userId="82ff3cc4fadd8f44" providerId="LiveId" clId="{7DDBFA66-33F9-4715-B5E6-0CCC03850A1E}" dt="2019-10-23T16:44:19.317" v="188" actId="1076"/>
          <ac:spMkLst>
            <pc:docMk/>
            <pc:sldMk cId="2103420426" sldId="271"/>
            <ac:spMk id="4" creationId="{00000000-0000-0000-0000-000000000000}"/>
          </ac:spMkLst>
        </pc:spChg>
        <pc:spChg chg="add mod">
          <ac:chgData name="Lucas Tossolini" userId="82ff3cc4fadd8f44" providerId="LiveId" clId="{7DDBFA66-33F9-4715-B5E6-0CCC03850A1E}" dt="2019-10-24T19:31:14.538" v="254" actId="1076"/>
          <ac:spMkLst>
            <pc:docMk/>
            <pc:sldMk cId="2103420426" sldId="271"/>
            <ac:spMk id="5" creationId="{D28CA23B-DD68-4033-BEF0-74BF6B70F05F}"/>
          </ac:spMkLst>
        </pc:spChg>
        <pc:spChg chg="add mod">
          <ac:chgData name="Lucas Tossolini" userId="82ff3cc4fadd8f44" providerId="LiveId" clId="{7DDBFA66-33F9-4715-B5E6-0CCC03850A1E}" dt="2019-10-24T19:31:25.444" v="287" actId="20577"/>
          <ac:spMkLst>
            <pc:docMk/>
            <pc:sldMk cId="2103420426" sldId="271"/>
            <ac:spMk id="6" creationId="{83C386DC-9491-4DDC-BF55-19DDCC2D536F}"/>
          </ac:spMkLst>
        </pc:spChg>
        <pc:graphicFrameChg chg="mod">
          <ac:chgData name="Lucas Tossolini" userId="82ff3cc4fadd8f44" providerId="LiveId" clId="{7DDBFA66-33F9-4715-B5E6-0CCC03850A1E}" dt="2019-10-24T19:31:09.385" v="253"/>
          <ac:graphicFrameMkLst>
            <pc:docMk/>
            <pc:sldMk cId="2103420426" sldId="271"/>
            <ac:graphicFrameMk id="3" creationId="{8B3481E7-7C1D-4E76-8252-87AF4642204C}"/>
          </ac:graphicFrameMkLst>
        </pc:graphicFrameChg>
      </pc:sldChg>
      <pc:sldChg chg="modSp">
        <pc:chgData name="Lucas Tossolini" userId="82ff3cc4fadd8f44" providerId="LiveId" clId="{7DDBFA66-33F9-4715-B5E6-0CCC03850A1E}" dt="2019-10-23T16:36:48.921" v="83" actId="1076"/>
        <pc:sldMkLst>
          <pc:docMk/>
          <pc:sldMk cId="358538383" sldId="274"/>
        </pc:sldMkLst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2" creationId="{472FA8F4-05FC-44D9-8204-F0369156B9D6}"/>
          </ac:spMkLst>
        </pc:spChg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4" creationId="{EE56F42C-C9DB-46B3-B95B-BA3AFE95620D}"/>
          </ac:spMkLst>
        </pc:spChg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6" creationId="{10C69CB1-B9B9-427D-878F-C8D6B39E43D2}"/>
          </ac:spMkLst>
        </pc:spChg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7" creationId="{2992E613-5C70-4B4E-B0DA-0433A51875D6}"/>
          </ac:spMkLst>
        </pc:spChg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8" creationId="{C937EA50-53EB-43B2-99E8-B6A139EFB275}"/>
          </ac:spMkLst>
        </pc:spChg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9" creationId="{D3F2CDB5-7E3F-4BDC-85BA-77E8560736A4}"/>
          </ac:spMkLst>
        </pc:spChg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10" creationId="{EC8C6B5B-A747-4180-BD87-AFA05597C406}"/>
          </ac:spMkLst>
        </pc:spChg>
        <pc:spChg chg="mod">
          <ac:chgData name="Lucas Tossolini" userId="82ff3cc4fadd8f44" providerId="LiveId" clId="{7DDBFA66-33F9-4715-B5E6-0CCC03850A1E}" dt="2019-10-23T16:36:48.921" v="83" actId="1076"/>
          <ac:spMkLst>
            <pc:docMk/>
            <pc:sldMk cId="358538383" sldId="274"/>
            <ac:spMk id="17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6:41.759" v="82" actId="207"/>
          <ac:spMkLst>
            <pc:docMk/>
            <pc:sldMk cId="358538383" sldId="274"/>
            <ac:spMk id="18" creationId="{00000000-0000-0000-0000-000000000000}"/>
          </ac:spMkLst>
        </pc:spChg>
      </pc:sldChg>
      <pc:sldChg chg="modSp">
        <pc:chgData name="Lucas Tossolini" userId="82ff3cc4fadd8f44" providerId="LiveId" clId="{7DDBFA66-33F9-4715-B5E6-0CCC03850A1E}" dt="2019-10-23T16:37:01.481" v="84" actId="207"/>
        <pc:sldMkLst>
          <pc:docMk/>
          <pc:sldMk cId="3192110158" sldId="275"/>
        </pc:sldMkLst>
        <pc:spChg chg="mod">
          <ac:chgData name="Lucas Tossolini" userId="82ff3cc4fadd8f44" providerId="LiveId" clId="{7DDBFA66-33F9-4715-B5E6-0CCC03850A1E}" dt="2019-10-23T16:37:01.481" v="84" actId="207"/>
          <ac:spMkLst>
            <pc:docMk/>
            <pc:sldMk cId="3192110158" sldId="275"/>
            <ac:spMk id="8" creationId="{C937EA50-53EB-43B2-99E8-B6A139EFB275}"/>
          </ac:spMkLst>
        </pc:spChg>
        <pc:spChg chg="mod">
          <ac:chgData name="Lucas Tossolini" userId="82ff3cc4fadd8f44" providerId="LiveId" clId="{7DDBFA66-33F9-4715-B5E6-0CCC03850A1E}" dt="2019-10-23T16:37:01.481" v="84" actId="207"/>
          <ac:spMkLst>
            <pc:docMk/>
            <pc:sldMk cId="3192110158" sldId="275"/>
            <ac:spMk id="9" creationId="{D3F2CDB5-7E3F-4BDC-85BA-77E8560736A4}"/>
          </ac:spMkLst>
        </pc:spChg>
        <pc:spChg chg="mod">
          <ac:chgData name="Lucas Tossolini" userId="82ff3cc4fadd8f44" providerId="LiveId" clId="{7DDBFA66-33F9-4715-B5E6-0CCC03850A1E}" dt="2019-10-23T16:37:01.481" v="84" actId="207"/>
          <ac:spMkLst>
            <pc:docMk/>
            <pc:sldMk cId="3192110158" sldId="275"/>
            <ac:spMk id="10" creationId="{EC8C6B5B-A747-4180-BD87-AFA05597C406}"/>
          </ac:spMkLst>
        </pc:spChg>
        <pc:spChg chg="mod">
          <ac:chgData name="Lucas Tossolini" userId="82ff3cc4fadd8f44" providerId="LiveId" clId="{7DDBFA66-33F9-4715-B5E6-0CCC03850A1E}" dt="2019-10-23T16:37:01.481" v="84" actId="207"/>
          <ac:spMkLst>
            <pc:docMk/>
            <pc:sldMk cId="3192110158" sldId="275"/>
            <ac:spMk id="12" creationId="{D36FFD47-7F4B-413D-B36B-5C6D154CB0AC}"/>
          </ac:spMkLst>
        </pc:spChg>
        <pc:spChg chg="mod">
          <ac:chgData name="Lucas Tossolini" userId="82ff3cc4fadd8f44" providerId="LiveId" clId="{7DDBFA66-33F9-4715-B5E6-0CCC03850A1E}" dt="2019-10-23T16:37:01.481" v="84" actId="207"/>
          <ac:spMkLst>
            <pc:docMk/>
            <pc:sldMk cId="3192110158" sldId="275"/>
            <ac:spMk id="13" creationId="{4D4B590C-8CA7-4677-9500-7442A95A87B0}"/>
          </ac:spMkLst>
        </pc:spChg>
      </pc:sldChg>
      <pc:sldChg chg="del">
        <pc:chgData name="Lucas Tossolini" userId="82ff3cc4fadd8f44" providerId="LiveId" clId="{7DDBFA66-33F9-4715-B5E6-0CCC03850A1E}" dt="2019-10-23T16:37:32.605" v="86" actId="2696"/>
        <pc:sldMkLst>
          <pc:docMk/>
          <pc:sldMk cId="3337421838" sldId="276"/>
        </pc:sldMkLst>
      </pc:sldChg>
      <pc:sldChg chg="modSp">
        <pc:chgData name="Lucas Tossolini" userId="82ff3cc4fadd8f44" providerId="LiveId" clId="{7DDBFA66-33F9-4715-B5E6-0CCC03850A1E}" dt="2019-10-24T19:54:36.131" v="462" actId="20577"/>
        <pc:sldMkLst>
          <pc:docMk/>
          <pc:sldMk cId="2129706002" sldId="279"/>
        </pc:sldMkLst>
        <pc:spChg chg="mod">
          <ac:chgData name="Lucas Tossolini" userId="82ff3cc4fadd8f44" providerId="LiveId" clId="{7DDBFA66-33F9-4715-B5E6-0CCC03850A1E}" dt="2019-10-24T19:54:36.131" v="462" actId="20577"/>
          <ac:spMkLst>
            <pc:docMk/>
            <pc:sldMk cId="2129706002" sldId="279"/>
            <ac:spMk id="8" creationId="{928006A2-D1D9-4E18-96F0-768336A0C840}"/>
          </ac:spMkLst>
        </pc:spChg>
      </pc:sldChg>
      <pc:sldChg chg="addSp modSp">
        <pc:chgData name="Lucas Tossolini" userId="82ff3cc4fadd8f44" providerId="LiveId" clId="{7DDBFA66-33F9-4715-B5E6-0CCC03850A1E}" dt="2019-10-24T19:59:25.163" v="497" actId="113"/>
        <pc:sldMkLst>
          <pc:docMk/>
          <pc:sldMk cId="1914554396" sldId="281"/>
        </pc:sldMkLst>
        <pc:spChg chg="add mod">
          <ac:chgData name="Lucas Tossolini" userId="82ff3cc4fadd8f44" providerId="LiveId" clId="{7DDBFA66-33F9-4715-B5E6-0CCC03850A1E}" dt="2019-10-24T19:59:13.440" v="491" actId="207"/>
          <ac:spMkLst>
            <pc:docMk/>
            <pc:sldMk cId="1914554396" sldId="281"/>
            <ac:spMk id="2" creationId="{26C4FF6C-0368-41AD-80ED-BCBD2DBB0E89}"/>
          </ac:spMkLst>
        </pc:spChg>
        <pc:spChg chg="add mod">
          <ac:chgData name="Lucas Tossolini" userId="82ff3cc4fadd8f44" providerId="LiveId" clId="{7DDBFA66-33F9-4715-B5E6-0CCC03850A1E}" dt="2019-10-24T19:59:25.163" v="497" actId="113"/>
          <ac:spMkLst>
            <pc:docMk/>
            <pc:sldMk cId="1914554396" sldId="281"/>
            <ac:spMk id="3" creationId="{D4A8FBE7-8E01-4C08-B984-A984D47F6B35}"/>
          </ac:spMkLst>
        </pc:spChg>
        <pc:spChg chg="mod">
          <ac:chgData name="Lucas Tossolini" userId="82ff3cc4fadd8f44" providerId="LiveId" clId="{7DDBFA66-33F9-4715-B5E6-0CCC03850A1E}" dt="2019-10-24T19:54:58.608" v="465" actId="14100"/>
          <ac:spMkLst>
            <pc:docMk/>
            <pc:sldMk cId="1914554396" sldId="281"/>
            <ac:spMk id="5" creationId="{9AFCA4CD-DB76-4106-B73F-B5487DC2EFA0}"/>
          </ac:spMkLst>
        </pc:spChg>
        <pc:spChg chg="add mod">
          <ac:chgData name="Lucas Tossolini" userId="82ff3cc4fadd8f44" providerId="LiveId" clId="{7DDBFA66-33F9-4715-B5E6-0CCC03850A1E}" dt="2019-10-24T19:58:37.058" v="484" actId="20577"/>
          <ac:spMkLst>
            <pc:docMk/>
            <pc:sldMk cId="1914554396" sldId="281"/>
            <ac:spMk id="6" creationId="{BA76E722-4F55-4152-8716-54726D300096}"/>
          </ac:spMkLst>
        </pc:spChg>
        <pc:spChg chg="mod">
          <ac:chgData name="Lucas Tossolini" userId="82ff3cc4fadd8f44" providerId="LiveId" clId="{7DDBFA66-33F9-4715-B5E6-0CCC03850A1E}" dt="2019-10-24T19:58:26.127" v="467" actId="1076"/>
          <ac:spMkLst>
            <pc:docMk/>
            <pc:sldMk cId="1914554396" sldId="281"/>
            <ac:spMk id="8" creationId="{928006A2-D1D9-4E18-96F0-768336A0C840}"/>
          </ac:spMkLst>
        </pc:spChg>
        <pc:spChg chg="mod">
          <ac:chgData name="Lucas Tossolini" userId="82ff3cc4fadd8f44" providerId="LiveId" clId="{7DDBFA66-33F9-4715-B5E6-0CCC03850A1E}" dt="2019-10-24T19:58:27.312" v="468" actId="1076"/>
          <ac:spMkLst>
            <pc:docMk/>
            <pc:sldMk cId="1914554396" sldId="281"/>
            <ac:spMk id="9" creationId="{F9A7E7E6-0BBF-4B36-919B-A552FA9B0FE0}"/>
          </ac:spMkLst>
        </pc:spChg>
        <pc:spChg chg="add mod">
          <ac:chgData name="Lucas Tossolini" userId="82ff3cc4fadd8f44" providerId="LiveId" clId="{7DDBFA66-33F9-4715-B5E6-0CCC03850A1E}" dt="2019-10-24T19:58:45.606" v="489" actId="20577"/>
          <ac:spMkLst>
            <pc:docMk/>
            <pc:sldMk cId="1914554396" sldId="281"/>
            <ac:spMk id="10" creationId="{55BBEE4A-053E-497B-9F1F-FA5BEEB759F5}"/>
          </ac:spMkLst>
        </pc:spChg>
        <pc:graphicFrameChg chg="mod">
          <ac:chgData name="Lucas Tossolini" userId="82ff3cc4fadd8f44" providerId="LiveId" clId="{7DDBFA66-33F9-4715-B5E6-0CCC03850A1E}" dt="2019-10-24T19:58:43.407" v="487" actId="2085"/>
          <ac:graphicFrameMkLst>
            <pc:docMk/>
            <pc:sldMk cId="1914554396" sldId="281"/>
            <ac:graphicFrameMk id="7" creationId="{A44CC31A-CE5F-458F-986C-5729DE457B82}"/>
          </ac:graphicFrameMkLst>
        </pc:graphicFrameChg>
      </pc:sldChg>
      <pc:sldChg chg="modSp">
        <pc:chgData name="Lucas Tossolini" userId="82ff3cc4fadd8f44" providerId="LiveId" clId="{7DDBFA66-33F9-4715-B5E6-0CCC03850A1E}" dt="2019-10-24T20:02:50.511" v="536" actId="1076"/>
        <pc:sldMkLst>
          <pc:docMk/>
          <pc:sldMk cId="1747241772" sldId="282"/>
        </pc:sldMkLst>
        <pc:spChg chg="mod">
          <ac:chgData name="Lucas Tossolini" userId="82ff3cc4fadd8f44" providerId="LiveId" clId="{7DDBFA66-33F9-4715-B5E6-0CCC03850A1E}" dt="2019-10-24T20:02:50.511" v="536" actId="1076"/>
          <ac:spMkLst>
            <pc:docMk/>
            <pc:sldMk cId="1747241772" sldId="282"/>
            <ac:spMk id="8" creationId="{928006A2-D1D9-4E18-96F0-768336A0C840}"/>
          </ac:spMkLst>
        </pc:spChg>
      </pc:sldChg>
      <pc:sldChg chg="modSp">
        <pc:chgData name="Lucas Tossolini" userId="82ff3cc4fadd8f44" providerId="LiveId" clId="{7DDBFA66-33F9-4715-B5E6-0CCC03850A1E}" dt="2019-10-24T20:04:33.193" v="599" actId="403"/>
        <pc:sldMkLst>
          <pc:docMk/>
          <pc:sldMk cId="3108555346" sldId="284"/>
        </pc:sldMkLst>
        <pc:spChg chg="mod">
          <ac:chgData name="Lucas Tossolini" userId="82ff3cc4fadd8f44" providerId="LiveId" clId="{7DDBFA66-33F9-4715-B5E6-0CCC03850A1E}" dt="2019-10-24T20:04:11.608" v="550" actId="2085"/>
          <ac:spMkLst>
            <pc:docMk/>
            <pc:sldMk cId="3108555346" sldId="284"/>
            <ac:spMk id="2" creationId="{A4CEBA8B-BE20-477F-B9CA-10C7B2CA0036}"/>
          </ac:spMkLst>
        </pc:spChg>
        <pc:spChg chg="mod">
          <ac:chgData name="Lucas Tossolini" userId="82ff3cc4fadd8f44" providerId="LiveId" clId="{7DDBFA66-33F9-4715-B5E6-0CCC03850A1E}" dt="2019-10-24T20:03:05.951" v="537" actId="1076"/>
          <ac:spMkLst>
            <pc:docMk/>
            <pc:sldMk cId="3108555346" sldId="284"/>
            <ac:spMk id="8" creationId="{928006A2-D1D9-4E18-96F0-768336A0C840}"/>
          </ac:spMkLst>
        </pc:spChg>
        <pc:spChg chg="mod">
          <ac:chgData name="Lucas Tossolini" userId="82ff3cc4fadd8f44" providerId="LiveId" clId="{7DDBFA66-33F9-4715-B5E6-0CCC03850A1E}" dt="2019-10-24T20:04:11.608" v="550" actId="2085"/>
          <ac:spMkLst>
            <pc:docMk/>
            <pc:sldMk cId="3108555346" sldId="284"/>
            <ac:spMk id="9" creationId="{8E604702-4D27-4279-B83D-3F6AB9BE0A6D}"/>
          </ac:spMkLst>
        </pc:spChg>
        <pc:spChg chg="mod">
          <ac:chgData name="Lucas Tossolini" userId="82ff3cc4fadd8f44" providerId="LiveId" clId="{7DDBFA66-33F9-4715-B5E6-0CCC03850A1E}" dt="2019-10-24T20:04:33.193" v="599" actId="403"/>
          <ac:spMkLst>
            <pc:docMk/>
            <pc:sldMk cId="3108555346" sldId="284"/>
            <ac:spMk id="11" creationId="{6BC0C60D-BE60-4E97-80FD-8BD6459EFCA3}"/>
          </ac:spMkLst>
        </pc:spChg>
      </pc:sldChg>
      <pc:sldChg chg="addSp modSp">
        <pc:chgData name="Lucas Tossolini" userId="82ff3cc4fadd8f44" providerId="LiveId" clId="{7DDBFA66-33F9-4715-B5E6-0CCC03850A1E}" dt="2019-10-24T20:04:29.488" v="597" actId="403"/>
        <pc:sldMkLst>
          <pc:docMk/>
          <pc:sldMk cId="382646893" sldId="285"/>
        </pc:sldMkLst>
        <pc:spChg chg="add mod">
          <ac:chgData name="Lucas Tossolini" userId="82ff3cc4fadd8f44" providerId="LiveId" clId="{7DDBFA66-33F9-4715-B5E6-0CCC03850A1E}" dt="2019-10-24T20:03:36.991" v="542" actId="207"/>
          <ac:spMkLst>
            <pc:docMk/>
            <pc:sldMk cId="382646893" sldId="285"/>
            <ac:spMk id="2" creationId="{5423EF8B-C05A-45D3-9FB3-FA400C6A9D02}"/>
          </ac:spMkLst>
        </pc:spChg>
        <pc:spChg chg="add mod">
          <ac:chgData name="Lucas Tossolini" userId="82ff3cc4fadd8f44" providerId="LiveId" clId="{7DDBFA66-33F9-4715-B5E6-0CCC03850A1E}" dt="2019-10-24T20:03:41.039" v="544" actId="1076"/>
          <ac:spMkLst>
            <pc:docMk/>
            <pc:sldMk cId="382646893" sldId="285"/>
            <ac:spMk id="6" creationId="{390AB789-266B-4E86-A291-86006F4637D0}"/>
          </ac:spMkLst>
        </pc:spChg>
        <pc:spChg chg="add mod">
          <ac:chgData name="Lucas Tossolini" userId="82ff3cc4fadd8f44" providerId="LiveId" clId="{7DDBFA66-33F9-4715-B5E6-0CCC03850A1E}" dt="2019-10-24T20:03:49.592" v="547" actId="1076"/>
          <ac:spMkLst>
            <pc:docMk/>
            <pc:sldMk cId="382646893" sldId="285"/>
            <ac:spMk id="7" creationId="{D66C4545-970C-4CCA-A18C-5222CB933DCE}"/>
          </ac:spMkLst>
        </pc:spChg>
        <pc:spChg chg="add mod">
          <ac:chgData name="Lucas Tossolini" userId="82ff3cc4fadd8f44" providerId="LiveId" clId="{7DDBFA66-33F9-4715-B5E6-0CCC03850A1E}" dt="2019-10-24T20:04:29.488" v="597" actId="403"/>
          <ac:spMkLst>
            <pc:docMk/>
            <pc:sldMk cId="382646893" sldId="285"/>
            <ac:spMk id="11" creationId="{35EDA845-4EE1-4B6F-8E8E-91D0143EE398}"/>
          </ac:spMkLst>
        </pc:spChg>
        <pc:graphicFrameChg chg="mod">
          <ac:chgData name="Lucas Tossolini" userId="82ff3cc4fadd8f44" providerId="LiveId" clId="{7DDBFA66-33F9-4715-B5E6-0CCC03850A1E}" dt="2019-10-24T20:03:43.877" v="546"/>
          <ac:graphicFrameMkLst>
            <pc:docMk/>
            <pc:sldMk cId="382646893" sldId="285"/>
            <ac:graphicFrameMk id="12" creationId="{F25CC8C5-D87F-4605-BF55-F3D0958869D8}"/>
          </ac:graphicFrameMkLst>
        </pc:graphicFrameChg>
        <pc:cxnChg chg="add mod">
          <ac:chgData name="Lucas Tossolini" userId="82ff3cc4fadd8f44" providerId="LiveId" clId="{7DDBFA66-33F9-4715-B5E6-0CCC03850A1E}" dt="2019-10-24T20:04:02.696" v="548" actId="11529"/>
          <ac:cxnSpMkLst>
            <pc:docMk/>
            <pc:sldMk cId="382646893" sldId="285"/>
            <ac:cxnSpMk id="4" creationId="{01CF9F30-A79C-4545-9720-15664497CAF6}"/>
          </ac:cxnSpMkLst>
        </pc:cxnChg>
      </pc:sldChg>
      <pc:sldChg chg="modSp">
        <pc:chgData name="Lucas Tossolini" userId="82ff3cc4fadd8f44" providerId="LiveId" clId="{7DDBFA66-33F9-4715-B5E6-0CCC03850A1E}" dt="2019-10-24T20:04:44.206" v="601" actId="2085"/>
        <pc:sldMkLst>
          <pc:docMk/>
          <pc:sldMk cId="1830470435" sldId="286"/>
        </pc:sldMkLst>
        <pc:graphicFrameChg chg="mod">
          <ac:chgData name="Lucas Tossolini" userId="82ff3cc4fadd8f44" providerId="LiveId" clId="{7DDBFA66-33F9-4715-B5E6-0CCC03850A1E}" dt="2019-10-24T20:04:44.206" v="601" actId="2085"/>
          <ac:graphicFrameMkLst>
            <pc:docMk/>
            <pc:sldMk cId="1830470435" sldId="286"/>
            <ac:graphicFrameMk id="5" creationId="{EEEA1009-FB8A-4945-BE66-59EB4FE0BB0E}"/>
          </ac:graphicFrameMkLst>
        </pc:graphicFrameChg>
      </pc:sldChg>
      <pc:sldChg chg="modSp">
        <pc:chgData name="Lucas Tossolini" userId="82ff3cc4fadd8f44" providerId="LiveId" clId="{7DDBFA66-33F9-4715-B5E6-0CCC03850A1E}" dt="2019-10-23T16:40:56.468" v="128"/>
        <pc:sldMkLst>
          <pc:docMk/>
          <pc:sldMk cId="2391776512" sldId="288"/>
        </pc:sldMkLst>
        <pc:spChg chg="mod">
          <ac:chgData name="Lucas Tossolini" userId="82ff3cc4fadd8f44" providerId="LiveId" clId="{7DDBFA66-33F9-4715-B5E6-0CCC03850A1E}" dt="2019-10-23T16:40:45.463" v="125" actId="1076"/>
          <ac:spMkLst>
            <pc:docMk/>
            <pc:sldMk cId="2391776512" sldId="288"/>
            <ac:spMk id="4" creationId="{00000000-0000-0000-0000-000000000000}"/>
          </ac:spMkLst>
        </pc:spChg>
        <pc:graphicFrameChg chg="mod">
          <ac:chgData name="Lucas Tossolini" userId="82ff3cc4fadd8f44" providerId="LiveId" clId="{7DDBFA66-33F9-4715-B5E6-0CCC03850A1E}" dt="2019-10-23T16:40:56.468" v="128"/>
          <ac:graphicFrameMkLst>
            <pc:docMk/>
            <pc:sldMk cId="2391776512" sldId="288"/>
            <ac:graphicFrameMk id="5" creationId="{FF7203E8-F344-4AA3-88C9-EAD889F5FE2C}"/>
          </ac:graphicFrameMkLst>
        </pc:graphicFrameChg>
      </pc:sldChg>
      <pc:sldChg chg="add">
        <pc:chgData name="Lucas Tossolini" userId="82ff3cc4fadd8f44" providerId="LiveId" clId="{7DDBFA66-33F9-4715-B5E6-0CCC03850A1E}" dt="2019-10-23T16:37:39.988" v="87"/>
        <pc:sldMkLst>
          <pc:docMk/>
          <pc:sldMk cId="0" sldId="311"/>
        </pc:sldMkLst>
      </pc:sldChg>
      <pc:sldChg chg="addSp modSp">
        <pc:chgData name="Lucas Tossolini" userId="82ff3cc4fadd8f44" providerId="LiveId" clId="{7DDBFA66-33F9-4715-B5E6-0CCC03850A1E}" dt="2019-10-15T19:10:26.688" v="81" actId="1076"/>
        <pc:sldMkLst>
          <pc:docMk/>
          <pc:sldMk cId="2582761236" sldId="333"/>
        </pc:sldMkLst>
        <pc:spChg chg="add mod">
          <ac:chgData name="Lucas Tossolini" userId="82ff3cc4fadd8f44" providerId="LiveId" clId="{7DDBFA66-33F9-4715-B5E6-0CCC03850A1E}" dt="2019-10-15T19:10:05.935" v="73" actId="207"/>
          <ac:spMkLst>
            <pc:docMk/>
            <pc:sldMk cId="2582761236" sldId="333"/>
            <ac:spMk id="3" creationId="{87861F14-C394-4750-BFE0-D8011D430398}"/>
          </ac:spMkLst>
        </pc:spChg>
        <pc:spChg chg="mod">
          <ac:chgData name="Lucas Tossolini" userId="82ff3cc4fadd8f44" providerId="LiveId" clId="{7DDBFA66-33F9-4715-B5E6-0CCC03850A1E}" dt="2019-10-15T19:10:26.688" v="81" actId="1076"/>
          <ac:spMkLst>
            <pc:docMk/>
            <pc:sldMk cId="2582761236" sldId="333"/>
            <ac:spMk id="7" creationId="{AD062DC0-293C-4C77-9807-8CF6A0C67027}"/>
          </ac:spMkLst>
        </pc:spChg>
      </pc:sldChg>
      <pc:sldChg chg="modSp">
        <pc:chgData name="Lucas Tossolini" userId="82ff3cc4fadd8f44" providerId="LiveId" clId="{7DDBFA66-33F9-4715-B5E6-0CCC03850A1E}" dt="2019-10-23T16:38:33.963" v="99" actId="14100"/>
        <pc:sldMkLst>
          <pc:docMk/>
          <pc:sldMk cId="3817378479" sldId="359"/>
        </pc:sldMkLst>
        <pc:spChg chg="mod">
          <ac:chgData name="Lucas Tossolini" userId="82ff3cc4fadd8f44" providerId="LiveId" clId="{7DDBFA66-33F9-4715-B5E6-0CCC03850A1E}" dt="2019-10-23T16:38:29.268" v="98" actId="14100"/>
          <ac:spMkLst>
            <pc:docMk/>
            <pc:sldMk cId="3817378479" sldId="359"/>
            <ac:spMk id="4" creationId="{00000000-0000-0000-0000-000000000000}"/>
          </ac:spMkLst>
        </pc:spChg>
        <pc:spChg chg="mod">
          <ac:chgData name="Lucas Tossolini" userId="82ff3cc4fadd8f44" providerId="LiveId" clId="{7DDBFA66-33F9-4715-B5E6-0CCC03850A1E}" dt="2019-10-23T16:38:33.963" v="99" actId="14100"/>
          <ac:spMkLst>
            <pc:docMk/>
            <pc:sldMk cId="3817378479" sldId="359"/>
            <ac:spMk id="13" creationId="{D3986EED-D93E-440D-8981-077EEEF3E2BE}"/>
          </ac:spMkLst>
        </pc:spChg>
      </pc:sldChg>
      <pc:sldChg chg="modSp">
        <pc:chgData name="Lucas Tossolini" userId="82ff3cc4fadd8f44" providerId="LiveId" clId="{7DDBFA66-33F9-4715-B5E6-0CCC03850A1E}" dt="2019-10-23T16:38:55.109" v="103" actId="207"/>
        <pc:sldMkLst>
          <pc:docMk/>
          <pc:sldMk cId="1817378832" sldId="360"/>
        </pc:sldMkLst>
        <pc:spChg chg="mod">
          <ac:chgData name="Lucas Tossolini" userId="82ff3cc4fadd8f44" providerId="LiveId" clId="{7DDBFA66-33F9-4715-B5E6-0CCC03850A1E}" dt="2019-10-23T16:38:55.109" v="103" actId="207"/>
          <ac:spMkLst>
            <pc:docMk/>
            <pc:sldMk cId="1817378832" sldId="360"/>
            <ac:spMk id="4" creationId="{00000000-0000-0000-0000-000000000000}"/>
          </ac:spMkLst>
        </pc:spChg>
      </pc:sldChg>
      <pc:sldChg chg="addSp delSp modSp add ord">
        <pc:chgData name="Lucas Tossolini" userId="82ff3cc4fadd8f44" providerId="LiveId" clId="{7DDBFA66-33F9-4715-B5E6-0CCC03850A1E}" dt="2019-10-24T20:05:34.839" v="614" actId="14100"/>
        <pc:sldMkLst>
          <pc:docMk/>
          <pc:sldMk cId="303265162" sldId="364"/>
        </pc:sldMkLst>
        <pc:spChg chg="mod">
          <ac:chgData name="Lucas Tossolini" userId="82ff3cc4fadd8f44" providerId="LiveId" clId="{7DDBFA66-33F9-4715-B5E6-0CCC03850A1E}" dt="2019-10-24T20:05:07.603" v="608" actId="20577"/>
          <ac:spMkLst>
            <pc:docMk/>
            <pc:sldMk cId="303265162" sldId="364"/>
            <ac:spMk id="7" creationId="{DA5D50AF-A0C7-4151-B300-40E45E318E9B}"/>
          </ac:spMkLst>
        </pc:spChg>
        <pc:spChg chg="add mod">
          <ac:chgData name="Lucas Tossolini" userId="82ff3cc4fadd8f44" providerId="LiveId" clId="{7DDBFA66-33F9-4715-B5E6-0CCC03850A1E}" dt="2019-10-24T20:05:34.839" v="614" actId="14100"/>
          <ac:spMkLst>
            <pc:docMk/>
            <pc:sldMk cId="303265162" sldId="364"/>
            <ac:spMk id="8" creationId="{18CC604B-18B1-4D93-B4CF-8450EF58324A}"/>
          </ac:spMkLst>
        </pc:spChg>
        <pc:spChg chg="mod">
          <ac:chgData name="Lucas Tossolini" userId="82ff3cc4fadd8f44" providerId="LiveId" clId="{7DDBFA66-33F9-4715-B5E6-0CCC03850A1E}" dt="2019-10-24T20:05:27.559" v="611" actId="14100"/>
          <ac:spMkLst>
            <pc:docMk/>
            <pc:sldMk cId="303265162" sldId="364"/>
            <ac:spMk id="14" creationId="{793559E2-9A69-4F92-8B60-C16CE53A9A33}"/>
          </ac:spMkLst>
        </pc:spChg>
        <pc:spChg chg="del mod">
          <ac:chgData name="Lucas Tossolini" userId="82ff3cc4fadd8f44" providerId="LiveId" clId="{7DDBFA66-33F9-4715-B5E6-0CCC03850A1E}" dt="2019-10-24T20:05:17.960" v="609" actId="478"/>
          <ac:spMkLst>
            <pc:docMk/>
            <pc:sldMk cId="303265162" sldId="364"/>
            <ac:spMk id="15" creationId="{2780D04B-75CC-43AA-8C68-9955F374F250}"/>
          </ac:spMkLst>
        </pc:spChg>
        <pc:spChg chg="del mod">
          <ac:chgData name="Lucas Tossolini" userId="82ff3cc4fadd8f44" providerId="LiveId" clId="{7DDBFA66-33F9-4715-B5E6-0CCC03850A1E}" dt="2019-10-24T20:05:17.960" v="609" actId="478"/>
          <ac:spMkLst>
            <pc:docMk/>
            <pc:sldMk cId="303265162" sldId="364"/>
            <ac:spMk id="16" creationId="{03062120-506B-4898-A750-E8B8B779000A}"/>
          </ac:spMkLst>
        </pc:spChg>
        <pc:graphicFrameChg chg="mod">
          <ac:chgData name="Lucas Tossolini" userId="82ff3cc4fadd8f44" providerId="LiveId" clId="{7DDBFA66-33F9-4715-B5E6-0CCC03850A1E}" dt="2019-10-15T19:08:58.598" v="1" actId="14100"/>
          <ac:graphicFrameMkLst>
            <pc:docMk/>
            <pc:sldMk cId="303265162" sldId="364"/>
            <ac:graphicFrameMk id="13" creationId="{496B25D3-3418-40D4-8373-07D1446B9BD3}"/>
          </ac:graphicFrameMkLst>
        </pc:graphicFrameChg>
      </pc:sldChg>
      <pc:sldChg chg="add">
        <pc:chgData name="Lucas Tossolini" userId="82ff3cc4fadd8f44" providerId="LiveId" clId="{7DDBFA66-33F9-4715-B5E6-0CCC03850A1E}" dt="2019-10-23T16:37:30.596" v="85"/>
        <pc:sldMkLst>
          <pc:docMk/>
          <pc:sldMk cId="0" sldId="399"/>
        </pc:sldMkLst>
      </pc:sldChg>
      <pc:sldChg chg="delSp modSp add">
        <pc:chgData name="Lucas Tossolini" userId="82ff3cc4fadd8f44" providerId="LiveId" clId="{7DDBFA66-33F9-4715-B5E6-0CCC03850A1E}" dt="2019-10-24T19:32:59.673" v="311" actId="1076"/>
        <pc:sldMkLst>
          <pc:docMk/>
          <pc:sldMk cId="3102816115" sldId="400"/>
        </pc:sldMkLst>
        <pc:spChg chg="mod">
          <ac:chgData name="Lucas Tossolini" userId="82ff3cc4fadd8f44" providerId="LiveId" clId="{7DDBFA66-33F9-4715-B5E6-0CCC03850A1E}" dt="2019-10-24T19:32:59.673" v="311" actId="1076"/>
          <ac:spMkLst>
            <pc:docMk/>
            <pc:sldMk cId="3102816115" sldId="400"/>
            <ac:spMk id="6" creationId="{9CDE7315-67AF-4649-9BA7-DE19BA1EEE21}"/>
          </ac:spMkLst>
        </pc:spChg>
        <pc:spChg chg="del">
          <ac:chgData name="Lucas Tossolini" userId="82ff3cc4fadd8f44" providerId="LiveId" clId="{7DDBFA66-33F9-4715-B5E6-0CCC03850A1E}" dt="2019-10-24T19:32:39.880" v="289" actId="478"/>
          <ac:spMkLst>
            <pc:docMk/>
            <pc:sldMk cId="3102816115" sldId="400"/>
            <ac:spMk id="7" creationId="{AC8E9372-8A00-4574-82A7-1652653858E2}"/>
          </ac:spMkLst>
        </pc:spChg>
      </pc:sldChg>
      <pc:sldChg chg="addSp delSp modSp add">
        <pc:chgData name="Lucas Tossolini" userId="82ff3cc4fadd8f44" providerId="LiveId" clId="{7DDBFA66-33F9-4715-B5E6-0CCC03850A1E}" dt="2019-10-24T19:38:00.560" v="356" actId="14100"/>
        <pc:sldMkLst>
          <pc:docMk/>
          <pc:sldMk cId="902241271" sldId="401"/>
        </pc:sldMkLst>
        <pc:spChg chg="del">
          <ac:chgData name="Lucas Tossolini" userId="82ff3cc4fadd8f44" providerId="LiveId" clId="{7DDBFA66-33F9-4715-B5E6-0CCC03850A1E}" dt="2019-10-24T19:35:12.687" v="352" actId="478"/>
          <ac:spMkLst>
            <pc:docMk/>
            <pc:sldMk cId="902241271" sldId="401"/>
            <ac:spMk id="2" creationId="{F27B94EF-41A9-46B0-A789-79E86B6B80F5}"/>
          </ac:spMkLst>
        </pc:spChg>
        <pc:spChg chg="mod">
          <ac:chgData name="Lucas Tossolini" userId="82ff3cc4fadd8f44" providerId="LiveId" clId="{7DDBFA66-33F9-4715-B5E6-0CCC03850A1E}" dt="2019-10-24T19:35:09.897" v="351" actId="20577"/>
          <ac:spMkLst>
            <pc:docMk/>
            <pc:sldMk cId="902241271" sldId="401"/>
            <ac:spMk id="4" creationId="{00000000-0000-0000-0000-000000000000}"/>
          </ac:spMkLst>
        </pc:spChg>
        <pc:graphicFrameChg chg="del">
          <ac:chgData name="Lucas Tossolini" userId="82ff3cc4fadd8f44" providerId="LiveId" clId="{7DDBFA66-33F9-4715-B5E6-0CCC03850A1E}" dt="2019-10-24T19:35:12.687" v="352" actId="478"/>
          <ac:graphicFrameMkLst>
            <pc:docMk/>
            <pc:sldMk cId="902241271" sldId="401"/>
            <ac:graphicFrameMk id="3" creationId="{C5B76ABC-2A76-4C4E-8AF4-CE3791E75B92}"/>
          </ac:graphicFrameMkLst>
        </pc:graphicFrameChg>
        <pc:graphicFrameChg chg="add mod">
          <ac:chgData name="Lucas Tossolini" userId="82ff3cc4fadd8f44" providerId="LiveId" clId="{7DDBFA66-33F9-4715-B5E6-0CCC03850A1E}" dt="2019-10-24T19:38:00.560" v="356" actId="14100"/>
          <ac:graphicFrameMkLst>
            <pc:docMk/>
            <pc:sldMk cId="902241271" sldId="401"/>
            <ac:graphicFrameMk id="5" creationId="{F91508CC-C2FB-4974-9FF4-03BB5D104232}"/>
          </ac:graphicFrameMkLst>
        </pc:graphicFrameChg>
      </pc:sldChg>
      <pc:sldChg chg="addSp delSp modSp add">
        <pc:chgData name="Lucas Tossolini" userId="82ff3cc4fadd8f44" providerId="LiveId" clId="{7DDBFA66-33F9-4715-B5E6-0CCC03850A1E}" dt="2019-10-24T19:42:03.512" v="380" actId="207"/>
        <pc:sldMkLst>
          <pc:docMk/>
          <pc:sldMk cId="56437861" sldId="402"/>
        </pc:sldMkLst>
        <pc:spChg chg="del">
          <ac:chgData name="Lucas Tossolini" userId="82ff3cc4fadd8f44" providerId="LiveId" clId="{7DDBFA66-33F9-4715-B5E6-0CCC03850A1E}" dt="2019-10-24T19:41:30.736" v="373" actId="478"/>
          <ac:spMkLst>
            <pc:docMk/>
            <pc:sldMk cId="56437861" sldId="402"/>
            <ac:spMk id="2" creationId="{F27B94EF-41A9-46B0-A789-79E86B6B80F5}"/>
          </ac:spMkLst>
        </pc:spChg>
        <pc:spChg chg="mod">
          <ac:chgData name="Lucas Tossolini" userId="82ff3cc4fadd8f44" providerId="LiveId" clId="{7DDBFA66-33F9-4715-B5E6-0CCC03850A1E}" dt="2019-10-24T19:41:28.653" v="372" actId="20577"/>
          <ac:spMkLst>
            <pc:docMk/>
            <pc:sldMk cId="56437861" sldId="402"/>
            <ac:spMk id="4" creationId="{00000000-0000-0000-0000-000000000000}"/>
          </ac:spMkLst>
        </pc:spChg>
        <pc:spChg chg="add mod">
          <ac:chgData name="Lucas Tossolini" userId="82ff3cc4fadd8f44" providerId="LiveId" clId="{7DDBFA66-33F9-4715-B5E6-0CCC03850A1E}" dt="2019-10-24T19:42:03.512" v="380" actId="207"/>
          <ac:spMkLst>
            <pc:docMk/>
            <pc:sldMk cId="56437861" sldId="402"/>
            <ac:spMk id="6" creationId="{F75390E9-BC90-485B-9A9F-D37AB25BF68E}"/>
          </ac:spMkLst>
        </pc:spChg>
        <pc:graphicFrameChg chg="del">
          <ac:chgData name="Lucas Tossolini" userId="82ff3cc4fadd8f44" providerId="LiveId" clId="{7DDBFA66-33F9-4715-B5E6-0CCC03850A1E}" dt="2019-10-24T19:41:30.736" v="373" actId="478"/>
          <ac:graphicFrameMkLst>
            <pc:docMk/>
            <pc:sldMk cId="56437861" sldId="402"/>
            <ac:graphicFrameMk id="3" creationId="{C5B76ABC-2A76-4C4E-8AF4-CE3791E75B92}"/>
          </ac:graphicFrameMkLst>
        </pc:graphicFrameChg>
        <pc:graphicFrameChg chg="add mod">
          <ac:chgData name="Lucas Tossolini" userId="82ff3cc4fadd8f44" providerId="LiveId" clId="{7DDBFA66-33F9-4715-B5E6-0CCC03850A1E}" dt="2019-10-24T19:41:53.545" v="378" actId="14100"/>
          <ac:graphicFrameMkLst>
            <pc:docMk/>
            <pc:sldMk cId="56437861" sldId="402"/>
            <ac:graphicFrameMk id="5" creationId="{21EE1726-A099-4A9A-8341-ECEF5FA77A2C}"/>
          </ac:graphicFrameMkLst>
        </pc:graphicFrameChg>
      </pc:sldChg>
      <pc:sldChg chg="addSp delSp modSp add mod">
        <pc:chgData name="Lucas Tossolini" userId="82ff3cc4fadd8f44" providerId="LiveId" clId="{7DDBFA66-33F9-4715-B5E6-0CCC03850A1E}" dt="2019-10-24T19:53:26.391" v="461" actId="1076"/>
        <pc:sldMkLst>
          <pc:docMk/>
          <pc:sldMk cId="3296971800" sldId="403"/>
        </pc:sldMkLst>
        <pc:spChg chg="add mod">
          <ac:chgData name="Lucas Tossolini" userId="82ff3cc4fadd8f44" providerId="LiveId" clId="{7DDBFA66-33F9-4715-B5E6-0CCC03850A1E}" dt="2019-10-24T19:53:14.480" v="457" actId="207"/>
          <ac:spMkLst>
            <pc:docMk/>
            <pc:sldMk cId="3296971800" sldId="403"/>
            <ac:spMk id="2" creationId="{307954F0-BCEA-4B4C-9A88-E60E8AE8ABD7}"/>
          </ac:spMkLst>
        </pc:spChg>
        <pc:spChg chg="add mod">
          <ac:chgData name="Lucas Tossolini" userId="82ff3cc4fadd8f44" providerId="LiveId" clId="{7DDBFA66-33F9-4715-B5E6-0CCC03850A1E}" dt="2019-10-24T19:53:26.391" v="461" actId="1076"/>
          <ac:spMkLst>
            <pc:docMk/>
            <pc:sldMk cId="3296971800" sldId="403"/>
            <ac:spMk id="3" creationId="{27126172-2C04-4A4C-AA41-8A24E877D0EF}"/>
          </ac:spMkLst>
        </pc:spChg>
        <pc:spChg chg="mod">
          <ac:chgData name="Lucas Tossolini" userId="82ff3cc4fadd8f44" providerId="LiveId" clId="{7DDBFA66-33F9-4715-B5E6-0CCC03850A1E}" dt="2019-10-24T19:42:30.126" v="396" actId="20577"/>
          <ac:spMkLst>
            <pc:docMk/>
            <pc:sldMk cId="3296971800" sldId="403"/>
            <ac:spMk id="4" creationId="{00000000-0000-0000-0000-000000000000}"/>
          </ac:spMkLst>
        </pc:spChg>
        <pc:spChg chg="del">
          <ac:chgData name="Lucas Tossolini" userId="82ff3cc4fadd8f44" providerId="LiveId" clId="{7DDBFA66-33F9-4715-B5E6-0CCC03850A1E}" dt="2019-10-24T19:42:20.866" v="383" actId="478"/>
          <ac:spMkLst>
            <pc:docMk/>
            <pc:sldMk cId="3296971800" sldId="403"/>
            <ac:spMk id="6" creationId="{F75390E9-BC90-485B-9A9F-D37AB25BF68E}"/>
          </ac:spMkLst>
        </pc:spChg>
        <pc:graphicFrameChg chg="del">
          <ac:chgData name="Lucas Tossolini" userId="82ff3cc4fadd8f44" providerId="LiveId" clId="{7DDBFA66-33F9-4715-B5E6-0CCC03850A1E}" dt="2019-10-24T19:42:18.842" v="382" actId="478"/>
          <ac:graphicFrameMkLst>
            <pc:docMk/>
            <pc:sldMk cId="3296971800" sldId="403"/>
            <ac:graphicFrameMk id="5" creationId="{21EE1726-A099-4A9A-8341-ECEF5FA77A2C}"/>
          </ac:graphicFrameMkLst>
        </pc:graphicFrameChg>
        <pc:graphicFrameChg chg="add del">
          <ac:chgData name="Lucas Tossolini" userId="82ff3cc4fadd8f44" providerId="LiveId" clId="{7DDBFA66-33F9-4715-B5E6-0CCC03850A1E}" dt="2019-10-24T19:47:06.742" v="422" actId="478"/>
          <ac:graphicFrameMkLst>
            <pc:docMk/>
            <pc:sldMk cId="3296971800" sldId="403"/>
            <ac:graphicFrameMk id="7" creationId="{DBB1ED77-9D76-4D2C-BF75-FD208C38EB53}"/>
          </ac:graphicFrameMkLst>
        </pc:graphicFrameChg>
        <pc:graphicFrameChg chg="add mod">
          <ac:chgData name="Lucas Tossolini" userId="82ff3cc4fadd8f44" providerId="LiveId" clId="{7DDBFA66-33F9-4715-B5E6-0CCC03850A1E}" dt="2019-10-24T19:52:44.045" v="455" actId="2085"/>
          <ac:graphicFrameMkLst>
            <pc:docMk/>
            <pc:sldMk cId="3296971800" sldId="403"/>
            <ac:graphicFrameMk id="8" creationId="{92DBCE9D-BD9E-4755-B689-90FE7204462A}"/>
          </ac:graphicFrameMkLst>
        </pc:graphicFrameChg>
        <pc:graphicFrameChg chg="add mod">
          <ac:chgData name="Lucas Tossolini" userId="82ff3cc4fadd8f44" providerId="LiveId" clId="{7DDBFA66-33F9-4715-B5E6-0CCC03850A1E}" dt="2019-10-24T19:52:40.039" v="454" actId="255"/>
          <ac:graphicFrameMkLst>
            <pc:docMk/>
            <pc:sldMk cId="3296971800" sldId="403"/>
            <ac:graphicFrameMk id="9" creationId="{48A59A37-4512-49E1-8CC7-860A1E2F9F6F}"/>
          </ac:graphicFrameMkLst>
        </pc:graphicFrameChg>
      </pc:sldChg>
      <pc:sldChg chg="addSp modSp add">
        <pc:chgData name="Lucas Tossolini" userId="82ff3cc4fadd8f44" providerId="LiveId" clId="{7DDBFA66-33F9-4715-B5E6-0CCC03850A1E}" dt="2019-10-24T19:48:35.279" v="444" actId="20577"/>
        <pc:sldMkLst>
          <pc:docMk/>
          <pc:sldMk cId="3047145450" sldId="404"/>
        </pc:sldMkLst>
        <pc:spChg chg="add mod">
          <ac:chgData name="Lucas Tossolini" userId="82ff3cc4fadd8f44" providerId="LiveId" clId="{7DDBFA66-33F9-4715-B5E6-0CCC03850A1E}" dt="2019-10-24T19:47:14.296" v="424" actId="207"/>
          <ac:spMkLst>
            <pc:docMk/>
            <pc:sldMk cId="3047145450" sldId="404"/>
            <ac:spMk id="2" creationId="{955158B9-C30A-4233-8BF2-A8A2FFE18F41}"/>
          </ac:spMkLst>
        </pc:spChg>
        <pc:spChg chg="add mod">
          <ac:chgData name="Lucas Tossolini" userId="82ff3cc4fadd8f44" providerId="LiveId" clId="{7DDBFA66-33F9-4715-B5E6-0CCC03850A1E}" dt="2019-10-24T19:48:28.520" v="440" actId="1076"/>
          <ac:spMkLst>
            <pc:docMk/>
            <pc:sldMk cId="3047145450" sldId="404"/>
            <ac:spMk id="3" creationId="{EA0819AB-9F58-43CD-BBC4-C4F32387FFD1}"/>
          </ac:spMkLst>
        </pc:spChg>
        <pc:spChg chg="mod">
          <ac:chgData name="Lucas Tossolini" userId="82ff3cc4fadd8f44" providerId="LiveId" clId="{7DDBFA66-33F9-4715-B5E6-0CCC03850A1E}" dt="2019-10-24T19:46:48.172" v="418" actId="20577"/>
          <ac:spMkLst>
            <pc:docMk/>
            <pc:sldMk cId="3047145450" sldId="404"/>
            <ac:spMk id="4" creationId="{00000000-0000-0000-0000-000000000000}"/>
          </ac:spMkLst>
        </pc:spChg>
        <pc:spChg chg="add mod">
          <ac:chgData name="Lucas Tossolini" userId="82ff3cc4fadd8f44" providerId="LiveId" clId="{7DDBFA66-33F9-4715-B5E6-0CCC03850A1E}" dt="2019-10-24T19:48:35.279" v="444" actId="20577"/>
          <ac:spMkLst>
            <pc:docMk/>
            <pc:sldMk cId="3047145450" sldId="404"/>
            <ac:spMk id="6" creationId="{B1D1577C-3524-4C39-8DC4-C00B278D62B7}"/>
          </ac:spMkLst>
        </pc:spChg>
        <pc:graphicFrameChg chg="mod">
          <ac:chgData name="Lucas Tossolini" userId="82ff3cc4fadd8f44" providerId="LiveId" clId="{7DDBFA66-33F9-4715-B5E6-0CCC03850A1E}" dt="2019-10-24T19:47:21.995" v="425" actId="255"/>
          <ac:graphicFrameMkLst>
            <pc:docMk/>
            <pc:sldMk cId="3047145450" sldId="404"/>
            <ac:graphicFrameMk id="7" creationId="{DBB1ED77-9D76-4D2C-BF75-FD208C38EB53}"/>
          </ac:graphicFrameMkLst>
        </pc:graphicFrameChg>
      </pc:sldChg>
      <pc:sldChg chg="addSp delSp modSp add">
        <pc:chgData name="Lucas Tossolini" userId="82ff3cc4fadd8f44" providerId="LiveId" clId="{7DDBFA66-33F9-4715-B5E6-0CCC03850A1E}" dt="2019-10-24T20:02:45.014" v="535" actId="1076"/>
        <pc:sldMkLst>
          <pc:docMk/>
          <pc:sldMk cId="93259923" sldId="405"/>
        </pc:sldMkLst>
        <pc:spChg chg="del">
          <ac:chgData name="Lucas Tossolini" userId="82ff3cc4fadd8f44" providerId="LiveId" clId="{7DDBFA66-33F9-4715-B5E6-0CCC03850A1E}" dt="2019-10-24T19:59:50.584" v="522" actId="478"/>
          <ac:spMkLst>
            <pc:docMk/>
            <pc:sldMk cId="93259923" sldId="405"/>
            <ac:spMk id="2" creationId="{26C4FF6C-0368-41AD-80ED-BCBD2DBB0E89}"/>
          </ac:spMkLst>
        </pc:spChg>
        <pc:spChg chg="del">
          <ac:chgData name="Lucas Tossolini" userId="82ff3cc4fadd8f44" providerId="LiveId" clId="{7DDBFA66-33F9-4715-B5E6-0CCC03850A1E}" dt="2019-10-24T19:59:50.584" v="522" actId="478"/>
          <ac:spMkLst>
            <pc:docMk/>
            <pc:sldMk cId="93259923" sldId="405"/>
            <ac:spMk id="3" creationId="{D4A8FBE7-8E01-4C08-B984-A984D47F6B35}"/>
          </ac:spMkLst>
        </pc:spChg>
        <pc:spChg chg="del">
          <ac:chgData name="Lucas Tossolini" userId="82ff3cc4fadd8f44" providerId="LiveId" clId="{7DDBFA66-33F9-4715-B5E6-0CCC03850A1E}" dt="2019-10-24T19:59:50.584" v="522" actId="478"/>
          <ac:spMkLst>
            <pc:docMk/>
            <pc:sldMk cId="93259923" sldId="405"/>
            <ac:spMk id="5" creationId="{9AFCA4CD-DB76-4106-B73F-B5487DC2EFA0}"/>
          </ac:spMkLst>
        </pc:spChg>
        <pc:spChg chg="del">
          <ac:chgData name="Lucas Tossolini" userId="82ff3cc4fadd8f44" providerId="LiveId" clId="{7DDBFA66-33F9-4715-B5E6-0CCC03850A1E}" dt="2019-10-24T19:59:50.584" v="522" actId="478"/>
          <ac:spMkLst>
            <pc:docMk/>
            <pc:sldMk cId="93259923" sldId="405"/>
            <ac:spMk id="6" creationId="{BA76E722-4F55-4152-8716-54726D300096}"/>
          </ac:spMkLst>
        </pc:spChg>
        <pc:spChg chg="mod">
          <ac:chgData name="Lucas Tossolini" userId="82ff3cc4fadd8f44" providerId="LiveId" clId="{7DDBFA66-33F9-4715-B5E6-0CCC03850A1E}" dt="2019-10-24T19:59:47.253" v="521" actId="20577"/>
          <ac:spMkLst>
            <pc:docMk/>
            <pc:sldMk cId="93259923" sldId="405"/>
            <ac:spMk id="8" creationId="{928006A2-D1D9-4E18-96F0-768336A0C840}"/>
          </ac:spMkLst>
        </pc:spChg>
        <pc:spChg chg="del">
          <ac:chgData name="Lucas Tossolini" userId="82ff3cc4fadd8f44" providerId="LiveId" clId="{7DDBFA66-33F9-4715-B5E6-0CCC03850A1E}" dt="2019-10-24T19:59:50.584" v="522" actId="478"/>
          <ac:spMkLst>
            <pc:docMk/>
            <pc:sldMk cId="93259923" sldId="405"/>
            <ac:spMk id="9" creationId="{F9A7E7E6-0BBF-4B36-919B-A552FA9B0FE0}"/>
          </ac:spMkLst>
        </pc:spChg>
        <pc:spChg chg="del">
          <ac:chgData name="Lucas Tossolini" userId="82ff3cc4fadd8f44" providerId="LiveId" clId="{7DDBFA66-33F9-4715-B5E6-0CCC03850A1E}" dt="2019-10-24T19:59:50.584" v="522" actId="478"/>
          <ac:spMkLst>
            <pc:docMk/>
            <pc:sldMk cId="93259923" sldId="405"/>
            <ac:spMk id="10" creationId="{55BBEE4A-053E-497B-9F1F-FA5BEEB759F5}"/>
          </ac:spMkLst>
        </pc:spChg>
        <pc:spChg chg="add del mod">
          <ac:chgData name="Lucas Tossolini" userId="82ff3cc4fadd8f44" providerId="LiveId" clId="{7DDBFA66-33F9-4715-B5E6-0CCC03850A1E}" dt="2019-10-24T20:00:50.978" v="530" actId="478"/>
          <ac:spMkLst>
            <pc:docMk/>
            <pc:sldMk cId="93259923" sldId="405"/>
            <ac:spMk id="11" creationId="{B2309777-8F3E-4309-B393-C83EAD013D39}"/>
          </ac:spMkLst>
        </pc:spChg>
        <pc:graphicFrameChg chg="del">
          <ac:chgData name="Lucas Tossolini" userId="82ff3cc4fadd8f44" providerId="LiveId" clId="{7DDBFA66-33F9-4715-B5E6-0CCC03850A1E}" dt="2019-10-24T19:59:50.584" v="522" actId="478"/>
          <ac:graphicFrameMkLst>
            <pc:docMk/>
            <pc:sldMk cId="93259923" sldId="405"/>
            <ac:graphicFrameMk id="7" creationId="{A44CC31A-CE5F-458F-986C-5729DE457B82}"/>
          </ac:graphicFrameMkLst>
        </pc:graphicFrameChg>
        <pc:picChg chg="add del mod">
          <ac:chgData name="Lucas Tossolini" userId="82ff3cc4fadd8f44" providerId="LiveId" clId="{7DDBFA66-33F9-4715-B5E6-0CCC03850A1E}" dt="2019-10-24T20:00:50.253" v="529" actId="478"/>
          <ac:picMkLst>
            <pc:docMk/>
            <pc:sldMk cId="93259923" sldId="405"/>
            <ac:picMk id="4" creationId="{827F547B-CA31-4C20-BAFF-ACA5BF627A89}"/>
          </ac:picMkLst>
        </pc:picChg>
        <pc:picChg chg="add mod">
          <ac:chgData name="Lucas Tossolini" userId="82ff3cc4fadd8f44" providerId="LiveId" clId="{7DDBFA66-33F9-4715-B5E6-0CCC03850A1E}" dt="2019-10-24T20:02:45.014" v="535" actId="1076"/>
          <ac:picMkLst>
            <pc:docMk/>
            <pc:sldMk cId="93259923" sldId="405"/>
            <ac:picMk id="12" creationId="{97D01F65-29A1-4F2B-B783-70DC662ECA3A}"/>
          </ac:picMkLst>
        </pc:picChg>
      </pc:sldChg>
    </pc:docChg>
  </pc:docChgLst>
  <pc:docChgLst>
    <pc:chgData name="Luca Toss" userId="39213993_tp_dropbox" providerId="OAuth2" clId="{64B7A387-C863-394F-9FA3-F208CE62150D}"/>
    <pc:docChg chg="undo custSel modSld">
      <pc:chgData name="Luca Toss" userId="39213993_tp_dropbox" providerId="OAuth2" clId="{64B7A387-C863-394F-9FA3-F208CE62150D}" dt="2018-10-18T18:46:26.191" v="68" actId="14100"/>
      <pc:docMkLst>
        <pc:docMk/>
      </pc:docMkLst>
      <pc:sldChg chg="addSp delSp modSp">
        <pc:chgData name="Luca Toss" userId="39213993_tp_dropbox" providerId="OAuth2" clId="{64B7A387-C863-394F-9FA3-F208CE62150D}" dt="2018-10-18T18:44:26.664" v="59" actId="1076"/>
        <pc:sldMkLst>
          <pc:docMk/>
          <pc:sldMk cId="803565000" sldId="317"/>
        </pc:sldMkLst>
        <pc:spChg chg="mod">
          <ac:chgData name="Luca Toss" userId="39213993_tp_dropbox" providerId="OAuth2" clId="{64B7A387-C863-394F-9FA3-F208CE62150D}" dt="2018-10-18T18:44:26.664" v="59" actId="1076"/>
          <ac:spMkLst>
            <pc:docMk/>
            <pc:sldMk cId="803565000" sldId="317"/>
            <ac:spMk id="2" creationId="{00000000-0000-0000-0000-000000000000}"/>
          </ac:spMkLst>
        </pc:spChg>
        <pc:spChg chg="add del mod">
          <ac:chgData name="Luca Toss" userId="39213993_tp_dropbox" providerId="OAuth2" clId="{64B7A387-C863-394F-9FA3-F208CE62150D}" dt="2018-10-18T18:44:10.946" v="54" actId="478"/>
          <ac:spMkLst>
            <pc:docMk/>
            <pc:sldMk cId="803565000" sldId="317"/>
            <ac:spMk id="4" creationId="{4F4A0CB9-5C51-B041-9D57-5CE9CE0130F4}"/>
          </ac:spMkLst>
        </pc:spChg>
        <pc:spChg chg="add del mod">
          <ac:chgData name="Luca Toss" userId="39213993_tp_dropbox" providerId="OAuth2" clId="{64B7A387-C863-394F-9FA3-F208CE62150D}" dt="2018-10-18T18:44:22.883" v="58" actId="478"/>
          <ac:spMkLst>
            <pc:docMk/>
            <pc:sldMk cId="803565000" sldId="317"/>
            <ac:spMk id="6" creationId="{CA0E77A6-C219-B44D-A791-5EEB7A3F03A6}"/>
          </ac:spMkLst>
        </pc:spChg>
        <pc:spChg chg="del mod">
          <ac:chgData name="Luca Toss" userId="39213993_tp_dropbox" providerId="OAuth2" clId="{64B7A387-C863-394F-9FA3-F208CE62150D}" dt="2018-10-18T18:44:17.211" v="56" actId="478"/>
          <ac:spMkLst>
            <pc:docMk/>
            <pc:sldMk cId="803565000" sldId="317"/>
            <ac:spMk id="9" creationId="{00000000-0000-0000-0000-000000000000}"/>
          </ac:spMkLst>
        </pc:spChg>
        <pc:spChg chg="del mod">
          <ac:chgData name="Luca Toss" userId="39213993_tp_dropbox" providerId="OAuth2" clId="{64B7A387-C863-394F-9FA3-F208CE62150D}" dt="2018-10-18T18:44:14.710" v="55" actId="478"/>
          <ac:spMkLst>
            <pc:docMk/>
            <pc:sldMk cId="803565000" sldId="317"/>
            <ac:spMk id="11" creationId="{00000000-0000-0000-0000-000000000000}"/>
          </ac:spMkLst>
        </pc:spChg>
        <pc:graphicFrameChg chg="del">
          <ac:chgData name="Luca Toss" userId="39213993_tp_dropbox" providerId="OAuth2" clId="{64B7A387-C863-394F-9FA3-F208CE62150D}" dt="2018-10-18T18:44:20.307" v="57" actId="478"/>
          <ac:graphicFrameMkLst>
            <pc:docMk/>
            <pc:sldMk cId="803565000" sldId="317"/>
            <ac:graphicFrameMk id="10" creationId="{00000000-0000-0000-0000-000000000000}"/>
          </ac:graphicFrameMkLst>
        </pc:graphicFrameChg>
        <pc:graphicFrameChg chg="del">
          <ac:chgData name="Luca Toss" userId="39213993_tp_dropbox" providerId="OAuth2" clId="{64B7A387-C863-394F-9FA3-F208CE62150D}" dt="2018-10-18T18:44:07.397" v="53" actId="478"/>
          <ac:graphicFrameMkLst>
            <pc:docMk/>
            <pc:sldMk cId="803565000" sldId="317"/>
            <ac:graphicFrameMk id="15" creationId="{00000000-0000-0000-0000-000000000000}"/>
          </ac:graphicFrameMkLst>
        </pc:graphicFrameChg>
      </pc:sldChg>
      <pc:sldChg chg="delSp modSp">
        <pc:chgData name="Luca Toss" userId="39213993_tp_dropbox" providerId="OAuth2" clId="{64B7A387-C863-394F-9FA3-F208CE62150D}" dt="2018-10-18T18:45:48.793" v="64" actId="1076"/>
        <pc:sldMkLst>
          <pc:docMk/>
          <pc:sldMk cId="3491272788" sldId="318"/>
        </pc:sldMkLst>
        <pc:spChg chg="mod">
          <ac:chgData name="Luca Toss" userId="39213993_tp_dropbox" providerId="OAuth2" clId="{64B7A387-C863-394F-9FA3-F208CE62150D}" dt="2018-10-18T18:45:45.867" v="63" actId="1076"/>
          <ac:spMkLst>
            <pc:docMk/>
            <pc:sldMk cId="3491272788" sldId="318"/>
            <ac:spMk id="4" creationId="{00000000-0000-0000-0000-000000000000}"/>
          </ac:spMkLst>
        </pc:spChg>
        <pc:spChg chg="del">
          <ac:chgData name="Luca Toss" userId="39213993_tp_dropbox" providerId="OAuth2" clId="{64B7A387-C863-394F-9FA3-F208CE62150D}" dt="2018-10-18T18:45:36.856" v="62" actId="478"/>
          <ac:spMkLst>
            <pc:docMk/>
            <pc:sldMk cId="3491272788" sldId="318"/>
            <ac:spMk id="12" creationId="{00000000-0000-0000-0000-000000000000}"/>
          </ac:spMkLst>
        </pc:spChg>
        <pc:spChg chg="mod">
          <ac:chgData name="Luca Toss" userId="39213993_tp_dropbox" providerId="OAuth2" clId="{64B7A387-C863-394F-9FA3-F208CE62150D}" dt="2018-10-18T18:45:48.793" v="64" actId="1076"/>
          <ac:spMkLst>
            <pc:docMk/>
            <pc:sldMk cId="3491272788" sldId="318"/>
            <ac:spMk id="13" creationId="{00000000-0000-0000-0000-000000000000}"/>
          </ac:spMkLst>
        </pc:spChg>
      </pc:sldChg>
      <pc:sldChg chg="modSp">
        <pc:chgData name="Luca Toss" userId="39213993_tp_dropbox" providerId="OAuth2" clId="{64B7A387-C863-394F-9FA3-F208CE62150D}" dt="2018-10-18T18:44:50.691" v="61" actId="1076"/>
        <pc:sldMkLst>
          <pc:docMk/>
          <pc:sldMk cId="2582761236" sldId="333"/>
        </pc:sldMkLst>
        <pc:spChg chg="mod">
          <ac:chgData name="Luca Toss" userId="39213993_tp_dropbox" providerId="OAuth2" clId="{64B7A387-C863-394F-9FA3-F208CE62150D}" dt="2018-10-18T18:44:50.691" v="61" actId="1076"/>
          <ac:spMkLst>
            <pc:docMk/>
            <pc:sldMk cId="2582761236" sldId="333"/>
            <ac:spMk id="7" creationId="{AD062DC0-293C-4C77-9807-8CF6A0C67027}"/>
          </ac:spMkLst>
        </pc:spChg>
      </pc:sldChg>
      <pc:sldChg chg="addSp delSp modSp">
        <pc:chgData name="Luca Toss" userId="39213993_tp_dropbox" providerId="OAuth2" clId="{64B7A387-C863-394F-9FA3-F208CE62150D}" dt="2018-10-18T18:46:26.191" v="68" actId="14100"/>
        <pc:sldMkLst>
          <pc:docMk/>
          <pc:sldMk cId="559462683" sldId="337"/>
        </pc:sldMkLst>
        <pc:spChg chg="mod">
          <ac:chgData name="Luca Toss" userId="39213993_tp_dropbox" providerId="OAuth2" clId="{64B7A387-C863-394F-9FA3-F208CE62150D}" dt="2018-10-18T18:46:26.191" v="68" actId="14100"/>
          <ac:spMkLst>
            <pc:docMk/>
            <pc:sldMk cId="559462683" sldId="337"/>
            <ac:spMk id="3" creationId="{4BB7E75E-57C2-4C14-BA2C-78CC5238BEF4}"/>
          </ac:spMkLst>
        </pc:spChg>
        <pc:graphicFrameChg chg="add del">
          <ac:chgData name="Luca Toss" userId="39213993_tp_dropbox" providerId="OAuth2" clId="{64B7A387-C863-394F-9FA3-F208CE62150D}" dt="2018-10-18T18:46:18.384" v="66" actId="571"/>
          <ac:graphicFrameMkLst>
            <pc:docMk/>
            <pc:sldMk cId="559462683" sldId="337"/>
            <ac:graphicFrameMk id="7" creationId="{38B6E7B8-9C85-864A-BF3C-A9AF72A5A976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3.2%20-%20Cuentas%20Nacionales%20-%20Valores.xls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3.2%20-%20Cuentas%20Nacionales%20-%20Valores.xls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5.2%20-%20Precios%20-%20Valores.xls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Lucas\Dropbox\HEAnuevo\Datos\Dos%20Siglos%20completo\fscommand\C5.2%20-%20Precios%20-%20Valores.xls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5.2%20-%20Precios%20-%20Valores.xls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8.2%20-%20Sector%20Externo%20-%20Valores.xls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8.2%20-%20Sector%20Externo%20-%20Valores.xls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8.2%20-%20Sector%20Externo%20-%20Valores.xls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6.2%20-%20Sector%20Publico%20-%20Valores.xls" TargetMode="Externa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Presentaciones%20-%202do%20Sem%20-%202012\con%20Mart&#237;n%202017\datos%202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C&#225;tedra\presentaciones%20nuevas\series%20planes.xls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8.2%20-%20Sector%20Externo%20-%20Valores.xls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8.2%20-%20Sector%20Externo%20-%20Valores.xls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2ff3cc4fadd8f44/HEAnuevo/Datos/Dos%20Siglos%20completo/fscommand/C8.2%20-%20Sector%20Externo%20-%20Valores.xls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Datos/Dos%20Siglos%20completo/fscommand/C8.2%20-%20Sector%20Externo%20-%20Valores.xls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2ff3cc4fadd8f44/HEAnuevo/Datos/Dos%20Siglos%20completo/fscommand/C4.2%20-%20Producci&#243;n%20-%20Valores.xls" TargetMode="Externa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chartUserShapes" Target="../drawings/drawing6.xm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HEAnuevo\Datos\Dos%20Siglos%20completo\fscommand\C3.2%20-%20Cuentas%20Nacionales%20-%20Valores.xls" TargetMode="Externa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HEAnuevo\Datos\Dos%20Siglos%20completo\fscommand\C8.2%20-%20Sector%20Externo%20-%20Valores.xls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8.2%20-%20Sector%20Externo%20-%20Valores.xls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oleObject" Target="file:///C:\Users\Lucas\Dropbox\HEAnuevo\Datos\Dos%20Siglos%20completo\fscommand\C8.2%20-%20Sector%20Externo%20-%20Valores.xls" TargetMode="External"/></Relationships>
</file>

<file path=ppt/charts/_rels/chart2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oleObject" Target="file:///C:\Users\Lucas\Dropbox\HEAnuevo\Datos\Dos%20Siglos%20completo\fscommand\C5.2%20-%20Precios%20-%20Valores.xls" TargetMode="Externa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Planes%20antiinflacionarios\inflaci&#243;n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5.2%20-%20Precios%20-%20Valores.xls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3.2%20-%20Cuentas%20Nacionales%20-%20Valores.xls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7.2%20-%20Sector%20Financiero%20-%20Valores.xls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8.2%20-%20Sector%20Externo%20-%20Valores.xls" TargetMode="Externa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chartUserShapes" Target="../drawings/drawing9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7.2%20-%20Sector%20Financiero%20-%20Valores.xls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Presentaciones%20-%202do%20Sem%20-%202012\con%20Mart&#237;n%202017\datos%202.xlsx" TargetMode="Externa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chartUserShapes" Target="../drawings/drawing10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Presentaciones%20-%202do%20Sem%20-%202012\con%20Mart&#237;n%202017\datos%202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6.2%20-%20Sector%20Publico%20-%20Valores.xls" TargetMode="External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chartUserShapes" Target="../drawings/drawing11.xm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Datos\Dos%20Siglos%20completo\fscommand\C6.2%20-%20Sector%20Publico%20-%20Valores.xls" TargetMode="Externa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FRONDIZI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7.2%20-%20Sector%20Financiero%20-%20Valores.xls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Presentaciones%20-%202do%20Sem%20-%202012\con%20Mart&#237;n%202017\datos%202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5.2%20-%20Precios%20-%20Valores.xls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Datos\Dos%20Siglos%20completo\fscommand\C5.2%20-%20Precios%20-%20Valores.xls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nuevas\DATOS%20FRONDIZI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831218470034201E-2"/>
          <c:y val="3.3404616375430678E-2"/>
          <c:w val="0.90741847164054434"/>
          <c:h val="0.92276811003371562"/>
        </c:manualLayout>
      </c:layout>
      <c:lineChart>
        <c:grouping val="standard"/>
        <c:varyColors val="0"/>
        <c:ser>
          <c:idx val="0"/>
          <c:order val="0"/>
          <c:tx>
            <c:v>Var IA Tipo de Cambio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Hoja1!$A$20:$B$307</c:f>
              <c:multiLvlStrCache>
                <c:ptCount val="28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 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 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 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 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 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 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  <c:pt idx="252">
                    <c:v>Ene. </c:v>
                  </c:pt>
                  <c:pt idx="253">
                    <c:v>Feb.</c:v>
                  </c:pt>
                  <c:pt idx="254">
                    <c:v>Mar.</c:v>
                  </c:pt>
                  <c:pt idx="255">
                    <c:v>Abr.</c:v>
                  </c:pt>
                  <c:pt idx="256">
                    <c:v>May.</c:v>
                  </c:pt>
                  <c:pt idx="257">
                    <c:v>Jun.</c:v>
                  </c:pt>
                  <c:pt idx="258">
                    <c:v>Jul.</c:v>
                  </c:pt>
                  <c:pt idx="259">
                    <c:v>Ago.</c:v>
                  </c:pt>
                  <c:pt idx="260">
                    <c:v>Set.</c:v>
                  </c:pt>
                  <c:pt idx="261">
                    <c:v>Oct.</c:v>
                  </c:pt>
                  <c:pt idx="262">
                    <c:v>Nov.</c:v>
                  </c:pt>
                  <c:pt idx="263">
                    <c:v>Dic.</c:v>
                  </c:pt>
                  <c:pt idx="264">
                    <c:v>Ene. </c:v>
                  </c:pt>
                  <c:pt idx="265">
                    <c:v>Feb.</c:v>
                  </c:pt>
                  <c:pt idx="266">
                    <c:v>Mar.</c:v>
                  </c:pt>
                  <c:pt idx="267">
                    <c:v>Abr.</c:v>
                  </c:pt>
                  <c:pt idx="268">
                    <c:v>May.</c:v>
                  </c:pt>
                  <c:pt idx="269">
                    <c:v>Jun.</c:v>
                  </c:pt>
                  <c:pt idx="270">
                    <c:v>Jul.</c:v>
                  </c:pt>
                  <c:pt idx="271">
                    <c:v>Ago.</c:v>
                  </c:pt>
                  <c:pt idx="272">
                    <c:v>Set.</c:v>
                  </c:pt>
                  <c:pt idx="273">
                    <c:v>Oct.</c:v>
                  </c:pt>
                  <c:pt idx="274">
                    <c:v>Nov.</c:v>
                  </c:pt>
                  <c:pt idx="275">
                    <c:v>Dic.</c:v>
                  </c:pt>
                  <c:pt idx="276">
                    <c:v>Ene.</c:v>
                  </c:pt>
                  <c:pt idx="277">
                    <c:v>Feb.</c:v>
                  </c:pt>
                  <c:pt idx="278">
                    <c:v>Mar.</c:v>
                  </c:pt>
                  <c:pt idx="279">
                    <c:v>Abr.</c:v>
                  </c:pt>
                  <c:pt idx="280">
                    <c:v>May.</c:v>
                  </c:pt>
                  <c:pt idx="281">
                    <c:v>Jun.</c:v>
                  </c:pt>
                  <c:pt idx="282">
                    <c:v>Jul.</c:v>
                  </c:pt>
                  <c:pt idx="283">
                    <c:v>Ago.</c:v>
                  </c:pt>
                  <c:pt idx="284">
                    <c:v>Set.</c:v>
                  </c:pt>
                  <c:pt idx="285">
                    <c:v>Oct.</c:v>
                  </c:pt>
                  <c:pt idx="286">
                    <c:v>Nov.</c:v>
                  </c:pt>
                  <c:pt idx="287">
                    <c:v>Dic.</c:v>
                  </c:pt>
                </c:lvl>
                <c:lvl>
                  <c:pt idx="0">
                    <c:v>1951 </c:v>
                  </c:pt>
                  <c:pt idx="12">
                    <c:v>1952 </c:v>
                  </c:pt>
                  <c:pt idx="24">
                    <c:v>1953 </c:v>
                  </c:pt>
                  <c:pt idx="36">
                    <c:v>1954 </c:v>
                  </c:pt>
                  <c:pt idx="48">
                    <c:v>1955 </c:v>
                  </c:pt>
                  <c:pt idx="60">
                    <c:v>1956 </c:v>
                  </c:pt>
                  <c:pt idx="72">
                    <c:v>1957 </c:v>
                  </c:pt>
                  <c:pt idx="84">
                    <c:v>1958 </c:v>
                  </c:pt>
                  <c:pt idx="96">
                    <c:v>1959 </c:v>
                  </c:pt>
                  <c:pt idx="108">
                    <c:v>1960 </c:v>
                  </c:pt>
                  <c:pt idx="120">
                    <c:v>1961 </c:v>
                  </c:pt>
                  <c:pt idx="132">
                    <c:v>1962 </c:v>
                  </c:pt>
                  <c:pt idx="144">
                    <c:v>1963 </c:v>
                  </c:pt>
                  <c:pt idx="156">
                    <c:v>1964 </c:v>
                  </c:pt>
                  <c:pt idx="168">
                    <c:v>1965 </c:v>
                  </c:pt>
                  <c:pt idx="180">
                    <c:v>1966 </c:v>
                  </c:pt>
                  <c:pt idx="192">
                    <c:v>1967 </c:v>
                  </c:pt>
                  <c:pt idx="204">
                    <c:v>1968 </c:v>
                  </c:pt>
                  <c:pt idx="216">
                    <c:v>1969 </c:v>
                  </c:pt>
                  <c:pt idx="228">
                    <c:v>1970 </c:v>
                  </c:pt>
                  <c:pt idx="240">
                    <c:v>1971 </c:v>
                  </c:pt>
                  <c:pt idx="252">
                    <c:v>1972 </c:v>
                  </c:pt>
                  <c:pt idx="264">
                    <c:v>1973 </c:v>
                  </c:pt>
                  <c:pt idx="276">
                    <c:v>1974 </c:v>
                  </c:pt>
                </c:lvl>
              </c:multiLvlStrCache>
            </c:multiLvlStrRef>
          </c:cat>
          <c:val>
            <c:numRef>
              <c:f>Hoja1!$I$20:$I$307</c:f>
              <c:numCache>
                <c:formatCode>0%</c:formatCode>
                <c:ptCount val="288"/>
                <c:pt idx="0">
                  <c:v>0.55743902439024406</c:v>
                </c:pt>
                <c:pt idx="1">
                  <c:v>0.55543237250554323</c:v>
                </c:pt>
                <c:pt idx="2">
                  <c:v>0.56065410199556553</c:v>
                </c:pt>
                <c:pt idx="3">
                  <c:v>0.55723946784922407</c:v>
                </c:pt>
                <c:pt idx="4">
                  <c:v>0.5713082039911308</c:v>
                </c:pt>
                <c:pt idx="5">
                  <c:v>0.56772727272727286</c:v>
                </c:pt>
                <c:pt idx="6">
                  <c:v>0.55856984478935701</c:v>
                </c:pt>
                <c:pt idx="7">
                  <c:v>0.44846220766593325</c:v>
                </c:pt>
                <c:pt idx="8">
                  <c:v>5.3964355161776112E-2</c:v>
                </c:pt>
                <c:pt idx="9">
                  <c:v>5.6749501232249644E-2</c:v>
                </c:pt>
                <c:pt idx="10">
                  <c:v>2.6778991632453009E-2</c:v>
                </c:pt>
                <c:pt idx="11">
                  <c:v>-2.8155893271784027E-3</c:v>
                </c:pt>
                <c:pt idx="12">
                  <c:v>2.1070465045095021E-2</c:v>
                </c:pt>
                <c:pt idx="13">
                  <c:v>7.7120456165360451E-3</c:v>
                </c:pt>
                <c:pt idx="14">
                  <c:v>-3.3387558517024019E-3</c:v>
                </c:pt>
                <c:pt idx="15">
                  <c:v>-1.1604479471463147E-3</c:v>
                </c:pt>
                <c:pt idx="16">
                  <c:v>-1.1528800835379438E-2</c:v>
                </c:pt>
                <c:pt idx="17">
                  <c:v>-1.156220608306413E-2</c:v>
                </c:pt>
                <c:pt idx="18">
                  <c:v>-5.8897590747102324E-3</c:v>
                </c:pt>
                <c:pt idx="19">
                  <c:v>-1.2521021466627147E-2</c:v>
                </c:pt>
                <c:pt idx="20">
                  <c:v>-3.0684718677172373E-2</c:v>
                </c:pt>
                <c:pt idx="21">
                  <c:v>-2.9991740298320968E-2</c:v>
                </c:pt>
                <c:pt idx="22">
                  <c:v>-3.321987935137527E-2</c:v>
                </c:pt>
                <c:pt idx="23">
                  <c:v>-2.5704664765715979E-2</c:v>
                </c:pt>
                <c:pt idx="24">
                  <c:v>-2.5731833994464548E-2</c:v>
                </c:pt>
                <c:pt idx="25">
                  <c:v>-1.1543195031899378E-2</c:v>
                </c:pt>
                <c:pt idx="26">
                  <c:v>-3.9272706538086011E-3</c:v>
                </c:pt>
                <c:pt idx="27">
                  <c:v>-3.920171062009925E-3</c:v>
                </c:pt>
                <c:pt idx="28">
                  <c:v>-2.483975502862279E-3</c:v>
                </c:pt>
                <c:pt idx="29">
                  <c:v>-1.7170575357361439E-4</c:v>
                </c:pt>
                <c:pt idx="30">
                  <c:v>-3.5776895281114385E-5</c:v>
                </c:pt>
                <c:pt idx="31">
                  <c:v>0</c:v>
                </c:pt>
                <c:pt idx="32">
                  <c:v>-1.4311065315686378E-5</c:v>
                </c:pt>
                <c:pt idx="33">
                  <c:v>-1.4311065315686378E-5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8.5867620751356455E-5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1.4311270125189068E-5</c:v>
                </c:pt>
                <c:pt idx="46">
                  <c:v>7.1556350626167387E-5</c:v>
                </c:pt>
                <c:pt idx="47">
                  <c:v>0</c:v>
                </c:pt>
                <c:pt idx="48">
                  <c:v>0</c:v>
                </c:pt>
                <c:pt idx="49">
                  <c:v>-8.5860248136171435E-5</c:v>
                </c:pt>
                <c:pt idx="50">
                  <c:v>0</c:v>
                </c:pt>
                <c:pt idx="51">
                  <c:v>0</c:v>
                </c:pt>
                <c:pt idx="52">
                  <c:v>1.1520572450804956E-3</c:v>
                </c:pt>
                <c:pt idx="53">
                  <c:v>7.1556350626167387E-5</c:v>
                </c:pt>
                <c:pt idx="54">
                  <c:v>1.2164579606444015E-4</c:v>
                </c:pt>
                <c:pt idx="55">
                  <c:v>4.3649373881926579E-4</c:v>
                </c:pt>
                <c:pt idx="56">
                  <c:v>8.5867620751356455E-5</c:v>
                </c:pt>
                <c:pt idx="57">
                  <c:v>4.7942068807604876E-4</c:v>
                </c:pt>
                <c:pt idx="58">
                  <c:v>1.333285632512879</c:v>
                </c:pt>
                <c:pt idx="59">
                  <c:v>1.5681574239713774</c:v>
                </c:pt>
                <c:pt idx="60">
                  <c:v>1.8286225402504472</c:v>
                </c:pt>
                <c:pt idx="61">
                  <c:v>2.0490161001788909</c:v>
                </c:pt>
                <c:pt idx="62">
                  <c:v>1.917352415026834</c:v>
                </c:pt>
                <c:pt idx="63">
                  <c:v>1.8257602862254028</c:v>
                </c:pt>
                <c:pt idx="64">
                  <c:v>1.6616920756766804</c:v>
                </c:pt>
                <c:pt idx="65">
                  <c:v>1.4191471093302805</c:v>
                </c:pt>
                <c:pt idx="66">
                  <c:v>1.2845163736790517</c:v>
                </c:pt>
                <c:pt idx="67">
                  <c:v>1.1922452453669594</c:v>
                </c:pt>
                <c:pt idx="68">
                  <c:v>1.2531160115052731</c:v>
                </c:pt>
                <c:pt idx="69">
                  <c:v>1.2693625329890788</c:v>
                </c:pt>
                <c:pt idx="70">
                  <c:v>4.8144740877031689E-2</c:v>
                </c:pt>
                <c:pt idx="71">
                  <c:v>-8.3588743382556618E-4</c:v>
                </c:pt>
                <c:pt idx="72">
                  <c:v>-3.921072603086273E-2</c:v>
                </c:pt>
                <c:pt idx="73">
                  <c:v>-0.12414926073691623</c:v>
                </c:pt>
                <c:pt idx="74">
                  <c:v>-3.4093696345351976E-2</c:v>
                </c:pt>
                <c:pt idx="75">
                  <c:v>3.1400354520131568E-2</c:v>
                </c:pt>
                <c:pt idx="76">
                  <c:v>5.7465091299677695E-2</c:v>
                </c:pt>
                <c:pt idx="77">
                  <c:v>0.20141969831410811</c:v>
                </c:pt>
                <c:pt idx="78">
                  <c:v>0.33072345756342014</c:v>
                </c:pt>
                <c:pt idx="79">
                  <c:v>0.42446982055464932</c:v>
                </c:pt>
                <c:pt idx="80">
                  <c:v>0.43188313750396978</c:v>
                </c:pt>
                <c:pt idx="81">
                  <c:v>0.26504884966908282</c:v>
                </c:pt>
                <c:pt idx="82">
                  <c:v>0.12580456407255691</c:v>
                </c:pt>
                <c:pt idx="83">
                  <c:v>3.5415504740658132E-2</c:v>
                </c:pt>
                <c:pt idx="84">
                  <c:v>-1.7640863612427449E-2</c:v>
                </c:pt>
                <c:pt idx="85">
                  <c:v>1.4469453376205754E-2</c:v>
                </c:pt>
                <c:pt idx="86">
                  <c:v>-1.7013712544438842E-2</c:v>
                </c:pt>
                <c:pt idx="87">
                  <c:v>1.3749079302725287E-2</c:v>
                </c:pt>
                <c:pt idx="88">
                  <c:v>7.1609954291518507E-2</c:v>
                </c:pt>
                <c:pt idx="89">
                  <c:v>3.692762186115206E-2</c:v>
                </c:pt>
                <c:pt idx="90">
                  <c:v>5.1776888679688771E-3</c:v>
                </c:pt>
                <c:pt idx="91">
                  <c:v>3.4356390288593719E-2</c:v>
                </c:pt>
                <c:pt idx="92">
                  <c:v>9.9135063206919449E-2</c:v>
                </c:pt>
                <c:pt idx="93">
                  <c:v>0.52491280518186345</c:v>
                </c:pt>
                <c:pt idx="94">
                  <c:v>0.86512474012474017</c:v>
                </c:pt>
                <c:pt idx="95">
                  <c:v>0.78050094263398861</c:v>
                </c:pt>
                <c:pt idx="96">
                  <c:v>0.76494237469847204</c:v>
                </c:pt>
                <c:pt idx="97">
                  <c:v>0.74220813523507645</c:v>
                </c:pt>
                <c:pt idx="98">
                  <c:v>0.7636269697752518</c:v>
                </c:pt>
                <c:pt idx="99">
                  <c:v>0.78711552434003407</c:v>
                </c:pt>
                <c:pt idx="100">
                  <c:v>1.0241706161137438</c:v>
                </c:pt>
                <c:pt idx="101">
                  <c:v>1.1438746438746441</c:v>
                </c:pt>
                <c:pt idx="102">
                  <c:v>0.991571060641536</c:v>
                </c:pt>
                <c:pt idx="103">
                  <c:v>0.86049601417183363</c:v>
                </c:pt>
                <c:pt idx="104">
                  <c:v>0.68179983857949944</c:v>
                </c:pt>
                <c:pt idx="105">
                  <c:v>0.34095735990851161</c:v>
                </c:pt>
                <c:pt idx="106">
                  <c:v>0.15410338581580052</c:v>
                </c:pt>
                <c:pt idx="107">
                  <c:v>0.26092875510512781</c:v>
                </c:pt>
                <c:pt idx="108">
                  <c:v>0.26150341685649203</c:v>
                </c:pt>
                <c:pt idx="109">
                  <c:v>0.25712553062462118</c:v>
                </c:pt>
                <c:pt idx="110">
                  <c:v>0.2147356086128609</c:v>
                </c:pt>
                <c:pt idx="111">
                  <c:v>0.12996340967610776</c:v>
                </c:pt>
                <c:pt idx="112">
                  <c:v>-2.727698431280734E-2</c:v>
                </c:pt>
                <c:pt idx="113">
                  <c:v>-8.1727574750830478E-2</c:v>
                </c:pt>
                <c:pt idx="114">
                  <c:v>-2.6451916294380484E-2</c:v>
                </c:pt>
                <c:pt idx="115">
                  <c:v>-1.4639371578195504E-2</c:v>
                </c:pt>
                <c:pt idx="116">
                  <c:v>-7.07858428314323E-3</c:v>
                </c:pt>
                <c:pt idx="117">
                  <c:v>9.3810916179337678E-3</c:v>
                </c:pt>
                <c:pt idx="118">
                  <c:v>1.0865628395508864E-3</c:v>
                </c:pt>
                <c:pt idx="119">
                  <c:v>-6.1180422264875967E-3</c:v>
                </c:pt>
                <c:pt idx="120">
                  <c:v>-4.0929336703983132E-3</c:v>
                </c:pt>
                <c:pt idx="121">
                  <c:v>-2.6531596719729933E-3</c:v>
                </c:pt>
                <c:pt idx="122">
                  <c:v>-2.1705052453877549E-3</c:v>
                </c:pt>
                <c:pt idx="123">
                  <c:v>-6.3564403933796809E-3</c:v>
                </c:pt>
                <c:pt idx="124">
                  <c:v>-1.9256228186304014E-3</c:v>
                </c:pt>
                <c:pt idx="125">
                  <c:v>-2.1707670043416005E-3</c:v>
                </c:pt>
                <c:pt idx="126">
                  <c:v>-1.9321338002655786E-3</c:v>
                </c:pt>
                <c:pt idx="127">
                  <c:v>-6.0393767363220441E-4</c:v>
                </c:pt>
                <c:pt idx="128">
                  <c:v>2.5374577090380157E-3</c:v>
                </c:pt>
                <c:pt idx="129">
                  <c:v>2.172601086300574E-3</c:v>
                </c:pt>
                <c:pt idx="130">
                  <c:v>1.4471780028944004E-3</c:v>
                </c:pt>
                <c:pt idx="131">
                  <c:v>-1.2070006034992087E-4</c:v>
                </c:pt>
                <c:pt idx="132">
                  <c:v>3.7471292155204505E-3</c:v>
                </c:pt>
                <c:pt idx="133">
                  <c:v>4.1112454655380937E-3</c:v>
                </c:pt>
                <c:pt idx="134">
                  <c:v>1.2084592145011896E-4</c:v>
                </c:pt>
                <c:pt idx="135">
                  <c:v>0.15123717561858774</c:v>
                </c:pt>
                <c:pt idx="136">
                  <c:v>0.27143373929820314</c:v>
                </c:pt>
                <c:pt idx="137">
                  <c:v>0.42071549431955524</c:v>
                </c:pt>
                <c:pt idx="138">
                  <c:v>0.47779794313369628</c:v>
                </c:pt>
                <c:pt idx="139">
                  <c:v>0.49383611312545317</c:v>
                </c:pt>
                <c:pt idx="140">
                  <c:v>0.53585633361455964</c:v>
                </c:pt>
                <c:pt idx="141">
                  <c:v>0.63495122244971691</c:v>
                </c:pt>
                <c:pt idx="142">
                  <c:v>0.76938824662813099</c:v>
                </c:pt>
                <c:pt idx="143">
                  <c:v>0.70992274263640742</c:v>
                </c:pt>
                <c:pt idx="144">
                  <c:v>0.61368015414258181</c:v>
                </c:pt>
                <c:pt idx="145">
                  <c:v>0.62066473988439319</c:v>
                </c:pt>
                <c:pt idx="146">
                  <c:v>0.64463508941517644</c:v>
                </c:pt>
                <c:pt idx="147">
                  <c:v>0.44118263786957446</c:v>
                </c:pt>
                <c:pt idx="148">
                  <c:v>0.30699924127465872</c:v>
                </c:pt>
                <c:pt idx="149">
                  <c:v>0.17277754147171431</c:v>
                </c:pt>
                <c:pt idx="150">
                  <c:v>0.12190928442770588</c:v>
                </c:pt>
                <c:pt idx="151">
                  <c:v>8.9401294498381967E-2</c:v>
                </c:pt>
                <c:pt idx="152">
                  <c:v>0.12022286745664279</c:v>
                </c:pt>
                <c:pt idx="153">
                  <c:v>9.0239410681399734E-2</c:v>
                </c:pt>
                <c:pt idx="154">
                  <c:v>-2.1779078472742186E-2</c:v>
                </c:pt>
                <c:pt idx="155">
                  <c:v>-4.3063889869396355E-2</c:v>
                </c:pt>
                <c:pt idx="156">
                  <c:v>-4.6268656716418333E-3</c:v>
                </c:pt>
                <c:pt idx="157">
                  <c:v>-1.857631148759098E-2</c:v>
                </c:pt>
                <c:pt idx="158">
                  <c:v>-9.9919183013740254E-3</c:v>
                </c:pt>
                <c:pt idx="159">
                  <c:v>-1.4549687181730775E-4</c:v>
                </c:pt>
                <c:pt idx="160">
                  <c:v>-5.8050939699587634E-3</c:v>
                </c:pt>
                <c:pt idx="161">
                  <c:v>-7.2537356738844316E-5</c:v>
                </c:pt>
                <c:pt idx="162">
                  <c:v>4.5245566664233738E-3</c:v>
                </c:pt>
                <c:pt idx="163">
                  <c:v>5.3397697734868244E-2</c:v>
                </c:pt>
                <c:pt idx="164">
                  <c:v>5.6742556917688258E-3</c:v>
                </c:pt>
                <c:pt idx="165">
                  <c:v>-2.9662162162162109E-2</c:v>
                </c:pt>
                <c:pt idx="166">
                  <c:v>3.6874695609824037E-2</c:v>
                </c:pt>
                <c:pt idx="167">
                  <c:v>0.10933234968646244</c:v>
                </c:pt>
                <c:pt idx="168">
                  <c:v>0.13015444594391967</c:v>
                </c:pt>
                <c:pt idx="169">
                  <c:v>0.14460932768019386</c:v>
                </c:pt>
                <c:pt idx="170">
                  <c:v>0.11784786641929501</c:v>
                </c:pt>
                <c:pt idx="171">
                  <c:v>0.16909196740395815</c:v>
                </c:pt>
                <c:pt idx="172">
                  <c:v>0.25209838697905274</c:v>
                </c:pt>
                <c:pt idx="173">
                  <c:v>0.2475879579252811</c:v>
                </c:pt>
                <c:pt idx="174">
                  <c:v>0.24743915728296395</c:v>
                </c:pt>
                <c:pt idx="175">
                  <c:v>0.20924985899605186</c:v>
                </c:pt>
                <c:pt idx="176">
                  <c:v>0.22798829757592642</c:v>
                </c:pt>
                <c:pt idx="177">
                  <c:v>0.24886846319894151</c:v>
                </c:pt>
                <c:pt idx="178">
                  <c:v>0.20230826008186265</c:v>
                </c:pt>
                <c:pt idx="179">
                  <c:v>0.24433065106071705</c:v>
                </c:pt>
                <c:pt idx="180">
                  <c:v>0.25235504842775636</c:v>
                </c:pt>
                <c:pt idx="181">
                  <c:v>0.25036380473607611</c:v>
                </c:pt>
                <c:pt idx="182">
                  <c:v>0.25293766182035449</c:v>
                </c:pt>
                <c:pt idx="183">
                  <c:v>0.17475728155339798</c:v>
                </c:pt>
                <c:pt idx="184">
                  <c:v>0.10813174001748749</c:v>
                </c:pt>
                <c:pt idx="185">
                  <c:v>0.17885800674497054</c:v>
                </c:pt>
                <c:pt idx="186">
                  <c:v>0.18740900355250112</c:v>
                </c:pt>
                <c:pt idx="187">
                  <c:v>0.2375816231343284</c:v>
                </c:pt>
                <c:pt idx="188">
                  <c:v>0.23223098303931033</c:v>
                </c:pt>
                <c:pt idx="189">
                  <c:v>0.21315862838026223</c:v>
                </c:pt>
                <c:pt idx="190">
                  <c:v>0.36527514231499048</c:v>
                </c:pt>
                <c:pt idx="191">
                  <c:v>0.31275720164609044</c:v>
                </c:pt>
                <c:pt idx="192">
                  <c:v>0.30125013242928289</c:v>
                </c:pt>
                <c:pt idx="193">
                  <c:v>0.3277257578162196</c:v>
                </c:pt>
                <c:pt idx="194">
                  <c:v>0.73242197848778678</c:v>
                </c:pt>
                <c:pt idx="195">
                  <c:v>0.85420639966094525</c:v>
                </c:pt>
                <c:pt idx="196">
                  <c:v>0.84113624408206222</c:v>
                </c:pt>
                <c:pt idx="197">
                  <c:v>0.72634901844727229</c:v>
                </c:pt>
                <c:pt idx="198">
                  <c:v>0.71661189857275986</c:v>
                </c:pt>
                <c:pt idx="199">
                  <c:v>0.64884345409148714</c:v>
                </c:pt>
                <c:pt idx="200">
                  <c:v>0.61119550706624315</c:v>
                </c:pt>
                <c:pt idx="201">
                  <c:v>0.60860373196065809</c:v>
                </c:pt>
                <c:pt idx="202">
                  <c:v>0.43073212606793931</c:v>
                </c:pt>
                <c:pt idx="203">
                  <c:v>0.42490738102023373</c:v>
                </c:pt>
                <c:pt idx="204">
                  <c:v>0.42479136983513133</c:v>
                </c:pt>
                <c:pt idx="205">
                  <c:v>0.39453342895848276</c:v>
                </c:pt>
                <c:pt idx="206">
                  <c:v>7.0467335453878288E-2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0.14285714285714279</c:v>
                </c:pt>
                <c:pt idx="234">
                  <c:v>0.14285714285714279</c:v>
                </c:pt>
                <c:pt idx="235">
                  <c:v>0.14285714285714279</c:v>
                </c:pt>
                <c:pt idx="236">
                  <c:v>0.14285714285714279</c:v>
                </c:pt>
                <c:pt idx="237">
                  <c:v>0.14285714285714279</c:v>
                </c:pt>
                <c:pt idx="238">
                  <c:v>0.14285714285714279</c:v>
                </c:pt>
                <c:pt idx="239">
                  <c:v>0.14285714285714279</c:v>
                </c:pt>
                <c:pt idx="240">
                  <c:v>0.14285714285714279</c:v>
                </c:pt>
                <c:pt idx="241">
                  <c:v>0.14285714285714279</c:v>
                </c:pt>
                <c:pt idx="242">
                  <c:v>0.14285714285714279</c:v>
                </c:pt>
                <c:pt idx="243">
                  <c:v>0.15428571428571436</c:v>
                </c:pt>
                <c:pt idx="244">
                  <c:v>0.17714285714285705</c:v>
                </c:pt>
                <c:pt idx="245">
                  <c:v>0.10000000000000009</c:v>
                </c:pt>
                <c:pt idx="246">
                  <c:v>0.17500000000000004</c:v>
                </c:pt>
                <c:pt idx="247">
                  <c:v>0.25</c:v>
                </c:pt>
                <c:pt idx="248">
                  <c:v>0.67500000000000004</c:v>
                </c:pt>
                <c:pt idx="249">
                  <c:v>0.92500000000000004</c:v>
                </c:pt>
                <c:pt idx="250">
                  <c:v>1.0249999999999999</c:v>
                </c:pt>
                <c:pt idx="251">
                  <c:v>1.0625</c:v>
                </c:pt>
                <c:pt idx="252">
                  <c:v>1.4</c:v>
                </c:pt>
                <c:pt idx="253">
                  <c:v>1.42</c:v>
                </c:pt>
                <c:pt idx="254">
                  <c:v>1.4375</c:v>
                </c:pt>
                <c:pt idx="255">
                  <c:v>1.4430693069306928</c:v>
                </c:pt>
                <c:pt idx="256">
                  <c:v>1.4029126213592233</c:v>
                </c:pt>
                <c:pt idx="257">
                  <c:v>1.2613636363636358</c:v>
                </c:pt>
                <c:pt idx="258">
                  <c:v>1.1170212765957444</c:v>
                </c:pt>
                <c:pt idx="259">
                  <c:v>0.996</c:v>
                </c:pt>
                <c:pt idx="260">
                  <c:v>0.4895522388059701</c:v>
                </c:pt>
                <c:pt idx="261">
                  <c:v>0.2961038961038962</c:v>
                </c:pt>
                <c:pt idx="262">
                  <c:v>0.23209876543209873</c:v>
                </c:pt>
                <c:pt idx="263">
                  <c:v>0.20969696969696972</c:v>
                </c:pt>
                <c:pt idx="264">
                  <c:v>3.9583333333333304E-2</c:v>
                </c:pt>
                <c:pt idx="265">
                  <c:v>3.0991735537190035E-2</c:v>
                </c:pt>
                <c:pt idx="266">
                  <c:v>2.3589743589743639E-2</c:v>
                </c:pt>
                <c:pt idx="267">
                  <c:v>1.1144883485309176E-2</c:v>
                </c:pt>
                <c:pt idx="268">
                  <c:v>8.0808080808081328E-3</c:v>
                </c:pt>
                <c:pt idx="269">
                  <c:v>3.0150753768845018E-3</c:v>
                </c:pt>
                <c:pt idx="270">
                  <c:v>3.0150753768845018E-3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27-40EC-B0EE-49944767AEDA}"/>
            </c:ext>
          </c:extLst>
        </c:ser>
        <c:ser>
          <c:idx val="1"/>
          <c:order val="1"/>
          <c:tx>
            <c:v>Inflación IA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multiLvlStrRef>
              <c:f>Hoja1!$A$20:$B$307</c:f>
              <c:multiLvlStrCache>
                <c:ptCount val="28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 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 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 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 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 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 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 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  <c:pt idx="252">
                    <c:v>Ene. </c:v>
                  </c:pt>
                  <c:pt idx="253">
                    <c:v>Feb.</c:v>
                  </c:pt>
                  <c:pt idx="254">
                    <c:v>Mar.</c:v>
                  </c:pt>
                  <c:pt idx="255">
                    <c:v>Abr.</c:v>
                  </c:pt>
                  <c:pt idx="256">
                    <c:v>May.</c:v>
                  </c:pt>
                  <c:pt idx="257">
                    <c:v>Jun.</c:v>
                  </c:pt>
                  <c:pt idx="258">
                    <c:v>Jul.</c:v>
                  </c:pt>
                  <c:pt idx="259">
                    <c:v>Ago.</c:v>
                  </c:pt>
                  <c:pt idx="260">
                    <c:v>Set.</c:v>
                  </c:pt>
                  <c:pt idx="261">
                    <c:v>Oct.</c:v>
                  </c:pt>
                  <c:pt idx="262">
                    <c:v>Nov.</c:v>
                  </c:pt>
                  <c:pt idx="263">
                    <c:v>Dic.</c:v>
                  </c:pt>
                  <c:pt idx="264">
                    <c:v>Ene. </c:v>
                  </c:pt>
                  <c:pt idx="265">
                    <c:v>Feb.</c:v>
                  </c:pt>
                  <c:pt idx="266">
                    <c:v>Mar.</c:v>
                  </c:pt>
                  <c:pt idx="267">
                    <c:v>Abr.</c:v>
                  </c:pt>
                  <c:pt idx="268">
                    <c:v>May.</c:v>
                  </c:pt>
                  <c:pt idx="269">
                    <c:v>Jun.</c:v>
                  </c:pt>
                  <c:pt idx="270">
                    <c:v>Jul.</c:v>
                  </c:pt>
                  <c:pt idx="271">
                    <c:v>Ago.</c:v>
                  </c:pt>
                  <c:pt idx="272">
                    <c:v>Set.</c:v>
                  </c:pt>
                  <c:pt idx="273">
                    <c:v>Oct.</c:v>
                  </c:pt>
                  <c:pt idx="274">
                    <c:v>Nov.</c:v>
                  </c:pt>
                  <c:pt idx="275">
                    <c:v>Dic.</c:v>
                  </c:pt>
                  <c:pt idx="276">
                    <c:v>Ene.</c:v>
                  </c:pt>
                  <c:pt idx="277">
                    <c:v>Feb.</c:v>
                  </c:pt>
                  <c:pt idx="278">
                    <c:v>Mar.</c:v>
                  </c:pt>
                  <c:pt idx="279">
                    <c:v>Abr.</c:v>
                  </c:pt>
                  <c:pt idx="280">
                    <c:v>May.</c:v>
                  </c:pt>
                  <c:pt idx="281">
                    <c:v>Jun.</c:v>
                  </c:pt>
                  <c:pt idx="282">
                    <c:v>Jul.</c:v>
                  </c:pt>
                  <c:pt idx="283">
                    <c:v>Ago.</c:v>
                  </c:pt>
                  <c:pt idx="284">
                    <c:v>Set.</c:v>
                  </c:pt>
                  <c:pt idx="285">
                    <c:v>Oct.</c:v>
                  </c:pt>
                  <c:pt idx="286">
                    <c:v>Nov.</c:v>
                  </c:pt>
                  <c:pt idx="287">
                    <c:v>Dic.</c:v>
                  </c:pt>
                </c:lvl>
                <c:lvl>
                  <c:pt idx="0">
                    <c:v>1951 </c:v>
                  </c:pt>
                  <c:pt idx="12">
                    <c:v>1952 </c:v>
                  </c:pt>
                  <c:pt idx="24">
                    <c:v>1953 </c:v>
                  </c:pt>
                  <c:pt idx="36">
                    <c:v>1954 </c:v>
                  </c:pt>
                  <c:pt idx="48">
                    <c:v>1955 </c:v>
                  </c:pt>
                  <c:pt idx="60">
                    <c:v>1956 </c:v>
                  </c:pt>
                  <c:pt idx="72">
                    <c:v>1957 </c:v>
                  </c:pt>
                  <c:pt idx="84">
                    <c:v>1958 </c:v>
                  </c:pt>
                  <c:pt idx="96">
                    <c:v>1959 </c:v>
                  </c:pt>
                  <c:pt idx="108">
                    <c:v>1960 </c:v>
                  </c:pt>
                  <c:pt idx="120">
                    <c:v>1961 </c:v>
                  </c:pt>
                  <c:pt idx="132">
                    <c:v>1962 </c:v>
                  </c:pt>
                  <c:pt idx="144">
                    <c:v>1963 </c:v>
                  </c:pt>
                  <c:pt idx="156">
                    <c:v>1964 </c:v>
                  </c:pt>
                  <c:pt idx="168">
                    <c:v>1965 </c:v>
                  </c:pt>
                  <c:pt idx="180">
                    <c:v>1966 </c:v>
                  </c:pt>
                  <c:pt idx="192">
                    <c:v>1967 </c:v>
                  </c:pt>
                  <c:pt idx="204">
                    <c:v>1968 </c:v>
                  </c:pt>
                  <c:pt idx="216">
                    <c:v>1969 </c:v>
                  </c:pt>
                  <c:pt idx="228">
                    <c:v>1970 </c:v>
                  </c:pt>
                  <c:pt idx="240">
                    <c:v>1971 </c:v>
                  </c:pt>
                  <c:pt idx="252">
                    <c:v>1972 </c:v>
                  </c:pt>
                  <c:pt idx="264">
                    <c:v>1973 </c:v>
                  </c:pt>
                  <c:pt idx="276">
                    <c:v>1974 </c:v>
                  </c:pt>
                </c:lvl>
              </c:multiLvlStrCache>
            </c:multiLvlStrRef>
          </c:cat>
          <c:val>
            <c:numRef>
              <c:f>Hoja1!$P$20:$P$307</c:f>
              <c:numCache>
                <c:formatCode>0%</c:formatCode>
                <c:ptCount val="288"/>
                <c:pt idx="0">
                  <c:v>0.23100000000000001</c:v>
                </c:pt>
                <c:pt idx="1">
                  <c:v>0.23499999999999999</c:v>
                </c:pt>
                <c:pt idx="2">
                  <c:v>0.23800000000000002</c:v>
                </c:pt>
                <c:pt idx="3">
                  <c:v>0.32200000000000001</c:v>
                </c:pt>
                <c:pt idx="4">
                  <c:v>0.35600000000000004</c:v>
                </c:pt>
                <c:pt idx="5">
                  <c:v>0.36200000000000004</c:v>
                </c:pt>
                <c:pt idx="6">
                  <c:v>0.37200000000000005</c:v>
                </c:pt>
                <c:pt idx="7">
                  <c:v>0.496</c:v>
                </c:pt>
                <c:pt idx="8">
                  <c:v>0.41200000000000003</c:v>
                </c:pt>
                <c:pt idx="9">
                  <c:v>0.40100000000000002</c:v>
                </c:pt>
                <c:pt idx="10">
                  <c:v>0.40899999999999997</c:v>
                </c:pt>
                <c:pt idx="11">
                  <c:v>0.502</c:v>
                </c:pt>
                <c:pt idx="12">
                  <c:v>0.57600000000000007</c:v>
                </c:pt>
                <c:pt idx="13">
                  <c:v>0.54200000000000004</c:v>
                </c:pt>
                <c:pt idx="14">
                  <c:v>0.58299999999999996</c:v>
                </c:pt>
                <c:pt idx="15">
                  <c:v>0.54200000000000004</c:v>
                </c:pt>
                <c:pt idx="16">
                  <c:v>0.45799999999999996</c:v>
                </c:pt>
                <c:pt idx="17">
                  <c:v>0.44</c:v>
                </c:pt>
                <c:pt idx="18">
                  <c:v>0.371</c:v>
                </c:pt>
                <c:pt idx="19">
                  <c:v>0.249</c:v>
                </c:pt>
                <c:pt idx="20">
                  <c:v>0.316</c:v>
                </c:pt>
                <c:pt idx="21">
                  <c:v>0.28999999999999998</c:v>
                </c:pt>
                <c:pt idx="22">
                  <c:v>0.28899999999999998</c:v>
                </c:pt>
                <c:pt idx="23">
                  <c:v>0.191</c:v>
                </c:pt>
                <c:pt idx="24">
                  <c:v>0.13100000000000001</c:v>
                </c:pt>
                <c:pt idx="25">
                  <c:v>0.188</c:v>
                </c:pt>
                <c:pt idx="26">
                  <c:v>0.14899999999999999</c:v>
                </c:pt>
                <c:pt idx="27">
                  <c:v>3.6000000000000004E-2</c:v>
                </c:pt>
                <c:pt idx="28">
                  <c:v>3.0000000000000001E-3</c:v>
                </c:pt>
                <c:pt idx="29">
                  <c:v>-1.9E-2</c:v>
                </c:pt>
                <c:pt idx="30">
                  <c:v>3.1E-2</c:v>
                </c:pt>
                <c:pt idx="31">
                  <c:v>3.6000000000000004E-2</c:v>
                </c:pt>
                <c:pt idx="32">
                  <c:v>-4.0000000000000001E-3</c:v>
                </c:pt>
                <c:pt idx="33">
                  <c:v>-1.8000000000000002E-2</c:v>
                </c:pt>
                <c:pt idx="34">
                  <c:v>-1.3999999999999999E-2</c:v>
                </c:pt>
                <c:pt idx="35">
                  <c:v>-6.9999999999999993E-3</c:v>
                </c:pt>
                <c:pt idx="36">
                  <c:v>-1.3999999999999999E-2</c:v>
                </c:pt>
                <c:pt idx="37">
                  <c:v>-7.0000000000000007E-2</c:v>
                </c:pt>
                <c:pt idx="38">
                  <c:v>-6.4000000000000001E-2</c:v>
                </c:pt>
                <c:pt idx="39">
                  <c:v>-3.0000000000000001E-3</c:v>
                </c:pt>
                <c:pt idx="40">
                  <c:v>1.1000000000000001E-2</c:v>
                </c:pt>
                <c:pt idx="41">
                  <c:v>2.8999999999999998E-2</c:v>
                </c:pt>
                <c:pt idx="42">
                  <c:v>4.4000000000000004E-2</c:v>
                </c:pt>
                <c:pt idx="43">
                  <c:v>0.05</c:v>
                </c:pt>
                <c:pt idx="44">
                  <c:v>8.3000000000000004E-2</c:v>
                </c:pt>
                <c:pt idx="45">
                  <c:v>0.11900000000000001</c:v>
                </c:pt>
                <c:pt idx="46">
                  <c:v>0.12300000000000001</c:v>
                </c:pt>
                <c:pt idx="47">
                  <c:v>0.16</c:v>
                </c:pt>
                <c:pt idx="48">
                  <c:v>0.158</c:v>
                </c:pt>
                <c:pt idx="49">
                  <c:v>0.16200000000000001</c:v>
                </c:pt>
                <c:pt idx="50">
                  <c:v>0.16200000000000001</c:v>
                </c:pt>
                <c:pt idx="51">
                  <c:v>0.154</c:v>
                </c:pt>
                <c:pt idx="52">
                  <c:v>0.158</c:v>
                </c:pt>
                <c:pt idx="53">
                  <c:v>0.14699999999999999</c:v>
                </c:pt>
                <c:pt idx="54">
                  <c:v>0.127</c:v>
                </c:pt>
                <c:pt idx="55">
                  <c:v>0.12300000000000001</c:v>
                </c:pt>
                <c:pt idx="56">
                  <c:v>0.10400000000000001</c:v>
                </c:pt>
                <c:pt idx="57">
                  <c:v>7.2000000000000008E-2</c:v>
                </c:pt>
                <c:pt idx="58">
                  <c:v>6.0999999999999999E-2</c:v>
                </c:pt>
                <c:pt idx="59">
                  <c:v>7.4999999999999997E-2</c:v>
                </c:pt>
                <c:pt idx="60">
                  <c:v>8.4000000000000005E-2</c:v>
                </c:pt>
                <c:pt idx="61">
                  <c:v>7.4999999999999997E-2</c:v>
                </c:pt>
                <c:pt idx="62">
                  <c:v>7.2000000000000008E-2</c:v>
                </c:pt>
                <c:pt idx="63">
                  <c:v>9.4E-2</c:v>
                </c:pt>
                <c:pt idx="64">
                  <c:v>0.13400000000000001</c:v>
                </c:pt>
                <c:pt idx="65">
                  <c:v>0.17100000000000001</c:v>
                </c:pt>
                <c:pt idx="66">
                  <c:v>0.16</c:v>
                </c:pt>
                <c:pt idx="67">
                  <c:v>0.15</c:v>
                </c:pt>
                <c:pt idx="68">
                  <c:v>0.14899999999999999</c:v>
                </c:pt>
                <c:pt idx="69">
                  <c:v>0.16500000000000001</c:v>
                </c:pt>
                <c:pt idx="70">
                  <c:v>0.182</c:v>
                </c:pt>
                <c:pt idx="71">
                  <c:v>0.16699999999999998</c:v>
                </c:pt>
                <c:pt idx="72">
                  <c:v>0.16899999999999998</c:v>
                </c:pt>
                <c:pt idx="73">
                  <c:v>0.187</c:v>
                </c:pt>
                <c:pt idx="74">
                  <c:v>0.23199999999999998</c:v>
                </c:pt>
                <c:pt idx="75">
                  <c:v>0.222</c:v>
                </c:pt>
                <c:pt idx="76">
                  <c:v>0.21</c:v>
                </c:pt>
                <c:pt idx="77">
                  <c:v>0.21</c:v>
                </c:pt>
                <c:pt idx="78">
                  <c:v>0.23800000000000002</c:v>
                </c:pt>
                <c:pt idx="79">
                  <c:v>0.311</c:v>
                </c:pt>
                <c:pt idx="80">
                  <c:v>0.30099999999999999</c:v>
                </c:pt>
                <c:pt idx="81">
                  <c:v>0.29799999999999999</c:v>
                </c:pt>
                <c:pt idx="82">
                  <c:v>0.31</c:v>
                </c:pt>
                <c:pt idx="83">
                  <c:v>0.25600000000000001</c:v>
                </c:pt>
                <c:pt idx="84">
                  <c:v>0.23699999999999999</c:v>
                </c:pt>
                <c:pt idx="85">
                  <c:v>0.24399999999999999</c:v>
                </c:pt>
                <c:pt idx="86">
                  <c:v>0.22</c:v>
                </c:pt>
                <c:pt idx="87">
                  <c:v>0.24</c:v>
                </c:pt>
                <c:pt idx="88">
                  <c:v>0.28399999999999997</c:v>
                </c:pt>
                <c:pt idx="89">
                  <c:v>0.29100000000000004</c:v>
                </c:pt>
                <c:pt idx="90">
                  <c:v>0.314</c:v>
                </c:pt>
                <c:pt idx="91">
                  <c:v>0.30499999999999999</c:v>
                </c:pt>
                <c:pt idx="92">
                  <c:v>0.33299999999999996</c:v>
                </c:pt>
                <c:pt idx="93">
                  <c:v>0.35799999999999998</c:v>
                </c:pt>
                <c:pt idx="94">
                  <c:v>0.39200000000000002</c:v>
                </c:pt>
                <c:pt idx="95">
                  <c:v>0.50700000000000001</c:v>
                </c:pt>
                <c:pt idx="96">
                  <c:v>0.82299999999999995</c:v>
                </c:pt>
                <c:pt idx="97">
                  <c:v>0.96200000000000008</c:v>
                </c:pt>
                <c:pt idx="98">
                  <c:v>1.0720000000000001</c:v>
                </c:pt>
                <c:pt idx="99">
                  <c:v>1.1499999999999999</c:v>
                </c:pt>
                <c:pt idx="100">
                  <c:v>1.23</c:v>
                </c:pt>
                <c:pt idx="101">
                  <c:v>1.2709999999999999</c:v>
                </c:pt>
                <c:pt idx="102">
                  <c:v>1.2590000000000001</c:v>
                </c:pt>
                <c:pt idx="103">
                  <c:v>1.24</c:v>
                </c:pt>
                <c:pt idx="104">
                  <c:v>1.2370000000000001</c:v>
                </c:pt>
                <c:pt idx="105">
                  <c:v>1.1859999999999999</c:v>
                </c:pt>
                <c:pt idx="106">
                  <c:v>1.1240000000000001</c:v>
                </c:pt>
                <c:pt idx="107">
                  <c:v>1.016</c:v>
                </c:pt>
                <c:pt idx="108">
                  <c:v>0.75900000000000001</c:v>
                </c:pt>
                <c:pt idx="109">
                  <c:v>0.626</c:v>
                </c:pt>
                <c:pt idx="110">
                  <c:v>0.52600000000000002</c:v>
                </c:pt>
                <c:pt idx="111">
                  <c:v>0.40799999999999997</c:v>
                </c:pt>
                <c:pt idx="112">
                  <c:v>0.27200000000000002</c:v>
                </c:pt>
                <c:pt idx="113">
                  <c:v>0.19</c:v>
                </c:pt>
                <c:pt idx="114">
                  <c:v>0.16600000000000001</c:v>
                </c:pt>
                <c:pt idx="115">
                  <c:v>0.129</c:v>
                </c:pt>
                <c:pt idx="116">
                  <c:v>0.11</c:v>
                </c:pt>
                <c:pt idx="117">
                  <c:v>0.11199999999999999</c:v>
                </c:pt>
                <c:pt idx="118">
                  <c:v>0.11699999999999999</c:v>
                </c:pt>
                <c:pt idx="119">
                  <c:v>0.185</c:v>
                </c:pt>
                <c:pt idx="120">
                  <c:v>8.3000000000000004E-2</c:v>
                </c:pt>
                <c:pt idx="121">
                  <c:v>8.8000000000000009E-2</c:v>
                </c:pt>
                <c:pt idx="122">
                  <c:v>9.1999999999999998E-2</c:v>
                </c:pt>
                <c:pt idx="123">
                  <c:v>0.11800000000000001</c:v>
                </c:pt>
                <c:pt idx="124">
                  <c:v>0.128</c:v>
                </c:pt>
                <c:pt idx="125">
                  <c:v>0.14899999999999999</c:v>
                </c:pt>
                <c:pt idx="126">
                  <c:v>0.156</c:v>
                </c:pt>
                <c:pt idx="127">
                  <c:v>0.159</c:v>
                </c:pt>
                <c:pt idx="128">
                  <c:v>0.17</c:v>
                </c:pt>
                <c:pt idx="129">
                  <c:v>0.16200000000000001</c:v>
                </c:pt>
                <c:pt idx="130">
                  <c:v>0.17</c:v>
                </c:pt>
                <c:pt idx="131">
                  <c:v>0.16399999999999998</c:v>
                </c:pt>
                <c:pt idx="132">
                  <c:v>0.19</c:v>
                </c:pt>
                <c:pt idx="133">
                  <c:v>0.192</c:v>
                </c:pt>
                <c:pt idx="134">
                  <c:v>0.19800000000000001</c:v>
                </c:pt>
                <c:pt idx="135">
                  <c:v>0.21</c:v>
                </c:pt>
                <c:pt idx="136">
                  <c:v>0.24299999999999999</c:v>
                </c:pt>
                <c:pt idx="137">
                  <c:v>0.24399999999999999</c:v>
                </c:pt>
                <c:pt idx="138">
                  <c:v>0.28000000000000003</c:v>
                </c:pt>
                <c:pt idx="139">
                  <c:v>0.28699999999999998</c:v>
                </c:pt>
                <c:pt idx="140">
                  <c:v>0.32100000000000001</c:v>
                </c:pt>
                <c:pt idx="141">
                  <c:v>0.34200000000000003</c:v>
                </c:pt>
                <c:pt idx="142">
                  <c:v>0.29399999999999998</c:v>
                </c:pt>
                <c:pt idx="143">
                  <c:v>0.307</c:v>
                </c:pt>
                <c:pt idx="144">
                  <c:v>0.30499999999999999</c:v>
                </c:pt>
                <c:pt idx="145">
                  <c:v>0.29799999999999999</c:v>
                </c:pt>
                <c:pt idx="146">
                  <c:v>0.33899999999999997</c:v>
                </c:pt>
                <c:pt idx="147">
                  <c:v>0.317</c:v>
                </c:pt>
                <c:pt idx="148">
                  <c:v>0.27300000000000002</c:v>
                </c:pt>
                <c:pt idx="149">
                  <c:v>0.26899999999999996</c:v>
                </c:pt>
                <c:pt idx="150">
                  <c:v>0.23300000000000001</c:v>
                </c:pt>
                <c:pt idx="151">
                  <c:v>0.222</c:v>
                </c:pt>
                <c:pt idx="152">
                  <c:v>0.19699999999999998</c:v>
                </c:pt>
                <c:pt idx="153">
                  <c:v>0.21299999999999999</c:v>
                </c:pt>
                <c:pt idx="154">
                  <c:v>0.25</c:v>
                </c:pt>
                <c:pt idx="155">
                  <c:v>0.23800000000000002</c:v>
                </c:pt>
                <c:pt idx="156">
                  <c:v>0.28499999999999998</c:v>
                </c:pt>
                <c:pt idx="157">
                  <c:v>0.26400000000000001</c:v>
                </c:pt>
                <c:pt idx="158">
                  <c:v>0.20300000000000001</c:v>
                </c:pt>
                <c:pt idx="159">
                  <c:v>0.23</c:v>
                </c:pt>
                <c:pt idx="160">
                  <c:v>0.23199999999999998</c:v>
                </c:pt>
                <c:pt idx="161">
                  <c:v>0.23499999999999999</c:v>
                </c:pt>
                <c:pt idx="162">
                  <c:v>0.221</c:v>
                </c:pt>
                <c:pt idx="163">
                  <c:v>0.21</c:v>
                </c:pt>
                <c:pt idx="164">
                  <c:v>0.20399999999999999</c:v>
                </c:pt>
                <c:pt idx="165">
                  <c:v>0.214</c:v>
                </c:pt>
                <c:pt idx="166">
                  <c:v>0.19699999999999998</c:v>
                </c:pt>
                <c:pt idx="167">
                  <c:v>0.18100000000000002</c:v>
                </c:pt>
                <c:pt idx="168">
                  <c:v>0.14300000000000002</c:v>
                </c:pt>
                <c:pt idx="169">
                  <c:v>0.20699999999999999</c:v>
                </c:pt>
                <c:pt idx="170">
                  <c:v>0.24</c:v>
                </c:pt>
                <c:pt idx="171">
                  <c:v>0.20699999999999999</c:v>
                </c:pt>
                <c:pt idx="172">
                  <c:v>0.23100000000000001</c:v>
                </c:pt>
                <c:pt idx="173">
                  <c:v>0.26300000000000001</c:v>
                </c:pt>
                <c:pt idx="174">
                  <c:v>0.313</c:v>
                </c:pt>
                <c:pt idx="175">
                  <c:v>0.34899999999999998</c:v>
                </c:pt>
                <c:pt idx="176">
                  <c:v>0.35399999999999998</c:v>
                </c:pt>
                <c:pt idx="177">
                  <c:v>0.33700000000000002</c:v>
                </c:pt>
                <c:pt idx="178">
                  <c:v>0.36899999999999999</c:v>
                </c:pt>
                <c:pt idx="179">
                  <c:v>0.38200000000000001</c:v>
                </c:pt>
                <c:pt idx="180">
                  <c:v>0.40299999999999997</c:v>
                </c:pt>
                <c:pt idx="181">
                  <c:v>0.36700000000000005</c:v>
                </c:pt>
                <c:pt idx="182">
                  <c:v>0.36399999999999999</c:v>
                </c:pt>
                <c:pt idx="183">
                  <c:v>0.37799999999999995</c:v>
                </c:pt>
                <c:pt idx="184">
                  <c:v>0.36299999999999999</c:v>
                </c:pt>
                <c:pt idx="185">
                  <c:v>0.32100000000000001</c:v>
                </c:pt>
                <c:pt idx="186">
                  <c:v>0.28600000000000003</c:v>
                </c:pt>
                <c:pt idx="187">
                  <c:v>0.27300000000000002</c:v>
                </c:pt>
                <c:pt idx="188">
                  <c:v>0.27300000000000002</c:v>
                </c:pt>
                <c:pt idx="189">
                  <c:v>0.28100000000000003</c:v>
                </c:pt>
                <c:pt idx="190">
                  <c:v>0.26500000000000001</c:v>
                </c:pt>
                <c:pt idx="191">
                  <c:v>0.29899999999999999</c:v>
                </c:pt>
                <c:pt idx="192">
                  <c:v>0.26700000000000002</c:v>
                </c:pt>
                <c:pt idx="193">
                  <c:v>0.26600000000000001</c:v>
                </c:pt>
                <c:pt idx="194">
                  <c:v>0.26700000000000002</c:v>
                </c:pt>
                <c:pt idx="195">
                  <c:v>0.25600000000000001</c:v>
                </c:pt>
                <c:pt idx="196">
                  <c:v>0.255</c:v>
                </c:pt>
                <c:pt idx="197">
                  <c:v>0.29799999999999999</c:v>
                </c:pt>
                <c:pt idx="198">
                  <c:v>0.34200000000000003</c:v>
                </c:pt>
                <c:pt idx="199">
                  <c:v>0.33100000000000002</c:v>
                </c:pt>
                <c:pt idx="200">
                  <c:v>0.317</c:v>
                </c:pt>
                <c:pt idx="201">
                  <c:v>0.313</c:v>
                </c:pt>
                <c:pt idx="202">
                  <c:v>0.313</c:v>
                </c:pt>
                <c:pt idx="203">
                  <c:v>0.27399999999999997</c:v>
                </c:pt>
                <c:pt idx="204">
                  <c:v>0.28999999999999998</c:v>
                </c:pt>
                <c:pt idx="205">
                  <c:v>0.27600000000000002</c:v>
                </c:pt>
                <c:pt idx="206">
                  <c:v>0.24</c:v>
                </c:pt>
                <c:pt idx="207">
                  <c:v>0.22</c:v>
                </c:pt>
                <c:pt idx="208">
                  <c:v>0.21</c:v>
                </c:pt>
                <c:pt idx="209">
                  <c:v>0.16300000000000001</c:v>
                </c:pt>
                <c:pt idx="210">
                  <c:v>0.10800000000000001</c:v>
                </c:pt>
                <c:pt idx="211">
                  <c:v>0.106</c:v>
                </c:pt>
                <c:pt idx="212">
                  <c:v>0.11599999999999999</c:v>
                </c:pt>
                <c:pt idx="213">
                  <c:v>0.106</c:v>
                </c:pt>
                <c:pt idx="214">
                  <c:v>8.5000000000000006E-2</c:v>
                </c:pt>
                <c:pt idx="215">
                  <c:v>9.6000000000000002E-2</c:v>
                </c:pt>
                <c:pt idx="216">
                  <c:v>8.199999999999999E-2</c:v>
                </c:pt>
                <c:pt idx="217">
                  <c:v>5.7000000000000002E-2</c:v>
                </c:pt>
                <c:pt idx="218">
                  <c:v>7.5999999999999998E-2</c:v>
                </c:pt>
                <c:pt idx="219">
                  <c:v>8.199999999999999E-2</c:v>
                </c:pt>
                <c:pt idx="220">
                  <c:v>6.6000000000000003E-2</c:v>
                </c:pt>
                <c:pt idx="221">
                  <c:v>7.2999999999999995E-2</c:v>
                </c:pt>
                <c:pt idx="222">
                  <c:v>8.6999999999999994E-2</c:v>
                </c:pt>
                <c:pt idx="223">
                  <c:v>7.8E-2</c:v>
                </c:pt>
                <c:pt idx="224">
                  <c:v>8.3000000000000004E-2</c:v>
                </c:pt>
                <c:pt idx="225">
                  <c:v>7.8E-2</c:v>
                </c:pt>
                <c:pt idx="226">
                  <c:v>8.199999999999999E-2</c:v>
                </c:pt>
                <c:pt idx="227">
                  <c:v>6.7000000000000004E-2</c:v>
                </c:pt>
                <c:pt idx="228">
                  <c:v>6.5000000000000002E-2</c:v>
                </c:pt>
                <c:pt idx="229">
                  <c:v>9.5000000000000001E-2</c:v>
                </c:pt>
                <c:pt idx="230">
                  <c:v>9.6000000000000002E-2</c:v>
                </c:pt>
                <c:pt idx="231">
                  <c:v>0.10400000000000001</c:v>
                </c:pt>
                <c:pt idx="232">
                  <c:v>0.127</c:v>
                </c:pt>
                <c:pt idx="233">
                  <c:v>0.125</c:v>
                </c:pt>
                <c:pt idx="234">
                  <c:v>0.12300000000000001</c:v>
                </c:pt>
                <c:pt idx="235">
                  <c:v>0.14499999999999999</c:v>
                </c:pt>
                <c:pt idx="236">
                  <c:v>0.14699999999999999</c:v>
                </c:pt>
                <c:pt idx="237">
                  <c:v>0.17399999999999999</c:v>
                </c:pt>
                <c:pt idx="238">
                  <c:v>0.19600000000000001</c:v>
                </c:pt>
                <c:pt idx="239">
                  <c:v>0.217</c:v>
                </c:pt>
                <c:pt idx="240">
                  <c:v>0.27399999999999997</c:v>
                </c:pt>
                <c:pt idx="241">
                  <c:v>0.29899999999999999</c:v>
                </c:pt>
                <c:pt idx="242">
                  <c:v>0.29600000000000004</c:v>
                </c:pt>
                <c:pt idx="243">
                  <c:v>0.29799999999999999</c:v>
                </c:pt>
                <c:pt idx="244">
                  <c:v>0.31900000000000001</c:v>
                </c:pt>
                <c:pt idx="245">
                  <c:v>0.35100000000000003</c:v>
                </c:pt>
                <c:pt idx="246">
                  <c:v>0.39200000000000002</c:v>
                </c:pt>
                <c:pt idx="247">
                  <c:v>0.41200000000000003</c:v>
                </c:pt>
                <c:pt idx="248">
                  <c:v>0.39600000000000002</c:v>
                </c:pt>
                <c:pt idx="249">
                  <c:v>0.35700000000000004</c:v>
                </c:pt>
                <c:pt idx="250">
                  <c:v>0.35899999999999999</c:v>
                </c:pt>
                <c:pt idx="251">
                  <c:v>0.39100000000000001</c:v>
                </c:pt>
                <c:pt idx="252">
                  <c:v>0.46799999999999997</c:v>
                </c:pt>
                <c:pt idx="253">
                  <c:v>0.47200000000000003</c:v>
                </c:pt>
                <c:pt idx="254">
                  <c:v>0.51800000000000002</c:v>
                </c:pt>
                <c:pt idx="255">
                  <c:v>0.57799999999999996</c:v>
                </c:pt>
                <c:pt idx="256">
                  <c:v>0.56499999999999995</c:v>
                </c:pt>
                <c:pt idx="257">
                  <c:v>0.60099999999999998</c:v>
                </c:pt>
                <c:pt idx="258">
                  <c:v>0.61199999999999999</c:v>
                </c:pt>
                <c:pt idx="259">
                  <c:v>0.56799999999999995</c:v>
                </c:pt>
                <c:pt idx="260">
                  <c:v>0.59200000000000008</c:v>
                </c:pt>
                <c:pt idx="261">
                  <c:v>0.65200000000000002</c:v>
                </c:pt>
                <c:pt idx="262">
                  <c:v>0.68700000000000006</c:v>
                </c:pt>
                <c:pt idx="263">
                  <c:v>0.6409999999999999</c:v>
                </c:pt>
                <c:pt idx="264">
                  <c:v>0.63200000000000001</c:v>
                </c:pt>
                <c:pt idx="265">
                  <c:v>0.69499999999999995</c:v>
                </c:pt>
                <c:pt idx="266">
                  <c:v>0.76500000000000001</c:v>
                </c:pt>
                <c:pt idx="267">
                  <c:v>0.75900000000000001</c:v>
                </c:pt>
                <c:pt idx="268">
                  <c:v>0.79099999999999993</c:v>
                </c:pt>
                <c:pt idx="269">
                  <c:v>0.64800000000000002</c:v>
                </c:pt>
                <c:pt idx="270">
                  <c:v>0.56899999999999995</c:v>
                </c:pt>
                <c:pt idx="271">
                  <c:v>0.58399999999999996</c:v>
                </c:pt>
                <c:pt idx="272">
                  <c:v>0.55399999999999994</c:v>
                </c:pt>
                <c:pt idx="273">
                  <c:v>0.505</c:v>
                </c:pt>
                <c:pt idx="274">
                  <c:v>0.44700000000000001</c:v>
                </c:pt>
                <c:pt idx="275">
                  <c:v>0.43799999999999994</c:v>
                </c:pt>
                <c:pt idx="276">
                  <c:v>0.29600000000000004</c:v>
                </c:pt>
                <c:pt idx="277">
                  <c:v>0.223</c:v>
                </c:pt>
                <c:pt idx="278">
                  <c:v>0.14000000000000001</c:v>
                </c:pt>
                <c:pt idx="279">
                  <c:v>0.122</c:v>
                </c:pt>
                <c:pt idx="280">
                  <c:v>0.121</c:v>
                </c:pt>
                <c:pt idx="281">
                  <c:v>0.19899999999999998</c:v>
                </c:pt>
                <c:pt idx="282">
                  <c:v>0.22600000000000001</c:v>
                </c:pt>
                <c:pt idx="283">
                  <c:v>0.23899999999999999</c:v>
                </c:pt>
                <c:pt idx="284">
                  <c:v>0.27399999999999997</c:v>
                </c:pt>
                <c:pt idx="285">
                  <c:v>0.30199999999999999</c:v>
                </c:pt>
                <c:pt idx="286">
                  <c:v>0.34499999999999997</c:v>
                </c:pt>
                <c:pt idx="287">
                  <c:v>0.40100000000000002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27-40EC-B0EE-49944767A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1014432"/>
        <c:axId val="573092432"/>
      </c:lineChart>
      <c:catAx>
        <c:axId val="721014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73092432"/>
        <c:crosses val="autoZero"/>
        <c:auto val="1"/>
        <c:lblAlgn val="ctr"/>
        <c:lblOffset val="100"/>
        <c:noMultiLvlLbl val="0"/>
      </c:catAx>
      <c:valAx>
        <c:axId val="57309243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21014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3562896174326953"/>
          <c:y val="7.1410794877387079E-2"/>
          <c:w val="0.24312052177436125"/>
          <c:h val="0.1119582141720645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Hoja1!$A$8:$B$319</c:f>
              <c:multiLvlStrCache>
                <c:ptCount val="312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 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 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 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 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 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  <c:pt idx="252">
                    <c:v>Ene. </c:v>
                  </c:pt>
                  <c:pt idx="253">
                    <c:v>Feb.</c:v>
                  </c:pt>
                  <c:pt idx="254">
                    <c:v>Mar.</c:v>
                  </c:pt>
                  <c:pt idx="255">
                    <c:v>Abr.</c:v>
                  </c:pt>
                  <c:pt idx="256">
                    <c:v>May.</c:v>
                  </c:pt>
                  <c:pt idx="257">
                    <c:v>Jun.</c:v>
                  </c:pt>
                  <c:pt idx="258">
                    <c:v>Jul.</c:v>
                  </c:pt>
                  <c:pt idx="259">
                    <c:v>Ago.</c:v>
                  </c:pt>
                  <c:pt idx="260">
                    <c:v>Set.</c:v>
                  </c:pt>
                  <c:pt idx="261">
                    <c:v>Oct.</c:v>
                  </c:pt>
                  <c:pt idx="262">
                    <c:v>Nov.</c:v>
                  </c:pt>
                  <c:pt idx="263">
                    <c:v>Dic.</c:v>
                  </c:pt>
                  <c:pt idx="264">
                    <c:v>Ene. </c:v>
                  </c:pt>
                  <c:pt idx="265">
                    <c:v>Feb.</c:v>
                  </c:pt>
                  <c:pt idx="266">
                    <c:v>Mar.</c:v>
                  </c:pt>
                  <c:pt idx="267">
                    <c:v>Abr.</c:v>
                  </c:pt>
                  <c:pt idx="268">
                    <c:v>May.</c:v>
                  </c:pt>
                  <c:pt idx="269">
                    <c:v>Jun.</c:v>
                  </c:pt>
                  <c:pt idx="270">
                    <c:v>Jul.</c:v>
                  </c:pt>
                  <c:pt idx="271">
                    <c:v>Ago.</c:v>
                  </c:pt>
                  <c:pt idx="272">
                    <c:v>Set.</c:v>
                  </c:pt>
                  <c:pt idx="273">
                    <c:v>Oct.</c:v>
                  </c:pt>
                  <c:pt idx="274">
                    <c:v>Nov.</c:v>
                  </c:pt>
                  <c:pt idx="275">
                    <c:v>Dic.</c:v>
                  </c:pt>
                  <c:pt idx="276">
                    <c:v>Ene. </c:v>
                  </c:pt>
                  <c:pt idx="277">
                    <c:v>Feb.</c:v>
                  </c:pt>
                  <c:pt idx="278">
                    <c:v>Mar.</c:v>
                  </c:pt>
                  <c:pt idx="279">
                    <c:v>Abr.</c:v>
                  </c:pt>
                  <c:pt idx="280">
                    <c:v>May.</c:v>
                  </c:pt>
                  <c:pt idx="281">
                    <c:v>Jun.</c:v>
                  </c:pt>
                  <c:pt idx="282">
                    <c:v>Jul.</c:v>
                  </c:pt>
                  <c:pt idx="283">
                    <c:v>Ago.</c:v>
                  </c:pt>
                  <c:pt idx="284">
                    <c:v>Set.</c:v>
                  </c:pt>
                  <c:pt idx="285">
                    <c:v>Oct.</c:v>
                  </c:pt>
                  <c:pt idx="286">
                    <c:v>Nov.</c:v>
                  </c:pt>
                  <c:pt idx="287">
                    <c:v>Dic.</c:v>
                  </c:pt>
                  <c:pt idx="288">
                    <c:v>Ene.</c:v>
                  </c:pt>
                  <c:pt idx="289">
                    <c:v>Feb.</c:v>
                  </c:pt>
                  <c:pt idx="290">
                    <c:v>Mar.</c:v>
                  </c:pt>
                  <c:pt idx="291">
                    <c:v>Abr.</c:v>
                  </c:pt>
                  <c:pt idx="292">
                    <c:v>May.</c:v>
                  </c:pt>
                  <c:pt idx="293">
                    <c:v>Jun.</c:v>
                  </c:pt>
                  <c:pt idx="294">
                    <c:v>Jul.</c:v>
                  </c:pt>
                  <c:pt idx="295">
                    <c:v>Ago.</c:v>
                  </c:pt>
                  <c:pt idx="296">
                    <c:v>Set.</c:v>
                  </c:pt>
                  <c:pt idx="297">
                    <c:v>Oct.</c:v>
                  </c:pt>
                  <c:pt idx="298">
                    <c:v>Nov.</c:v>
                  </c:pt>
                  <c:pt idx="299">
                    <c:v>Dic.</c:v>
                  </c:pt>
                  <c:pt idx="300">
                    <c:v>Ene.</c:v>
                  </c:pt>
                  <c:pt idx="301">
                    <c:v>Feb.</c:v>
                  </c:pt>
                  <c:pt idx="302">
                    <c:v>Mar.</c:v>
                  </c:pt>
                  <c:pt idx="303">
                    <c:v>Abr.</c:v>
                  </c:pt>
                  <c:pt idx="304">
                    <c:v>May.</c:v>
                  </c:pt>
                  <c:pt idx="305">
                    <c:v>Jun.</c:v>
                  </c:pt>
                  <c:pt idx="306">
                    <c:v>Jul.</c:v>
                  </c:pt>
                  <c:pt idx="307">
                    <c:v>Ago.</c:v>
                  </c:pt>
                  <c:pt idx="308">
                    <c:v>Set.</c:v>
                  </c:pt>
                  <c:pt idx="309">
                    <c:v>Oct.</c:v>
                  </c:pt>
                  <c:pt idx="310">
                    <c:v>Nov.</c:v>
                  </c:pt>
                  <c:pt idx="311">
                    <c:v>Dic.</c:v>
                  </c:pt>
                </c:lvl>
                <c:lvl>
                  <c:pt idx="0">
                    <c:v>1950 </c:v>
                  </c:pt>
                  <c:pt idx="12">
                    <c:v>1951 </c:v>
                  </c:pt>
                  <c:pt idx="24">
                    <c:v>1952 </c:v>
                  </c:pt>
                  <c:pt idx="36">
                    <c:v>1953 </c:v>
                  </c:pt>
                  <c:pt idx="48">
                    <c:v>1954 </c:v>
                  </c:pt>
                  <c:pt idx="60">
                    <c:v>1955 </c:v>
                  </c:pt>
                  <c:pt idx="72">
                    <c:v>1956 </c:v>
                  </c:pt>
                  <c:pt idx="84">
                    <c:v>1957 </c:v>
                  </c:pt>
                  <c:pt idx="96">
                    <c:v>1958 </c:v>
                  </c:pt>
                  <c:pt idx="108">
                    <c:v>1959 </c:v>
                  </c:pt>
                  <c:pt idx="120">
                    <c:v>1960 </c:v>
                  </c:pt>
                  <c:pt idx="132">
                    <c:v>1961 </c:v>
                  </c:pt>
                  <c:pt idx="144">
                    <c:v>1962 </c:v>
                  </c:pt>
                  <c:pt idx="156">
                    <c:v>1963 </c:v>
                  </c:pt>
                  <c:pt idx="168">
                    <c:v>1964 </c:v>
                  </c:pt>
                  <c:pt idx="180">
                    <c:v>1965 </c:v>
                  </c:pt>
                  <c:pt idx="192">
                    <c:v>1966 </c:v>
                  </c:pt>
                  <c:pt idx="204">
                    <c:v>1967 </c:v>
                  </c:pt>
                  <c:pt idx="216">
                    <c:v>1968 </c:v>
                  </c:pt>
                  <c:pt idx="228">
                    <c:v>1969 </c:v>
                  </c:pt>
                  <c:pt idx="240">
                    <c:v>1970 </c:v>
                  </c:pt>
                  <c:pt idx="252">
                    <c:v>1971 </c:v>
                  </c:pt>
                  <c:pt idx="264">
                    <c:v>1972 </c:v>
                  </c:pt>
                  <c:pt idx="276">
                    <c:v>1973 </c:v>
                  </c:pt>
                  <c:pt idx="288">
                    <c:v>1974 </c:v>
                  </c:pt>
                  <c:pt idx="300">
                    <c:v>1975 </c:v>
                  </c:pt>
                </c:lvl>
              </c:multiLvlStrCache>
            </c:multiLvlStrRef>
          </c:cat>
          <c:val>
            <c:numRef>
              <c:f>Hoja1!$L$8:$L$319</c:f>
              <c:numCache>
                <c:formatCode>0</c:formatCode>
                <c:ptCount val="312"/>
                <c:pt idx="0">
                  <c:v>9.02</c:v>
                </c:pt>
                <c:pt idx="1">
                  <c:v>8.7909070311357969</c:v>
                </c:pt>
                <c:pt idx="2">
                  <c:v>8.7880166587513244</c:v>
                </c:pt>
                <c:pt idx="3">
                  <c:v>8.6010576372997694</c:v>
                </c:pt>
                <c:pt idx="4">
                  <c:v>8.210607550003413</c:v>
                </c:pt>
                <c:pt idx="5">
                  <c:v>7.9826902719474351</c:v>
                </c:pt>
                <c:pt idx="6">
                  <c:v>7.9801744957537153</c:v>
                </c:pt>
                <c:pt idx="7">
                  <c:v>8.6272709499056379</c:v>
                </c:pt>
                <c:pt idx="8">
                  <c:v>11.618156354198179</c:v>
                </c:pt>
                <c:pt idx="9">
                  <c:v>11.156113661537516</c:v>
                </c:pt>
                <c:pt idx="10">
                  <c:v>11.545427076062055</c:v>
                </c:pt>
                <c:pt idx="11">
                  <c:v>11.570267826873774</c:v>
                </c:pt>
                <c:pt idx="12">
                  <c:v>11.411086101973684</c:v>
                </c:pt>
                <c:pt idx="13">
                  <c:v>11.070165830855485</c:v>
                </c:pt>
                <c:pt idx="14">
                  <c:v>11.074073918173506</c:v>
                </c:pt>
                <c:pt idx="15">
                  <c:v>10.134342654239994</c:v>
                </c:pt>
                <c:pt idx="16">
                  <c:v>9.5161206631336448</c:v>
                </c:pt>
                <c:pt idx="17">
                  <c:v>9.1892850083456192</c:v>
                </c:pt>
                <c:pt idx="18">
                  <c:v>9.0666796295176706</c:v>
                </c:pt>
                <c:pt idx="19">
                  <c:v>8.3534376920012399</c:v>
                </c:pt>
                <c:pt idx="20">
                  <c:v>8.6749235597369339</c:v>
                </c:pt>
                <c:pt idx="21">
                  <c:v>8.4124071397293854</c:v>
                </c:pt>
                <c:pt idx="22">
                  <c:v>8.4127472241620094</c:v>
                </c:pt>
                <c:pt idx="23">
                  <c:v>7.6809825872195177</c:v>
                </c:pt>
                <c:pt idx="24">
                  <c:v>7.392488582057104</c:v>
                </c:pt>
                <c:pt idx="25">
                  <c:v>7.2331192303634273</c:v>
                </c:pt>
                <c:pt idx="26">
                  <c:v>6.9741891855621105</c:v>
                </c:pt>
                <c:pt idx="27">
                  <c:v>6.5639139701948128</c:v>
                </c:pt>
                <c:pt idx="28">
                  <c:v>6.4530325166883991</c:v>
                </c:pt>
                <c:pt idx="29">
                  <c:v>6.3075447663203486</c:v>
                </c:pt>
                <c:pt idx="30">
                  <c:v>6.5756761055389426</c:v>
                </c:pt>
                <c:pt idx="31">
                  <c:v>6.6025824881527084</c:v>
                </c:pt>
                <c:pt idx="32">
                  <c:v>6.3879990196162435</c:v>
                </c:pt>
                <c:pt idx="33">
                  <c:v>6.3237261302226928</c:v>
                </c:pt>
                <c:pt idx="34">
                  <c:v>6.3075823989845574</c:v>
                </c:pt>
                <c:pt idx="35">
                  <c:v>6.2850323358544333</c:v>
                </c:pt>
                <c:pt idx="36">
                  <c:v>6.3667920837746417</c:v>
                </c:pt>
                <c:pt idx="37">
                  <c:v>6.0173445005045405</c:v>
                </c:pt>
                <c:pt idx="38">
                  <c:v>6.0458472232360831</c:v>
                </c:pt>
                <c:pt idx="39">
                  <c:v>6.3106262381686111</c:v>
                </c:pt>
                <c:pt idx="40">
                  <c:v>6.4146791793600793</c:v>
                </c:pt>
                <c:pt idx="41">
                  <c:v>6.4257387803658554</c:v>
                </c:pt>
                <c:pt idx="42">
                  <c:v>6.3758322641348038</c:v>
                </c:pt>
                <c:pt idx="43">
                  <c:v>6.3705466339620713</c:v>
                </c:pt>
                <c:pt idx="44">
                  <c:v>6.4146791793600793</c:v>
                </c:pt>
                <c:pt idx="45">
                  <c:v>6.4423998720851845</c:v>
                </c:pt>
                <c:pt idx="46">
                  <c:v>6.3966785092122986</c:v>
                </c:pt>
                <c:pt idx="47">
                  <c:v>6.3300260708583842</c:v>
                </c:pt>
                <c:pt idx="48">
                  <c:v>6.4571892027686095</c:v>
                </c:pt>
                <c:pt idx="49">
                  <c:v>6.4724899334919348</c:v>
                </c:pt>
                <c:pt idx="50">
                  <c:v>6.4617792900177706</c:v>
                </c:pt>
                <c:pt idx="51">
                  <c:v>6.3309938167796282</c:v>
                </c:pt>
                <c:pt idx="52">
                  <c:v>6.3429537254501511</c:v>
                </c:pt>
                <c:pt idx="53">
                  <c:v>6.2445948210141839</c:v>
                </c:pt>
                <c:pt idx="54">
                  <c:v>6.1084723053094807</c:v>
                </c:pt>
                <c:pt idx="55">
                  <c:v>6.0656246694171152</c:v>
                </c:pt>
                <c:pt idx="56">
                  <c:v>5.9216892020718799</c:v>
                </c:pt>
                <c:pt idx="57">
                  <c:v>5.7551669054972194</c:v>
                </c:pt>
                <c:pt idx="58">
                  <c:v>5.6971263231101972</c:v>
                </c:pt>
                <c:pt idx="59">
                  <c:v>5.4563981406924817</c:v>
                </c:pt>
                <c:pt idx="60">
                  <c:v>5.5782866230121604</c:v>
                </c:pt>
                <c:pt idx="61">
                  <c:v>5.5707408486913881</c:v>
                </c:pt>
                <c:pt idx="62">
                  <c:v>5.5629663489883798</c:v>
                </c:pt>
                <c:pt idx="63">
                  <c:v>5.4839765896868071</c:v>
                </c:pt>
                <c:pt idx="64">
                  <c:v>5.4829930920472574</c:v>
                </c:pt>
                <c:pt idx="65">
                  <c:v>5.4448713232877326</c:v>
                </c:pt>
                <c:pt idx="66">
                  <c:v>5.4212666865437189</c:v>
                </c:pt>
                <c:pt idx="67">
                  <c:v>5.4045797347441642</c:v>
                </c:pt>
                <c:pt idx="68">
                  <c:v>5.3660125076481213</c:v>
                </c:pt>
                <c:pt idx="69">
                  <c:v>5.3728032491859024</c:v>
                </c:pt>
                <c:pt idx="70">
                  <c:v>12.525309684806327</c:v>
                </c:pt>
                <c:pt idx="71">
                  <c:v>13.038597583402577</c:v>
                </c:pt>
                <c:pt idx="72">
                  <c:v>14.550274242967953</c:v>
                </c:pt>
                <c:pt idx="73">
                  <c:v>15.805253136387657</c:v>
                </c:pt>
                <c:pt idx="74">
                  <c:v>15.146023054152879</c:v>
                </c:pt>
                <c:pt idx="75">
                  <c:v>14.171360272350505</c:v>
                </c:pt>
                <c:pt idx="76">
                  <c:v>12.870268315914288</c:v>
                </c:pt>
                <c:pt idx="77">
                  <c:v>11.248629473920584</c:v>
                </c:pt>
                <c:pt idx="78">
                  <c:v>10.678301711706061</c:v>
                </c:pt>
                <c:pt idx="79">
                  <c:v>10.299376295446956</c:v>
                </c:pt>
                <c:pt idx="80">
                  <c:v>10.523301442901088</c:v>
                </c:pt>
                <c:pt idx="81">
                  <c:v>10.470012744054836</c:v>
                </c:pt>
                <c:pt idx="82">
                  <c:v>11.10659989643303</c:v>
                </c:pt>
                <c:pt idx="83">
                  <c:v>11.165990531065924</c:v>
                </c:pt>
                <c:pt idx="84">
                  <c:v>11.958613923340753</c:v>
                </c:pt>
                <c:pt idx="85">
                  <c:v>11.661789421882689</c:v>
                </c:pt>
                <c:pt idx="86">
                  <c:v>11.872720304780856</c:v>
                </c:pt>
                <c:pt idx="87">
                  <c:v>11.959574676575832</c:v>
                </c:pt>
                <c:pt idx="88">
                  <c:v>11.248054450329068</c:v>
                </c:pt>
                <c:pt idx="89">
                  <c:v>11.172997993945737</c:v>
                </c:pt>
                <c:pt idx="90">
                  <c:v>11.476200849701996</c:v>
                </c:pt>
                <c:pt idx="91">
                  <c:v>11.190847745959736</c:v>
                </c:pt>
                <c:pt idx="92">
                  <c:v>11.582931600797558</c:v>
                </c:pt>
                <c:pt idx="93">
                  <c:v>10.203534895247536</c:v>
                </c:pt>
                <c:pt idx="94">
                  <c:v>9.5414686576045522</c:v>
                </c:pt>
                <c:pt idx="95">
                  <c:v>9.2026167729224362</c:v>
                </c:pt>
                <c:pt idx="96">
                  <c:v>9.4988199747976161</c:v>
                </c:pt>
                <c:pt idx="97">
                  <c:v>9.507244119696427</c:v>
                </c:pt>
                <c:pt idx="98">
                  <c:v>9.5627126666759299</c:v>
                </c:pt>
                <c:pt idx="99">
                  <c:v>9.777772933519211</c:v>
                </c:pt>
                <c:pt idx="100">
                  <c:v>9.387320718834582</c:v>
                </c:pt>
                <c:pt idx="101">
                  <c:v>8.9736795098141027</c:v>
                </c:pt>
                <c:pt idx="102">
                  <c:v>8.780839898857522</c:v>
                </c:pt>
                <c:pt idx="103">
                  <c:v>8.8724103916577945</c:v>
                </c:pt>
                <c:pt idx="104">
                  <c:v>9.5541795155379177</c:v>
                </c:pt>
                <c:pt idx="105">
                  <c:v>11.459485856490501</c:v>
                </c:pt>
                <c:pt idx="106">
                  <c:v>12.786738704914857</c:v>
                </c:pt>
                <c:pt idx="107">
                  <c:v>10.869200570866687</c:v>
                </c:pt>
                <c:pt idx="108">
                  <c:v>9.193847833143117</c:v>
                </c:pt>
                <c:pt idx="109">
                  <c:v>8.4426799259922305</c:v>
                </c:pt>
                <c:pt idx="110">
                  <c:v>8.1410123208932017</c:v>
                </c:pt>
                <c:pt idx="111">
                  <c:v>8.1272903394999911</c:v>
                </c:pt>
                <c:pt idx="112">
                  <c:v>8.5194785990762725</c:v>
                </c:pt>
                <c:pt idx="113">
                  <c:v>8.4708907199451264</c:v>
                </c:pt>
                <c:pt idx="114">
                  <c:v>7.7425321558086955</c:v>
                </c:pt>
                <c:pt idx="115">
                  <c:v>7.3693052579650562</c:v>
                </c:pt>
                <c:pt idx="116">
                  <c:v>7.1832063079147845</c:v>
                </c:pt>
                <c:pt idx="117">
                  <c:v>7.0303182283144032</c:v>
                </c:pt>
                <c:pt idx="118">
                  <c:v>6.9491092435388664</c:v>
                </c:pt>
                <c:pt idx="119">
                  <c:v>6.7975686712174825</c:v>
                </c:pt>
                <c:pt idx="120">
                  <c:v>6.5932574127478718</c:v>
                </c:pt>
                <c:pt idx="121">
                  <c:v>6.5275496526491477</c:v>
                </c:pt>
                <c:pt idx="122">
                  <c:v>6.4820146864224606</c:v>
                </c:pt>
                <c:pt idx="123">
                  <c:v>6.5237842539852053</c:v>
                </c:pt>
                <c:pt idx="124">
                  <c:v>6.5143099337670467</c:v>
                </c:pt>
                <c:pt idx="125">
                  <c:v>6.5342038539328993</c:v>
                </c:pt>
                <c:pt idx="126">
                  <c:v>6.4660686701059307</c:v>
                </c:pt>
                <c:pt idx="127">
                  <c:v>6.4319092453033546</c:v>
                </c:pt>
                <c:pt idx="128">
                  <c:v>6.423095160837371</c:v>
                </c:pt>
                <c:pt idx="129">
                  <c:v>6.3787068659405115</c:v>
                </c:pt>
                <c:pt idx="130">
                  <c:v>6.2285405107001415</c:v>
                </c:pt>
                <c:pt idx="131">
                  <c:v>5.7009596951268273</c:v>
                </c:pt>
                <c:pt idx="132">
                  <c:v>6.0606784978003763</c:v>
                </c:pt>
                <c:pt idx="133">
                  <c:v>5.9845288681221476</c:v>
                </c:pt>
                <c:pt idx="134">
                  <c:v>5.921403598682021</c:v>
                </c:pt>
                <c:pt idx="135">
                  <c:v>5.7993434314271015</c:v>
                </c:pt>
                <c:pt idx="136">
                  <c:v>5.7630735816804082</c:v>
                </c:pt>
                <c:pt idx="137">
                  <c:v>5.6731465931704017</c:v>
                </c:pt>
                <c:pt idx="138">
                  <c:v>5.5825316744230218</c:v>
                </c:pt>
                <c:pt idx="139">
                  <c:v>5.5448793634400166</c:v>
                </c:pt>
                <c:pt idx="140">
                  <c:v>5.5028585319754786</c:v>
                </c:pt>
                <c:pt idx="141">
                  <c:v>5.5021172071064735</c:v>
                </c:pt>
                <c:pt idx="142">
                  <c:v>5.3330999664061443</c:v>
                </c:pt>
                <c:pt idx="143">
                  <c:v>4.8959428955130608</c:v>
                </c:pt>
                <c:pt idx="144">
                  <c:v>5.1116075781076891</c:v>
                </c:pt>
                <c:pt idx="145">
                  <c:v>5.0391458958127595</c:v>
                </c:pt>
                <c:pt idx="146">
                  <c:v>4.9443073493915177</c:v>
                </c:pt>
                <c:pt idx="147">
                  <c:v>5.5185780548974686</c:v>
                </c:pt>
                <c:pt idx="148">
                  <c:v>5.8969831425153165</c:v>
                </c:pt>
                <c:pt idx="149">
                  <c:v>6.480223473733929</c:v>
                </c:pt>
                <c:pt idx="150">
                  <c:v>6.4428972303675529</c:v>
                </c:pt>
                <c:pt idx="151">
                  <c:v>6.4362153834738853</c:v>
                </c:pt>
                <c:pt idx="152">
                  <c:v>6.399015358138457</c:v>
                </c:pt>
                <c:pt idx="153">
                  <c:v>6.7020872768673261</c:v>
                </c:pt>
                <c:pt idx="154">
                  <c:v>7.2914362458318447</c:v>
                </c:pt>
                <c:pt idx="155">
                  <c:v>6.4064956759089755</c:v>
                </c:pt>
                <c:pt idx="156">
                  <c:v>6.3201320744873222</c:v>
                </c:pt>
                <c:pt idx="157">
                  <c:v>6.2897559795909261</c:v>
                </c:pt>
                <c:pt idx="158">
                  <c:v>6.0739610906270638</c:v>
                </c:pt>
                <c:pt idx="159">
                  <c:v>6.0397713206807335</c:v>
                </c:pt>
                <c:pt idx="160">
                  <c:v>6.0551497577696196</c:v>
                </c:pt>
                <c:pt idx="161">
                  <c:v>5.9890554982248281</c:v>
                </c:pt>
                <c:pt idx="162">
                  <c:v>5.8637592241671168</c:v>
                </c:pt>
                <c:pt idx="163">
                  <c:v>5.7364232068390164</c:v>
                </c:pt>
                <c:pt idx="164">
                  <c:v>5.9888148218063968</c:v>
                </c:pt>
                <c:pt idx="165">
                  <c:v>6.0222074901264016</c:v>
                </c:pt>
                <c:pt idx="166">
                  <c:v>5.7039007321210669</c:v>
                </c:pt>
                <c:pt idx="167">
                  <c:v>4.9509700317671621</c:v>
                </c:pt>
                <c:pt idx="168">
                  <c:v>4.8949196945896798</c:v>
                </c:pt>
                <c:pt idx="169">
                  <c:v>4.8844274933007013</c:v>
                </c:pt>
                <c:pt idx="170">
                  <c:v>4.9975527808739342</c:v>
                </c:pt>
                <c:pt idx="171">
                  <c:v>4.9083545158115331</c:v>
                </c:pt>
                <c:pt idx="172">
                  <c:v>4.886193178703004</c:v>
                </c:pt>
                <c:pt idx="173">
                  <c:v>4.8488451367410317</c:v>
                </c:pt>
                <c:pt idx="174">
                  <c:v>4.8241883713152358</c:v>
                </c:pt>
                <c:pt idx="175">
                  <c:v>4.9960324217093905</c:v>
                </c:pt>
                <c:pt idx="176">
                  <c:v>5.0017462078011308</c:v>
                </c:pt>
                <c:pt idx="177">
                  <c:v>4.8141494271944971</c:v>
                </c:pt>
                <c:pt idx="178">
                  <c:v>4.939971288494081</c:v>
                </c:pt>
                <c:pt idx="179">
                  <c:v>4.6503605921292568</c:v>
                </c:pt>
                <c:pt idx="180">
                  <c:v>4.8405016917315864</c:v>
                </c:pt>
                <c:pt idx="181">
                  <c:v>4.6308153907999774</c:v>
                </c:pt>
                <c:pt idx="182">
                  <c:v>4.504745077150802</c:v>
                </c:pt>
                <c:pt idx="183">
                  <c:v>4.7554668101941502</c:v>
                </c:pt>
                <c:pt idx="184">
                  <c:v>4.970305655744828</c:v>
                </c:pt>
                <c:pt idx="185">
                  <c:v>4.7900644588568255</c:v>
                </c:pt>
                <c:pt idx="186">
                  <c:v>4.5821749384618453</c:v>
                </c:pt>
                <c:pt idx="187">
                  <c:v>4.4778805021903532</c:v>
                </c:pt>
                <c:pt idx="188">
                  <c:v>4.5348232553653238</c:v>
                </c:pt>
                <c:pt idx="189">
                  <c:v>4.4979171995486169</c:v>
                </c:pt>
                <c:pt idx="190">
                  <c:v>4.3370013160163738</c:v>
                </c:pt>
                <c:pt idx="191">
                  <c:v>4.1870450838241959</c:v>
                </c:pt>
                <c:pt idx="192">
                  <c:v>4.3223017196232796</c:v>
                </c:pt>
                <c:pt idx="193">
                  <c:v>4.2349313211160995</c:v>
                </c:pt>
                <c:pt idx="194">
                  <c:v>4.1379869034406225</c:v>
                </c:pt>
                <c:pt idx="195">
                  <c:v>4.0544457921569581</c:v>
                </c:pt>
                <c:pt idx="196">
                  <c:v>4.0415467767843971</c:v>
                </c:pt>
                <c:pt idx="197">
                  <c:v>4.2737349700428418</c:v>
                </c:pt>
                <c:pt idx="198">
                  <c:v>4.2308426294433223</c:v>
                </c:pt>
                <c:pt idx="199">
                  <c:v>4.354335953664747</c:v>
                </c:pt>
                <c:pt idx="200">
                  <c:v>4.3894674046460871</c:v>
                </c:pt>
                <c:pt idx="201">
                  <c:v>4.2602730619991407</c:v>
                </c:pt>
                <c:pt idx="202">
                  <c:v>4.6805207587508155</c:v>
                </c:pt>
                <c:pt idx="203">
                  <c:v>4.2302058822579758</c:v>
                </c:pt>
                <c:pt idx="204">
                  <c:v>4.438810115861509</c:v>
                </c:pt>
                <c:pt idx="205">
                  <c:v>4.4403513466896642</c:v>
                </c:pt>
                <c:pt idx="206">
                  <c:v>5.6599352460080476</c:v>
                </c:pt>
                <c:pt idx="207">
                  <c:v>5.9861155646764574</c:v>
                </c:pt>
                <c:pt idx="208">
                  <c:v>5.9296445700854425</c:v>
                </c:pt>
                <c:pt idx="209">
                  <c:v>5.6822000365252334</c:v>
                </c:pt>
                <c:pt idx="210">
                  <c:v>5.412042674088247</c:v>
                </c:pt>
                <c:pt idx="211">
                  <c:v>5.3937476524804264</c:v>
                </c:pt>
                <c:pt idx="212">
                  <c:v>5.368928129763308</c:v>
                </c:pt>
                <c:pt idx="213">
                  <c:v>5.2194201358794423</c:v>
                </c:pt>
                <c:pt idx="214">
                  <c:v>5.1018829766882563</c:v>
                </c:pt>
                <c:pt idx="215">
                  <c:v>4.7331017696871349</c:v>
                </c:pt>
                <c:pt idx="216">
                  <c:v>4.9016173922176121</c:v>
                </c:pt>
                <c:pt idx="217">
                  <c:v>4.854078369172365</c:v>
                </c:pt>
                <c:pt idx="218">
                  <c:v>4.8857105469772302</c:v>
                </c:pt>
                <c:pt idx="219">
                  <c:v>4.906125988804499</c:v>
                </c:pt>
                <c:pt idx="220">
                  <c:v>4.9007166671041924</c:v>
                </c:pt>
                <c:pt idx="221">
                  <c:v>4.8837933289731854</c:v>
                </c:pt>
                <c:pt idx="222">
                  <c:v>4.8866057639452398</c:v>
                </c:pt>
                <c:pt idx="223">
                  <c:v>4.8785606021010821</c:v>
                </c:pt>
                <c:pt idx="224">
                  <c:v>4.8115415345756327</c:v>
                </c:pt>
                <c:pt idx="225">
                  <c:v>4.7189838220424667</c:v>
                </c:pt>
                <c:pt idx="226">
                  <c:v>4.7034088332367547</c:v>
                </c:pt>
                <c:pt idx="227">
                  <c:v>4.319965751839681</c:v>
                </c:pt>
                <c:pt idx="228">
                  <c:v>4.5288323912568833</c:v>
                </c:pt>
                <c:pt idx="229">
                  <c:v>4.5905279464922417</c:v>
                </c:pt>
                <c:pt idx="230">
                  <c:v>4.5395146386538263</c:v>
                </c:pt>
                <c:pt idx="231">
                  <c:v>4.5348831560025262</c:v>
                </c:pt>
                <c:pt idx="232">
                  <c:v>4.5983299669934485</c:v>
                </c:pt>
                <c:pt idx="233">
                  <c:v>4.55335495987707</c:v>
                </c:pt>
                <c:pt idx="234">
                  <c:v>4.4934049005921146</c:v>
                </c:pt>
                <c:pt idx="235">
                  <c:v>4.5272947738571601</c:v>
                </c:pt>
                <c:pt idx="236">
                  <c:v>4.4445158679141965</c:v>
                </c:pt>
                <c:pt idx="237">
                  <c:v>4.3781191369606001</c:v>
                </c:pt>
                <c:pt idx="238">
                  <c:v>4.3471264903129647</c:v>
                </c:pt>
                <c:pt idx="239">
                  <c:v>4.0501377649534636</c:v>
                </c:pt>
                <c:pt idx="240">
                  <c:v>4.2505236794171219</c:v>
                </c:pt>
                <c:pt idx="241">
                  <c:v>4.1937099853981801</c:v>
                </c:pt>
                <c:pt idx="242">
                  <c:v>4.1402306498114871</c:v>
                </c:pt>
                <c:pt idx="243">
                  <c:v>4.1087023505590281</c:v>
                </c:pt>
                <c:pt idx="244">
                  <c:v>4.0785414663986712</c:v>
                </c:pt>
                <c:pt idx="245">
                  <c:v>4.6273233999175831</c:v>
                </c:pt>
                <c:pt idx="246">
                  <c:v>4.5711102541029263</c:v>
                </c:pt>
                <c:pt idx="247">
                  <c:v>4.5200737272515408</c:v>
                </c:pt>
                <c:pt idx="248">
                  <c:v>4.4297905030832796</c:v>
                </c:pt>
                <c:pt idx="249">
                  <c:v>4.2608192039622148</c:v>
                </c:pt>
                <c:pt idx="250">
                  <c:v>4.1534837541612317</c:v>
                </c:pt>
                <c:pt idx="251">
                  <c:v>3.8020493629154419</c:v>
                </c:pt>
                <c:pt idx="252">
                  <c:v>3.8128529558939168</c:v>
                </c:pt>
                <c:pt idx="253">
                  <c:v>3.6896790260099612</c:v>
                </c:pt>
                <c:pt idx="254">
                  <c:v>3.6512244793181936</c:v>
                </c:pt>
                <c:pt idx="255">
                  <c:v>3.6548367509625326</c:v>
                </c:pt>
                <c:pt idx="256">
                  <c:v>3.6387693734269435</c:v>
                </c:pt>
                <c:pt idx="257">
                  <c:v>3.7686225391013912</c:v>
                </c:pt>
                <c:pt idx="258">
                  <c:v>3.8595384354841187</c:v>
                </c:pt>
                <c:pt idx="259">
                  <c:v>4.0010501837821604</c:v>
                </c:pt>
                <c:pt idx="260">
                  <c:v>5.3134186776097643</c:v>
                </c:pt>
                <c:pt idx="261">
                  <c:v>6.0442773256412892</c:v>
                </c:pt>
                <c:pt idx="262">
                  <c:v>6.1910724521380249</c:v>
                </c:pt>
                <c:pt idx="263">
                  <c:v>5.6366052672029507</c:v>
                </c:pt>
                <c:pt idx="264">
                  <c:v>6.2340333832499359</c:v>
                </c:pt>
                <c:pt idx="265">
                  <c:v>6.0667627048939545</c:v>
                </c:pt>
                <c:pt idx="266">
                  <c:v>5.862640211938448</c:v>
                </c:pt>
                <c:pt idx="267">
                  <c:v>5.6588240478980119</c:v>
                </c:pt>
                <c:pt idx="268">
                  <c:v>5.5862535175507269</c:v>
                </c:pt>
                <c:pt idx="269">
                  <c:v>5.3218725870661716</c:v>
                </c:pt>
                <c:pt idx="270">
                  <c:v>5.0702489682054406</c:v>
                </c:pt>
                <c:pt idx="271">
                  <c:v>5.091957528218864</c:v>
                </c:pt>
                <c:pt idx="272">
                  <c:v>4.9701985975854557</c:v>
                </c:pt>
                <c:pt idx="273">
                  <c:v>4.7407333125528792</c:v>
                </c:pt>
                <c:pt idx="274">
                  <c:v>4.5203614161125687</c:v>
                </c:pt>
                <c:pt idx="275">
                  <c:v>4.1538942472765861</c:v>
                </c:pt>
                <c:pt idx="276">
                  <c:v>3.9703535413807503</c:v>
                </c:pt>
                <c:pt idx="277">
                  <c:v>3.6910319100251008</c:v>
                </c:pt>
                <c:pt idx="278">
                  <c:v>3.3990386125779821</c:v>
                </c:pt>
                <c:pt idx="279">
                  <c:v>3.2536887465388777</c:v>
                </c:pt>
                <c:pt idx="280">
                  <c:v>3.1448512096416859</c:v>
                </c:pt>
                <c:pt idx="281">
                  <c:v>3.2399646978623942</c:v>
                </c:pt>
                <c:pt idx="282">
                  <c:v>3.240240805444297</c:v>
                </c:pt>
                <c:pt idx="283">
                  <c:v>3.2145101662469728</c:v>
                </c:pt>
                <c:pt idx="284">
                  <c:v>3.1978063461931252</c:v>
                </c:pt>
                <c:pt idx="285">
                  <c:v>3.1489812651218925</c:v>
                </c:pt>
                <c:pt idx="286">
                  <c:v>3.1241606704776212</c:v>
                </c:pt>
                <c:pt idx="287">
                  <c:v>2.889332262231727</c:v>
                </c:pt>
                <c:pt idx="288">
                  <c:v>3.0646434266962199</c:v>
                </c:pt>
                <c:pt idx="289">
                  <c:v>3.0174092759078075</c:v>
                </c:pt>
                <c:pt idx="290">
                  <c:v>2.9819632403605381</c:v>
                </c:pt>
                <c:pt idx="291">
                  <c:v>2.8996728348322502</c:v>
                </c:pt>
                <c:pt idx="292">
                  <c:v>2.8062568006410524</c:v>
                </c:pt>
                <c:pt idx="293">
                  <c:v>2.7027150364296411</c:v>
                </c:pt>
                <c:pt idx="294">
                  <c:v>2.6420677400782222</c:v>
                </c:pt>
                <c:pt idx="295">
                  <c:v>2.5938789293389011</c:v>
                </c:pt>
                <c:pt idx="296">
                  <c:v>2.510887821813002</c:v>
                </c:pt>
                <c:pt idx="297">
                  <c:v>2.4194296778416113</c:v>
                </c:pt>
                <c:pt idx="298">
                  <c:v>2.3233249387867332</c:v>
                </c:pt>
                <c:pt idx="299">
                  <c:v>2.0623103655347421</c:v>
                </c:pt>
                <c:pt idx="300">
                  <c:v>2.004342345056104</c:v>
                </c:pt>
                <c:pt idx="301">
                  <c:v>1.915898502735387</c:v>
                </c:pt>
                <c:pt idx="302">
                  <c:v>2.681372307487432</c:v>
                </c:pt>
                <c:pt idx="303">
                  <c:v>2.444321092564492</c:v>
                </c:pt>
                <c:pt idx="304">
                  <c:v>2.3527804393549894</c:v>
                </c:pt>
                <c:pt idx="305">
                  <c:v>3.8702173189611515</c:v>
                </c:pt>
                <c:pt idx="306">
                  <c:v>3.3889944873997706</c:v>
                </c:pt>
                <c:pt idx="307">
                  <c:v>4.9247308704039279</c:v>
                </c:pt>
                <c:pt idx="308">
                  <c:v>4.6913353731717287</c:v>
                </c:pt>
                <c:pt idx="309">
                  <c:v>4.2648392712269061</c:v>
                </c:pt>
                <c:pt idx="310">
                  <c:v>4.2723960981629023</c:v>
                </c:pt>
                <c:pt idx="311">
                  <c:v>4.1152022445889367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FF-4638-826A-DC34AF071B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8458944"/>
        <c:axId val="404368144"/>
      </c:lineChart>
      <c:catAx>
        <c:axId val="57845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404368144"/>
        <c:crosses val="autoZero"/>
        <c:auto val="1"/>
        <c:lblAlgn val="ctr"/>
        <c:lblOffset val="100"/>
        <c:noMultiLvlLbl val="0"/>
      </c:catAx>
      <c:valAx>
        <c:axId val="404368144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57845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14084762708675"/>
          <c:y val="4.0985952826769111E-2"/>
          <c:w val="0.78585450641289389"/>
          <c:h val="0.84387546673601732"/>
        </c:manualLayout>
      </c:layout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'3.4.2'!$A$145:$A$171</c:f>
              <c:numCache>
                <c:formatCode>@</c:formatCode>
                <c:ptCount val="27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  <c:pt idx="24">
                  <c:v>1972</c:v>
                </c:pt>
                <c:pt idx="25">
                  <c:v>1973</c:v>
                </c:pt>
                <c:pt idx="26">
                  <c:v>1974</c:v>
                </c:pt>
              </c:numCache>
            </c:numRef>
          </c:cat>
          <c:val>
            <c:numRef>
              <c:f>'3.4.2'!$B$145:$B$171</c:f>
              <c:numCache>
                <c:formatCode>#,##0.0\ \ </c:formatCode>
                <c:ptCount val="27"/>
                <c:pt idx="0">
                  <c:v>4802.3145350246514</c:v>
                </c:pt>
                <c:pt idx="1">
                  <c:v>4632.4330671458056</c:v>
                </c:pt>
                <c:pt idx="2">
                  <c:v>4582.2515026029496</c:v>
                </c:pt>
                <c:pt idx="3">
                  <c:v>4660.6495840887992</c:v>
                </c:pt>
                <c:pt idx="4">
                  <c:v>4337.0404296672841</c:v>
                </c:pt>
                <c:pt idx="5">
                  <c:v>4478.2522464513513</c:v>
                </c:pt>
                <c:pt idx="6">
                  <c:v>4575.3476851349651</c:v>
                </c:pt>
                <c:pt idx="7">
                  <c:v>4808.6624538633532</c:v>
                </c:pt>
                <c:pt idx="8">
                  <c:v>4854.1095849571157</c:v>
                </c:pt>
                <c:pt idx="9">
                  <c:v>5017.294467898736</c:v>
                </c:pt>
                <c:pt idx="10">
                  <c:v>5233.8317132060165</c:v>
                </c:pt>
                <c:pt idx="11">
                  <c:v>4815.0175249951753</c:v>
                </c:pt>
                <c:pt idx="12">
                  <c:v>5109.8524832213106</c:v>
                </c:pt>
                <c:pt idx="13">
                  <c:v>5385.2535492947109</c:v>
                </c:pt>
                <c:pt idx="14">
                  <c:v>5216.808915954306</c:v>
                </c:pt>
                <c:pt idx="15">
                  <c:v>5014.7015485397942</c:v>
                </c:pt>
                <c:pt idx="16">
                  <c:v>5447.3811151700975</c:v>
                </c:pt>
                <c:pt idx="17">
                  <c:v>5857.4343258844947</c:v>
                </c:pt>
                <c:pt idx="18">
                  <c:v>5809.6018034045319</c:v>
                </c:pt>
                <c:pt idx="19">
                  <c:v>5879.4416726500531</c:v>
                </c:pt>
                <c:pt idx="20">
                  <c:v>6046.0327331344824</c:v>
                </c:pt>
                <c:pt idx="21">
                  <c:v>6467.9085369539089</c:v>
                </c:pt>
                <c:pt idx="22">
                  <c:v>6713.0813440977599</c:v>
                </c:pt>
                <c:pt idx="23">
                  <c:v>6853.5149130522659</c:v>
                </c:pt>
                <c:pt idx="24">
                  <c:v>6878.5037621724969</c:v>
                </c:pt>
                <c:pt idx="25">
                  <c:v>7014.8669159397241</c:v>
                </c:pt>
                <c:pt idx="26">
                  <c:v>7269.9704957528902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CB-4C2F-BDC9-E5DF3C542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7708776"/>
        <c:axId val="447710088"/>
      </c:lineChart>
      <c:catAx>
        <c:axId val="44770877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7710088"/>
        <c:crosses val="autoZero"/>
        <c:auto val="1"/>
        <c:lblAlgn val="ctr"/>
        <c:lblOffset val="100"/>
        <c:noMultiLvlLbl val="0"/>
      </c:catAx>
      <c:valAx>
        <c:axId val="447710088"/>
        <c:scaling>
          <c:orientation val="minMax"/>
        </c:scaling>
        <c:delete val="1"/>
        <c:axPos val="l"/>
        <c:numFmt formatCode="#,##0.0\ \ " sourceLinked="1"/>
        <c:majorTickMark val="none"/>
        <c:minorTickMark val="none"/>
        <c:tickLblPos val="nextTo"/>
        <c:crossAx val="447708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6149180808924"/>
          <c:y val="5.076486283634974E-2"/>
          <c:w val="0.79195420668500749"/>
          <c:h val="0.80889545863954204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'3.1.1'!$A$145:$A$171</c:f>
              <c:numCache>
                <c:formatCode>@</c:formatCode>
                <c:ptCount val="27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  <c:pt idx="24">
                  <c:v>1972</c:v>
                </c:pt>
                <c:pt idx="25">
                  <c:v>1973</c:v>
                </c:pt>
                <c:pt idx="26">
                  <c:v>1974</c:v>
                </c:pt>
              </c:numCache>
            </c:numRef>
          </c:cat>
          <c:val>
            <c:numRef>
              <c:f>'3.1.1'!$B$145:$B$171</c:f>
              <c:numCache>
                <c:formatCode>#,##0\ \ </c:formatCode>
                <c:ptCount val="27"/>
                <c:pt idx="0">
                  <c:v>78665.372929586738</c:v>
                </c:pt>
                <c:pt idx="1">
                  <c:v>77644.727785006122</c:v>
                </c:pt>
                <c:pt idx="2">
                  <c:v>78587.152906145464</c:v>
                </c:pt>
                <c:pt idx="3">
                  <c:v>81642.192706641246</c:v>
                </c:pt>
                <c:pt idx="4">
                  <c:v>77533.080931383127</c:v>
                </c:pt>
                <c:pt idx="5">
                  <c:v>81642.192706641246</c:v>
                </c:pt>
                <c:pt idx="6">
                  <c:v>85012.517609163639</c:v>
                </c:pt>
                <c:pt idx="7">
                  <c:v>91017.502176146314</c:v>
                </c:pt>
                <c:pt idx="8">
                  <c:v>93546.026261706502</c:v>
                </c:pt>
                <c:pt idx="9">
                  <c:v>98391.843819917951</c:v>
                </c:pt>
                <c:pt idx="10">
                  <c:v>104396.82838690061</c:v>
                </c:pt>
                <c:pt idx="11">
                  <c:v>97654.09749207343</c:v>
                </c:pt>
                <c:pt idx="12">
                  <c:v>105344.7647827629</c:v>
                </c:pt>
                <c:pt idx="13">
                  <c:v>112824.20146054342</c:v>
                </c:pt>
                <c:pt idx="14">
                  <c:v>111033.42370282777</c:v>
                </c:pt>
                <c:pt idx="15">
                  <c:v>108399.80458325871</c:v>
                </c:pt>
                <c:pt idx="16">
                  <c:v>119565.89181047946</c:v>
                </c:pt>
                <c:pt idx="17">
                  <c:v>130521.78896968246</c:v>
                </c:pt>
                <c:pt idx="18">
                  <c:v>131364.63033153585</c:v>
                </c:pt>
                <c:pt idx="19">
                  <c:v>134841.09081295834</c:v>
                </c:pt>
                <c:pt idx="20">
                  <c:v>140634.84476703205</c:v>
                </c:pt>
                <c:pt idx="21">
                  <c:v>152643.77335610622</c:v>
                </c:pt>
                <c:pt idx="22">
                  <c:v>160860.95636173122</c:v>
                </c:pt>
                <c:pt idx="23">
                  <c:v>166912.60622155317</c:v>
                </c:pt>
                <c:pt idx="24">
                  <c:v>170379.33445085437</c:v>
                </c:pt>
                <c:pt idx="25">
                  <c:v>176760.97430606186</c:v>
                </c:pt>
                <c:pt idx="26">
                  <c:v>186316.01795022786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B8-4407-B244-BBC21139A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4508248"/>
        <c:axId val="443533840"/>
      </c:lineChart>
      <c:catAx>
        <c:axId val="44450824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3533840"/>
        <c:crosses val="autoZero"/>
        <c:auto val="1"/>
        <c:lblAlgn val="ctr"/>
        <c:lblOffset val="100"/>
        <c:noMultiLvlLbl val="0"/>
      </c:catAx>
      <c:valAx>
        <c:axId val="443533840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4508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'5.1.1'!$A$145:$A$163</c:f>
              <c:numCache>
                <c:formatCode>@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'5.1.1'!$C$145:$C$163</c:f>
              <c:numCache>
                <c:formatCode>0.0%</c:formatCode>
                <c:ptCount val="19"/>
                <c:pt idx="0">
                  <c:v>0.13097039118219134</c:v>
                </c:pt>
                <c:pt idx="1">
                  <c:v>0.31098148799637593</c:v>
                </c:pt>
                <c:pt idx="2">
                  <c:v>0.25537428395898831</c:v>
                </c:pt>
                <c:pt idx="3">
                  <c:v>0.36728673772495402</c:v>
                </c:pt>
                <c:pt idx="4">
                  <c:v>0.38609373283988835</c:v>
                </c:pt>
                <c:pt idx="5">
                  <c:v>4.0037437711780477E-2</c:v>
                </c:pt>
                <c:pt idx="6">
                  <c:v>3.8496039753392663E-2</c:v>
                </c:pt>
                <c:pt idx="7">
                  <c:v>0.12317906964097802</c:v>
                </c:pt>
                <c:pt idx="8">
                  <c:v>0.13381271732132016</c:v>
                </c:pt>
                <c:pt idx="9">
                  <c:v>0.24680035388482557</c:v>
                </c:pt>
                <c:pt idx="10">
                  <c:v>0.31622454157786151</c:v>
                </c:pt>
                <c:pt idx="11">
                  <c:v>1.137000458198175</c:v>
                </c:pt>
                <c:pt idx="12">
                  <c:v>0.27284177505833251</c:v>
                </c:pt>
                <c:pt idx="13">
                  <c:v>0.13513994003062346</c:v>
                </c:pt>
                <c:pt idx="14">
                  <c:v>0.28059548231140208</c:v>
                </c:pt>
                <c:pt idx="15">
                  <c:v>0.24074009594796375</c:v>
                </c:pt>
                <c:pt idx="16">
                  <c:v>0.22137812128560519</c:v>
                </c:pt>
                <c:pt idx="17">
                  <c:v>0.2858496230609302</c:v>
                </c:pt>
                <c:pt idx="18">
                  <c:v>0.31861421022488523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FE-40B9-B2E1-0688CCDB8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7476640"/>
        <c:axId val="447476968"/>
      </c:barChart>
      <c:catAx>
        <c:axId val="44747664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7476968"/>
        <c:crosses val="autoZero"/>
        <c:auto val="1"/>
        <c:lblAlgn val="ctr"/>
        <c:lblOffset val="100"/>
        <c:noMultiLvlLbl val="0"/>
      </c:catAx>
      <c:valAx>
        <c:axId val="44747696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7476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'5.3.1'!$A$85:$A$99</c:f>
              <c:numCache>
                <c:formatCode>@</c:formatCode>
                <c:ptCount val="1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</c:numCache>
            </c:numRef>
          </c:cat>
          <c:val>
            <c:numRef>
              <c:f>'5.3.1'!$D$85:$D$99</c:f>
              <c:numCache>
                <c:formatCode>_ * #,##0.00_ ;_ * \-#,##0.00_ ;_ * "-"_ ;_ @_ </c:formatCode>
                <c:ptCount val="15"/>
                <c:pt idx="0">
                  <c:v>1385.9250924038392</c:v>
                </c:pt>
                <c:pt idx="1">
                  <c:v>1542.2328564801867</c:v>
                </c:pt>
                <c:pt idx="2">
                  <c:v>1507.4529916754527</c:v>
                </c:pt>
                <c:pt idx="3">
                  <c:v>1541.2735692532178</c:v>
                </c:pt>
                <c:pt idx="4">
                  <c:v>1705.3286024837207</c:v>
                </c:pt>
                <c:pt idx="5">
                  <c:v>1844.7013762769916</c:v>
                </c:pt>
                <c:pt idx="6">
                  <c:v>1864.9531001146051</c:v>
                </c:pt>
                <c:pt idx="7">
                  <c:v>1864.0695658354014</c:v>
                </c:pt>
                <c:pt idx="8">
                  <c:v>1725.436126782108</c:v>
                </c:pt>
                <c:pt idx="9">
                  <c:v>1770.1442901859541</c:v>
                </c:pt>
                <c:pt idx="10">
                  <c:v>1830.5783018542836</c:v>
                </c:pt>
                <c:pt idx="11">
                  <c:v>1905.7538238777558</c:v>
                </c:pt>
                <c:pt idx="12">
                  <c:v>1771.2352675346501</c:v>
                </c:pt>
                <c:pt idx="13">
                  <c:v>1909.0192175336572</c:v>
                </c:pt>
                <c:pt idx="14">
                  <c:v>2112.4254657647648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AE-490C-B70F-6E8665441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9372352"/>
        <c:axId val="1"/>
      </c:lineChart>
      <c:catAx>
        <c:axId val="63937235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63937235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'5.4.1'!$A$42:$A$58</c:f>
              <c:numCache>
                <c:formatCode>@</c:formatCode>
                <c:ptCount val="17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</c:numCache>
            </c:numRef>
          </c:cat>
          <c:val>
            <c:numRef>
              <c:f>'5.4.1'!$C$42:$C$58</c:f>
              <c:numCache>
                <c:formatCode>_ * #,##0.0_ ;_ * \-#,##0.0_ ;_ * "-"??_ ;_ @_ </c:formatCode>
                <c:ptCount val="17"/>
                <c:pt idx="0">
                  <c:v>6124.8780413608911</c:v>
                </c:pt>
                <c:pt idx="1">
                  <c:v>6257.2551119852305</c:v>
                </c:pt>
                <c:pt idx="2">
                  <c:v>6438.1414117791473</c:v>
                </c:pt>
                <c:pt idx="3">
                  <c:v>6497.7110935601004</c:v>
                </c:pt>
                <c:pt idx="4">
                  <c:v>6477.5932624323223</c:v>
                </c:pt>
                <c:pt idx="5">
                  <c:v>6419.591203856131</c:v>
                </c:pt>
                <c:pt idx="6">
                  <c:v>6517.1322032635389</c:v>
                </c:pt>
                <c:pt idx="7">
                  <c:v>6632.5266891696247</c:v>
                </c:pt>
                <c:pt idx="8">
                  <c:v>6751.7531429095734</c:v>
                </c:pt>
                <c:pt idx="9">
                  <c:v>6911.6507097952881</c:v>
                </c:pt>
                <c:pt idx="10">
                  <c:v>7016.5072841582523</c:v>
                </c:pt>
                <c:pt idx="11">
                  <c:v>7087.8341399749188</c:v>
                </c:pt>
                <c:pt idx="12">
                  <c:v>7064.1456115474057</c:v>
                </c:pt>
                <c:pt idx="13">
                  <c:v>7025.5646626746538</c:v>
                </c:pt>
                <c:pt idx="14">
                  <c:v>7056.8092880904887</c:v>
                </c:pt>
                <c:pt idx="15">
                  <c:v>7077.6097831004681</c:v>
                </c:pt>
                <c:pt idx="16">
                  <c:v>7268.9392308715933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835-4250-8C04-A12FF04993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19301256"/>
        <c:axId val="519301584"/>
      </c:lineChart>
      <c:catAx>
        <c:axId val="51930125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9301584"/>
        <c:crosses val="autoZero"/>
        <c:auto val="1"/>
        <c:lblAlgn val="ctr"/>
        <c:lblOffset val="100"/>
        <c:noMultiLvlLbl val="0"/>
      </c:catAx>
      <c:valAx>
        <c:axId val="519301584"/>
        <c:scaling>
          <c:orientation val="minMax"/>
        </c:scaling>
        <c:delete val="0"/>
        <c:axPos val="l"/>
        <c:numFmt formatCode="_ * #,##0.0_ ;_ * \-#,##0.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9301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Hoja1!$A$2:$A$20</c:f>
              <c:numCache>
                <c:formatCode>General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Hoja1!$E$2:$E$20</c:f>
              <c:numCache>
                <c:formatCode>_-* #,##0.000000000_-;\-* #,##0.000000000_-;_-* "-"??_-;_-@_-</c:formatCode>
                <c:ptCount val="19"/>
                <c:pt idx="0">
                  <c:v>7.0763999999999995E-7</c:v>
                </c:pt>
                <c:pt idx="1">
                  <c:v>5.9363919866590164E-7</c:v>
                </c:pt>
                <c:pt idx="2">
                  <c:v>5.3079026915948765E-7</c:v>
                </c:pt>
                <c:pt idx="3">
                  <c:v>5.9332263006949591E-7</c:v>
                </c:pt>
                <c:pt idx="4">
                  <c:v>4.9263116421955298E-7</c:v>
                </c:pt>
                <c:pt idx="5">
                  <c:v>5.0607501996915691E-7</c:v>
                </c:pt>
                <c:pt idx="6">
                  <c:v>5.3779315829069156E-7</c:v>
                </c:pt>
                <c:pt idx="7">
                  <c:v>5.2572160641368171E-7</c:v>
                </c:pt>
                <c:pt idx="8">
                  <c:v>5.9639112482802935E-7</c:v>
                </c:pt>
                <c:pt idx="9">
                  <c:v>5.145654367617146E-7</c:v>
                </c:pt>
                <c:pt idx="10">
                  <c:v>8.6512702841958284E-7</c:v>
                </c:pt>
                <c:pt idx="11">
                  <c:v>7.9845922844407732E-7</c:v>
                </c:pt>
                <c:pt idx="12">
                  <c:v>6.8593370707297914E-7</c:v>
                </c:pt>
                <c:pt idx="13">
                  <c:v>7.8185325663758259E-7</c:v>
                </c:pt>
                <c:pt idx="14">
                  <c:v>6.9632175315939131E-7</c:v>
                </c:pt>
                <c:pt idx="15">
                  <c:v>6.9514900349932657E-7</c:v>
                </c:pt>
                <c:pt idx="16">
                  <c:v>8.3379131594702615E-7</c:v>
                </c:pt>
                <c:pt idx="17">
                  <c:v>8.9319888342732839E-7</c:v>
                </c:pt>
                <c:pt idx="18">
                  <c:v>8.8366159732323871E-7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43-43D5-BAE9-90EFC3D576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0650776"/>
        <c:axId val="520649136"/>
      </c:lineChart>
      <c:catAx>
        <c:axId val="520650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20649136"/>
        <c:crosses val="autoZero"/>
        <c:auto val="1"/>
        <c:lblAlgn val="ctr"/>
        <c:lblOffset val="100"/>
        <c:noMultiLvlLbl val="0"/>
      </c:catAx>
      <c:valAx>
        <c:axId val="520649136"/>
        <c:scaling>
          <c:orientation val="minMax"/>
        </c:scaling>
        <c:delete val="1"/>
        <c:axPos val="l"/>
        <c:numFmt formatCode="_-* #,##0.000000000_-;\-* #,##0.000000000_-;_-* &quot;-&quot;??_-;_-@_-" sourceLinked="1"/>
        <c:majorTickMark val="none"/>
        <c:minorTickMark val="none"/>
        <c:tickLblPos val="nextTo"/>
        <c:crossAx val="520650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440949577836561E-2"/>
          <c:y val="5.8151526671145204E-2"/>
          <c:w val="0.9041873738215247"/>
          <c:h val="0.8740713783903179"/>
        </c:manualLayout>
      </c:layout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Hoja2!$A$2:$A$20</c:f>
              <c:numCache>
                <c:formatCode>General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Hoja2!$D$2:$D$20</c:f>
              <c:numCache>
                <c:formatCode>General</c:formatCode>
                <c:ptCount val="19"/>
                <c:pt idx="0">
                  <c:v>1.3771999999999999E-3</c:v>
                </c:pt>
                <c:pt idx="1">
                  <c:v>1.3407511975522715E-3</c:v>
                </c:pt>
                <c:pt idx="2">
                  <c:v>1.3397356386164135E-3</c:v>
                </c:pt>
                <c:pt idx="3">
                  <c:v>1.1885383891491901E-3</c:v>
                </c:pt>
                <c:pt idx="4">
                  <c:v>9.7516950361864485E-4</c:v>
                </c:pt>
                <c:pt idx="5">
                  <c:v>1.1631584090271629E-3</c:v>
                </c:pt>
                <c:pt idx="6">
                  <c:v>1.3025986008937433E-3</c:v>
                </c:pt>
                <c:pt idx="7">
                  <c:v>1.364062581217134E-3</c:v>
                </c:pt>
                <c:pt idx="8">
                  <c:v>1.4041206055488353E-3</c:v>
                </c:pt>
                <c:pt idx="9">
                  <c:v>1.2635162852872534E-3</c:v>
                </c:pt>
                <c:pt idx="10">
                  <c:v>1.4037551691520455E-3</c:v>
                </c:pt>
                <c:pt idx="11">
                  <c:v>9.4486682758655619E-4</c:v>
                </c:pt>
                <c:pt idx="12">
                  <c:v>9.3283888624017854E-4</c:v>
                </c:pt>
                <c:pt idx="13">
                  <c:v>9.4509203524304624E-4</c:v>
                </c:pt>
                <c:pt idx="14">
                  <c:v>7.8908442666246069E-4</c:v>
                </c:pt>
                <c:pt idx="15">
                  <c:v>8.1898164835009582E-4</c:v>
                </c:pt>
                <c:pt idx="16">
                  <c:v>9.3787655757981742E-4</c:v>
                </c:pt>
                <c:pt idx="17">
                  <c:v>9.1711289122039619E-4</c:v>
                </c:pt>
                <c:pt idx="18">
                  <c:v>9.3908093364873494E-4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CF-4D61-A4E4-F4DC79B1E1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9232048"/>
        <c:axId val="579233032"/>
      </c:lineChart>
      <c:catAx>
        <c:axId val="57923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79233032"/>
        <c:crosses val="autoZero"/>
        <c:auto val="1"/>
        <c:lblAlgn val="ctr"/>
        <c:lblOffset val="100"/>
        <c:noMultiLvlLbl val="0"/>
      </c:catAx>
      <c:valAx>
        <c:axId val="5792330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79232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'8.1.7'!$B$2:$B$5</c:f>
              <c:strCache>
                <c:ptCount val="4"/>
                <c:pt idx="0">
                  <c:v>Valores de Exportac.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'8.1.7'!$A$145:$A$163</c:f>
              <c:numCache>
                <c:formatCode>@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'8.1.7'!$B$145:$B$163</c:f>
              <c:numCache>
                <c:formatCode>#,##0.00\ \ </c:formatCode>
                <c:ptCount val="19"/>
                <c:pt idx="0">
                  <c:v>12.260155249076796</c:v>
                </c:pt>
                <c:pt idx="1">
                  <c:v>7.0374557238676614</c:v>
                </c:pt>
                <c:pt idx="2">
                  <c:v>8.7994573818675104</c:v>
                </c:pt>
                <c:pt idx="3">
                  <c:v>8.8130228351797424</c:v>
                </c:pt>
                <c:pt idx="4">
                  <c:v>5.1835104378626875</c:v>
                </c:pt>
                <c:pt idx="5">
                  <c:v>8.4791619564398228</c:v>
                </c:pt>
                <c:pt idx="6">
                  <c:v>7.7368302057427076</c:v>
                </c:pt>
                <c:pt idx="7">
                  <c:v>6.9982666365212154</c:v>
                </c:pt>
                <c:pt idx="8">
                  <c:v>7.1128193533800577</c:v>
                </c:pt>
                <c:pt idx="9">
                  <c:v>7.3464466048684898</c:v>
                </c:pt>
                <c:pt idx="10">
                  <c:v>7.490391137237169</c:v>
                </c:pt>
                <c:pt idx="11">
                  <c:v>7.540884769010475</c:v>
                </c:pt>
                <c:pt idx="12">
                  <c:v>8.1332428969779187</c:v>
                </c:pt>
                <c:pt idx="13">
                  <c:v>7.2658075212902258</c:v>
                </c:pt>
                <c:pt idx="14">
                  <c:v>9.1642173487075134</c:v>
                </c:pt>
                <c:pt idx="15">
                  <c:v>10.290903609917853</c:v>
                </c:pt>
                <c:pt idx="16">
                  <c:v>10.630039942723641</c:v>
                </c:pt>
                <c:pt idx="17">
                  <c:v>11.214108071444722</c:v>
                </c:pt>
                <c:pt idx="18">
                  <c:v>12.00693345391514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A0-4E5D-BFA2-B336729EE9A8}"/>
            </c:ext>
          </c:extLst>
        </c:ser>
        <c:ser>
          <c:idx val="1"/>
          <c:order val="1"/>
          <c:tx>
            <c:strRef>
              <c:f>'8.1.7'!$C$2:$C$5</c:f>
              <c:strCache>
                <c:ptCount val="4"/>
                <c:pt idx="0">
                  <c:v>Valores de Importac.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'8.1.7'!$A$145:$A$163</c:f>
              <c:numCache>
                <c:formatCode>@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'8.1.7'!$C$145:$C$163</c:f>
              <c:numCache>
                <c:formatCode>#,##0.00\ \ </c:formatCode>
                <c:ptCount val="19"/>
                <c:pt idx="0">
                  <c:v>9.425709713743851</c:v>
                </c:pt>
                <c:pt idx="1">
                  <c:v>6.3569015587032522</c:v>
                </c:pt>
                <c:pt idx="2">
                  <c:v>6.1956972678243352</c:v>
                </c:pt>
                <c:pt idx="3">
                  <c:v>8.7725952705505836</c:v>
                </c:pt>
                <c:pt idx="4">
                  <c:v>6.9892728027025424</c:v>
                </c:pt>
                <c:pt idx="5">
                  <c:v>4.7122621940378115</c:v>
                </c:pt>
                <c:pt idx="6">
                  <c:v>5.8021691459728562</c:v>
                </c:pt>
                <c:pt idx="7">
                  <c:v>6.9495643928169262</c:v>
                </c:pt>
                <c:pt idx="8">
                  <c:v>6.6828661174657729</c:v>
                </c:pt>
                <c:pt idx="9">
                  <c:v>7.7662537782255683</c:v>
                </c:pt>
                <c:pt idx="10">
                  <c:v>7.3051620932851291</c:v>
                </c:pt>
                <c:pt idx="11">
                  <c:v>5.8294316363420844</c:v>
                </c:pt>
                <c:pt idx="12">
                  <c:v>7.4041367865821135</c:v>
                </c:pt>
                <c:pt idx="13">
                  <c:v>8.654655366561963</c:v>
                </c:pt>
                <c:pt idx="14">
                  <c:v>8.0394713447519717</c:v>
                </c:pt>
                <c:pt idx="15">
                  <c:v>5.8122444141527891</c:v>
                </c:pt>
                <c:pt idx="16">
                  <c:v>6.3853493747407102</c:v>
                </c:pt>
                <c:pt idx="17">
                  <c:v>7.0823208676583889</c:v>
                </c:pt>
                <c:pt idx="18">
                  <c:v>6.6633082439400217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A0-4E5D-BFA2-B336729EE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5530480"/>
        <c:axId val="655530808"/>
      </c:lineChart>
      <c:catAx>
        <c:axId val="65553048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808"/>
        <c:crosses val="autoZero"/>
        <c:auto val="1"/>
        <c:lblAlgn val="ctr"/>
        <c:lblOffset val="100"/>
        <c:noMultiLvlLbl val="0"/>
      </c:catAx>
      <c:valAx>
        <c:axId val="6555308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'8.1.7'!$H$2:$H$5</c:f>
              <c:strCache>
                <c:ptCount val="4"/>
                <c:pt idx="0">
                  <c:v>Precios de Exportac.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'8.1.7'!$A$145:$A$163</c:f>
              <c:numCache>
                <c:formatCode>@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'8.1.7'!$H$145:$H$163</c:f>
              <c:numCache>
                <c:formatCode>#,##0.00\ \ </c:formatCode>
                <c:ptCount val="19"/>
                <c:pt idx="0">
                  <c:v>42.940710324860859</c:v>
                </c:pt>
                <c:pt idx="1">
                  <c:v>41.306529446100967</c:v>
                </c:pt>
                <c:pt idx="2">
                  <c:v>37.7600092411327</c:v>
                </c:pt>
                <c:pt idx="3">
                  <c:v>48.747267915348104</c:v>
                </c:pt>
                <c:pt idx="4">
                  <c:v>40.680672939341861</c:v>
                </c:pt>
                <c:pt idx="5">
                  <c:v>40.680672939341861</c:v>
                </c:pt>
                <c:pt idx="6">
                  <c:v>35.187043602234155</c:v>
                </c:pt>
                <c:pt idx="7">
                  <c:v>36.160598168303878</c:v>
                </c:pt>
                <c:pt idx="8">
                  <c:v>32.927006216715171</c:v>
                </c:pt>
                <c:pt idx="9">
                  <c:v>31.953451650645448</c:v>
                </c:pt>
                <c:pt idx="10">
                  <c:v>28.650320087194618</c:v>
                </c:pt>
                <c:pt idx="11">
                  <c:v>29.971572712574954</c:v>
                </c:pt>
                <c:pt idx="12">
                  <c:v>32.127300680300756</c:v>
                </c:pt>
                <c:pt idx="13">
                  <c:v>31.258055532024223</c:v>
                </c:pt>
                <c:pt idx="14">
                  <c:v>29.137097370229473</c:v>
                </c:pt>
                <c:pt idx="15">
                  <c:v>30.388810383747686</c:v>
                </c:pt>
                <c:pt idx="16">
                  <c:v>34.248258842095503</c:v>
                </c:pt>
                <c:pt idx="17">
                  <c:v>34.178719230233376</c:v>
                </c:pt>
                <c:pt idx="18">
                  <c:v>34.456877677681867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A5-4C9C-A9C5-11F11ED73369}"/>
            </c:ext>
          </c:extLst>
        </c:ser>
        <c:ser>
          <c:idx val="1"/>
          <c:order val="1"/>
          <c:tx>
            <c:strRef>
              <c:f>'8.1.7'!$I$2:$I$5</c:f>
              <c:strCache>
                <c:ptCount val="4"/>
                <c:pt idx="0">
                  <c:v>Precios de Importac.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'8.1.7'!$A$145:$A$163</c:f>
              <c:numCache>
                <c:formatCode>@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'8.1.7'!$I$145:$I$163</c:f>
              <c:numCache>
                <c:formatCode>#,##0.00\ \ </c:formatCode>
                <c:ptCount val="19"/>
                <c:pt idx="0">
                  <c:v>28.542262811982173</c:v>
                </c:pt>
                <c:pt idx="1">
                  <c:v>30.896263868640499</c:v>
                </c:pt>
                <c:pt idx="2">
                  <c:v>28.836512944064467</c:v>
                </c:pt>
                <c:pt idx="3">
                  <c:v>39.282392632985776</c:v>
                </c:pt>
                <c:pt idx="4">
                  <c:v>42.114550154277822</c:v>
                </c:pt>
                <c:pt idx="5">
                  <c:v>36.70770397726573</c:v>
                </c:pt>
                <c:pt idx="6">
                  <c:v>36.339891312162869</c:v>
                </c:pt>
                <c:pt idx="7">
                  <c:v>37.443329307471458</c:v>
                </c:pt>
                <c:pt idx="8">
                  <c:v>37.995048305125756</c:v>
                </c:pt>
                <c:pt idx="9">
                  <c:v>38.215735904187476</c:v>
                </c:pt>
                <c:pt idx="10">
                  <c:v>34.574390519669137</c:v>
                </c:pt>
                <c:pt idx="11">
                  <c:v>32.588202128113672</c:v>
                </c:pt>
                <c:pt idx="12">
                  <c:v>32.992796059726828</c:v>
                </c:pt>
                <c:pt idx="13">
                  <c:v>32.257170729521093</c:v>
                </c:pt>
                <c:pt idx="14">
                  <c:v>32.882452260195961</c:v>
                </c:pt>
                <c:pt idx="15">
                  <c:v>31.962920597438803</c:v>
                </c:pt>
                <c:pt idx="16">
                  <c:v>31.595107932335935</c:v>
                </c:pt>
                <c:pt idx="17">
                  <c:v>31.779014264887369</c:v>
                </c:pt>
                <c:pt idx="18">
                  <c:v>32.624983394623953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A5-4C9C-A9C5-11F11ED73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5530480"/>
        <c:axId val="655530808"/>
      </c:lineChart>
      <c:catAx>
        <c:axId val="65553048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808"/>
        <c:crosses val="autoZero"/>
        <c:auto val="1"/>
        <c:lblAlgn val="ctr"/>
        <c:lblOffset val="100"/>
        <c:noMultiLvlLbl val="0"/>
      </c:catAx>
      <c:valAx>
        <c:axId val="6555308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'8.1.7'!$E$2:$E$5</c:f>
              <c:strCache>
                <c:ptCount val="4"/>
                <c:pt idx="0">
                  <c:v>Cantidades de Exportación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'8.1.7'!$A$145:$A$163</c:f>
              <c:numCache>
                <c:formatCode>@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'8.1.7'!$E$145:$E$163</c:f>
              <c:numCache>
                <c:formatCode>#,##0.00\ \ </c:formatCode>
                <c:ptCount val="19"/>
                <c:pt idx="0">
                  <c:v>28.551356408230355</c:v>
                </c:pt>
                <c:pt idx="1">
                  <c:v>17.037150828782462</c:v>
                </c:pt>
                <c:pt idx="2">
                  <c:v>23.303642024224118</c:v>
                </c:pt>
                <c:pt idx="3">
                  <c:v>18.079008756929653</c:v>
                </c:pt>
                <c:pt idx="4">
                  <c:v>12.741948604418901</c:v>
                </c:pt>
                <c:pt idx="5">
                  <c:v>20.843219503971657</c:v>
                </c:pt>
                <c:pt idx="6">
                  <c:v>21.987724496557213</c:v>
                </c:pt>
                <c:pt idx="7">
                  <c:v>19.353293338646868</c:v>
                </c:pt>
                <c:pt idx="8">
                  <c:v>21.601779726239684</c:v>
                </c:pt>
                <c:pt idx="9">
                  <c:v>22.991089304494885</c:v>
                </c:pt>
                <c:pt idx="10">
                  <c:v>26.144179591853948</c:v>
                </c:pt>
                <c:pt idx="11">
                  <c:v>25.160123698969596</c:v>
                </c:pt>
                <c:pt idx="12">
                  <c:v>25.315674596854365</c:v>
                </c:pt>
                <c:pt idx="13">
                  <c:v>23.244592146323132</c:v>
                </c:pt>
                <c:pt idx="14">
                  <c:v>31.452060005369503</c:v>
                </c:pt>
                <c:pt idx="15">
                  <c:v>33.864121299797759</c:v>
                </c:pt>
                <c:pt idx="16">
                  <c:v>31.038190851495077</c:v>
                </c:pt>
                <c:pt idx="17">
                  <c:v>32.810205660149748</c:v>
                </c:pt>
                <c:pt idx="18">
                  <c:v>34.846260784946793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58-49D2-A28B-D7D46ABF1D48}"/>
            </c:ext>
          </c:extLst>
        </c:ser>
        <c:ser>
          <c:idx val="1"/>
          <c:order val="1"/>
          <c:tx>
            <c:strRef>
              <c:f>'8.1.7'!$F$2:$F$5</c:f>
              <c:strCache>
                <c:ptCount val="4"/>
                <c:pt idx="0">
                  <c:v>Cantidades de Importación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'8.1.7'!$A$145:$A$163</c:f>
              <c:numCache>
                <c:formatCode>@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'8.1.7'!$F$145:$F$163</c:f>
              <c:numCache>
                <c:formatCode>#,##0.00\ \ </c:formatCode>
                <c:ptCount val="19"/>
                <c:pt idx="0">
                  <c:v>33.023694637787777</c:v>
                </c:pt>
                <c:pt idx="1">
                  <c:v>20.574984683359933</c:v>
                </c:pt>
                <c:pt idx="2">
                  <c:v>21.485598067430757</c:v>
                </c:pt>
                <c:pt idx="3">
                  <c:v>22.332130714421293</c:v>
                </c:pt>
                <c:pt idx="4">
                  <c:v>16.595862420704503</c:v>
                </c:pt>
                <c:pt idx="5">
                  <c:v>12.837256715800772</c:v>
                </c:pt>
                <c:pt idx="6">
                  <c:v>15.966391027787374</c:v>
                </c:pt>
                <c:pt idx="7">
                  <c:v>18.560220261797625</c:v>
                </c:pt>
                <c:pt idx="8">
                  <c:v>17.588781737551351</c:v>
                </c:pt>
                <c:pt idx="9">
                  <c:v>20.322135880613995</c:v>
                </c:pt>
                <c:pt idx="10">
                  <c:v>21.128823917023993</c:v>
                </c:pt>
                <c:pt idx="11">
                  <c:v>17.888165825855928</c:v>
                </c:pt>
                <c:pt idx="12">
                  <c:v>22.441677186675573</c:v>
                </c:pt>
                <c:pt idx="13">
                  <c:v>26.83017503032714</c:v>
                </c:pt>
                <c:pt idx="14">
                  <c:v>24.449123444736845</c:v>
                </c:pt>
                <c:pt idx="15">
                  <c:v>18.184334552389199</c:v>
                </c:pt>
                <c:pt idx="16">
                  <c:v>20.20993056398342</c:v>
                </c:pt>
                <c:pt idx="17">
                  <c:v>22.286156545401862</c:v>
                </c:pt>
                <c:pt idx="18">
                  <c:v>20.423943710077175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58-49D2-A28B-D7D46ABF1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5530480"/>
        <c:axId val="655530808"/>
      </c:lineChart>
      <c:catAx>
        <c:axId val="65553048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808"/>
        <c:crosses val="autoZero"/>
        <c:auto val="1"/>
        <c:lblAlgn val="ctr"/>
        <c:lblOffset val="100"/>
        <c:noMultiLvlLbl val="0"/>
      </c:catAx>
      <c:valAx>
        <c:axId val="6555308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'6.9.1'!$B$2:$B$5</c:f>
              <c:strCache>
                <c:ptCount val="4"/>
                <c:pt idx="0">
                  <c:v>Deuda Pública Interna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'6.9.1'!$A$91:$A$108</c:f>
              <c:numCache>
                <c:formatCode>@</c:formatCode>
                <c:ptCount val="18"/>
                <c:pt idx="0">
                  <c:v>1947</c:v>
                </c:pt>
                <c:pt idx="1">
                  <c:v>1948</c:v>
                </c:pt>
                <c:pt idx="2">
                  <c:v>1949</c:v>
                </c:pt>
                <c:pt idx="3">
                  <c:v>1950</c:v>
                </c:pt>
                <c:pt idx="4">
                  <c:v>1951</c:v>
                </c:pt>
                <c:pt idx="5">
                  <c:v>1952</c:v>
                </c:pt>
                <c:pt idx="6">
                  <c:v>1953</c:v>
                </c:pt>
                <c:pt idx="7">
                  <c:v>1954</c:v>
                </c:pt>
                <c:pt idx="8">
                  <c:v>1955</c:v>
                </c:pt>
                <c:pt idx="9">
                  <c:v>1956</c:v>
                </c:pt>
                <c:pt idx="10">
                  <c:v>1957</c:v>
                </c:pt>
                <c:pt idx="11">
                  <c:v>1958</c:v>
                </c:pt>
                <c:pt idx="12">
                  <c:v>1959</c:v>
                </c:pt>
                <c:pt idx="13">
                  <c:v>1960</c:v>
                </c:pt>
                <c:pt idx="14">
                  <c:v>1961</c:v>
                </c:pt>
                <c:pt idx="15">
                  <c:v>1962</c:v>
                </c:pt>
                <c:pt idx="16">
                  <c:v>1963</c:v>
                </c:pt>
                <c:pt idx="17">
                  <c:v>1964</c:v>
                </c:pt>
              </c:numCache>
            </c:numRef>
          </c:cat>
          <c:val>
            <c:numRef>
              <c:f>'6.9.1'!$B$91:$B$108</c:f>
              <c:numCache>
                <c:formatCode>_ * #,##0.0_ ;_ * \-#,##0.0_ ;_ * "-"_ ;_ @_ </c:formatCode>
                <c:ptCount val="18"/>
                <c:pt idx="0">
                  <c:v>1974.1721854304635</c:v>
                </c:pt>
                <c:pt idx="1">
                  <c:v>1516.6045845272204</c:v>
                </c:pt>
                <c:pt idx="2">
                  <c:v>1105.1494449188729</c:v>
                </c:pt>
                <c:pt idx="3">
                  <c:v>998.00500312695453</c:v>
                </c:pt>
                <c:pt idx="4">
                  <c:v>818.32350463352998</c:v>
                </c:pt>
                <c:pt idx="5">
                  <c:v>1053.3129904097648</c:v>
                </c:pt>
                <c:pt idx="6">
                  <c:v>1411.8306737588655</c:v>
                </c:pt>
                <c:pt idx="7">
                  <c:v>1559.2845849802372</c:v>
                </c:pt>
                <c:pt idx="8">
                  <c:v>1541.9121023286323</c:v>
                </c:pt>
                <c:pt idx="9">
                  <c:v>1579.2290377039956</c:v>
                </c:pt>
                <c:pt idx="10">
                  <c:v>1621.5169106511864</c:v>
                </c:pt>
                <c:pt idx="11">
                  <c:v>1584.4770459081838</c:v>
                </c:pt>
                <c:pt idx="12">
                  <c:v>1125.4072681704261</c:v>
                </c:pt>
                <c:pt idx="13">
                  <c:v>1177.7041062801932</c:v>
                </c:pt>
                <c:pt idx="14">
                  <c:v>1305.8138513513516</c:v>
                </c:pt>
                <c:pt idx="15">
                  <c:v>1056.6617507546357</c:v>
                </c:pt>
                <c:pt idx="16">
                  <c:v>945.37271481134098</c:v>
                </c:pt>
                <c:pt idx="17">
                  <c:v>785.46783305764075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A9-4C40-9581-61EE0A51BFFA}"/>
            </c:ext>
          </c:extLst>
        </c:ser>
        <c:ser>
          <c:idx val="1"/>
          <c:order val="1"/>
          <c:tx>
            <c:strRef>
              <c:f>'6.9.1'!$C$2:$C$5</c:f>
              <c:strCache>
                <c:ptCount val="4"/>
                <c:pt idx="0">
                  <c:v>Deuda Pública Externa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'6.9.1'!$A$91:$A$108</c:f>
              <c:numCache>
                <c:formatCode>@</c:formatCode>
                <c:ptCount val="18"/>
                <c:pt idx="0">
                  <c:v>1947</c:v>
                </c:pt>
                <c:pt idx="1">
                  <c:v>1948</c:v>
                </c:pt>
                <c:pt idx="2">
                  <c:v>1949</c:v>
                </c:pt>
                <c:pt idx="3">
                  <c:v>1950</c:v>
                </c:pt>
                <c:pt idx="4">
                  <c:v>1951</c:v>
                </c:pt>
                <c:pt idx="5">
                  <c:v>1952</c:v>
                </c:pt>
                <c:pt idx="6">
                  <c:v>1953</c:v>
                </c:pt>
                <c:pt idx="7">
                  <c:v>1954</c:v>
                </c:pt>
                <c:pt idx="8">
                  <c:v>1955</c:v>
                </c:pt>
                <c:pt idx="9">
                  <c:v>1956</c:v>
                </c:pt>
                <c:pt idx="10">
                  <c:v>1957</c:v>
                </c:pt>
                <c:pt idx="11">
                  <c:v>1958</c:v>
                </c:pt>
                <c:pt idx="12">
                  <c:v>1959</c:v>
                </c:pt>
                <c:pt idx="13">
                  <c:v>1960</c:v>
                </c:pt>
                <c:pt idx="14">
                  <c:v>1961</c:v>
                </c:pt>
                <c:pt idx="15">
                  <c:v>1962</c:v>
                </c:pt>
                <c:pt idx="16">
                  <c:v>1963</c:v>
                </c:pt>
                <c:pt idx="17">
                  <c:v>1964</c:v>
                </c:pt>
              </c:numCache>
            </c:numRef>
          </c:cat>
          <c:val>
            <c:numRef>
              <c:f>'6.9.1'!$C$91:$C$108</c:f>
              <c:numCache>
                <c:formatCode>_ * #,##0.00_ ;_ * \-#,##0.00_ ;_ * "-"_ ;_ @_ </c:formatCode>
                <c:ptCount val="18"/>
                <c:pt idx="0">
                  <c:v>21.501103752759299</c:v>
                </c:pt>
                <c:pt idx="1">
                  <c:v>9.1260744985674389</c:v>
                </c:pt>
                <c:pt idx="2">
                  <c:v>4.397950469684031</c:v>
                </c:pt>
                <c:pt idx="3">
                  <c:v>2.4077548467792371</c:v>
                </c:pt>
                <c:pt idx="4">
                  <c:v>1.0867733782645019</c:v>
                </c:pt>
                <c:pt idx="5">
                  <c:v>0.53182214472540235</c:v>
                </c:pt>
                <c:pt idx="6" formatCode="#,##0\ ">
                  <c:v>0</c:v>
                </c:pt>
                <c:pt idx="7" formatCode="#,##0\ ">
                  <c:v>0</c:v>
                </c:pt>
                <c:pt idx="8" formatCode="#,##0\ ">
                  <c:v>0</c:v>
                </c:pt>
                <c:pt idx="9" formatCode="#,##0\ ">
                  <c:v>0</c:v>
                </c:pt>
                <c:pt idx="10" formatCode="#,##0\ ">
                  <c:v>0</c:v>
                </c:pt>
                <c:pt idx="11" formatCode="#,##0\ ">
                  <c:v>0</c:v>
                </c:pt>
                <c:pt idx="12" formatCode="#,##0\ ">
                  <c:v>0</c:v>
                </c:pt>
                <c:pt idx="13" formatCode="#,##0\ ">
                  <c:v>0</c:v>
                </c:pt>
                <c:pt idx="14" formatCode="_ * #,##0.0_ ;_ * \-#,##0.0_ ;_ * &quot;-&quot;_ ;_ @_ ">
                  <c:v>142.1</c:v>
                </c:pt>
                <c:pt idx="15" formatCode="_ * #,##0.0_ ;_ * \-#,##0.0_ ;_ * &quot;-&quot;_ ;_ @_ ">
                  <c:v>2649.3</c:v>
                </c:pt>
                <c:pt idx="16" formatCode="_ * #,##0.0_ ;_ * \-#,##0.0_ ;_ * &quot;-&quot;_ ;_ @_ ">
                  <c:v>2671.6</c:v>
                </c:pt>
                <c:pt idx="17" formatCode="_ * #,##0.0_ ;_ * \-#,##0.0_ ;_ * &quot;-&quot;_ ;_ @_ ">
                  <c:v>2398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A9-4C40-9581-61EE0A51BF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0414336"/>
        <c:axId val="580414664"/>
      </c:lineChart>
      <c:catAx>
        <c:axId val="58041433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80414664"/>
        <c:crosses val="autoZero"/>
        <c:auto val="1"/>
        <c:lblAlgn val="ctr"/>
        <c:lblOffset val="100"/>
        <c:noMultiLvlLbl val="0"/>
      </c:catAx>
      <c:valAx>
        <c:axId val="580414664"/>
        <c:scaling>
          <c:orientation val="minMax"/>
        </c:scaling>
        <c:delete val="0"/>
        <c:axPos val="l"/>
        <c:numFmt formatCode="_ * #,##0.0_ ;_ * \-#,##0.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80414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Hoja3!$F$2</c:f>
              <c:strCache>
                <c:ptCount val="1"/>
                <c:pt idx="0">
                  <c:v>libre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Hoja3!$A$3:$A$21</c:f>
              <c:numCache>
                <c:formatCode>General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Hoja3!$F$3:$F$21</c:f>
              <c:numCache>
                <c:formatCode>_-* #,##0.00000000000000_-;\-* #,##0.00000000000000_-;_-* "-"??_-;_-@_-</c:formatCode>
                <c:ptCount val="19"/>
                <c:pt idx="0">
                  <c:v>6.9800000000000006E-13</c:v>
                </c:pt>
                <c:pt idx="1">
                  <c:v>8.9322390187956421E-13</c:v>
                </c:pt>
                <c:pt idx="2">
                  <c:v>9.7158024679016959E-13</c:v>
                </c:pt>
                <c:pt idx="3">
                  <c:v>1.0549972465283895E-12</c:v>
                </c:pt>
                <c:pt idx="4">
                  <c:v>7.3548094466766536E-13</c:v>
                </c:pt>
                <c:pt idx="5">
                  <c:v>6.9545355951586967E-13</c:v>
                </c:pt>
                <c:pt idx="6">
                  <c:v>7.5100826312865641E-13</c:v>
                </c:pt>
                <c:pt idx="7">
                  <c:v>8.0580993356926382E-13</c:v>
                </c:pt>
                <c:pt idx="8">
                  <c:v>8.284213672632824E-13</c:v>
                </c:pt>
                <c:pt idx="9">
                  <c:v>7.4071548329606074E-13</c:v>
                </c:pt>
                <c:pt idx="10">
                  <c:v>7.1161434371001908E-13</c:v>
                </c:pt>
                <c:pt idx="11">
                  <c:v>5.3040211063406779E-13</c:v>
                </c:pt>
                <c:pt idx="12">
                  <c:v>4.3237270365364298E-13</c:v>
                </c:pt>
                <c:pt idx="13">
                  <c:v>3.8126616798142411E-13</c:v>
                </c:pt>
                <c:pt idx="14">
                  <c:v>4.1652139537160254E-13</c:v>
                </c:pt>
                <c:pt idx="15">
                  <c:v>4.0131030143707486E-13</c:v>
                </c:pt>
                <c:pt idx="16">
                  <c:v>3.7259145687312667E-13</c:v>
                </c:pt>
                <c:pt idx="17">
                  <c:v>4.4944766419595601E-13</c:v>
                </c:pt>
                <c:pt idx="18">
                  <c:v>3.3831799186192852E-13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8A-4502-94EA-1F9253B05C3D}"/>
            </c:ext>
          </c:extLst>
        </c:ser>
        <c:ser>
          <c:idx val="1"/>
          <c:order val="1"/>
          <c:tx>
            <c:strRef>
              <c:f>Hoja3!$G$2</c:f>
              <c:strCache>
                <c:ptCount val="1"/>
                <c:pt idx="0">
                  <c:v>expo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Hoja3!$A$3:$A$21</c:f>
              <c:numCache>
                <c:formatCode>General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Hoja3!$G$3:$G$21</c:f>
              <c:numCache>
                <c:formatCode>_-* #,##0.00000000000000_-;\-* #,##0.00000000000000_-;_-* "-"??_-;_-@_-</c:formatCode>
                <c:ptCount val="19"/>
                <c:pt idx="0">
                  <c:v>3.3582000000000003E-13</c:v>
                </c:pt>
                <c:pt idx="1">
                  <c:v>2.5615922350913341E-13</c:v>
                </c:pt>
                <c:pt idx="2">
                  <c:v>2.3730498147836199E-13</c:v>
                </c:pt>
                <c:pt idx="3">
                  <c:v>2.2219824063361191E-13</c:v>
                </c:pt>
                <c:pt idx="4">
                  <c:v>1.6030534975319646E-13</c:v>
                </c:pt>
                <c:pt idx="5">
                  <c:v>1.5413421088560941E-13</c:v>
                </c:pt>
                <c:pt idx="6">
                  <c:v>1.4842060536139457E-13</c:v>
                </c:pt>
                <c:pt idx="7">
                  <c:v>1.8169705783170516E-13</c:v>
                </c:pt>
                <c:pt idx="8">
                  <c:v>4.1957187987448177E-13</c:v>
                </c:pt>
                <c:pt idx="9">
                  <c:v>3.3651889700477273E-13</c:v>
                </c:pt>
                <c:pt idx="10">
                  <c:v>2.5566982408743198E-13</c:v>
                </c:pt>
                <c:pt idx="11">
                  <c:v>5.359188243161013E-13</c:v>
                </c:pt>
                <c:pt idx="12">
                  <c:v>4.3237270365364298E-13</c:v>
                </c:pt>
                <c:pt idx="13">
                  <c:v>3.8241622278349164E-13</c:v>
                </c:pt>
                <c:pt idx="14">
                  <c:v>4.1662916287363914E-13</c:v>
                </c:pt>
                <c:pt idx="15">
                  <c:v>4.0131030143707486E-13</c:v>
                </c:pt>
                <c:pt idx="16">
                  <c:v>3.3423715115861348E-13</c:v>
                </c:pt>
                <c:pt idx="17">
                  <c:v>3.1638313424655441E-13</c:v>
                </c:pt>
                <c:pt idx="18">
                  <c:v>2.9268511755152995E-13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8A-4502-94EA-1F9253B05C3D}"/>
            </c:ext>
          </c:extLst>
        </c:ser>
        <c:ser>
          <c:idx val="2"/>
          <c:order val="2"/>
          <c:tx>
            <c:strRef>
              <c:f>Hoja3!$H$2</c:f>
              <c:strCache>
                <c:ptCount val="1"/>
                <c:pt idx="0">
                  <c:v>impo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Hoja3!$A$3:$A$21</c:f>
              <c:numCache>
                <c:formatCode>General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Hoja3!$H$3:$H$21</c:f>
              <c:numCache>
                <c:formatCode>_-* #,##0.00000000000000_-;\-* #,##0.00000000000000_-;_-* "-"??_-;_-@_-</c:formatCode>
                <c:ptCount val="19"/>
                <c:pt idx="0">
                  <c:v>4.2289000000000003E-13</c:v>
                </c:pt>
                <c:pt idx="1">
                  <c:v>3.6978401635625544E-13</c:v>
                </c:pt>
                <c:pt idx="2">
                  <c:v>3.9842081527378494E-13</c:v>
                </c:pt>
                <c:pt idx="3">
                  <c:v>3.3329736095041793E-13</c:v>
                </c:pt>
                <c:pt idx="4">
                  <c:v>2.4045802462979471E-13</c:v>
                </c:pt>
                <c:pt idx="5">
                  <c:v>2.3120131632841418E-13</c:v>
                </c:pt>
                <c:pt idx="6">
                  <c:v>2.2263090804209187E-13</c:v>
                </c:pt>
                <c:pt idx="7">
                  <c:v>2.6759021244305661E-13</c:v>
                </c:pt>
                <c:pt idx="8">
                  <c:v>4.1957187987448177E-13</c:v>
                </c:pt>
                <c:pt idx="9">
                  <c:v>3.3651889700477273E-13</c:v>
                </c:pt>
                <c:pt idx="10">
                  <c:v>2.5566982408743198E-13</c:v>
                </c:pt>
                <c:pt idx="11">
                  <c:v>5.359188243161013E-13</c:v>
                </c:pt>
                <c:pt idx="12">
                  <c:v>4.3237270365364298E-13</c:v>
                </c:pt>
                <c:pt idx="13">
                  <c:v>3.8241622278349164E-13</c:v>
                </c:pt>
                <c:pt idx="14">
                  <c:v>4.1662916287363914E-13</c:v>
                </c:pt>
                <c:pt idx="15">
                  <c:v>4.0131030143707486E-13</c:v>
                </c:pt>
                <c:pt idx="16">
                  <c:v>3.3423715115861348E-13</c:v>
                </c:pt>
                <c:pt idx="17">
                  <c:v>3.1638313424655441E-13</c:v>
                </c:pt>
                <c:pt idx="18">
                  <c:v>2.9268511755152995E-13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58A-4502-94EA-1F9253B05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33741096"/>
        <c:axId val="733741424"/>
      </c:lineChart>
      <c:catAx>
        <c:axId val="733741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733741424"/>
        <c:crosses val="autoZero"/>
        <c:auto val="1"/>
        <c:lblAlgn val="ctr"/>
        <c:lblOffset val="100"/>
        <c:noMultiLvlLbl val="0"/>
      </c:catAx>
      <c:valAx>
        <c:axId val="733741424"/>
        <c:scaling>
          <c:orientation val="minMax"/>
        </c:scaling>
        <c:delete val="1"/>
        <c:axPos val="l"/>
        <c:numFmt formatCode="_-* #,##0.00000000000000_-;\-* #,##0.00000000000000_-;_-* &quot;-&quot;??_-;_-@_-" sourceLinked="1"/>
        <c:majorTickMark val="none"/>
        <c:minorTickMark val="none"/>
        <c:tickLblPos val="nextTo"/>
        <c:crossAx val="733741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mensual'!$A$242:$B$349</c:f>
              <c:multiLvlStrCache>
                <c:ptCount val="10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</c:lvl>
                <c:lvl>
                  <c:pt idx="0">
                    <c:v>1963 </c:v>
                  </c:pt>
                  <c:pt idx="12">
                    <c:v>1964 </c:v>
                  </c:pt>
                  <c:pt idx="24">
                    <c:v>1965 </c:v>
                  </c:pt>
                  <c:pt idx="36">
                    <c:v>1966 </c:v>
                  </c:pt>
                  <c:pt idx="48">
                    <c:v>1967 </c:v>
                  </c:pt>
                  <c:pt idx="60">
                    <c:v>1968 </c:v>
                  </c:pt>
                  <c:pt idx="72">
                    <c:v>1969 </c:v>
                  </c:pt>
                  <c:pt idx="84">
                    <c:v>1970 </c:v>
                  </c:pt>
                  <c:pt idx="96">
                    <c:v>1971 </c:v>
                  </c:pt>
                </c:lvl>
              </c:multiLvlStrCache>
            </c:multiLvlStrRef>
          </c:cat>
          <c:val>
            <c:numRef>
              <c:f>'tipo de cambio mensual'!$C$242:$C$349</c:f>
              <c:numCache>
                <c:formatCode>_ * #.##00000_ ;_ * \-#.##00000_ ;_ * "-"????_ ;_ @_ </c:formatCode>
                <c:ptCount val="108"/>
                <c:pt idx="0">
                  <c:v>134</c:v>
                </c:pt>
                <c:pt idx="1">
                  <c:v>134.58000000000001</c:v>
                </c:pt>
                <c:pt idx="2">
                  <c:v>136.11000000000001</c:v>
                </c:pt>
                <c:pt idx="3">
                  <c:v>137.46</c:v>
                </c:pt>
                <c:pt idx="4">
                  <c:v>137.81</c:v>
                </c:pt>
                <c:pt idx="5">
                  <c:v>137.86000000000001</c:v>
                </c:pt>
                <c:pt idx="6">
                  <c:v>137.03</c:v>
                </c:pt>
                <c:pt idx="7">
                  <c:v>134.65</c:v>
                </c:pt>
                <c:pt idx="8">
                  <c:v>142.75</c:v>
                </c:pt>
                <c:pt idx="9">
                  <c:v>148</c:v>
                </c:pt>
                <c:pt idx="10">
                  <c:v>143.72999999999999</c:v>
                </c:pt>
                <c:pt idx="11">
                  <c:v>135.55000000000001</c:v>
                </c:pt>
                <c:pt idx="12">
                  <c:v>133.38</c:v>
                </c:pt>
                <c:pt idx="13">
                  <c:v>132.08000000000001</c:v>
                </c:pt>
                <c:pt idx="14">
                  <c:v>134.75</c:v>
                </c:pt>
                <c:pt idx="15">
                  <c:v>137.44</c:v>
                </c:pt>
                <c:pt idx="16">
                  <c:v>137.01</c:v>
                </c:pt>
                <c:pt idx="17">
                  <c:v>137.85</c:v>
                </c:pt>
                <c:pt idx="18">
                  <c:v>137.65</c:v>
                </c:pt>
                <c:pt idx="19">
                  <c:v>141.84</c:v>
                </c:pt>
                <c:pt idx="20">
                  <c:v>143.56</c:v>
                </c:pt>
                <c:pt idx="21">
                  <c:v>143.61000000000001</c:v>
                </c:pt>
                <c:pt idx="22">
                  <c:v>149.03</c:v>
                </c:pt>
                <c:pt idx="23">
                  <c:v>150.37</c:v>
                </c:pt>
                <c:pt idx="24">
                  <c:v>150.74</c:v>
                </c:pt>
                <c:pt idx="25">
                  <c:v>151.18</c:v>
                </c:pt>
                <c:pt idx="26">
                  <c:v>150.63</c:v>
                </c:pt>
                <c:pt idx="27">
                  <c:v>160.68</c:v>
                </c:pt>
                <c:pt idx="28">
                  <c:v>171.55</c:v>
                </c:pt>
                <c:pt idx="29">
                  <c:v>171.98</c:v>
                </c:pt>
                <c:pt idx="30">
                  <c:v>171.71</c:v>
                </c:pt>
                <c:pt idx="31">
                  <c:v>171.52</c:v>
                </c:pt>
                <c:pt idx="32">
                  <c:v>176.29</c:v>
                </c:pt>
                <c:pt idx="33">
                  <c:v>179.35</c:v>
                </c:pt>
                <c:pt idx="34">
                  <c:v>179.18</c:v>
                </c:pt>
                <c:pt idx="35">
                  <c:v>187.11</c:v>
                </c:pt>
                <c:pt idx="36">
                  <c:v>188.78</c:v>
                </c:pt>
                <c:pt idx="37">
                  <c:v>189.03</c:v>
                </c:pt>
                <c:pt idx="38">
                  <c:v>188.73</c:v>
                </c:pt>
                <c:pt idx="39">
                  <c:v>188.76</c:v>
                </c:pt>
                <c:pt idx="40">
                  <c:v>190.1</c:v>
                </c:pt>
                <c:pt idx="41">
                  <c:v>202.74</c:v>
                </c:pt>
                <c:pt idx="42">
                  <c:v>203.89</c:v>
                </c:pt>
                <c:pt idx="43">
                  <c:v>212.27</c:v>
                </c:pt>
                <c:pt idx="44">
                  <c:v>217.23</c:v>
                </c:pt>
                <c:pt idx="45">
                  <c:v>217.58</c:v>
                </c:pt>
                <c:pt idx="46">
                  <c:v>244.63</c:v>
                </c:pt>
                <c:pt idx="47">
                  <c:v>245.63</c:v>
                </c:pt>
                <c:pt idx="48">
                  <c:v>245.65</c:v>
                </c:pt>
                <c:pt idx="49">
                  <c:v>250.98</c:v>
                </c:pt>
                <c:pt idx="50">
                  <c:v>326.95999999999998</c:v>
                </c:pt>
                <c:pt idx="51">
                  <c:v>350</c:v>
                </c:pt>
                <c:pt idx="52">
                  <c:v>350</c:v>
                </c:pt>
                <c:pt idx="53">
                  <c:v>350</c:v>
                </c:pt>
                <c:pt idx="54">
                  <c:v>350</c:v>
                </c:pt>
                <c:pt idx="55">
                  <c:v>350</c:v>
                </c:pt>
                <c:pt idx="56">
                  <c:v>350</c:v>
                </c:pt>
                <c:pt idx="57">
                  <c:v>350</c:v>
                </c:pt>
                <c:pt idx="58">
                  <c:v>350</c:v>
                </c:pt>
                <c:pt idx="59">
                  <c:v>350</c:v>
                </c:pt>
                <c:pt idx="60">
                  <c:v>350</c:v>
                </c:pt>
                <c:pt idx="61">
                  <c:v>350</c:v>
                </c:pt>
                <c:pt idx="62">
                  <c:v>350</c:v>
                </c:pt>
                <c:pt idx="63">
                  <c:v>350</c:v>
                </c:pt>
                <c:pt idx="64">
                  <c:v>350</c:v>
                </c:pt>
                <c:pt idx="65">
                  <c:v>350</c:v>
                </c:pt>
                <c:pt idx="66">
                  <c:v>350</c:v>
                </c:pt>
                <c:pt idx="67">
                  <c:v>350</c:v>
                </c:pt>
                <c:pt idx="68">
                  <c:v>350</c:v>
                </c:pt>
                <c:pt idx="69">
                  <c:v>350</c:v>
                </c:pt>
                <c:pt idx="70">
                  <c:v>350</c:v>
                </c:pt>
                <c:pt idx="71">
                  <c:v>350</c:v>
                </c:pt>
                <c:pt idx="72">
                  <c:v>350</c:v>
                </c:pt>
                <c:pt idx="73">
                  <c:v>350</c:v>
                </c:pt>
                <c:pt idx="74">
                  <c:v>350</c:v>
                </c:pt>
                <c:pt idx="75">
                  <c:v>350</c:v>
                </c:pt>
                <c:pt idx="76">
                  <c:v>350</c:v>
                </c:pt>
                <c:pt idx="77">
                  <c:v>350</c:v>
                </c:pt>
                <c:pt idx="78">
                  <c:v>350</c:v>
                </c:pt>
                <c:pt idx="79">
                  <c:v>350</c:v>
                </c:pt>
                <c:pt idx="80">
                  <c:v>350</c:v>
                </c:pt>
                <c:pt idx="81">
                  <c:v>350</c:v>
                </c:pt>
                <c:pt idx="82">
                  <c:v>350</c:v>
                </c:pt>
                <c:pt idx="83">
                  <c:v>350</c:v>
                </c:pt>
                <c:pt idx="84">
                  <c:v>350</c:v>
                </c:pt>
                <c:pt idx="85">
                  <c:v>350</c:v>
                </c:pt>
                <c:pt idx="86">
                  <c:v>350</c:v>
                </c:pt>
                <c:pt idx="87">
                  <c:v>350</c:v>
                </c:pt>
                <c:pt idx="88">
                  <c:v>350</c:v>
                </c:pt>
                <c:pt idx="89">
                  <c:v>400</c:v>
                </c:pt>
                <c:pt idx="90">
                  <c:v>400</c:v>
                </c:pt>
                <c:pt idx="91">
                  <c:v>400</c:v>
                </c:pt>
                <c:pt idx="92">
                  <c:v>400</c:v>
                </c:pt>
                <c:pt idx="93">
                  <c:v>400</c:v>
                </c:pt>
                <c:pt idx="94">
                  <c:v>400</c:v>
                </c:pt>
                <c:pt idx="95">
                  <c:v>400</c:v>
                </c:pt>
                <c:pt idx="96">
                  <c:v>400</c:v>
                </c:pt>
                <c:pt idx="97">
                  <c:v>400</c:v>
                </c:pt>
                <c:pt idx="98">
                  <c:v>400</c:v>
                </c:pt>
                <c:pt idx="99">
                  <c:v>404</c:v>
                </c:pt>
                <c:pt idx="100">
                  <c:v>412</c:v>
                </c:pt>
                <c:pt idx="101">
                  <c:v>440.00000000000006</c:v>
                </c:pt>
                <c:pt idx="102">
                  <c:v>470</c:v>
                </c:pt>
                <c:pt idx="103">
                  <c:v>500</c:v>
                </c:pt>
                <c:pt idx="104">
                  <c:v>670</c:v>
                </c:pt>
                <c:pt idx="105">
                  <c:v>770</c:v>
                </c:pt>
                <c:pt idx="106">
                  <c:v>810</c:v>
                </c:pt>
                <c:pt idx="107">
                  <c:v>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09-496A-9661-493E634D7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910111"/>
        <c:axId val="1"/>
      </c:barChart>
      <c:catAx>
        <c:axId val="774910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9101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s-AR"/>
              <a:t>TIPO DE CAMBIO/IPC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'tipo de cambio mensual'!$A$242:$B$349</c:f>
              <c:multiLvlStrCache>
                <c:ptCount val="108"/>
                <c:lvl>
                  <c:pt idx="0">
                    <c:v>Ene. 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 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 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</c:lvl>
                <c:lvl>
                  <c:pt idx="0">
                    <c:v>1963 </c:v>
                  </c:pt>
                  <c:pt idx="12">
                    <c:v>1964 </c:v>
                  </c:pt>
                  <c:pt idx="24">
                    <c:v>1965 </c:v>
                  </c:pt>
                  <c:pt idx="36">
                    <c:v>1966 </c:v>
                  </c:pt>
                  <c:pt idx="48">
                    <c:v>1967 </c:v>
                  </c:pt>
                  <c:pt idx="60">
                    <c:v>1968 </c:v>
                  </c:pt>
                  <c:pt idx="72">
                    <c:v>1969 </c:v>
                  </c:pt>
                  <c:pt idx="84">
                    <c:v>1970 </c:v>
                  </c:pt>
                  <c:pt idx="96">
                    <c:v>1971 </c:v>
                  </c:pt>
                </c:lvl>
              </c:multiLvlStrCache>
            </c:multiLvlStrRef>
          </c:cat>
          <c:val>
            <c:numRef>
              <c:f>'tipo de cambio mensual'!$F$242:$F$349</c:f>
              <c:numCache>
                <c:formatCode>#,#00</c:formatCode>
                <c:ptCount val="108"/>
                <c:pt idx="0">
                  <c:v>2.4296688322425872</c:v>
                </c:pt>
                <c:pt idx="1">
                  <c:v>2.4179912517513591</c:v>
                </c:pt>
                <c:pt idx="2">
                  <c:v>2.3350325240391259</c:v>
                </c:pt>
                <c:pt idx="3">
                  <c:v>2.3218888401032358</c:v>
                </c:pt>
                <c:pt idx="4">
                  <c:v>2.3278008224547277</c:v>
                </c:pt>
                <c:pt idx="5">
                  <c:v>2.3023919923047416</c:v>
                </c:pt>
                <c:pt idx="6">
                  <c:v>2.2542239400731994</c:v>
                </c:pt>
                <c:pt idx="7">
                  <c:v>2.2052717427333861</c:v>
                </c:pt>
                <c:pt idx="8">
                  <c:v>2.3022994682901121</c:v>
                </c:pt>
                <c:pt idx="9">
                  <c:v>2.3151367198675028</c:v>
                </c:pt>
                <c:pt idx="10">
                  <c:v>2.1927690224993301</c:v>
                </c:pt>
                <c:pt idx="11">
                  <c:v>1.9033174360565168</c:v>
                </c:pt>
                <c:pt idx="12">
                  <c:v>1.8817698234952929</c:v>
                </c:pt>
                <c:pt idx="13">
                  <c:v>1.8777362725895526</c:v>
                </c:pt>
                <c:pt idx="14">
                  <c:v>1.9212253930882661</c:v>
                </c:pt>
                <c:pt idx="15">
                  <c:v>1.886934615307359</c:v>
                </c:pt>
                <c:pt idx="16">
                  <c:v>1.8784150607444454</c:v>
                </c:pt>
                <c:pt idx="17">
                  <c:v>1.8640572320739661</c:v>
                </c:pt>
                <c:pt idx="18">
                  <c:v>1.8545783519251153</c:v>
                </c:pt>
                <c:pt idx="19">
                  <c:v>1.9206409164930986</c:v>
                </c:pt>
                <c:pt idx="20">
                  <c:v>1.9228374857763963</c:v>
                </c:pt>
                <c:pt idx="21">
                  <c:v>1.8507190481397966</c:v>
                </c:pt>
                <c:pt idx="22">
                  <c:v>1.8990891535761052</c:v>
                </c:pt>
                <c:pt idx="23">
                  <c:v>1.7877531760761785</c:v>
                </c:pt>
                <c:pt idx="24">
                  <c:v>1.860849734500488</c:v>
                </c:pt>
                <c:pt idx="25">
                  <c:v>1.7802393510595538</c:v>
                </c:pt>
                <c:pt idx="26">
                  <c:v>1.7317737322822282</c:v>
                </c:pt>
                <c:pt idx="27">
                  <c:v>1.8281594997253374</c:v>
                </c:pt>
                <c:pt idx="28">
                  <c:v>1.9107506925734399</c:v>
                </c:pt>
                <c:pt idx="29">
                  <c:v>1.8414599857964928</c:v>
                </c:pt>
                <c:pt idx="30">
                  <c:v>1.7615403445135986</c:v>
                </c:pt>
                <c:pt idx="31">
                  <c:v>1.7214460967670886</c:v>
                </c:pt>
                <c:pt idx="32">
                  <c:v>1.7433367836990592</c:v>
                </c:pt>
                <c:pt idx="33">
                  <c:v>1.729148869193154</c:v>
                </c:pt>
                <c:pt idx="34">
                  <c:v>1.6672874551873735</c:v>
                </c:pt>
                <c:pt idx="35">
                  <c:v>1.609639295423652</c:v>
                </c:pt>
                <c:pt idx="36">
                  <c:v>1.6616364417620346</c:v>
                </c:pt>
                <c:pt idx="37">
                  <c:v>1.6280483566379227</c:v>
                </c:pt>
                <c:pt idx="38">
                  <c:v>1.5907797003329636</c:v>
                </c:pt>
                <c:pt idx="39">
                  <c:v>1.5586637204919418</c:v>
                </c:pt>
                <c:pt idx="40">
                  <c:v>1.5537049102569724</c:v>
                </c:pt>
                <c:pt idx="41">
                  <c:v>1.6429657690058022</c:v>
                </c:pt>
                <c:pt idx="42">
                  <c:v>1.6264765276626867</c:v>
                </c:pt>
                <c:pt idx="43">
                  <c:v>1.6739514660523505</c:v>
                </c:pt>
                <c:pt idx="44">
                  <c:v>1.6874571634768374</c:v>
                </c:pt>
                <c:pt idx="45">
                  <c:v>1.6377905641191306</c:v>
                </c:pt>
                <c:pt idx="46">
                  <c:v>1.7993477465617309</c:v>
                </c:pt>
                <c:pt idx="47">
                  <c:v>1.626231740881015</c:v>
                </c:pt>
                <c:pt idx="48">
                  <c:v>1.7064261416762656</c:v>
                </c:pt>
                <c:pt idx="49">
                  <c:v>1.707018642032639</c:v>
                </c:pt>
                <c:pt idx="50">
                  <c:v>2.1758672283525895</c:v>
                </c:pt>
                <c:pt idx="51">
                  <c:v>2.3012617841339065</c:v>
                </c:pt>
                <c:pt idx="52">
                  <c:v>2.279552456881492</c:v>
                </c:pt>
                <c:pt idx="53">
                  <c:v>2.1844265538442809</c:v>
                </c:pt>
                <c:pt idx="54">
                  <c:v>2.0805690844784603</c:v>
                </c:pt>
                <c:pt idx="55">
                  <c:v>2.0735358700991018</c:v>
                </c:pt>
                <c:pt idx="56">
                  <c:v>2.0639944206378882</c:v>
                </c:pt>
                <c:pt idx="57">
                  <c:v>2.0065185785780191</c:v>
                </c:pt>
                <c:pt idx="58">
                  <c:v>1.9613333879915829</c:v>
                </c:pt>
                <c:pt idx="59">
                  <c:v>1.819561634805537</c:v>
                </c:pt>
                <c:pt idx="60">
                  <c:v>1.8843446410754607</c:v>
                </c:pt>
                <c:pt idx="61">
                  <c:v>1.8660690605579968</c:v>
                </c:pt>
                <c:pt idx="62">
                  <c:v>1.8782295210677831</c:v>
                </c:pt>
                <c:pt idx="63">
                  <c:v>1.8860778954560984</c:v>
                </c:pt>
                <c:pt idx="64">
                  <c:v>1.8839983724043787</c:v>
                </c:pt>
                <c:pt idx="65">
                  <c:v>1.8774924787442777</c:v>
                </c:pt>
                <c:pt idx="66">
                  <c:v>1.8785736722246944</c:v>
                </c:pt>
                <c:pt idx="67">
                  <c:v>1.8754808446140174</c:v>
                </c:pt>
                <c:pt idx="68">
                  <c:v>1.8497164875383387</c:v>
                </c:pt>
                <c:pt idx="69">
                  <c:v>1.8141342264914058</c:v>
                </c:pt>
                <c:pt idx="70">
                  <c:v>1.8081466831271578</c:v>
                </c:pt>
                <c:pt idx="71">
                  <c:v>1.6607384181052436</c:v>
                </c:pt>
                <c:pt idx="72">
                  <c:v>1.7410336964168747</c:v>
                </c:pt>
                <c:pt idx="73">
                  <c:v>1.7647515184301767</c:v>
                </c:pt>
                <c:pt idx="74">
                  <c:v>1.7451403073630967</c:v>
                </c:pt>
                <c:pt idx="75">
                  <c:v>1.7433598114949231</c:v>
                </c:pt>
                <c:pt idx="76">
                  <c:v>1.7677508744273116</c:v>
                </c:pt>
                <c:pt idx="77">
                  <c:v>1.7504609868533378</c:v>
                </c:pt>
                <c:pt idx="78">
                  <c:v>1.7274141914985799</c:v>
                </c:pt>
                <c:pt idx="79">
                  <c:v>1.7404425851824907</c:v>
                </c:pt>
                <c:pt idx="80">
                  <c:v>1.7086196224079233</c:v>
                </c:pt>
                <c:pt idx="81">
                  <c:v>1.6830945121951224</c:v>
                </c:pt>
                <c:pt idx="82">
                  <c:v>1.6711799087183308</c:v>
                </c:pt>
                <c:pt idx="83">
                  <c:v>1.5570075716486236</c:v>
                </c:pt>
                <c:pt idx="84">
                  <c:v>1.634042577413479</c:v>
                </c:pt>
                <c:pt idx="85">
                  <c:v>1.6122015051106369</c:v>
                </c:pt>
                <c:pt idx="86">
                  <c:v>1.5916422710135287</c:v>
                </c:pt>
                <c:pt idx="87">
                  <c:v>1.5795217448719077</c:v>
                </c:pt>
                <c:pt idx="88">
                  <c:v>1.5679268985405928</c:v>
                </c:pt>
                <c:pt idx="89">
                  <c:v>1.77889691370074</c:v>
                </c:pt>
                <c:pt idx="90">
                  <c:v>1.7572867120881006</c:v>
                </c:pt>
                <c:pt idx="91">
                  <c:v>1.7376665748607019</c:v>
                </c:pt>
                <c:pt idx="92">
                  <c:v>1.7029587027386168</c:v>
                </c:pt>
                <c:pt idx="93">
                  <c:v>1.6380005192419069</c:v>
                </c:pt>
                <c:pt idx="94">
                  <c:v>1.5967372048202151</c:v>
                </c:pt>
                <c:pt idx="95">
                  <c:v>1.4616341441682261</c:v>
                </c:pt>
                <c:pt idx="96">
                  <c:v>1.4657874043891632</c:v>
                </c:pt>
                <c:pt idx="97">
                  <c:v>1.4184352517985614</c:v>
                </c:pt>
                <c:pt idx="98">
                  <c:v>1.4036520459329489</c:v>
                </c:pt>
                <c:pt idx="99">
                  <c:v>1.4050407232144371</c:v>
                </c:pt>
                <c:pt idx="100">
                  <c:v>1.3988638892568552</c:v>
                </c:pt>
                <c:pt idx="101">
                  <c:v>1.4487837620836952</c:v>
                </c:pt>
                <c:pt idx="102">
                  <c:v>1.4837348544332056</c:v>
                </c:pt>
                <c:pt idx="103">
                  <c:v>1.5381366739179356</c:v>
                </c:pt>
                <c:pt idx="104">
                  <c:v>2.0426547422573114</c:v>
                </c:pt>
                <c:pt idx="105">
                  <c:v>2.3236210981765741</c:v>
                </c:pt>
                <c:pt idx="106">
                  <c:v>2.3800540238450072</c:v>
                </c:pt>
                <c:pt idx="107">
                  <c:v>2.166898409079264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82-4C8D-A382-B19AA44C2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74887711"/>
        <c:axId val="1"/>
      </c:barChart>
      <c:catAx>
        <c:axId val="774887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774887711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'8.1.1'!$A$145:$A$163</c:f>
              <c:numCache>
                <c:formatCode>0</c:formatCode>
                <c:ptCount val="19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</c:numCache>
            </c:numRef>
          </c:cat>
          <c:val>
            <c:numRef>
              <c:f>'8.1.1'!$F$145:$F$163</c:f>
              <c:numCache>
                <c:formatCode>#,##0.00\ \ </c:formatCode>
                <c:ptCount val="19"/>
                <c:pt idx="0">
                  <c:v>36.399999999999864</c:v>
                </c:pt>
                <c:pt idx="1">
                  <c:v>-138.80000000000001</c:v>
                </c:pt>
                <c:pt idx="2">
                  <c:v>122.2</c:v>
                </c:pt>
                <c:pt idx="3">
                  <c:v>-310.8</c:v>
                </c:pt>
                <c:pt idx="4">
                  <c:v>-491.5</c:v>
                </c:pt>
                <c:pt idx="5">
                  <c:v>330</c:v>
                </c:pt>
                <c:pt idx="6">
                  <c:v>47.599999999999909</c:v>
                </c:pt>
                <c:pt idx="7">
                  <c:v>-244</c:v>
                </c:pt>
                <c:pt idx="8">
                  <c:v>-183.8</c:v>
                </c:pt>
                <c:pt idx="9">
                  <c:v>-335.6</c:v>
                </c:pt>
                <c:pt idx="10">
                  <c:v>-238.7</c:v>
                </c:pt>
                <c:pt idx="11">
                  <c:v>17</c:v>
                </c:pt>
                <c:pt idx="12">
                  <c:v>-170.1</c:v>
                </c:pt>
                <c:pt idx="13">
                  <c:v>-496.2</c:v>
                </c:pt>
                <c:pt idx="14">
                  <c:v>-140.5</c:v>
                </c:pt>
                <c:pt idx="15">
                  <c:v>384.8</c:v>
                </c:pt>
                <c:pt idx="16">
                  <c:v>333.1</c:v>
                </c:pt>
                <c:pt idx="17">
                  <c:v>293</c:v>
                </c:pt>
                <c:pt idx="18">
                  <c:v>468.9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1D-44E2-96F7-3551B8310B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7720584"/>
        <c:axId val="447720912"/>
      </c:lineChart>
      <c:catAx>
        <c:axId val="447720584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7720912"/>
        <c:crosses val="autoZero"/>
        <c:auto val="1"/>
        <c:lblAlgn val="ctr"/>
        <c:lblOffset val="100"/>
        <c:noMultiLvlLbl val="0"/>
      </c:catAx>
      <c:valAx>
        <c:axId val="447720912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7720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'[C8.2 - Sector Externo - Valores.xls]8.1.5'!$B$2:$B$5</c:f>
              <c:strCache>
                <c:ptCount val="4"/>
                <c:pt idx="0">
                  <c:v>Bienes de capital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Valores.xls]8.1.5'!$A$86:$A$101</c:f>
              <c:numCache>
                <c:formatCode>0</c:formatCode>
                <c:ptCount val="16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1965</c:v>
                </c:pt>
                <c:pt idx="11">
                  <c:v>1966</c:v>
                </c:pt>
                <c:pt idx="12">
                  <c:v>1967</c:v>
                </c:pt>
                <c:pt idx="13">
                  <c:v>1968</c:v>
                </c:pt>
                <c:pt idx="14">
                  <c:v>1969</c:v>
                </c:pt>
                <c:pt idx="15">
                  <c:v>1970</c:v>
                </c:pt>
              </c:numCache>
            </c:numRef>
          </c:cat>
          <c:val>
            <c:numRef>
              <c:f>'[C8.2 - Sector Externo - Valores.xls]8.1.5'!$B$87:$B$101</c:f>
              <c:numCache>
                <c:formatCode>#,##0.00\ \ </c:formatCode>
                <c:ptCount val="15"/>
                <c:pt idx="0">
                  <c:v>237.3</c:v>
                </c:pt>
                <c:pt idx="1">
                  <c:v>259.3</c:v>
                </c:pt>
                <c:pt idx="2">
                  <c:v>218.7</c:v>
                </c:pt>
                <c:pt idx="3">
                  <c:v>179.9799798590131</c:v>
                </c:pt>
                <c:pt idx="4">
                  <c:v>419.7</c:v>
                </c:pt>
                <c:pt idx="5">
                  <c:v>493.76618734593262</c:v>
                </c:pt>
                <c:pt idx="6">
                  <c:v>556.4</c:v>
                </c:pt>
                <c:pt idx="7">
                  <c:v>372</c:v>
                </c:pt>
                <c:pt idx="8">
                  <c:v>208.93878574080952</c:v>
                </c:pt>
                <c:pt idx="9">
                  <c:v>154.13565826797932</c:v>
                </c:pt>
                <c:pt idx="10">
                  <c:v>202.9</c:v>
                </c:pt>
                <c:pt idx="11">
                  <c:v>217.7</c:v>
                </c:pt>
                <c:pt idx="12">
                  <c:v>257.5</c:v>
                </c:pt>
                <c:pt idx="13">
                  <c:v>332.4</c:v>
                </c:pt>
                <c:pt idx="14">
                  <c:v>364.89230431159979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C5-41EC-9934-532DFC680346}"/>
            </c:ext>
          </c:extLst>
        </c:ser>
        <c:ser>
          <c:idx val="1"/>
          <c:order val="1"/>
          <c:tx>
            <c:strRef>
              <c:f>'[C8.2 - Sector Externo - Valores.xls]8.1.5'!$E$3:$E$5</c:f>
              <c:strCache>
                <c:ptCount val="3"/>
                <c:pt idx="0">
                  <c:v>Bienes interme-dios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Valores.xls]8.1.5'!$A$86:$A$101</c:f>
              <c:numCache>
                <c:formatCode>0</c:formatCode>
                <c:ptCount val="16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1965</c:v>
                </c:pt>
                <c:pt idx="11">
                  <c:v>1966</c:v>
                </c:pt>
                <c:pt idx="12">
                  <c:v>1967</c:v>
                </c:pt>
                <c:pt idx="13">
                  <c:v>1968</c:v>
                </c:pt>
                <c:pt idx="14">
                  <c:v>1969</c:v>
                </c:pt>
                <c:pt idx="15">
                  <c:v>1970</c:v>
                </c:pt>
              </c:numCache>
            </c:numRef>
          </c:cat>
          <c:val>
            <c:numRef>
              <c:f>'[C8.2 - Sector Externo - Valores.xls]8.1.5'!$D$86:$D$101</c:f>
              <c:numCache>
                <c:formatCode>#,##0.00\ \ </c:formatCode>
                <c:ptCount val="16"/>
                <c:pt idx="0">
                  <c:v>703.5</c:v>
                </c:pt>
                <c:pt idx="1">
                  <c:v>562.6</c:v>
                </c:pt>
                <c:pt idx="2">
                  <c:v>673.3</c:v>
                </c:pt>
                <c:pt idx="3">
                  <c:v>701.7</c:v>
                </c:pt>
                <c:pt idx="4">
                  <c:v>571.24080563947643</c:v>
                </c:pt>
                <c:pt idx="5">
                  <c:v>650.20000000000005</c:v>
                </c:pt>
                <c:pt idx="6">
                  <c:v>794.94556285949045</c:v>
                </c:pt>
                <c:pt idx="7">
                  <c:v>667.3</c:v>
                </c:pt>
                <c:pt idx="8">
                  <c:v>527.6</c:v>
                </c:pt>
                <c:pt idx="9">
                  <c:v>752.93976977348677</c:v>
                </c:pt>
                <c:pt idx="10">
                  <c:v>880.24820624061408</c:v>
                </c:pt>
                <c:pt idx="11">
                  <c:v>764.5</c:v>
                </c:pt>
                <c:pt idx="12">
                  <c:v>738.8</c:v>
                </c:pt>
                <c:pt idx="13">
                  <c:v>778.9</c:v>
                </c:pt>
                <c:pt idx="14" formatCode="#,##0.0\ \ ">
                  <c:v>1074.2</c:v>
                </c:pt>
                <c:pt idx="15" formatCode="#,##0.0\ \ ">
                  <c:v>1168.3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C5-41EC-9934-532DFC680346}"/>
            </c:ext>
          </c:extLst>
        </c:ser>
        <c:ser>
          <c:idx val="2"/>
          <c:order val="2"/>
          <c:tx>
            <c:strRef>
              <c:f>'[C8.2 - Sector Externo - Valores.xls]8.1.5'!$J$2:$J$5</c:f>
              <c:strCache>
                <c:ptCount val="4"/>
                <c:pt idx="0">
                  <c:v>Combusti-bles y lubric.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Valores.xls]8.1.5'!$A$86:$A$101</c:f>
              <c:numCache>
                <c:formatCode>0</c:formatCode>
                <c:ptCount val="16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1965</c:v>
                </c:pt>
                <c:pt idx="11">
                  <c:v>1966</c:v>
                </c:pt>
                <c:pt idx="12">
                  <c:v>1967</c:v>
                </c:pt>
                <c:pt idx="13">
                  <c:v>1968</c:v>
                </c:pt>
                <c:pt idx="14">
                  <c:v>1969</c:v>
                </c:pt>
                <c:pt idx="15">
                  <c:v>1970</c:v>
                </c:pt>
              </c:numCache>
            </c:numRef>
          </c:cat>
          <c:val>
            <c:numRef>
              <c:f>'[C8.2 - Sector Externo - Valores.xls]8.1.5'!$J$86:$J$101</c:f>
              <c:numCache>
                <c:formatCode>#,##0.00\ \ </c:formatCode>
                <c:ptCount val="16"/>
                <c:pt idx="0">
                  <c:v>203</c:v>
                </c:pt>
                <c:pt idx="1">
                  <c:v>251</c:v>
                </c:pt>
                <c:pt idx="2">
                  <c:v>318</c:v>
                </c:pt>
                <c:pt idx="3">
                  <c:v>251</c:v>
                </c:pt>
                <c:pt idx="4">
                  <c:v>209.0026183282981</c:v>
                </c:pt>
                <c:pt idx="5">
                  <c:v>156</c:v>
                </c:pt>
                <c:pt idx="6">
                  <c:v>129.69111887154202</c:v>
                </c:pt>
                <c:pt idx="7">
                  <c:v>91.6</c:v>
                </c:pt>
                <c:pt idx="8">
                  <c:v>57.4</c:v>
                </c:pt>
                <c:pt idx="9">
                  <c:v>83.715540289639819</c:v>
                </c:pt>
                <c:pt idx="10">
                  <c:v>114.95369597864175</c:v>
                </c:pt>
                <c:pt idx="11">
                  <c:v>108.5</c:v>
                </c:pt>
                <c:pt idx="12">
                  <c:v>93.5</c:v>
                </c:pt>
                <c:pt idx="13">
                  <c:v>84.5</c:v>
                </c:pt>
                <c:pt idx="14">
                  <c:v>101.1</c:v>
                </c:pt>
                <c:pt idx="15">
                  <c:v>79.5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C5-41EC-9934-532DFC680346}"/>
            </c:ext>
          </c:extLst>
        </c:ser>
        <c:ser>
          <c:idx val="3"/>
          <c:order val="3"/>
          <c:tx>
            <c:strRef>
              <c:f>'[C8.2 - Sector Externo - Valores.xls]8.1.5'!$L$2:$L$5</c:f>
              <c:strCache>
                <c:ptCount val="4"/>
                <c:pt idx="0">
                  <c:v>Bienes de  Consumo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Valores.xls]8.1.5'!$A$86:$A$101</c:f>
              <c:numCache>
                <c:formatCode>0</c:formatCode>
                <c:ptCount val="16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1965</c:v>
                </c:pt>
                <c:pt idx="11">
                  <c:v>1966</c:v>
                </c:pt>
                <c:pt idx="12">
                  <c:v>1967</c:v>
                </c:pt>
                <c:pt idx="13">
                  <c:v>1968</c:v>
                </c:pt>
                <c:pt idx="14">
                  <c:v>1969</c:v>
                </c:pt>
                <c:pt idx="15">
                  <c:v>1970</c:v>
                </c:pt>
              </c:numCache>
            </c:numRef>
          </c:cat>
          <c:val>
            <c:numRef>
              <c:f>'[C8.2 - Sector Externo - Valores.xls]8.1.5'!$L$86:$L$101</c:f>
              <c:numCache>
                <c:formatCode>#,##0.00\ \ </c:formatCode>
                <c:ptCount val="16"/>
                <c:pt idx="0">
                  <c:v>69.400000000000006</c:v>
                </c:pt>
                <c:pt idx="1">
                  <c:v>76.7</c:v>
                </c:pt>
                <c:pt idx="2">
                  <c:v>59.8</c:v>
                </c:pt>
                <c:pt idx="3">
                  <c:v>61.2</c:v>
                </c:pt>
                <c:pt idx="4">
                  <c:v>23.376596173212487</c:v>
                </c:pt>
                <c:pt idx="5">
                  <c:v>23.4</c:v>
                </c:pt>
                <c:pt idx="6">
                  <c:v>41.89713092303478</c:v>
                </c:pt>
                <c:pt idx="7">
                  <c:v>41.2</c:v>
                </c:pt>
                <c:pt idx="8">
                  <c:v>23.7</c:v>
                </c:pt>
                <c:pt idx="9">
                  <c:v>31.805904196063871</c:v>
                </c:pt>
                <c:pt idx="10">
                  <c:v>45.662439512764898</c:v>
                </c:pt>
                <c:pt idx="11">
                  <c:v>48.4</c:v>
                </c:pt>
                <c:pt idx="12">
                  <c:v>45.5</c:v>
                </c:pt>
                <c:pt idx="13">
                  <c:v>48.3</c:v>
                </c:pt>
                <c:pt idx="14">
                  <c:v>68.400000000000006</c:v>
                </c:pt>
                <c:pt idx="15">
                  <c:v>81.775867414388514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C5-41EC-9934-532DFC6803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71423936"/>
        <c:axId val="1"/>
      </c:barChart>
      <c:catAx>
        <c:axId val="2071423936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2071423936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'[C8.2 - Sector Externo - Valores.xls]8.1.7'!$E$2:$E$5</c:f>
              <c:strCache>
                <c:ptCount val="4"/>
                <c:pt idx="0">
                  <c:v>Cantidades de Exportación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'[C8.2 - Sector Externo - Valores.xls]8.1.7'!$A$152:$A$167</c:f>
              <c:numCache>
                <c:formatCode>@</c:formatCode>
                <c:ptCount val="16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1965</c:v>
                </c:pt>
                <c:pt idx="11">
                  <c:v>1966</c:v>
                </c:pt>
                <c:pt idx="12">
                  <c:v>1967</c:v>
                </c:pt>
                <c:pt idx="13">
                  <c:v>1968</c:v>
                </c:pt>
                <c:pt idx="14">
                  <c:v>1969</c:v>
                </c:pt>
                <c:pt idx="15">
                  <c:v>1970</c:v>
                </c:pt>
              </c:numCache>
            </c:numRef>
          </c:cat>
          <c:val>
            <c:numRef>
              <c:f>'[C8.2 - Sector Externo - Valores.xls]8.1.7'!$E$152:$E$167</c:f>
              <c:numCache>
                <c:formatCode>#,##0.00\ \ </c:formatCode>
                <c:ptCount val="16"/>
                <c:pt idx="0">
                  <c:v>19.353293338646868</c:v>
                </c:pt>
                <c:pt idx="1">
                  <c:v>21.601779726239684</c:v>
                </c:pt>
                <c:pt idx="2">
                  <c:v>22.991089304494885</c:v>
                </c:pt>
                <c:pt idx="3">
                  <c:v>26.144179591853948</c:v>
                </c:pt>
                <c:pt idx="4">
                  <c:v>25.160123698969596</c:v>
                </c:pt>
                <c:pt idx="5">
                  <c:v>25.315674596854365</c:v>
                </c:pt>
                <c:pt idx="6">
                  <c:v>23.244592146323132</c:v>
                </c:pt>
                <c:pt idx="7">
                  <c:v>31.452060005369503</c:v>
                </c:pt>
                <c:pt idx="8">
                  <c:v>33.864121299797759</c:v>
                </c:pt>
                <c:pt idx="9">
                  <c:v>31.038190851495077</c:v>
                </c:pt>
                <c:pt idx="10">
                  <c:v>32.810205660149748</c:v>
                </c:pt>
                <c:pt idx="11">
                  <c:v>34.846260784946793</c:v>
                </c:pt>
                <c:pt idx="12">
                  <c:v>33.555041391080294</c:v>
                </c:pt>
                <c:pt idx="13">
                  <c:v>32.157551049783685</c:v>
                </c:pt>
                <c:pt idx="14">
                  <c:v>37.734667760708447</c:v>
                </c:pt>
                <c:pt idx="15">
                  <c:v>38.43414832867991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1D-4412-831B-5A25F861C084}"/>
            </c:ext>
          </c:extLst>
        </c:ser>
        <c:ser>
          <c:idx val="1"/>
          <c:order val="1"/>
          <c:tx>
            <c:strRef>
              <c:f>'[C8.2 - Sector Externo - Valores.xls]8.1.7'!$F$2:$F$5</c:f>
              <c:strCache>
                <c:ptCount val="4"/>
                <c:pt idx="0">
                  <c:v>Cantidades de Importación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'[C8.2 - Sector Externo - Valores.xls]8.1.7'!$A$152:$A$167</c:f>
              <c:numCache>
                <c:formatCode>@</c:formatCode>
                <c:ptCount val="16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1965</c:v>
                </c:pt>
                <c:pt idx="11">
                  <c:v>1966</c:v>
                </c:pt>
                <c:pt idx="12">
                  <c:v>1967</c:v>
                </c:pt>
                <c:pt idx="13">
                  <c:v>1968</c:v>
                </c:pt>
                <c:pt idx="14">
                  <c:v>1969</c:v>
                </c:pt>
                <c:pt idx="15">
                  <c:v>1970</c:v>
                </c:pt>
              </c:numCache>
            </c:numRef>
          </c:cat>
          <c:val>
            <c:numRef>
              <c:f>'[C8.2 - Sector Externo - Valores.xls]8.1.7'!$F$152:$F$167</c:f>
              <c:numCache>
                <c:formatCode>#,##0.00\ \ </c:formatCode>
                <c:ptCount val="16"/>
                <c:pt idx="0">
                  <c:v>18.560220261797625</c:v>
                </c:pt>
                <c:pt idx="1">
                  <c:v>17.588781737551351</c:v>
                </c:pt>
                <c:pt idx="2">
                  <c:v>20.322135880613995</c:v>
                </c:pt>
                <c:pt idx="3">
                  <c:v>21.128823917023993</c:v>
                </c:pt>
                <c:pt idx="4">
                  <c:v>17.888165825855928</c:v>
                </c:pt>
                <c:pt idx="5">
                  <c:v>22.441677186675573</c:v>
                </c:pt>
                <c:pt idx="6">
                  <c:v>26.83017503032714</c:v>
                </c:pt>
                <c:pt idx="7">
                  <c:v>24.449123444736845</c:v>
                </c:pt>
                <c:pt idx="8">
                  <c:v>18.184334552389199</c:v>
                </c:pt>
                <c:pt idx="9">
                  <c:v>20.20993056398342</c:v>
                </c:pt>
                <c:pt idx="10">
                  <c:v>22.286156545401862</c:v>
                </c:pt>
                <c:pt idx="11">
                  <c:v>20.423943710077175</c:v>
                </c:pt>
                <c:pt idx="12">
                  <c:v>20.036298238594796</c:v>
                </c:pt>
                <c:pt idx="13">
                  <c:v>21.679539062560877</c:v>
                </c:pt>
                <c:pt idx="14">
                  <c:v>27.574341688053831</c:v>
                </c:pt>
                <c:pt idx="15">
                  <c:v>27.297322863832985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1D-4412-831B-5A25F861C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71424336"/>
        <c:axId val="1"/>
      </c:lineChart>
      <c:catAx>
        <c:axId val="207142433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2071424336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overlay val="0"/>
      <c:spPr>
        <a:noFill/>
        <a:ln w="25400">
          <a:noFill/>
        </a:ln>
      </c:spPr>
      <c:txPr>
        <a:bodyPr rot="0" vert="horz"/>
        <a:lstStyle/>
        <a:p>
          <a:pPr>
            <a:defRPr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Comp. de las Expo (M us$)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'[C8.2 - Sector Externo - Valores.xls]8.1.2'!$D$2:$D$5</c:f>
              <c:strCache>
                <c:ptCount val="4"/>
                <c:pt idx="0">
                  <c:v>Productos de la ganadería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Valores.xls]8.1.2'!$A$98:$A$107</c:f>
              <c:numCache>
                <c:formatCode>General</c:formatCode>
                <c:ptCount val="10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</c:numCache>
            </c:numRef>
          </c:cat>
          <c:val>
            <c:numRef>
              <c:f>'[C8.2 - Sector Externo - Valores.xls]8.1.2'!$D$98:$D$107</c:f>
              <c:numCache>
                <c:formatCode>#,##0.00\ \ </c:formatCode>
                <c:ptCount val="10"/>
                <c:pt idx="0">
                  <c:v>449.19177353148353</c:v>
                </c:pt>
                <c:pt idx="1">
                  <c:v>503.77174054776413</c:v>
                </c:pt>
                <c:pt idx="2">
                  <c:v>500.06792969538606</c:v>
                </c:pt>
                <c:pt idx="3">
                  <c:v>508.66072495236284</c:v>
                </c:pt>
                <c:pt idx="4">
                  <c:v>516.06520793853429</c:v>
                </c:pt>
                <c:pt idx="5">
                  <c:v>519.76122093315803</c:v>
                </c:pt>
                <c:pt idx="6">
                  <c:v>515.97829045242383</c:v>
                </c:pt>
                <c:pt idx="7">
                  <c:v>541.39851167851782</c:v>
                </c:pt>
                <c:pt idx="8">
                  <c:v>665.3850270356952</c:v>
                </c:pt>
                <c:pt idx="9">
                  <c:v>590.09132791335583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57-4D92-956F-B415E250BEA5}"/>
            </c:ext>
          </c:extLst>
        </c:ser>
        <c:ser>
          <c:idx val="1"/>
          <c:order val="1"/>
          <c:tx>
            <c:strRef>
              <c:f>'[C8.2 - Sector Externo - Valores.xls]8.1.2'!$E$2:$E$5</c:f>
              <c:strCache>
                <c:ptCount val="4"/>
                <c:pt idx="0">
                  <c:v>Productos de la agricultura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Valores.xls]8.1.2'!$A$98:$A$107</c:f>
              <c:numCache>
                <c:formatCode>General</c:formatCode>
                <c:ptCount val="10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</c:numCache>
            </c:numRef>
          </c:cat>
          <c:val>
            <c:numRef>
              <c:f>'[C8.2 - Sector Externo - Valores.xls]8.1.2'!$E$98:$E$107</c:f>
              <c:numCache>
                <c:formatCode>#,##0.00\ \ </c:formatCode>
                <c:ptCount val="10"/>
                <c:pt idx="0">
                  <c:v>423.55424377013321</c:v>
                </c:pt>
                <c:pt idx="1">
                  <c:v>384.69199791597987</c:v>
                </c:pt>
                <c:pt idx="2">
                  <c:v>405.57964585901323</c:v>
                </c:pt>
                <c:pt idx="3">
                  <c:v>440.9653258700834</c:v>
                </c:pt>
                <c:pt idx="4">
                  <c:v>441.2196432535938</c:v>
                </c:pt>
                <c:pt idx="5">
                  <c:v>508.75146083291662</c:v>
                </c:pt>
                <c:pt idx="6">
                  <c:v>387.93270218860613</c:v>
                </c:pt>
                <c:pt idx="7">
                  <c:v>607.35061473933649</c:v>
                </c:pt>
                <c:pt idx="8">
                  <c:v>526.51275843353199</c:v>
                </c:pt>
                <c:pt idx="9">
                  <c:v>695.48361346822833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57-4D92-956F-B415E250BEA5}"/>
            </c:ext>
          </c:extLst>
        </c:ser>
        <c:ser>
          <c:idx val="2"/>
          <c:order val="2"/>
          <c:tx>
            <c:strRef>
              <c:f>'[C8.2 - Sector Externo - Valores.xls]8.1.2'!$F$2:$F$5</c:f>
              <c:strCache>
                <c:ptCount val="4"/>
                <c:pt idx="0">
                  <c:v>Productos forestales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Valores.xls]8.1.2'!$A$98:$A$107</c:f>
              <c:numCache>
                <c:formatCode>General</c:formatCode>
                <c:ptCount val="10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</c:numCache>
            </c:numRef>
          </c:cat>
          <c:val>
            <c:numRef>
              <c:f>'[C8.2 - Sector Externo - Valores.xls]8.1.2'!$F$98:$F$107</c:f>
              <c:numCache>
                <c:formatCode>#,##0.00\ \ </c:formatCode>
                <c:ptCount val="10"/>
                <c:pt idx="0">
                  <c:v>27.356938463935794</c:v>
                </c:pt>
                <c:pt idx="1">
                  <c:v>26.422518606300439</c:v>
                </c:pt>
                <c:pt idx="2">
                  <c:v>24.959967411446286</c:v>
                </c:pt>
                <c:pt idx="3">
                  <c:v>19.037534151421379</c:v>
                </c:pt>
                <c:pt idx="4">
                  <c:v>18.174795133960785</c:v>
                </c:pt>
                <c:pt idx="5">
                  <c:v>15.230536487393978</c:v>
                </c:pt>
                <c:pt idx="6">
                  <c:v>13.254081412825988</c:v>
                </c:pt>
                <c:pt idx="7">
                  <c:v>12.212422810140163</c:v>
                </c:pt>
                <c:pt idx="8">
                  <c:v>13.061854348841967</c:v>
                </c:pt>
                <c:pt idx="9">
                  <c:v>15.942792049606396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57-4D92-956F-B415E250BEA5}"/>
            </c:ext>
          </c:extLst>
        </c:ser>
        <c:ser>
          <c:idx val="3"/>
          <c:order val="3"/>
          <c:tx>
            <c:strRef>
              <c:f>'[C8.2 - Sector Externo - Valores.xls]8.1.2'!$G$2:$G$5</c:f>
              <c:strCache>
                <c:ptCount val="4"/>
                <c:pt idx="0">
                  <c:v>Productos de la minería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Valores.xls]8.1.2'!$A$98:$A$107</c:f>
              <c:numCache>
                <c:formatCode>General</c:formatCode>
                <c:ptCount val="10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</c:numCache>
            </c:numRef>
          </c:cat>
          <c:val>
            <c:numRef>
              <c:f>'[C8.2 - Sector Externo - Valores.xls]8.1.2'!$G$98:$G$107</c:f>
              <c:numCache>
                <c:formatCode>#,##0.00\ \ </c:formatCode>
                <c:ptCount val="10"/>
                <c:pt idx="0">
                  <c:v>3.2564164819701329</c:v>
                </c:pt>
                <c:pt idx="1">
                  <c:v>8.3327158411910567</c:v>
                </c:pt>
                <c:pt idx="2">
                  <c:v>7.3012442081662581</c:v>
                </c:pt>
                <c:pt idx="3">
                  <c:v>3.8384262360990946</c:v>
                </c:pt>
                <c:pt idx="4">
                  <c:v>3.6678842006359074</c:v>
                </c:pt>
                <c:pt idx="5">
                  <c:v>4.7831998909517077</c:v>
                </c:pt>
                <c:pt idx="6">
                  <c:v>6.1683982703739249</c:v>
                </c:pt>
                <c:pt idx="7">
                  <c:v>21.623109212323797</c:v>
                </c:pt>
                <c:pt idx="8">
                  <c:v>22.60388921207236</c:v>
                </c:pt>
                <c:pt idx="9">
                  <c:v>13.163297054639541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E57-4D92-956F-B415E250BEA5}"/>
            </c:ext>
          </c:extLst>
        </c:ser>
        <c:ser>
          <c:idx val="4"/>
          <c:order val="4"/>
          <c:tx>
            <c:strRef>
              <c:f>'[C8.2 - Sector Externo - Valores.xls]8.1.2'!$H$2:$H$5</c:f>
              <c:strCache>
                <c:ptCount val="4"/>
                <c:pt idx="0">
                  <c:v>Productos de la caza y pesca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Valores.xls]8.1.2'!$A$98:$A$107</c:f>
              <c:numCache>
                <c:formatCode>General</c:formatCode>
                <c:ptCount val="10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</c:numCache>
            </c:numRef>
          </c:cat>
          <c:val>
            <c:numRef>
              <c:f>'[C8.2 - Sector Externo - Valores.xls]8.1.2'!$H$98:$H$107</c:f>
              <c:numCache>
                <c:formatCode>#,##0.00\ \ </c:formatCode>
                <c:ptCount val="10"/>
                <c:pt idx="0" formatCode="#,##0.000\ \ ">
                  <c:v>0.77770393625726952</c:v>
                </c:pt>
                <c:pt idx="1">
                  <c:v>1.4024699897610911</c:v>
                </c:pt>
                <c:pt idx="2">
                  <c:v>2.8570390373287067</c:v>
                </c:pt>
                <c:pt idx="3">
                  <c:v>2.3049557051474312</c:v>
                </c:pt>
                <c:pt idx="4">
                  <c:v>3.4798536897691865</c:v>
                </c:pt>
                <c:pt idx="5">
                  <c:v>3.6541527078272082</c:v>
                </c:pt>
                <c:pt idx="6">
                  <c:v>4.6134239151122802</c:v>
                </c:pt>
                <c:pt idx="7">
                  <c:v>4.6332948364000943</c:v>
                </c:pt>
                <c:pt idx="8">
                  <c:v>8.5316134966983661</c:v>
                </c:pt>
                <c:pt idx="9">
                  <c:v>3.6574881786461129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E57-4D92-956F-B415E250BEA5}"/>
            </c:ext>
          </c:extLst>
        </c:ser>
        <c:ser>
          <c:idx val="5"/>
          <c:order val="5"/>
          <c:tx>
            <c:strRef>
              <c:f>'[C8.2 - Sector Externo - Valores.xls]8.1.2'!$I$2:$I$5</c:f>
              <c:strCache>
                <c:ptCount val="4"/>
                <c:pt idx="0">
                  <c:v>Artículos diversos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'[C8.2 - Sector Externo - Valores.xls]8.1.2'!$A$98:$A$107</c:f>
              <c:numCache>
                <c:formatCode>General</c:formatCode>
                <c:ptCount val="10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</c:numCache>
            </c:numRef>
          </c:cat>
          <c:val>
            <c:numRef>
              <c:f>'[C8.2 - Sector Externo - Valores.xls]8.1.2'!$I$98:$I$107</c:f>
              <c:numCache>
                <c:formatCode>#,##0.00\ \ </c:formatCode>
                <c:ptCount val="10"/>
                <c:pt idx="0">
                  <c:v>24.462923816220044</c:v>
                </c:pt>
                <c:pt idx="1">
                  <c:v>19.178557099003349</c:v>
                </c:pt>
                <c:pt idx="2">
                  <c:v>34.034073790793144</c:v>
                </c:pt>
                <c:pt idx="3">
                  <c:v>19.093033084885885</c:v>
                </c:pt>
                <c:pt idx="4">
                  <c:v>17.99261578350605</c:v>
                </c:pt>
                <c:pt idx="5">
                  <c:v>27.019529151931756</c:v>
                </c:pt>
                <c:pt idx="6">
                  <c:v>36.158103678198856</c:v>
                </c:pt>
                <c:pt idx="7">
                  <c:v>28.78204672328161</c:v>
                </c:pt>
                <c:pt idx="8">
                  <c:v>129.40485747316046</c:v>
                </c:pt>
                <c:pt idx="9">
                  <c:v>92.16148133552349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E57-4D92-956F-B415E250BE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88159760"/>
        <c:axId val="520263008"/>
      </c:barChart>
      <c:catAx>
        <c:axId val="1888159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20263008"/>
        <c:crosses val="autoZero"/>
        <c:auto val="1"/>
        <c:lblAlgn val="ctr"/>
        <c:lblOffset val="100"/>
        <c:noMultiLvlLbl val="0"/>
      </c:catAx>
      <c:valAx>
        <c:axId val="5202630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888159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s-A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Hoja1!$F$1</c:f>
              <c:strCache>
                <c:ptCount val="1"/>
                <c:pt idx="0">
                  <c:v>tradicionales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Hoja1!$A$2:$A$17</c:f>
              <c:numCache>
                <c:formatCode>General</c:formatCode>
                <c:ptCount val="16"/>
                <c:pt idx="0">
                  <c:v>1955</c:v>
                </c:pt>
                <c:pt idx="1">
                  <c:v>1956</c:v>
                </c:pt>
                <c:pt idx="2">
                  <c:v>1957</c:v>
                </c:pt>
                <c:pt idx="3">
                  <c:v>1958</c:v>
                </c:pt>
                <c:pt idx="4">
                  <c:v>1959</c:v>
                </c:pt>
                <c:pt idx="5">
                  <c:v>1960</c:v>
                </c:pt>
                <c:pt idx="6">
                  <c:v>1961</c:v>
                </c:pt>
                <c:pt idx="7">
                  <c:v>1962</c:v>
                </c:pt>
                <c:pt idx="8">
                  <c:v>1963</c:v>
                </c:pt>
                <c:pt idx="9">
                  <c:v>1964</c:v>
                </c:pt>
                <c:pt idx="10">
                  <c:v>1965</c:v>
                </c:pt>
                <c:pt idx="11">
                  <c:v>1966</c:v>
                </c:pt>
                <c:pt idx="12">
                  <c:v>1967</c:v>
                </c:pt>
                <c:pt idx="13">
                  <c:v>1968</c:v>
                </c:pt>
                <c:pt idx="14">
                  <c:v>1969</c:v>
                </c:pt>
                <c:pt idx="15">
                  <c:v>1970</c:v>
                </c:pt>
              </c:numCache>
            </c:numRef>
          </c:cat>
          <c:val>
            <c:numRef>
              <c:f>Hoja1!$F$2:$F$17</c:f>
              <c:numCache>
                <c:formatCode>#.##00\ \ </c:formatCode>
                <c:ptCount val="16"/>
                <c:pt idx="0">
                  <c:v>11053.3</c:v>
                </c:pt>
                <c:pt idx="1">
                  <c:v>10222.1</c:v>
                </c:pt>
                <c:pt idx="2">
                  <c:v>11860.6</c:v>
                </c:pt>
                <c:pt idx="3">
                  <c:v>11536.9</c:v>
                </c:pt>
                <c:pt idx="4">
                  <c:v>11599.7</c:v>
                </c:pt>
                <c:pt idx="5">
                  <c:v>10709.1</c:v>
                </c:pt>
                <c:pt idx="6">
                  <c:v>10214.9</c:v>
                </c:pt>
                <c:pt idx="7">
                  <c:v>10968.300000000001</c:v>
                </c:pt>
                <c:pt idx="8">
                  <c:v>10910.5</c:v>
                </c:pt>
                <c:pt idx="9">
                  <c:v>12844.4</c:v>
                </c:pt>
                <c:pt idx="10">
                  <c:v>12495.1</c:v>
                </c:pt>
                <c:pt idx="11">
                  <c:v>12056.3</c:v>
                </c:pt>
                <c:pt idx="12">
                  <c:v>12514.6</c:v>
                </c:pt>
                <c:pt idx="13">
                  <c:v>12990.8</c:v>
                </c:pt>
                <c:pt idx="14">
                  <c:v>13452</c:v>
                </c:pt>
                <c:pt idx="15">
                  <c:v>12985.199999999999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63-4108-BD50-9D7C9E52D69C}"/>
            </c:ext>
          </c:extLst>
        </c:ser>
        <c:ser>
          <c:idx val="1"/>
          <c:order val="1"/>
          <c:tx>
            <c:strRef>
              <c:f>Hoja1!$K$1</c:f>
              <c:strCache>
                <c:ptCount val="1"/>
                <c:pt idx="0">
                  <c:v>"industriales"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Hoja1!$K$2:$K$17</c:f>
              <c:numCache>
                <c:formatCode>#.##00\ \ </c:formatCode>
                <c:ptCount val="16"/>
                <c:pt idx="0">
                  <c:v>4222.6929999999993</c:v>
                </c:pt>
                <c:pt idx="1">
                  <c:v>5366.3</c:v>
                </c:pt>
                <c:pt idx="2">
                  <c:v>5581.4</c:v>
                </c:pt>
                <c:pt idx="3">
                  <c:v>6298.9</c:v>
                </c:pt>
                <c:pt idx="4">
                  <c:v>6221.5</c:v>
                </c:pt>
                <c:pt idx="5">
                  <c:v>6190.5</c:v>
                </c:pt>
                <c:pt idx="6">
                  <c:v>5929.6</c:v>
                </c:pt>
                <c:pt idx="7">
                  <c:v>6284.6</c:v>
                </c:pt>
                <c:pt idx="8">
                  <c:v>5641.2</c:v>
                </c:pt>
                <c:pt idx="9">
                  <c:v>5327.7000000000007</c:v>
                </c:pt>
                <c:pt idx="10">
                  <c:v>5450.5</c:v>
                </c:pt>
                <c:pt idx="11">
                  <c:v>5571.2000000000007</c:v>
                </c:pt>
                <c:pt idx="12">
                  <c:v>6020</c:v>
                </c:pt>
                <c:pt idx="13">
                  <c:v>6203.5</c:v>
                </c:pt>
                <c:pt idx="14">
                  <c:v>7016.5</c:v>
                </c:pt>
                <c:pt idx="15">
                  <c:v>7474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63-4108-BD50-9D7C9E52D6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1069296"/>
        <c:axId val="512073104"/>
      </c:lineChart>
      <c:catAx>
        <c:axId val="212106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073104"/>
        <c:crosses val="autoZero"/>
        <c:auto val="1"/>
        <c:lblAlgn val="ctr"/>
        <c:lblOffset val="100"/>
        <c:noMultiLvlLbl val="0"/>
      </c:catAx>
      <c:valAx>
        <c:axId val="512073104"/>
        <c:scaling>
          <c:orientation val="minMax"/>
        </c:scaling>
        <c:delete val="0"/>
        <c:axPos val="l"/>
        <c:numFmt formatCode="#.##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212106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/>
              <a:t>Petroleo procesado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'[C4.2 - Producción - Valores.xls]4.4.1'!$B$4:$B$5</c:f>
              <c:strCache>
                <c:ptCount val="2"/>
                <c:pt idx="0">
                  <c:v>Nacional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'[C4.2 - Producción - Valores.xls]4.4.1'!$A$26:$A$39</c:f>
              <c:numCache>
                <c:formatCode>@</c:formatCode>
                <c:ptCount val="14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  <c:pt idx="7">
                  <c:v>1963</c:v>
                </c:pt>
                <c:pt idx="8">
                  <c:v>1964</c:v>
                </c:pt>
                <c:pt idx="9">
                  <c:v>1965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</c:numCache>
            </c:numRef>
          </c:cat>
          <c:val>
            <c:numRef>
              <c:f>'[C4.2 - Producción - Valores.xls]4.4.1'!$B$26:$B$39</c:f>
              <c:numCache>
                <c:formatCode>#,##0.0\ \ </c:formatCode>
                <c:ptCount val="14"/>
                <c:pt idx="0">
                  <c:v>4935.9679999999998</c:v>
                </c:pt>
                <c:pt idx="1">
                  <c:v>5441.8209999999999</c:v>
                </c:pt>
                <c:pt idx="2">
                  <c:v>5608.9009999999998</c:v>
                </c:pt>
                <c:pt idx="3">
                  <c:v>6772.473</c:v>
                </c:pt>
                <c:pt idx="4">
                  <c:v>9771.393</c:v>
                </c:pt>
                <c:pt idx="5" formatCode="#,##0\ \ ">
                  <c:v>12810.504000000001</c:v>
                </c:pt>
                <c:pt idx="6" formatCode="#,##0\ \ ">
                  <c:v>15542.102999999999</c:v>
                </c:pt>
                <c:pt idx="7" formatCode="#,##0\ \ ">
                  <c:v>15450.22</c:v>
                </c:pt>
                <c:pt idx="8" formatCode="#,##0\ \ ">
                  <c:v>15735.406000000001</c:v>
                </c:pt>
                <c:pt idx="9" formatCode="#,##0\ \ ">
                  <c:v>15408.921</c:v>
                </c:pt>
                <c:pt idx="10" formatCode="#,##0\ \ ">
                  <c:v>16536.237000000001</c:v>
                </c:pt>
                <c:pt idx="11" formatCode="#,##0\ \ ">
                  <c:v>17936.023000000001</c:v>
                </c:pt>
                <c:pt idx="12" formatCode="#,##0\ \ ">
                  <c:v>19471.969000000001</c:v>
                </c:pt>
                <c:pt idx="13" formatCode="#,##0\ \ ">
                  <c:v>20470.385999999999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9A-4961-B219-1311B929EE28}"/>
            </c:ext>
          </c:extLst>
        </c:ser>
        <c:ser>
          <c:idx val="1"/>
          <c:order val="1"/>
          <c:tx>
            <c:strRef>
              <c:f>'[C4.2 - Producción - Valores.xls]4.4.1'!$C$4:$C$5</c:f>
              <c:strCache>
                <c:ptCount val="2"/>
                <c:pt idx="0">
                  <c:v>Importado 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'[C4.2 - Producción - Valores.xls]4.4.1'!$A$26:$A$39</c:f>
              <c:numCache>
                <c:formatCode>@</c:formatCode>
                <c:ptCount val="14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  <c:pt idx="7">
                  <c:v>1963</c:v>
                </c:pt>
                <c:pt idx="8">
                  <c:v>1964</c:v>
                </c:pt>
                <c:pt idx="9">
                  <c:v>1965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</c:numCache>
            </c:numRef>
          </c:cat>
          <c:val>
            <c:numRef>
              <c:f>'[C4.2 - Producción - Valores.xls]4.4.1'!$C$26:$C$39</c:f>
              <c:numCache>
                <c:formatCode>#,##0.0\ \ </c:formatCode>
                <c:ptCount val="14"/>
                <c:pt idx="0">
                  <c:v>4690.518</c:v>
                </c:pt>
                <c:pt idx="1">
                  <c:v>6515.585</c:v>
                </c:pt>
                <c:pt idx="2">
                  <c:v>7424.4520000000002</c:v>
                </c:pt>
                <c:pt idx="3">
                  <c:v>5878.7309999999998</c:v>
                </c:pt>
                <c:pt idx="4">
                  <c:v>3856.2310000000002</c:v>
                </c:pt>
                <c:pt idx="5">
                  <c:v>2038.798</c:v>
                </c:pt>
                <c:pt idx="6">
                  <c:v>1929.421</c:v>
                </c:pt>
                <c:pt idx="7" formatCode="#,##0.00\ \ ">
                  <c:v>856.42399999999998</c:v>
                </c:pt>
                <c:pt idx="8">
                  <c:v>1599.0450000000001</c:v>
                </c:pt>
                <c:pt idx="9">
                  <c:v>4086.0749999999998</c:v>
                </c:pt>
                <c:pt idx="10">
                  <c:v>4030.2</c:v>
                </c:pt>
                <c:pt idx="11">
                  <c:v>2913.9960000000001</c:v>
                </c:pt>
                <c:pt idx="12">
                  <c:v>2358.5039999999999</c:v>
                </c:pt>
                <c:pt idx="13">
                  <c:v>2602.261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9A-4961-B219-1311B929EE28}"/>
            </c:ext>
          </c:extLst>
        </c:ser>
        <c:ser>
          <c:idx val="2"/>
          <c:order val="2"/>
          <c:tx>
            <c:strRef>
              <c:f>'[C4.2 - Producción - Valores.xls]4.4.1'!$D$4:$D$5</c:f>
              <c:strCache>
                <c:ptCount val="2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'[C4.2 - Producción - Valores.xls]4.4.1'!$A$26:$A$39</c:f>
              <c:numCache>
                <c:formatCode>@</c:formatCode>
                <c:ptCount val="14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  <c:pt idx="7">
                  <c:v>1963</c:v>
                </c:pt>
                <c:pt idx="8">
                  <c:v>1964</c:v>
                </c:pt>
                <c:pt idx="9">
                  <c:v>1965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</c:numCache>
            </c:numRef>
          </c:cat>
          <c:val>
            <c:numRef>
              <c:f>'[C4.2 - Producción - Valores.xls]4.4.1'!$D$26:$D$39</c:f>
              <c:numCache>
                <c:formatCode>#,##0\ \ </c:formatCode>
                <c:ptCount val="14"/>
                <c:pt idx="0" formatCode="#,##0.0\ \ ">
                  <c:v>9626.4860000000008</c:v>
                </c:pt>
                <c:pt idx="1">
                  <c:v>11957.406000000001</c:v>
                </c:pt>
                <c:pt idx="2">
                  <c:v>13034.352999999999</c:v>
                </c:pt>
                <c:pt idx="3">
                  <c:v>12651.204</c:v>
                </c:pt>
                <c:pt idx="4">
                  <c:v>13627.624</c:v>
                </c:pt>
                <c:pt idx="5">
                  <c:v>14849.302</c:v>
                </c:pt>
                <c:pt idx="6">
                  <c:v>16771.524000000001</c:v>
                </c:pt>
                <c:pt idx="7">
                  <c:v>16306.644</c:v>
                </c:pt>
                <c:pt idx="8">
                  <c:v>17334.451000000001</c:v>
                </c:pt>
                <c:pt idx="9">
                  <c:v>19494.995999999999</c:v>
                </c:pt>
                <c:pt idx="10">
                  <c:v>20566.437000000002</c:v>
                </c:pt>
                <c:pt idx="11">
                  <c:v>20850.019</c:v>
                </c:pt>
                <c:pt idx="12">
                  <c:v>21830.473000000002</c:v>
                </c:pt>
                <c:pt idx="13">
                  <c:v>23072.647000000001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89A-4961-B219-1311B929EE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4541872"/>
        <c:axId val="1894907680"/>
      </c:lineChart>
      <c:catAx>
        <c:axId val="206454187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894907680"/>
        <c:crosses val="autoZero"/>
        <c:auto val="1"/>
        <c:lblAlgn val="ctr"/>
        <c:lblOffset val="100"/>
        <c:noMultiLvlLbl val="0"/>
      </c:catAx>
      <c:valAx>
        <c:axId val="1894907680"/>
        <c:scaling>
          <c:orientation val="minMax"/>
        </c:scaling>
        <c:delete val="0"/>
        <c:axPos val="l"/>
        <c:numFmt formatCode="#,##0.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2064541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  <c:userShapes r:id="rId4"/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'3.4.2'!$A$145:$A$171</c:f>
              <c:numCache>
                <c:formatCode>@</c:formatCode>
                <c:ptCount val="27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  <c:pt idx="24">
                  <c:v>1972</c:v>
                </c:pt>
                <c:pt idx="25">
                  <c:v>1973</c:v>
                </c:pt>
                <c:pt idx="26">
                  <c:v>1974</c:v>
                </c:pt>
              </c:numCache>
            </c:numRef>
          </c:cat>
          <c:val>
            <c:numRef>
              <c:f>'3.4.2'!$D$145:$D$171</c:f>
              <c:numCache>
                <c:formatCode>#,##0.00\ \ </c:formatCode>
                <c:ptCount val="27"/>
                <c:pt idx="0">
                  <c:v>3.0854075113867907</c:v>
                </c:pt>
                <c:pt idx="1">
                  <c:v>-3.5374914874869603</c:v>
                </c:pt>
                <c:pt idx="2">
                  <c:v>-1.0832658306226648</c:v>
                </c:pt>
                <c:pt idx="3">
                  <c:v>1.7109074314518864</c:v>
                </c:pt>
                <c:pt idx="4">
                  <c:v>-6.9434345702860583</c:v>
                </c:pt>
                <c:pt idx="5">
                  <c:v>3.2559488221072428</c:v>
                </c:pt>
                <c:pt idx="6">
                  <c:v>2.1681547474364322</c:v>
                </c:pt>
                <c:pt idx="7">
                  <c:v>5.0993888286657238</c:v>
                </c:pt>
                <c:pt idx="8" formatCode="#,##0.000\ \ ">
                  <c:v>0.94510961270009375</c:v>
                </c:pt>
                <c:pt idx="9">
                  <c:v>3.3617881938086072</c:v>
                </c:pt>
                <c:pt idx="10">
                  <c:v>4.3158169545900193</c:v>
                </c:pt>
                <c:pt idx="11">
                  <c:v>-8.0020568325513466</c:v>
                </c:pt>
                <c:pt idx="12">
                  <c:v>6.1232374897001165</c:v>
                </c:pt>
                <c:pt idx="13">
                  <c:v>5.3896089364165789</c:v>
                </c:pt>
                <c:pt idx="14">
                  <c:v>-3.1278867707624585</c:v>
                </c:pt>
                <c:pt idx="15">
                  <c:v>-3.874156992724366</c:v>
                </c:pt>
                <c:pt idx="16">
                  <c:v>8.6282216886126122</c:v>
                </c:pt>
                <c:pt idx="17">
                  <c:v>7.5275293217958108</c:v>
                </c:pt>
                <c:pt idx="18" formatCode="#,##0.000\ \ ">
                  <c:v>-0.81661218579245087</c:v>
                </c:pt>
                <c:pt idx="19">
                  <c:v>1.2021455447186469</c:v>
                </c:pt>
                <c:pt idx="20">
                  <c:v>2.8334503471541694</c:v>
                </c:pt>
                <c:pt idx="21">
                  <c:v>6.9777294043975644</c:v>
                </c:pt>
                <c:pt idx="22">
                  <c:v>3.7906041148089002</c:v>
                </c:pt>
                <c:pt idx="23">
                  <c:v>2.0919390330042233</c:v>
                </c:pt>
                <c:pt idx="24" formatCode="#,##0.000\ \ ">
                  <c:v>0.36461362435559863</c:v>
                </c:pt>
                <c:pt idx="25">
                  <c:v>1.9824537207806685</c:v>
                </c:pt>
                <c:pt idx="26">
                  <c:v>3.6366132511152784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F6-4AFB-ABE1-2F4B9D907A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1930560"/>
        <c:axId val="1"/>
      </c:lineChart>
      <c:catAx>
        <c:axId val="49193056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38100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49193056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Sup. sembrada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Hoja1!$A$7:$A$31</c:f>
              <c:numCache>
                <c:formatCode>General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Hoja1!$J$7:$J$31</c:f>
              <c:numCache>
                <c:formatCode>#,##0</c:formatCode>
                <c:ptCount val="25"/>
                <c:pt idx="0">
                  <c:v>8925.7999999999993</c:v>
                </c:pt>
                <c:pt idx="1">
                  <c:v>10080.4</c:v>
                </c:pt>
                <c:pt idx="2">
                  <c:v>7964.1</c:v>
                </c:pt>
                <c:pt idx="3">
                  <c:v>10439.76</c:v>
                </c:pt>
                <c:pt idx="4">
                  <c:v>10354.199999999999</c:v>
                </c:pt>
                <c:pt idx="5">
                  <c:v>9677.5999999999985</c:v>
                </c:pt>
                <c:pt idx="6">
                  <c:v>8772.5</c:v>
                </c:pt>
                <c:pt idx="7">
                  <c:v>9972.9</c:v>
                </c:pt>
                <c:pt idx="8">
                  <c:v>9618.1999999999989</c:v>
                </c:pt>
                <c:pt idx="9">
                  <c:v>9804.1</c:v>
                </c:pt>
                <c:pt idx="10">
                  <c:v>9081.9</c:v>
                </c:pt>
                <c:pt idx="11">
                  <c:v>8625.9</c:v>
                </c:pt>
                <c:pt idx="12">
                  <c:v>9559.1</c:v>
                </c:pt>
                <c:pt idx="13">
                  <c:v>9769.9</c:v>
                </c:pt>
                <c:pt idx="14">
                  <c:v>11462.8</c:v>
                </c:pt>
                <c:pt idx="15">
                  <c:v>11361.5</c:v>
                </c:pt>
                <c:pt idx="16">
                  <c:v>10939.3</c:v>
                </c:pt>
                <c:pt idx="17">
                  <c:v>11371.6</c:v>
                </c:pt>
                <c:pt idx="18">
                  <c:v>11797.699999999999</c:v>
                </c:pt>
                <c:pt idx="19">
                  <c:v>12153.5</c:v>
                </c:pt>
                <c:pt idx="20">
                  <c:v>11856.3</c:v>
                </c:pt>
                <c:pt idx="21">
                  <c:v>10434.5</c:v>
                </c:pt>
                <c:pt idx="22">
                  <c:v>9964</c:v>
                </c:pt>
                <c:pt idx="23">
                  <c:v>10386.5</c:v>
                </c:pt>
                <c:pt idx="24">
                  <c:v>8800.4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15-44FC-A2C0-198147D4CD6B}"/>
            </c:ext>
          </c:extLst>
        </c:ser>
        <c:ser>
          <c:idx val="1"/>
          <c:order val="1"/>
          <c:tx>
            <c:v>Sup. Cosechada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Hoja1!$A$7:$A$31</c:f>
              <c:numCache>
                <c:formatCode>General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Hoja1!$K$7:$K$31</c:f>
              <c:numCache>
                <c:formatCode>#,##0</c:formatCode>
                <c:ptCount val="25"/>
                <c:pt idx="0">
                  <c:v>6435.88</c:v>
                </c:pt>
                <c:pt idx="1">
                  <c:v>7801.6</c:v>
                </c:pt>
                <c:pt idx="2">
                  <c:v>4620.03</c:v>
                </c:pt>
                <c:pt idx="3">
                  <c:v>8803.7270000000008</c:v>
                </c:pt>
                <c:pt idx="4">
                  <c:v>7962.893</c:v>
                </c:pt>
                <c:pt idx="5">
                  <c:v>7957.7000000000007</c:v>
                </c:pt>
                <c:pt idx="6">
                  <c:v>6746.0590000000002</c:v>
                </c:pt>
                <c:pt idx="7">
                  <c:v>8426.65</c:v>
                </c:pt>
                <c:pt idx="8">
                  <c:v>7917.25</c:v>
                </c:pt>
                <c:pt idx="9">
                  <c:v>8598.68</c:v>
                </c:pt>
                <c:pt idx="10">
                  <c:v>7909.5300000000007</c:v>
                </c:pt>
                <c:pt idx="11">
                  <c:v>7323</c:v>
                </c:pt>
                <c:pt idx="12">
                  <c:v>8349.27</c:v>
                </c:pt>
                <c:pt idx="13">
                  <c:v>7705.4000000000005</c:v>
                </c:pt>
                <c:pt idx="14">
                  <c:v>9863.2000000000007</c:v>
                </c:pt>
                <c:pt idx="15">
                  <c:v>10281.98</c:v>
                </c:pt>
                <c:pt idx="16">
                  <c:v>8879.9</c:v>
                </c:pt>
                <c:pt idx="17">
                  <c:v>9464.8000000000011</c:v>
                </c:pt>
                <c:pt idx="18">
                  <c:v>9805.5999999999985</c:v>
                </c:pt>
                <c:pt idx="19">
                  <c:v>10202.700000000001</c:v>
                </c:pt>
                <c:pt idx="20">
                  <c:v>9999.43</c:v>
                </c:pt>
                <c:pt idx="21">
                  <c:v>8600.6</c:v>
                </c:pt>
                <c:pt idx="22">
                  <c:v>7892.7</c:v>
                </c:pt>
                <c:pt idx="23">
                  <c:v>8971.6</c:v>
                </c:pt>
                <c:pt idx="24">
                  <c:v>7833.5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15-44FC-A2C0-198147D4CD6B}"/>
            </c:ext>
          </c:extLst>
        </c:ser>
        <c:ser>
          <c:idx val="2"/>
          <c:order val="2"/>
          <c:tx>
            <c:v>Prod.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Hoja1!$A$7:$A$31</c:f>
              <c:numCache>
                <c:formatCode>General</c:formatCode>
                <c:ptCount val="25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</c:numCache>
            </c:numRef>
          </c:cat>
          <c:val>
            <c:numRef>
              <c:f>Hoja1!$O$7:$O$31</c:f>
              <c:numCache>
                <c:formatCode>#,##0</c:formatCode>
                <c:ptCount val="25"/>
                <c:pt idx="0">
                  <c:v>6656.2</c:v>
                </c:pt>
                <c:pt idx="1">
                  <c:v>9025.2000000000007</c:v>
                </c:pt>
                <c:pt idx="2">
                  <c:v>4453.3999999999996</c:v>
                </c:pt>
                <c:pt idx="3">
                  <c:v>11768</c:v>
                </c:pt>
                <c:pt idx="4">
                  <c:v>11060</c:v>
                </c:pt>
                <c:pt idx="5">
                  <c:v>10641</c:v>
                </c:pt>
                <c:pt idx="6">
                  <c:v>9358</c:v>
                </c:pt>
                <c:pt idx="7">
                  <c:v>10418</c:v>
                </c:pt>
                <c:pt idx="8">
                  <c:v>11246</c:v>
                </c:pt>
                <c:pt idx="9">
                  <c:v>12272</c:v>
                </c:pt>
                <c:pt idx="10">
                  <c:v>10770</c:v>
                </c:pt>
                <c:pt idx="11">
                  <c:v>9612</c:v>
                </c:pt>
                <c:pt idx="12">
                  <c:v>11763</c:v>
                </c:pt>
                <c:pt idx="13">
                  <c:v>10898.6</c:v>
                </c:pt>
                <c:pt idx="14">
                  <c:v>15061</c:v>
                </c:pt>
                <c:pt idx="15">
                  <c:v>17215</c:v>
                </c:pt>
                <c:pt idx="16">
                  <c:v>13689</c:v>
                </c:pt>
                <c:pt idx="17">
                  <c:v>15334</c:v>
                </c:pt>
                <c:pt idx="18">
                  <c:v>14265.1</c:v>
                </c:pt>
                <c:pt idx="19">
                  <c:v>13110</c:v>
                </c:pt>
                <c:pt idx="20">
                  <c:v>17020</c:v>
                </c:pt>
                <c:pt idx="21">
                  <c:v>15530</c:v>
                </c:pt>
                <c:pt idx="22">
                  <c:v>11615.6</c:v>
                </c:pt>
                <c:pt idx="23">
                  <c:v>17930</c:v>
                </c:pt>
                <c:pt idx="24">
                  <c:v>16757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E15-44FC-A2C0-198147D4CD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2459648"/>
        <c:axId val="562456368"/>
      </c:lineChart>
      <c:catAx>
        <c:axId val="56245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62456368"/>
        <c:crosses val="autoZero"/>
        <c:auto val="1"/>
        <c:lblAlgn val="ctr"/>
        <c:lblOffset val="100"/>
        <c:noMultiLvlLbl val="0"/>
      </c:catAx>
      <c:valAx>
        <c:axId val="562456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62459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'8.1.1'!$A$153:$A$171</c:f>
              <c:numCache>
                <c:formatCode>0</c:formatCode>
                <c:ptCount val="19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  <c:pt idx="7">
                  <c:v>1963</c:v>
                </c:pt>
                <c:pt idx="8">
                  <c:v>1964</c:v>
                </c:pt>
                <c:pt idx="9">
                  <c:v>1965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  <c:pt idx="14">
                  <c:v>1970</c:v>
                </c:pt>
                <c:pt idx="15">
                  <c:v>1971</c:v>
                </c:pt>
                <c:pt idx="16">
                  <c:v>1972</c:v>
                </c:pt>
                <c:pt idx="17">
                  <c:v>1973</c:v>
                </c:pt>
                <c:pt idx="18">
                  <c:v>1974</c:v>
                </c:pt>
              </c:numCache>
            </c:numRef>
          </c:cat>
          <c:val>
            <c:numRef>
              <c:f>'8.1.1'!$F$153:$F$171</c:f>
              <c:numCache>
                <c:formatCode>#,##0.00\ \ </c:formatCode>
                <c:ptCount val="19"/>
                <c:pt idx="0">
                  <c:v>-183.8</c:v>
                </c:pt>
                <c:pt idx="1">
                  <c:v>-335.6</c:v>
                </c:pt>
                <c:pt idx="2">
                  <c:v>-238.7</c:v>
                </c:pt>
                <c:pt idx="3">
                  <c:v>17</c:v>
                </c:pt>
                <c:pt idx="4">
                  <c:v>-170.1</c:v>
                </c:pt>
                <c:pt idx="5">
                  <c:v>-496.2</c:v>
                </c:pt>
                <c:pt idx="6">
                  <c:v>-140.5</c:v>
                </c:pt>
                <c:pt idx="7">
                  <c:v>384.8</c:v>
                </c:pt>
                <c:pt idx="8">
                  <c:v>333.1</c:v>
                </c:pt>
                <c:pt idx="9">
                  <c:v>293</c:v>
                </c:pt>
                <c:pt idx="10">
                  <c:v>468.9</c:v>
                </c:pt>
                <c:pt idx="11">
                  <c:v>369</c:v>
                </c:pt>
                <c:pt idx="12">
                  <c:v>198.7</c:v>
                </c:pt>
                <c:pt idx="13">
                  <c:v>36</c:v>
                </c:pt>
                <c:pt idx="14">
                  <c:v>79.100000000000136</c:v>
                </c:pt>
                <c:pt idx="15">
                  <c:v>-127.7</c:v>
                </c:pt>
                <c:pt idx="16">
                  <c:v>36.399999999999864</c:v>
                </c:pt>
                <c:pt idx="17" formatCode="#,##0.0\ \ ">
                  <c:v>1036.5</c:v>
                </c:pt>
                <c:pt idx="18">
                  <c:v>295.8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77-4071-ABC4-6E73F79A56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0977808"/>
        <c:axId val="1"/>
      </c:lineChart>
      <c:catAx>
        <c:axId val="49097780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49097780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'8.2 (cont. 2)'!$A$82:$A$101</c:f>
              <c:numCache>
                <c:formatCode>General</c:formatCode>
                <c:ptCount val="20"/>
                <c:pt idx="0">
                  <c:v>1956</c:v>
                </c:pt>
                <c:pt idx="1">
                  <c:v>1957</c:v>
                </c:pt>
                <c:pt idx="2">
                  <c:v>1958</c:v>
                </c:pt>
                <c:pt idx="3">
                  <c:v>1959</c:v>
                </c:pt>
                <c:pt idx="4">
                  <c:v>1960</c:v>
                </c:pt>
                <c:pt idx="5">
                  <c:v>1961</c:v>
                </c:pt>
                <c:pt idx="6">
                  <c:v>1962</c:v>
                </c:pt>
                <c:pt idx="7">
                  <c:v>1963</c:v>
                </c:pt>
                <c:pt idx="8">
                  <c:v>1964</c:v>
                </c:pt>
                <c:pt idx="9">
                  <c:v>1965</c:v>
                </c:pt>
                <c:pt idx="10">
                  <c:v>1966</c:v>
                </c:pt>
                <c:pt idx="11">
                  <c:v>1967</c:v>
                </c:pt>
                <c:pt idx="12">
                  <c:v>1968</c:v>
                </c:pt>
                <c:pt idx="13">
                  <c:v>1969</c:v>
                </c:pt>
                <c:pt idx="14">
                  <c:v>1970</c:v>
                </c:pt>
                <c:pt idx="15">
                  <c:v>1971</c:v>
                </c:pt>
                <c:pt idx="16">
                  <c:v>1972</c:v>
                </c:pt>
                <c:pt idx="17">
                  <c:v>1973</c:v>
                </c:pt>
                <c:pt idx="18">
                  <c:v>1974</c:v>
                </c:pt>
                <c:pt idx="19">
                  <c:v>1975</c:v>
                </c:pt>
              </c:numCache>
            </c:numRef>
          </c:cat>
          <c:val>
            <c:numRef>
              <c:f>'8.2 (cont. 2)'!$G$82:$G$100</c:f>
              <c:numCache>
                <c:formatCode>#,##0.00\ \ </c:formatCode>
                <c:ptCount val="19"/>
                <c:pt idx="0">
                  <c:v>112.9</c:v>
                </c:pt>
                <c:pt idx="1">
                  <c:v>423.1</c:v>
                </c:pt>
                <c:pt idx="2">
                  <c:v>84.4</c:v>
                </c:pt>
                <c:pt idx="3">
                  <c:v>235.8</c:v>
                </c:pt>
                <c:pt idx="4">
                  <c:v>524.6</c:v>
                </c:pt>
                <c:pt idx="5">
                  <c:v>385.6</c:v>
                </c:pt>
                <c:pt idx="6">
                  <c:v>-25.1</c:v>
                </c:pt>
                <c:pt idx="7">
                  <c:v>-109.7</c:v>
                </c:pt>
                <c:pt idx="8">
                  <c:v>-165.5</c:v>
                </c:pt>
                <c:pt idx="9">
                  <c:v>-110.5</c:v>
                </c:pt>
                <c:pt idx="10">
                  <c:v>-170.7</c:v>
                </c:pt>
                <c:pt idx="11">
                  <c:v>283.89999999999998</c:v>
                </c:pt>
                <c:pt idx="12">
                  <c:v>214.3</c:v>
                </c:pt>
                <c:pt idx="13">
                  <c:v>116.6</c:v>
                </c:pt>
                <c:pt idx="14">
                  <c:v>413.7</c:v>
                </c:pt>
                <c:pt idx="15">
                  <c:v>-189.5</c:v>
                </c:pt>
                <c:pt idx="16">
                  <c:v>-74.5</c:v>
                </c:pt>
                <c:pt idx="17">
                  <c:v>15</c:v>
                </c:pt>
                <c:pt idx="18">
                  <c:v>-53.7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E6-4ED6-B264-EC136C89BA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3554184"/>
        <c:axId val="633554512"/>
      </c:lineChart>
      <c:catAx>
        <c:axId val="633554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33554512"/>
        <c:crosses val="autoZero"/>
        <c:auto val="1"/>
        <c:lblAlgn val="ctr"/>
        <c:lblOffset val="100"/>
        <c:noMultiLvlLbl val="0"/>
      </c:catAx>
      <c:valAx>
        <c:axId val="633554512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33554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'8.1.7'!$J$2:$J$5</c:f>
              <c:strCache>
                <c:ptCount val="4"/>
                <c:pt idx="0">
                  <c:v>Términos de Intercambio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'8.1.7'!$A$157:$A$171</c:f>
              <c:numCache>
                <c:formatCode>@</c:formatCode>
                <c:ptCount val="1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</c:numCache>
            </c:numRef>
          </c:cat>
          <c:val>
            <c:numRef>
              <c:f>'8.1.7'!$J$157:$J$171</c:f>
              <c:numCache>
                <c:formatCode>#,##0.00\ \ </c:formatCode>
                <c:ptCount val="15"/>
                <c:pt idx="0">
                  <c:v>97.376714062490294</c:v>
                </c:pt>
                <c:pt idx="1">
                  <c:v>96.902657068487102</c:v>
                </c:pt>
                <c:pt idx="2">
                  <c:v>88.609867474816582</c:v>
                </c:pt>
                <c:pt idx="3">
                  <c:v>95.075199061073121</c:v>
                </c:pt>
                <c:pt idx="4">
                  <c:v>108.39734719514664</c:v>
                </c:pt>
                <c:pt idx="5">
                  <c:v>107.55122530026817</c:v>
                </c:pt>
                <c:pt idx="6">
                  <c:v>105.61500449180237</c:v>
                </c:pt>
                <c:pt idx="7">
                  <c:v>101.5057899060676</c:v>
                </c:pt>
                <c:pt idx="8">
                  <c:v>100.29672029097185</c:v>
                </c:pt>
                <c:pt idx="9">
                  <c:v>95.04448978854839</c:v>
                </c:pt>
                <c:pt idx="10">
                  <c:v>94.531290599625322</c:v>
                </c:pt>
                <c:pt idx="11">
                  <c:v>112.73716103670705</c:v>
                </c:pt>
                <c:pt idx="12">
                  <c:v>114.10454198509213</c:v>
                </c:pt>
                <c:pt idx="13">
                  <c:v>143.07567682519093</c:v>
                </c:pt>
                <c:pt idx="14">
                  <c:v>111.53689126385578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E0-4505-8C9B-ED41A555ED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90974528"/>
        <c:axId val="1"/>
      </c:lineChart>
      <c:catAx>
        <c:axId val="49097452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49097452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  <c:userShapes r:id="rId2"/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5B9BD5"/>
            </a:solidFill>
            <a:ln w="25400">
              <a:noFill/>
            </a:ln>
          </c:spPr>
          <c:invertIfNegative val="0"/>
          <c:cat>
            <c:numRef>
              <c:f>'5.1.1'!$A$145:$A$172</c:f>
              <c:numCache>
                <c:formatCode>@</c:formatCode>
                <c:ptCount val="28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  <c:pt idx="24">
                  <c:v>1972</c:v>
                </c:pt>
                <c:pt idx="25">
                  <c:v>1973</c:v>
                </c:pt>
                <c:pt idx="26">
                  <c:v>1974</c:v>
                </c:pt>
                <c:pt idx="27">
                  <c:v>1975</c:v>
                </c:pt>
              </c:numCache>
            </c:numRef>
          </c:cat>
          <c:val>
            <c:numRef>
              <c:f>'5.1.1'!$C$145:$C$172</c:f>
              <c:numCache>
                <c:formatCode>0.0%</c:formatCode>
                <c:ptCount val="28"/>
                <c:pt idx="0">
                  <c:v>0.13097039118219134</c:v>
                </c:pt>
                <c:pt idx="1">
                  <c:v>0.31098148799637593</c:v>
                </c:pt>
                <c:pt idx="2">
                  <c:v>0.25537428395898831</c:v>
                </c:pt>
                <c:pt idx="3">
                  <c:v>0.36728673772495402</c:v>
                </c:pt>
                <c:pt idx="4">
                  <c:v>0.38609373283988835</c:v>
                </c:pt>
                <c:pt idx="5">
                  <c:v>4.0037437711780477E-2</c:v>
                </c:pt>
                <c:pt idx="6">
                  <c:v>3.8496039753392663E-2</c:v>
                </c:pt>
                <c:pt idx="7">
                  <c:v>0.12317906964097802</c:v>
                </c:pt>
                <c:pt idx="8">
                  <c:v>0.13381271732132016</c:v>
                </c:pt>
                <c:pt idx="9">
                  <c:v>0.24680035388482557</c:v>
                </c:pt>
                <c:pt idx="10">
                  <c:v>0.31622454157786151</c:v>
                </c:pt>
                <c:pt idx="11">
                  <c:v>1.137000458198175</c:v>
                </c:pt>
                <c:pt idx="12">
                  <c:v>0.27284177505833251</c:v>
                </c:pt>
                <c:pt idx="13">
                  <c:v>0.13513994003062346</c:v>
                </c:pt>
                <c:pt idx="14">
                  <c:v>0.28059548231140208</c:v>
                </c:pt>
                <c:pt idx="15">
                  <c:v>0.24074009594796375</c:v>
                </c:pt>
                <c:pt idx="16">
                  <c:v>0.22137812128560519</c:v>
                </c:pt>
                <c:pt idx="17">
                  <c:v>0.2858496230609302</c:v>
                </c:pt>
                <c:pt idx="18">
                  <c:v>0.31861421022488523</c:v>
                </c:pt>
                <c:pt idx="19">
                  <c:v>0.29226041946998937</c:v>
                </c:pt>
                <c:pt idx="20">
                  <c:v>0.16227299270541162</c:v>
                </c:pt>
                <c:pt idx="21">
                  <c:v>7.5782732257164476E-2</c:v>
                </c:pt>
                <c:pt idx="22">
                  <c:v>0.13577610031059306</c:v>
                </c:pt>
                <c:pt idx="23">
                  <c:v>0.34724160241868751</c:v>
                </c:pt>
                <c:pt idx="24">
                  <c:v>0.58454985031278683</c:v>
                </c:pt>
                <c:pt idx="25">
                  <c:v>0.60302926874968166</c:v>
                </c:pt>
                <c:pt idx="26">
                  <c:v>0.24213534365435807</c:v>
                </c:pt>
                <c:pt idx="27">
                  <c:v>1.8279938805212317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D9-4207-8FBF-094DA4C4E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39378912"/>
        <c:axId val="1"/>
      </c:barChart>
      <c:catAx>
        <c:axId val="63937891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63937891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600"/>
      </a:pPr>
      <a:endParaRPr lang="es-AR"/>
    </a:p>
  </c:txPr>
  <c:externalData r:id="rId1">
    <c:autoUpdate val="0"/>
  </c:externalData>
  <c:userShapes r:id="rId2"/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spc="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b="1"/>
              <a:t>Inflación anual y tendencia. 1963-1970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spc="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1943-1995'!$A$242:$A$337</c:f>
              <c:numCache>
                <c:formatCode>mmm\-yy</c:formatCode>
                <c:ptCount val="96"/>
                <c:pt idx="0">
                  <c:v>23012</c:v>
                </c:pt>
                <c:pt idx="1">
                  <c:v>23043</c:v>
                </c:pt>
                <c:pt idx="2">
                  <c:v>23071</c:v>
                </c:pt>
                <c:pt idx="3">
                  <c:v>23102</c:v>
                </c:pt>
                <c:pt idx="4">
                  <c:v>23132</c:v>
                </c:pt>
                <c:pt idx="5">
                  <c:v>23163</c:v>
                </c:pt>
                <c:pt idx="6">
                  <c:v>23193</c:v>
                </c:pt>
                <c:pt idx="7">
                  <c:v>23224</c:v>
                </c:pt>
                <c:pt idx="8">
                  <c:v>23255</c:v>
                </c:pt>
                <c:pt idx="9">
                  <c:v>23285</c:v>
                </c:pt>
                <c:pt idx="10">
                  <c:v>23316</c:v>
                </c:pt>
                <c:pt idx="11">
                  <c:v>23346</c:v>
                </c:pt>
                <c:pt idx="12">
                  <c:v>23377</c:v>
                </c:pt>
                <c:pt idx="13">
                  <c:v>23408</c:v>
                </c:pt>
                <c:pt idx="14">
                  <c:v>23437</c:v>
                </c:pt>
                <c:pt idx="15">
                  <c:v>23468</c:v>
                </c:pt>
                <c:pt idx="16">
                  <c:v>23498</c:v>
                </c:pt>
                <c:pt idx="17">
                  <c:v>23529</c:v>
                </c:pt>
                <c:pt idx="18">
                  <c:v>23559</c:v>
                </c:pt>
                <c:pt idx="19">
                  <c:v>23590</c:v>
                </c:pt>
                <c:pt idx="20">
                  <c:v>23621</c:v>
                </c:pt>
                <c:pt idx="21">
                  <c:v>23651</c:v>
                </c:pt>
                <c:pt idx="22">
                  <c:v>23682</c:v>
                </c:pt>
                <c:pt idx="23">
                  <c:v>23712</c:v>
                </c:pt>
                <c:pt idx="24">
                  <c:v>23743</c:v>
                </c:pt>
                <c:pt idx="25">
                  <c:v>23774</c:v>
                </c:pt>
                <c:pt idx="26">
                  <c:v>23802</c:v>
                </c:pt>
                <c:pt idx="27">
                  <c:v>23833</c:v>
                </c:pt>
                <c:pt idx="28">
                  <c:v>23863</c:v>
                </c:pt>
                <c:pt idx="29">
                  <c:v>23894</c:v>
                </c:pt>
                <c:pt idx="30">
                  <c:v>23924</c:v>
                </c:pt>
                <c:pt idx="31">
                  <c:v>23955</c:v>
                </c:pt>
                <c:pt idx="32">
                  <c:v>23986</c:v>
                </c:pt>
                <c:pt idx="33">
                  <c:v>24016</c:v>
                </c:pt>
                <c:pt idx="34">
                  <c:v>24047</c:v>
                </c:pt>
                <c:pt idx="35">
                  <c:v>24077</c:v>
                </c:pt>
                <c:pt idx="36">
                  <c:v>24108</c:v>
                </c:pt>
                <c:pt idx="37">
                  <c:v>24139</c:v>
                </c:pt>
                <c:pt idx="38">
                  <c:v>24167</c:v>
                </c:pt>
                <c:pt idx="39">
                  <c:v>24198</c:v>
                </c:pt>
                <c:pt idx="40">
                  <c:v>24228</c:v>
                </c:pt>
                <c:pt idx="41">
                  <c:v>24259</c:v>
                </c:pt>
                <c:pt idx="42">
                  <c:v>24289</c:v>
                </c:pt>
                <c:pt idx="43">
                  <c:v>24320</c:v>
                </c:pt>
                <c:pt idx="44">
                  <c:v>24351</c:v>
                </c:pt>
                <c:pt idx="45">
                  <c:v>24381</c:v>
                </c:pt>
                <c:pt idx="46">
                  <c:v>24412</c:v>
                </c:pt>
                <c:pt idx="47">
                  <c:v>24442</c:v>
                </c:pt>
                <c:pt idx="48">
                  <c:v>24473</c:v>
                </c:pt>
                <c:pt idx="49">
                  <c:v>24504</c:v>
                </c:pt>
                <c:pt idx="50">
                  <c:v>24532</c:v>
                </c:pt>
                <c:pt idx="51">
                  <c:v>24563</c:v>
                </c:pt>
                <c:pt idx="52">
                  <c:v>24593</c:v>
                </c:pt>
                <c:pt idx="53">
                  <c:v>24624</c:v>
                </c:pt>
                <c:pt idx="54">
                  <c:v>24654</c:v>
                </c:pt>
                <c:pt idx="55">
                  <c:v>24685</c:v>
                </c:pt>
                <c:pt idx="56">
                  <c:v>24716</c:v>
                </c:pt>
                <c:pt idx="57">
                  <c:v>24746</c:v>
                </c:pt>
                <c:pt idx="58">
                  <c:v>24777</c:v>
                </c:pt>
                <c:pt idx="59">
                  <c:v>24807</c:v>
                </c:pt>
                <c:pt idx="60">
                  <c:v>24838</c:v>
                </c:pt>
                <c:pt idx="61">
                  <c:v>24869</c:v>
                </c:pt>
                <c:pt idx="62">
                  <c:v>24898</c:v>
                </c:pt>
                <c:pt idx="63">
                  <c:v>24929</c:v>
                </c:pt>
                <c:pt idx="64">
                  <c:v>24959</c:v>
                </c:pt>
                <c:pt idx="65">
                  <c:v>24990</c:v>
                </c:pt>
                <c:pt idx="66">
                  <c:v>25020</c:v>
                </c:pt>
                <c:pt idx="67">
                  <c:v>25051</c:v>
                </c:pt>
                <c:pt idx="68">
                  <c:v>25082</c:v>
                </c:pt>
                <c:pt idx="69">
                  <c:v>25112</c:v>
                </c:pt>
                <c:pt idx="70">
                  <c:v>25143</c:v>
                </c:pt>
                <c:pt idx="71">
                  <c:v>25173</c:v>
                </c:pt>
                <c:pt idx="72">
                  <c:v>25204</c:v>
                </c:pt>
                <c:pt idx="73">
                  <c:v>25235</c:v>
                </c:pt>
                <c:pt idx="74">
                  <c:v>25263</c:v>
                </c:pt>
                <c:pt idx="75">
                  <c:v>25294</c:v>
                </c:pt>
                <c:pt idx="76">
                  <c:v>25324</c:v>
                </c:pt>
                <c:pt idx="77">
                  <c:v>25355</c:v>
                </c:pt>
                <c:pt idx="78">
                  <c:v>25385</c:v>
                </c:pt>
                <c:pt idx="79">
                  <c:v>25416</c:v>
                </c:pt>
                <c:pt idx="80">
                  <c:v>25447</c:v>
                </c:pt>
                <c:pt idx="81">
                  <c:v>25477</c:v>
                </c:pt>
                <c:pt idx="82">
                  <c:v>25508</c:v>
                </c:pt>
                <c:pt idx="83">
                  <c:v>25538</c:v>
                </c:pt>
                <c:pt idx="84">
                  <c:v>25569</c:v>
                </c:pt>
                <c:pt idx="85">
                  <c:v>25600</c:v>
                </c:pt>
                <c:pt idx="86">
                  <c:v>25628</c:v>
                </c:pt>
                <c:pt idx="87">
                  <c:v>25659</c:v>
                </c:pt>
                <c:pt idx="88">
                  <c:v>25689</c:v>
                </c:pt>
                <c:pt idx="89">
                  <c:v>25720</c:v>
                </c:pt>
                <c:pt idx="90">
                  <c:v>25750</c:v>
                </c:pt>
                <c:pt idx="91">
                  <c:v>25781</c:v>
                </c:pt>
                <c:pt idx="92">
                  <c:v>25812</c:v>
                </c:pt>
                <c:pt idx="93">
                  <c:v>25842</c:v>
                </c:pt>
                <c:pt idx="94">
                  <c:v>25873</c:v>
                </c:pt>
                <c:pt idx="95">
                  <c:v>25903</c:v>
                </c:pt>
              </c:numCache>
            </c:numRef>
          </c:cat>
          <c:val>
            <c:numRef>
              <c:f>'indice 1943-1995'!$F$242:$F$337</c:f>
              <c:numCache>
                <c:formatCode>0.0%</c:formatCode>
                <c:ptCount val="96"/>
                <c:pt idx="0">
                  <c:v>0.30511508420119671</c:v>
                </c:pt>
                <c:pt idx="1">
                  <c:v>0.29842335680056808</c:v>
                </c:pt>
                <c:pt idx="2">
                  <c:v>0.33876085775569975</c:v>
                </c:pt>
                <c:pt idx="3">
                  <c:v>0.31681788203032113</c:v>
                </c:pt>
                <c:pt idx="4">
                  <c:v>0.27285910363940058</c:v>
                </c:pt>
                <c:pt idx="5">
                  <c:v>0.26895811133585035</c:v>
                </c:pt>
                <c:pt idx="6">
                  <c:v>0.2327153870117542</c:v>
                </c:pt>
                <c:pt idx="7">
                  <c:v>0.22229848070963998</c:v>
                </c:pt>
                <c:pt idx="8">
                  <c:v>0.1969519089639824</c:v>
                </c:pt>
                <c:pt idx="9">
                  <c:v>0.21332247270573124</c:v>
                </c:pt>
                <c:pt idx="10">
                  <c:v>0.2504838037394308</c:v>
                </c:pt>
                <c:pt idx="11">
                  <c:v>0.23826381746137404</c:v>
                </c:pt>
                <c:pt idx="12">
                  <c:v>0.28518751376144347</c:v>
                </c:pt>
                <c:pt idx="13">
                  <c:v>0.26379509610893948</c:v>
                </c:pt>
                <c:pt idx="14">
                  <c:v>0.20324303340168792</c:v>
                </c:pt>
                <c:pt idx="15">
                  <c:v>0.23032933611329209</c:v>
                </c:pt>
                <c:pt idx="16">
                  <c:v>0.23204278346226759</c:v>
                </c:pt>
                <c:pt idx="17">
                  <c:v>0.23506131853793333</c:v>
                </c:pt>
                <c:pt idx="18">
                  <c:v>0.22099090700499158</c:v>
                </c:pt>
                <c:pt idx="19">
                  <c:v>0.2095067624180007</c:v>
                </c:pt>
                <c:pt idx="20">
                  <c:v>0.20413884235116431</c:v>
                </c:pt>
                <c:pt idx="21">
                  <c:v>0.21383348883408004</c:v>
                </c:pt>
                <c:pt idx="22">
                  <c:v>0.19721957679830959</c:v>
                </c:pt>
                <c:pt idx="23">
                  <c:v>0.18104200948700711</c:v>
                </c:pt>
                <c:pt idx="24">
                  <c:v>0.14285989504530439</c:v>
                </c:pt>
                <c:pt idx="25">
                  <c:v>0.20729521637090387</c:v>
                </c:pt>
                <c:pt idx="26">
                  <c:v>0.24013759219226194</c:v>
                </c:pt>
                <c:pt idx="27">
                  <c:v>0.20667813837016991</c:v>
                </c:pt>
                <c:pt idx="28">
                  <c:v>0.2309091273794639</c:v>
                </c:pt>
                <c:pt idx="29">
                  <c:v>0.26289757776795897</c:v>
                </c:pt>
                <c:pt idx="30">
                  <c:v>0.31332425263271335</c:v>
                </c:pt>
                <c:pt idx="31">
                  <c:v>0.34917657997720397</c:v>
                </c:pt>
                <c:pt idx="32">
                  <c:v>0.35442672508958761</c:v>
                </c:pt>
                <c:pt idx="33">
                  <c:v>0.33667187056129166</c:v>
                </c:pt>
                <c:pt idx="34">
                  <c:v>0.36946425697170659</c:v>
                </c:pt>
                <c:pt idx="35">
                  <c:v>0.382021475151201</c:v>
                </c:pt>
                <c:pt idx="36">
                  <c:v>0.40249966887815947</c:v>
                </c:pt>
                <c:pt idx="37">
                  <c:v>0.36724860736231557</c:v>
                </c:pt>
                <c:pt idx="38">
                  <c:v>0.36398806853862009</c:v>
                </c:pt>
                <c:pt idx="39">
                  <c:v>0.37787494243179198</c:v>
                </c:pt>
                <c:pt idx="40">
                  <c:v>0.36278354771423604</c:v>
                </c:pt>
                <c:pt idx="41">
                  <c:v>0.32128123988261215</c:v>
                </c:pt>
                <c:pt idx="42">
                  <c:v>0.28601232764313878</c:v>
                </c:pt>
                <c:pt idx="43">
                  <c:v>0.27269523506522098</c:v>
                </c:pt>
                <c:pt idx="44">
                  <c:v>0.27303592958765366</c:v>
                </c:pt>
                <c:pt idx="45">
                  <c:v>0.28083035546360735</c:v>
                </c:pt>
                <c:pt idx="46">
                  <c:v>0.26507292545901739</c:v>
                </c:pt>
                <c:pt idx="47">
                  <c:v>0.29936313749181909</c:v>
                </c:pt>
                <c:pt idx="48">
                  <c:v>0.26709535624447311</c:v>
                </c:pt>
                <c:pt idx="49">
                  <c:v>0.26630236182107603</c:v>
                </c:pt>
                <c:pt idx="50">
                  <c:v>0.26657623217001714</c:v>
                </c:pt>
                <c:pt idx="51">
                  <c:v>0.25586939538180276</c:v>
                </c:pt>
                <c:pt idx="52">
                  <c:v>0.25488773651463026</c:v>
                </c:pt>
                <c:pt idx="53">
                  <c:v>0.29843337496245481</c:v>
                </c:pt>
                <c:pt idx="54">
                  <c:v>0.34195445898157129</c:v>
                </c:pt>
                <c:pt idx="55">
                  <c:v>0.33110015460468145</c:v>
                </c:pt>
                <c:pt idx="56">
                  <c:v>0.31726296010061961</c:v>
                </c:pt>
                <c:pt idx="57">
                  <c:v>0.31299856464775133</c:v>
                </c:pt>
                <c:pt idx="58">
                  <c:v>0.31256860395876229</c:v>
                </c:pt>
                <c:pt idx="59">
                  <c:v>0.2735098204455122</c:v>
                </c:pt>
                <c:pt idx="60">
                  <c:v>0.29026356799241149</c:v>
                </c:pt>
                <c:pt idx="61">
                  <c:v>0.27567334483216155</c:v>
                </c:pt>
                <c:pt idx="62">
                  <c:v>0.24010125924964298</c:v>
                </c:pt>
                <c:pt idx="63">
                  <c:v>0.22013082793561223</c:v>
                </c:pt>
                <c:pt idx="64">
                  <c:v>0.2099545786614998</c:v>
                </c:pt>
                <c:pt idx="65">
                  <c:v>0.16348085469044871</c:v>
                </c:pt>
                <c:pt idx="66">
                  <c:v>0.10752594654142755</c:v>
                </c:pt>
                <c:pt idx="67">
                  <c:v>0.10560226517581106</c:v>
                </c:pt>
                <c:pt idx="68">
                  <c:v>0.11584366282246705</c:v>
                </c:pt>
                <c:pt idx="69">
                  <c:v>0.10604747392848157</c:v>
                </c:pt>
                <c:pt idx="70">
                  <c:v>8.4720286409226242E-2</c:v>
                </c:pt>
                <c:pt idx="71">
                  <c:v>9.5634095634095528E-2</c:v>
                </c:pt>
                <c:pt idx="72">
                  <c:v>8.231371107493568E-2</c:v>
                </c:pt>
                <c:pt idx="73">
                  <c:v>5.7411789178085648E-2</c:v>
                </c:pt>
                <c:pt idx="74">
                  <c:v>7.6262758440198919E-2</c:v>
                </c:pt>
                <c:pt idx="75">
                  <c:v>8.1863814354419029E-2</c:v>
                </c:pt>
                <c:pt idx="76">
                  <c:v>6.5760113406662546E-2</c:v>
                </c:pt>
                <c:pt idx="77">
                  <c:v>7.2570307390451338E-2</c:v>
                </c:pt>
                <c:pt idx="78">
                  <c:v>8.7506216789257296E-2</c:v>
                </c:pt>
                <c:pt idx="79">
                  <c:v>7.7588459729263537E-2</c:v>
                </c:pt>
                <c:pt idx="80">
                  <c:v>8.2579447923915472E-2</c:v>
                </c:pt>
                <c:pt idx="81">
                  <c:v>7.7856420626895906E-2</c:v>
                </c:pt>
                <c:pt idx="82">
                  <c:v>8.1958126527424513E-2</c:v>
                </c:pt>
                <c:pt idx="83">
                  <c:v>6.6621928078863135E-2</c:v>
                </c:pt>
                <c:pt idx="84">
                  <c:v>6.5476334877853537E-2</c:v>
                </c:pt>
                <c:pt idx="85">
                  <c:v>9.4622175228071814E-2</c:v>
                </c:pt>
                <c:pt idx="86">
                  <c:v>9.6440035016049031E-2</c:v>
                </c:pt>
                <c:pt idx="87">
                  <c:v>0.10372637613564595</c:v>
                </c:pt>
                <c:pt idx="88">
                  <c:v>0.12744470170944378</c:v>
                </c:pt>
                <c:pt idx="89">
                  <c:v>0.1245884045952339</c:v>
                </c:pt>
                <c:pt idx="90">
                  <c:v>0.1234294516921004</c:v>
                </c:pt>
                <c:pt idx="91">
                  <c:v>0.14468291499939379</c:v>
                </c:pt>
                <c:pt idx="92">
                  <c:v>0.14665619122443641</c:v>
                </c:pt>
                <c:pt idx="93">
                  <c:v>0.17431988742964344</c:v>
                </c:pt>
                <c:pt idx="94">
                  <c:v>0.19613915797317438</c:v>
                </c:pt>
                <c:pt idx="95">
                  <c:v>0.21742997852168444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25-4607-BA02-3D27385991EA}"/>
            </c:ext>
          </c:extLst>
        </c:ser>
        <c:ser>
          <c:idx val="1"/>
          <c:order val="1"/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'indice 1943-1995'!$A$242:$A$337</c:f>
              <c:numCache>
                <c:formatCode>mmm\-yy</c:formatCode>
                <c:ptCount val="96"/>
                <c:pt idx="0">
                  <c:v>23012</c:v>
                </c:pt>
                <c:pt idx="1">
                  <c:v>23043</c:v>
                </c:pt>
                <c:pt idx="2">
                  <c:v>23071</c:v>
                </c:pt>
                <c:pt idx="3">
                  <c:v>23102</c:v>
                </c:pt>
                <c:pt idx="4">
                  <c:v>23132</c:v>
                </c:pt>
                <c:pt idx="5">
                  <c:v>23163</c:v>
                </c:pt>
                <c:pt idx="6">
                  <c:v>23193</c:v>
                </c:pt>
                <c:pt idx="7">
                  <c:v>23224</c:v>
                </c:pt>
                <c:pt idx="8">
                  <c:v>23255</c:v>
                </c:pt>
                <c:pt idx="9">
                  <c:v>23285</c:v>
                </c:pt>
                <c:pt idx="10">
                  <c:v>23316</c:v>
                </c:pt>
                <c:pt idx="11">
                  <c:v>23346</c:v>
                </c:pt>
                <c:pt idx="12">
                  <c:v>23377</c:v>
                </c:pt>
                <c:pt idx="13">
                  <c:v>23408</c:v>
                </c:pt>
                <c:pt idx="14">
                  <c:v>23437</c:v>
                </c:pt>
                <c:pt idx="15">
                  <c:v>23468</c:v>
                </c:pt>
                <c:pt idx="16">
                  <c:v>23498</c:v>
                </c:pt>
                <c:pt idx="17">
                  <c:v>23529</c:v>
                </c:pt>
                <c:pt idx="18">
                  <c:v>23559</c:v>
                </c:pt>
                <c:pt idx="19">
                  <c:v>23590</c:v>
                </c:pt>
                <c:pt idx="20">
                  <c:v>23621</c:v>
                </c:pt>
                <c:pt idx="21">
                  <c:v>23651</c:v>
                </c:pt>
                <c:pt idx="22">
                  <c:v>23682</c:v>
                </c:pt>
                <c:pt idx="23">
                  <c:v>23712</c:v>
                </c:pt>
                <c:pt idx="24">
                  <c:v>23743</c:v>
                </c:pt>
                <c:pt idx="25">
                  <c:v>23774</c:v>
                </c:pt>
                <c:pt idx="26">
                  <c:v>23802</c:v>
                </c:pt>
                <c:pt idx="27">
                  <c:v>23833</c:v>
                </c:pt>
                <c:pt idx="28">
                  <c:v>23863</c:v>
                </c:pt>
                <c:pt idx="29">
                  <c:v>23894</c:v>
                </c:pt>
                <c:pt idx="30">
                  <c:v>23924</c:v>
                </c:pt>
                <c:pt idx="31">
                  <c:v>23955</c:v>
                </c:pt>
                <c:pt idx="32">
                  <c:v>23986</c:v>
                </c:pt>
                <c:pt idx="33">
                  <c:v>24016</c:v>
                </c:pt>
                <c:pt idx="34">
                  <c:v>24047</c:v>
                </c:pt>
                <c:pt idx="35">
                  <c:v>24077</c:v>
                </c:pt>
                <c:pt idx="36">
                  <c:v>24108</c:v>
                </c:pt>
                <c:pt idx="37">
                  <c:v>24139</c:v>
                </c:pt>
                <c:pt idx="38">
                  <c:v>24167</c:v>
                </c:pt>
                <c:pt idx="39">
                  <c:v>24198</c:v>
                </c:pt>
                <c:pt idx="40">
                  <c:v>24228</c:v>
                </c:pt>
                <c:pt idx="41">
                  <c:v>24259</c:v>
                </c:pt>
                <c:pt idx="42">
                  <c:v>24289</c:v>
                </c:pt>
                <c:pt idx="43">
                  <c:v>24320</c:v>
                </c:pt>
                <c:pt idx="44">
                  <c:v>24351</c:v>
                </c:pt>
                <c:pt idx="45">
                  <c:v>24381</c:v>
                </c:pt>
                <c:pt idx="46">
                  <c:v>24412</c:v>
                </c:pt>
                <c:pt idx="47">
                  <c:v>24442</c:v>
                </c:pt>
                <c:pt idx="48">
                  <c:v>24473</c:v>
                </c:pt>
                <c:pt idx="49">
                  <c:v>24504</c:v>
                </c:pt>
                <c:pt idx="50">
                  <c:v>24532</c:v>
                </c:pt>
                <c:pt idx="51">
                  <c:v>24563</c:v>
                </c:pt>
                <c:pt idx="52">
                  <c:v>24593</c:v>
                </c:pt>
                <c:pt idx="53">
                  <c:v>24624</c:v>
                </c:pt>
                <c:pt idx="54">
                  <c:v>24654</c:v>
                </c:pt>
                <c:pt idx="55">
                  <c:v>24685</c:v>
                </c:pt>
                <c:pt idx="56">
                  <c:v>24716</c:v>
                </c:pt>
                <c:pt idx="57">
                  <c:v>24746</c:v>
                </c:pt>
                <c:pt idx="58">
                  <c:v>24777</c:v>
                </c:pt>
                <c:pt idx="59">
                  <c:v>24807</c:v>
                </c:pt>
                <c:pt idx="60">
                  <c:v>24838</c:v>
                </c:pt>
                <c:pt idx="61">
                  <c:v>24869</c:v>
                </c:pt>
                <c:pt idx="62">
                  <c:v>24898</c:v>
                </c:pt>
                <c:pt idx="63">
                  <c:v>24929</c:v>
                </c:pt>
                <c:pt idx="64">
                  <c:v>24959</c:v>
                </c:pt>
                <c:pt idx="65">
                  <c:v>24990</c:v>
                </c:pt>
                <c:pt idx="66">
                  <c:v>25020</c:v>
                </c:pt>
                <c:pt idx="67">
                  <c:v>25051</c:v>
                </c:pt>
                <c:pt idx="68">
                  <c:v>25082</c:v>
                </c:pt>
                <c:pt idx="69">
                  <c:v>25112</c:v>
                </c:pt>
                <c:pt idx="70">
                  <c:v>25143</c:v>
                </c:pt>
                <c:pt idx="71">
                  <c:v>25173</c:v>
                </c:pt>
                <c:pt idx="72">
                  <c:v>25204</c:v>
                </c:pt>
                <c:pt idx="73">
                  <c:v>25235</c:v>
                </c:pt>
                <c:pt idx="74">
                  <c:v>25263</c:v>
                </c:pt>
                <c:pt idx="75">
                  <c:v>25294</c:v>
                </c:pt>
                <c:pt idx="76">
                  <c:v>25324</c:v>
                </c:pt>
                <c:pt idx="77">
                  <c:v>25355</c:v>
                </c:pt>
                <c:pt idx="78">
                  <c:v>25385</c:v>
                </c:pt>
                <c:pt idx="79">
                  <c:v>25416</c:v>
                </c:pt>
                <c:pt idx="80">
                  <c:v>25447</c:v>
                </c:pt>
                <c:pt idx="81">
                  <c:v>25477</c:v>
                </c:pt>
                <c:pt idx="82">
                  <c:v>25508</c:v>
                </c:pt>
                <c:pt idx="83">
                  <c:v>25538</c:v>
                </c:pt>
                <c:pt idx="84">
                  <c:v>25569</c:v>
                </c:pt>
                <c:pt idx="85">
                  <c:v>25600</c:v>
                </c:pt>
                <c:pt idx="86">
                  <c:v>25628</c:v>
                </c:pt>
                <c:pt idx="87">
                  <c:v>25659</c:v>
                </c:pt>
                <c:pt idx="88">
                  <c:v>25689</c:v>
                </c:pt>
                <c:pt idx="89">
                  <c:v>25720</c:v>
                </c:pt>
                <c:pt idx="90">
                  <c:v>25750</c:v>
                </c:pt>
                <c:pt idx="91">
                  <c:v>25781</c:v>
                </c:pt>
                <c:pt idx="92">
                  <c:v>25812</c:v>
                </c:pt>
                <c:pt idx="93">
                  <c:v>25842</c:v>
                </c:pt>
                <c:pt idx="94">
                  <c:v>25873</c:v>
                </c:pt>
                <c:pt idx="95">
                  <c:v>25903</c:v>
                </c:pt>
              </c:numCache>
            </c:numRef>
          </c:cat>
          <c:val>
            <c:numRef>
              <c:f>'indice 1943-1995'!$H$242:$H$337</c:f>
              <c:numCache>
                <c:formatCode>0.0%</c:formatCode>
                <c:ptCount val="96"/>
                <c:pt idx="0">
                  <c:v>0.22679044306278229</c:v>
                </c:pt>
                <c:pt idx="1">
                  <c:v>0.22715796530246735</c:v>
                </c:pt>
                <c:pt idx="2">
                  <c:v>0.22764988243579865</c:v>
                </c:pt>
                <c:pt idx="3">
                  <c:v>0.2282499223947525</c:v>
                </c:pt>
                <c:pt idx="4">
                  <c:v>0.22894953191280365</c:v>
                </c:pt>
                <c:pt idx="5">
                  <c:v>0.22974631190299988</c:v>
                </c:pt>
                <c:pt idx="6">
                  <c:v>0.23064087331295013</c:v>
                </c:pt>
                <c:pt idx="7">
                  <c:v>0.23163659870624542</c:v>
                </c:pt>
                <c:pt idx="8">
                  <c:v>0.23273700475692749</c:v>
                </c:pt>
                <c:pt idx="9">
                  <c:v>0.23394493758678436</c:v>
                </c:pt>
                <c:pt idx="10">
                  <c:v>0.23526076972484589</c:v>
                </c:pt>
                <c:pt idx="11">
                  <c:v>0.2366834431886673</c:v>
                </c:pt>
                <c:pt idx="12">
                  <c:v>0.23821297287940979</c:v>
                </c:pt>
                <c:pt idx="13">
                  <c:v>0.23984946310520172</c:v>
                </c:pt>
                <c:pt idx="14">
                  <c:v>0.24159626662731171</c:v>
                </c:pt>
                <c:pt idx="15">
                  <c:v>0.24345843493938446</c:v>
                </c:pt>
                <c:pt idx="16">
                  <c:v>0.2454383373260498</c:v>
                </c:pt>
                <c:pt idx="17">
                  <c:v>0.24753743410110474</c:v>
                </c:pt>
                <c:pt idx="18">
                  <c:v>0.24975624680519104</c:v>
                </c:pt>
                <c:pt idx="19">
                  <c:v>0.25209444761276245</c:v>
                </c:pt>
                <c:pt idx="20">
                  <c:v>0.25454968214035034</c:v>
                </c:pt>
                <c:pt idx="21">
                  <c:v>0.25711667537689209</c:v>
                </c:pt>
                <c:pt idx="22">
                  <c:v>0.25978663563728333</c:v>
                </c:pt>
                <c:pt idx="23">
                  <c:v>0.26254773139953613</c:v>
                </c:pt>
                <c:pt idx="24">
                  <c:v>0.26538386940956116</c:v>
                </c:pt>
                <c:pt idx="25">
                  <c:v>0.26827320456504822</c:v>
                </c:pt>
                <c:pt idx="26">
                  <c:v>0.27118545770645142</c:v>
                </c:pt>
                <c:pt idx="27">
                  <c:v>0.27408605813980103</c:v>
                </c:pt>
                <c:pt idx="28">
                  <c:v>0.27693828940391541</c:v>
                </c:pt>
                <c:pt idx="29">
                  <c:v>0.27970081567764282</c:v>
                </c:pt>
                <c:pt idx="30">
                  <c:v>0.28232899308204651</c:v>
                </c:pt>
                <c:pt idx="31">
                  <c:v>0.28477713465690613</c:v>
                </c:pt>
                <c:pt idx="32">
                  <c:v>0.28700157999992371</c:v>
                </c:pt>
                <c:pt idx="33">
                  <c:v>0.28896328806877136</c:v>
                </c:pt>
                <c:pt idx="34">
                  <c:v>0.29062771797180176</c:v>
                </c:pt>
                <c:pt idx="35">
                  <c:v>0.2919638454914093</c:v>
                </c:pt>
                <c:pt idx="36">
                  <c:v>0.29294592142105103</c:v>
                </c:pt>
                <c:pt idx="37">
                  <c:v>0.2935546338558197</c:v>
                </c:pt>
                <c:pt idx="38">
                  <c:v>0.29377812147140503</c:v>
                </c:pt>
                <c:pt idx="39">
                  <c:v>0.29360973834991455</c:v>
                </c:pt>
                <c:pt idx="40">
                  <c:v>0.293047696352005</c:v>
                </c:pt>
                <c:pt idx="41">
                  <c:v>0.29209604859352112</c:v>
                </c:pt>
                <c:pt idx="42">
                  <c:v>0.29076367616653442</c:v>
                </c:pt>
                <c:pt idx="43">
                  <c:v>0.28906148672103882</c:v>
                </c:pt>
                <c:pt idx="44">
                  <c:v>0.28700011968612671</c:v>
                </c:pt>
                <c:pt idx="45">
                  <c:v>0.28458899259567261</c:v>
                </c:pt>
                <c:pt idx="46">
                  <c:v>0.28183662891387939</c:v>
                </c:pt>
                <c:pt idx="47">
                  <c:v>0.2787511944770813</c:v>
                </c:pt>
                <c:pt idx="48">
                  <c:v>0.27533984184265137</c:v>
                </c:pt>
                <c:pt idx="49">
                  <c:v>0.27161097526550293</c:v>
                </c:pt>
                <c:pt idx="50">
                  <c:v>0.2675725519657135</c:v>
                </c:pt>
                <c:pt idx="51">
                  <c:v>0.26323214173316956</c:v>
                </c:pt>
                <c:pt idx="52">
                  <c:v>0.25859719514846802</c:v>
                </c:pt>
                <c:pt idx="53">
                  <c:v>0.25367471575737</c:v>
                </c:pt>
                <c:pt idx="54">
                  <c:v>0.24847137928009033</c:v>
                </c:pt>
                <c:pt idx="55">
                  <c:v>0.24299705028533936</c:v>
                </c:pt>
                <c:pt idx="56">
                  <c:v>0.23726800084114075</c:v>
                </c:pt>
                <c:pt idx="57">
                  <c:v>0.23130670189857483</c:v>
                </c:pt>
                <c:pt idx="58">
                  <c:v>0.22514110803604126</c:v>
                </c:pt>
                <c:pt idx="59">
                  <c:v>0.21880491077899933</c:v>
                </c:pt>
                <c:pt idx="60">
                  <c:v>0.21233782172203064</c:v>
                </c:pt>
                <c:pt idx="61">
                  <c:v>0.20578336715698242</c:v>
                </c:pt>
                <c:pt idx="62">
                  <c:v>0.19919051229953766</c:v>
                </c:pt>
                <c:pt idx="63">
                  <c:v>0.19261303544044495</c:v>
                </c:pt>
                <c:pt idx="64">
                  <c:v>0.1861075758934021</c:v>
                </c:pt>
                <c:pt idx="65">
                  <c:v>0.17973268032073975</c:v>
                </c:pt>
                <c:pt idx="66">
                  <c:v>0.17354854941368103</c:v>
                </c:pt>
                <c:pt idx="67">
                  <c:v>0.16761428117752075</c:v>
                </c:pt>
                <c:pt idx="68">
                  <c:v>0.16198433935642242</c:v>
                </c:pt>
                <c:pt idx="69">
                  <c:v>0.15670892596244812</c:v>
                </c:pt>
                <c:pt idx="70">
                  <c:v>0.15183499455451965</c:v>
                </c:pt>
                <c:pt idx="71">
                  <c:v>0.14740604162216187</c:v>
                </c:pt>
                <c:pt idx="72">
                  <c:v>0.14346085488796234</c:v>
                </c:pt>
                <c:pt idx="73">
                  <c:v>0.14003463089466095</c:v>
                </c:pt>
                <c:pt idx="74">
                  <c:v>0.13715831935405731</c:v>
                </c:pt>
                <c:pt idx="75">
                  <c:v>0.134857177734375</c:v>
                </c:pt>
                <c:pt idx="76">
                  <c:v>0.13315217196941376</c:v>
                </c:pt>
                <c:pt idx="77">
                  <c:v>0.13206061720848083</c:v>
                </c:pt>
                <c:pt idx="78">
                  <c:v>0.13159516453742981</c:v>
                </c:pt>
                <c:pt idx="79">
                  <c:v>0.13176429271697998</c:v>
                </c:pt>
                <c:pt idx="80">
                  <c:v>0.1325734406709671</c:v>
                </c:pt>
                <c:pt idx="81">
                  <c:v>0.13402430713176727</c:v>
                </c:pt>
                <c:pt idx="82">
                  <c:v>0.13611507415771484</c:v>
                </c:pt>
                <c:pt idx="83">
                  <c:v>0.13884006440639496</c:v>
                </c:pt>
                <c:pt idx="84">
                  <c:v>0.14218981564044952</c:v>
                </c:pt>
                <c:pt idx="85">
                  <c:v>0.14614985883235931</c:v>
                </c:pt>
                <c:pt idx="86">
                  <c:v>0.15070039033889771</c:v>
                </c:pt>
                <c:pt idx="87">
                  <c:v>0.15581803023815155</c:v>
                </c:pt>
                <c:pt idx="88">
                  <c:v>0.16147564351558685</c:v>
                </c:pt>
                <c:pt idx="89">
                  <c:v>0.16764247417449951</c:v>
                </c:pt>
                <c:pt idx="90">
                  <c:v>0.17428538203239441</c:v>
                </c:pt>
                <c:pt idx="91">
                  <c:v>0.18136826157569885</c:v>
                </c:pt>
                <c:pt idx="92">
                  <c:v>0.18885146081447601</c:v>
                </c:pt>
                <c:pt idx="93">
                  <c:v>0.19669277966022491</c:v>
                </c:pt>
                <c:pt idx="94">
                  <c:v>0.20484711229801178</c:v>
                </c:pt>
                <c:pt idx="95">
                  <c:v>0.21326775848865509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25-4607-BA02-3D2738599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740384"/>
        <c:axId val="308694592"/>
      </c:lineChart>
      <c:dateAx>
        <c:axId val="67074038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308694592"/>
        <c:crosses val="autoZero"/>
        <c:auto val="1"/>
        <c:lblOffset val="100"/>
        <c:baseTimeUnit val="months"/>
      </c:dateAx>
      <c:valAx>
        <c:axId val="308694592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7074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'5.1.1'!$A$145:$A$168</c:f>
              <c:numCache>
                <c:formatCode>@</c:formatCode>
                <c:ptCount val="24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</c:numCache>
            </c:numRef>
          </c:cat>
          <c:val>
            <c:numRef>
              <c:f>'5.1.1'!$C$145:$C$168</c:f>
              <c:numCache>
                <c:formatCode>0.0%</c:formatCode>
                <c:ptCount val="24"/>
                <c:pt idx="0">
                  <c:v>0.13097039118219134</c:v>
                </c:pt>
                <c:pt idx="1">
                  <c:v>0.31098148799637593</c:v>
                </c:pt>
                <c:pt idx="2">
                  <c:v>0.25537428395898831</c:v>
                </c:pt>
                <c:pt idx="3">
                  <c:v>0.36728673772495402</c:v>
                </c:pt>
                <c:pt idx="4">
                  <c:v>0.38609373283988835</c:v>
                </c:pt>
                <c:pt idx="5">
                  <c:v>4.0037437711780477E-2</c:v>
                </c:pt>
                <c:pt idx="6">
                  <c:v>3.8496039753392663E-2</c:v>
                </c:pt>
                <c:pt idx="7">
                  <c:v>0.12317906964097802</c:v>
                </c:pt>
                <c:pt idx="8">
                  <c:v>0.13381271732132016</c:v>
                </c:pt>
                <c:pt idx="9">
                  <c:v>0.24680035388482557</c:v>
                </c:pt>
                <c:pt idx="10">
                  <c:v>0.31622454157786151</c:v>
                </c:pt>
                <c:pt idx="11">
                  <c:v>1.137000458198175</c:v>
                </c:pt>
                <c:pt idx="12">
                  <c:v>0.27284177505833251</c:v>
                </c:pt>
                <c:pt idx="13">
                  <c:v>0.13513994003062346</c:v>
                </c:pt>
                <c:pt idx="14">
                  <c:v>0.28059548231140208</c:v>
                </c:pt>
                <c:pt idx="15">
                  <c:v>0.24074009594796375</c:v>
                </c:pt>
                <c:pt idx="16">
                  <c:v>0.22137812128560519</c:v>
                </c:pt>
                <c:pt idx="17">
                  <c:v>0.2858496230609302</c:v>
                </c:pt>
                <c:pt idx="18">
                  <c:v>0.31861421022488523</c:v>
                </c:pt>
                <c:pt idx="19">
                  <c:v>0.29226041946998937</c:v>
                </c:pt>
                <c:pt idx="20">
                  <c:v>0.16227299270541162</c:v>
                </c:pt>
                <c:pt idx="21">
                  <c:v>7.5782732257164476E-2</c:v>
                </c:pt>
                <c:pt idx="22">
                  <c:v>0.13577610031059306</c:v>
                </c:pt>
                <c:pt idx="23">
                  <c:v>0.34724160241868751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DB-4908-A711-2483785D00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7476640"/>
        <c:axId val="447476968"/>
      </c:barChart>
      <c:catAx>
        <c:axId val="44747664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7476968"/>
        <c:crosses val="autoZero"/>
        <c:auto val="1"/>
        <c:lblAlgn val="ctr"/>
        <c:lblOffset val="100"/>
        <c:noMultiLvlLbl val="0"/>
      </c:catAx>
      <c:valAx>
        <c:axId val="44747696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7476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'3.1.1'!$A$145:$A$171</c:f>
              <c:numCache>
                <c:formatCode>@</c:formatCode>
                <c:ptCount val="27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  <c:pt idx="24">
                  <c:v>1972</c:v>
                </c:pt>
                <c:pt idx="25">
                  <c:v>1973</c:v>
                </c:pt>
                <c:pt idx="26">
                  <c:v>1974</c:v>
                </c:pt>
              </c:numCache>
            </c:numRef>
          </c:cat>
          <c:val>
            <c:numRef>
              <c:f>'3.1.1'!$B$145:$B$171</c:f>
              <c:numCache>
                <c:formatCode>#,##0\ \ </c:formatCode>
                <c:ptCount val="27"/>
                <c:pt idx="0">
                  <c:v>78665.372929586738</c:v>
                </c:pt>
                <c:pt idx="1">
                  <c:v>77644.727785006122</c:v>
                </c:pt>
                <c:pt idx="2">
                  <c:v>78587.152906145464</c:v>
                </c:pt>
                <c:pt idx="3">
                  <c:v>81642.192706641246</c:v>
                </c:pt>
                <c:pt idx="4">
                  <c:v>77533.080931383127</c:v>
                </c:pt>
                <c:pt idx="5">
                  <c:v>81642.192706641246</c:v>
                </c:pt>
                <c:pt idx="6">
                  <c:v>85012.517609163639</c:v>
                </c:pt>
                <c:pt idx="7">
                  <c:v>91017.502176146314</c:v>
                </c:pt>
                <c:pt idx="8">
                  <c:v>93546.026261706502</c:v>
                </c:pt>
                <c:pt idx="9">
                  <c:v>98391.843819917951</c:v>
                </c:pt>
                <c:pt idx="10">
                  <c:v>104396.82838690061</c:v>
                </c:pt>
                <c:pt idx="11">
                  <c:v>97654.09749207343</c:v>
                </c:pt>
                <c:pt idx="12">
                  <c:v>105344.7647827629</c:v>
                </c:pt>
                <c:pt idx="13">
                  <c:v>112824.20146054342</c:v>
                </c:pt>
                <c:pt idx="14">
                  <c:v>111033.42370282777</c:v>
                </c:pt>
                <c:pt idx="15">
                  <c:v>108399.80458325871</c:v>
                </c:pt>
                <c:pt idx="16">
                  <c:v>119565.89181047946</c:v>
                </c:pt>
                <c:pt idx="17">
                  <c:v>130521.78896968246</c:v>
                </c:pt>
                <c:pt idx="18">
                  <c:v>131364.63033153585</c:v>
                </c:pt>
                <c:pt idx="19">
                  <c:v>134841.09081295834</c:v>
                </c:pt>
                <c:pt idx="20">
                  <c:v>140634.84476703205</c:v>
                </c:pt>
                <c:pt idx="21">
                  <c:v>152643.77335610622</c:v>
                </c:pt>
                <c:pt idx="22">
                  <c:v>160860.95636173122</c:v>
                </c:pt>
                <c:pt idx="23">
                  <c:v>166912.60622155317</c:v>
                </c:pt>
                <c:pt idx="24">
                  <c:v>170379.33445085437</c:v>
                </c:pt>
                <c:pt idx="25">
                  <c:v>176760.97430606186</c:v>
                </c:pt>
                <c:pt idx="26">
                  <c:v>186316.01795022786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84-4730-9B96-393F880EFB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4508248"/>
        <c:axId val="443533840"/>
      </c:lineChart>
      <c:catAx>
        <c:axId val="44450824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3533840"/>
        <c:crosses val="autoZero"/>
        <c:auto val="1"/>
        <c:lblAlgn val="ctr"/>
        <c:lblOffset val="100"/>
        <c:noMultiLvlLbl val="0"/>
      </c:catAx>
      <c:valAx>
        <c:axId val="443533840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4508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'7.1.1'!$A$56:$A$79</c:f>
              <c:numCache>
                <c:formatCode>@</c:formatCode>
                <c:ptCount val="24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</c:numCache>
            </c:numRef>
          </c:cat>
          <c:val>
            <c:numRef>
              <c:f>'7.1.1'!$B$56:$B$79</c:f>
              <c:numCache>
                <c:formatCode>#,##0.00\ \ </c:formatCode>
                <c:ptCount val="24"/>
                <c:pt idx="0">
                  <c:v>673.6</c:v>
                </c:pt>
                <c:pt idx="1">
                  <c:v>387.2</c:v>
                </c:pt>
                <c:pt idx="2">
                  <c:v>551.6</c:v>
                </c:pt>
                <c:pt idx="3">
                  <c:v>347</c:v>
                </c:pt>
                <c:pt idx="4">
                  <c:v>173.6</c:v>
                </c:pt>
                <c:pt idx="5">
                  <c:v>485.8</c:v>
                </c:pt>
                <c:pt idx="6">
                  <c:v>468.9</c:v>
                </c:pt>
                <c:pt idx="7">
                  <c:v>235.4</c:v>
                </c:pt>
                <c:pt idx="8">
                  <c:v>204.5</c:v>
                </c:pt>
                <c:pt idx="9">
                  <c:v>323.8</c:v>
                </c:pt>
                <c:pt idx="10">
                  <c:v>133</c:v>
                </c:pt>
                <c:pt idx="11">
                  <c:v>379.7</c:v>
                </c:pt>
                <c:pt idx="12">
                  <c:v>697.5</c:v>
                </c:pt>
                <c:pt idx="13">
                  <c:v>496.2</c:v>
                </c:pt>
                <c:pt idx="14">
                  <c:v>191.7</c:v>
                </c:pt>
                <c:pt idx="15">
                  <c:v>322.3</c:v>
                </c:pt>
                <c:pt idx="16">
                  <c:v>192.3</c:v>
                </c:pt>
                <c:pt idx="17">
                  <c:v>265.10000000000002</c:v>
                </c:pt>
                <c:pt idx="18">
                  <c:v>251.1</c:v>
                </c:pt>
                <c:pt idx="19">
                  <c:v>754.2</c:v>
                </c:pt>
                <c:pt idx="20">
                  <c:v>792.4</c:v>
                </c:pt>
                <c:pt idx="21">
                  <c:v>560.20000000000005</c:v>
                </c:pt>
                <c:pt idx="22">
                  <c:v>724.7</c:v>
                </c:pt>
                <c:pt idx="23">
                  <c:v>316.7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2A-45D6-94CA-8D485C6BA5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4730456"/>
        <c:axId val="654720288"/>
      </c:lineChart>
      <c:catAx>
        <c:axId val="65473045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4720288"/>
        <c:crosses val="autoZero"/>
        <c:auto val="1"/>
        <c:lblAlgn val="ctr"/>
        <c:lblOffset val="100"/>
        <c:noMultiLvlLbl val="0"/>
      </c:catAx>
      <c:valAx>
        <c:axId val="65472028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4730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'8.1.7'!$B$2:$B$5</c:f>
              <c:strCache>
                <c:ptCount val="4"/>
                <c:pt idx="0">
                  <c:v>Valores de Exportac.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'8.1.7'!$A$145:$A$168</c:f>
              <c:numCache>
                <c:formatCode>@</c:formatCode>
                <c:ptCount val="24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</c:numCache>
            </c:numRef>
          </c:cat>
          <c:val>
            <c:numRef>
              <c:f>'8.1.7'!$B$145:$B$168</c:f>
              <c:numCache>
                <c:formatCode>#,##0.00\ \ </c:formatCode>
                <c:ptCount val="24"/>
                <c:pt idx="0">
                  <c:v>12.260155249076796</c:v>
                </c:pt>
                <c:pt idx="1">
                  <c:v>7.0374557238676614</c:v>
                </c:pt>
                <c:pt idx="2">
                  <c:v>8.7994573818675104</c:v>
                </c:pt>
                <c:pt idx="3">
                  <c:v>8.8130228351797424</c:v>
                </c:pt>
                <c:pt idx="4">
                  <c:v>5.1835104378626875</c:v>
                </c:pt>
                <c:pt idx="5">
                  <c:v>8.4791619564398228</c:v>
                </c:pt>
                <c:pt idx="6">
                  <c:v>7.7368302057427076</c:v>
                </c:pt>
                <c:pt idx="7">
                  <c:v>6.9982666365212154</c:v>
                </c:pt>
                <c:pt idx="8">
                  <c:v>7.1128193533800577</c:v>
                </c:pt>
                <c:pt idx="9">
                  <c:v>7.3464466048684898</c:v>
                </c:pt>
                <c:pt idx="10">
                  <c:v>7.490391137237169</c:v>
                </c:pt>
                <c:pt idx="11">
                  <c:v>7.540884769010475</c:v>
                </c:pt>
                <c:pt idx="12">
                  <c:v>8.1332428969779187</c:v>
                </c:pt>
                <c:pt idx="13">
                  <c:v>7.2658075212902258</c:v>
                </c:pt>
                <c:pt idx="14">
                  <c:v>9.1642173487075134</c:v>
                </c:pt>
                <c:pt idx="15">
                  <c:v>10.290903609917853</c:v>
                </c:pt>
                <c:pt idx="16">
                  <c:v>10.630039942723641</c:v>
                </c:pt>
                <c:pt idx="17">
                  <c:v>11.214108071444722</c:v>
                </c:pt>
                <c:pt idx="18">
                  <c:v>12.00693345391514</c:v>
                </c:pt>
                <c:pt idx="19">
                  <c:v>11.037003542090588</c:v>
                </c:pt>
                <c:pt idx="20">
                  <c:v>10.308990881000829</c:v>
                </c:pt>
                <c:pt idx="21">
                  <c:v>12.149370713693571</c:v>
                </c:pt>
                <c:pt idx="22">
                  <c:v>13.363478785138291</c:v>
                </c:pt>
                <c:pt idx="23">
                  <c:v>13.11628608033763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8F-4EE3-A273-278759F37A8D}"/>
            </c:ext>
          </c:extLst>
        </c:ser>
        <c:ser>
          <c:idx val="1"/>
          <c:order val="1"/>
          <c:tx>
            <c:strRef>
              <c:f>'8.1.7'!$C$2:$C$5</c:f>
              <c:strCache>
                <c:ptCount val="4"/>
                <c:pt idx="0">
                  <c:v>Valores de Importac.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'8.1.7'!$A$145:$A$168</c:f>
              <c:numCache>
                <c:formatCode>@</c:formatCode>
                <c:ptCount val="24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</c:numCache>
            </c:numRef>
          </c:cat>
          <c:val>
            <c:numRef>
              <c:f>'8.1.7'!$C$145:$C$168</c:f>
              <c:numCache>
                <c:formatCode>#,##0.00\ \ </c:formatCode>
                <c:ptCount val="24"/>
                <c:pt idx="0">
                  <c:v>9.425709713743851</c:v>
                </c:pt>
                <c:pt idx="1">
                  <c:v>6.3569015587032522</c:v>
                </c:pt>
                <c:pt idx="2">
                  <c:v>6.1956972678243352</c:v>
                </c:pt>
                <c:pt idx="3">
                  <c:v>8.7725952705505836</c:v>
                </c:pt>
                <c:pt idx="4">
                  <c:v>6.9892728027025424</c:v>
                </c:pt>
                <c:pt idx="5">
                  <c:v>4.7122621940378115</c:v>
                </c:pt>
                <c:pt idx="6">
                  <c:v>5.8021691459728562</c:v>
                </c:pt>
                <c:pt idx="7">
                  <c:v>6.9495643928169262</c:v>
                </c:pt>
                <c:pt idx="8">
                  <c:v>6.6828661174657729</c:v>
                </c:pt>
                <c:pt idx="9">
                  <c:v>7.7662537782255683</c:v>
                </c:pt>
                <c:pt idx="10">
                  <c:v>7.3051620932851291</c:v>
                </c:pt>
                <c:pt idx="11">
                  <c:v>5.8294316363420844</c:v>
                </c:pt>
                <c:pt idx="12">
                  <c:v>7.4041367865821135</c:v>
                </c:pt>
                <c:pt idx="13">
                  <c:v>8.654655366561963</c:v>
                </c:pt>
                <c:pt idx="14">
                  <c:v>8.0394713447519717</c:v>
                </c:pt>
                <c:pt idx="15">
                  <c:v>5.8122444141527891</c:v>
                </c:pt>
                <c:pt idx="16">
                  <c:v>6.3853493747407102</c:v>
                </c:pt>
                <c:pt idx="17">
                  <c:v>7.0823208676583889</c:v>
                </c:pt>
                <c:pt idx="18">
                  <c:v>6.6633082439400217</c:v>
                </c:pt>
                <c:pt idx="19">
                  <c:v>6.4926213477152839</c:v>
                </c:pt>
                <c:pt idx="20">
                  <c:v>6.929413856457062</c:v>
                </c:pt>
                <c:pt idx="21">
                  <c:v>9.3409589284655947</c:v>
                </c:pt>
                <c:pt idx="22">
                  <c:v>10.040301072719728</c:v>
                </c:pt>
                <c:pt idx="23">
                  <c:v>11.07153440407752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8F-4EE3-A273-278759F37A8D}"/>
            </c:ext>
          </c:extLst>
        </c:ser>
        <c:ser>
          <c:idx val="2"/>
          <c:order val="2"/>
          <c:tx>
            <c:strRef>
              <c:f>'8.1.7'!$D$2:$D$5</c:f>
              <c:strCache>
                <c:ptCount val="4"/>
                <c:pt idx="0">
                  <c:v>Valores de Importac.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'8.1.7'!$A$145:$A$168</c:f>
              <c:numCache>
                <c:formatCode>@</c:formatCode>
                <c:ptCount val="24"/>
                <c:pt idx="0">
                  <c:v>1948</c:v>
                </c:pt>
                <c:pt idx="1">
                  <c:v>1949</c:v>
                </c:pt>
                <c:pt idx="2">
                  <c:v>1950</c:v>
                </c:pt>
                <c:pt idx="3">
                  <c:v>1951</c:v>
                </c:pt>
                <c:pt idx="4">
                  <c:v>1952</c:v>
                </c:pt>
                <c:pt idx="5">
                  <c:v>1953</c:v>
                </c:pt>
                <c:pt idx="6">
                  <c:v>1954</c:v>
                </c:pt>
                <c:pt idx="7">
                  <c:v>1955</c:v>
                </c:pt>
                <c:pt idx="8">
                  <c:v>1956</c:v>
                </c:pt>
                <c:pt idx="9">
                  <c:v>1957</c:v>
                </c:pt>
                <c:pt idx="10">
                  <c:v>1958</c:v>
                </c:pt>
                <c:pt idx="11">
                  <c:v>1959</c:v>
                </c:pt>
                <c:pt idx="12">
                  <c:v>1960</c:v>
                </c:pt>
                <c:pt idx="13">
                  <c:v>1961</c:v>
                </c:pt>
                <c:pt idx="14">
                  <c:v>1962</c:v>
                </c:pt>
                <c:pt idx="15">
                  <c:v>1963</c:v>
                </c:pt>
                <c:pt idx="16">
                  <c:v>1964</c:v>
                </c:pt>
                <c:pt idx="17">
                  <c:v>1965</c:v>
                </c:pt>
                <c:pt idx="18">
                  <c:v>1966</c:v>
                </c:pt>
                <c:pt idx="19">
                  <c:v>1967</c:v>
                </c:pt>
                <c:pt idx="20">
                  <c:v>1968</c:v>
                </c:pt>
                <c:pt idx="21">
                  <c:v>1969</c:v>
                </c:pt>
                <c:pt idx="22">
                  <c:v>1970</c:v>
                </c:pt>
                <c:pt idx="23">
                  <c:v>1971</c:v>
                </c:pt>
              </c:numCache>
            </c:numRef>
          </c:cat>
          <c:val>
            <c:numRef>
              <c:f>'8.1.7'!$D$145:$D$168</c:f>
              <c:numCache>
                <c:formatCode>General</c:formatCode>
                <c:ptCount val="2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B8F-4EE3-A273-278759F37A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5530480"/>
        <c:axId val="655530808"/>
      </c:lineChart>
      <c:catAx>
        <c:axId val="65553048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808"/>
        <c:crosses val="autoZero"/>
        <c:auto val="1"/>
        <c:lblAlgn val="ctr"/>
        <c:lblOffset val="100"/>
        <c:noMultiLvlLbl val="0"/>
      </c:catAx>
      <c:valAx>
        <c:axId val="6555308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55530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  <c:userShapes r:id="rId4"/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'7.2'!$B$2:$B$5</c:f>
              <c:strCache>
                <c:ptCount val="4"/>
                <c:pt idx="0">
                  <c:v>Dólar Libre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'7.2'!$A$147:$A$168</c:f>
              <c:numCache>
                <c:formatCode>@</c:formatCode>
                <c:ptCount val="22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</c:numCache>
            </c:numRef>
          </c:cat>
          <c:val>
            <c:numRef>
              <c:f>'7.2'!$B$147:$B$168</c:f>
              <c:numCache>
                <c:formatCode>#,##0.00000000000000\ \ </c:formatCode>
                <c:ptCount val="22"/>
                <c:pt idx="0">
                  <c:v>1.599E-12</c:v>
                </c:pt>
                <c:pt idx="1">
                  <c:v>2.3739999999999998E-12</c:v>
                </c:pt>
                <c:pt idx="2">
                  <c:v>2.2940000000000001E-12</c:v>
                </c:pt>
                <c:pt idx="3">
                  <c:v>2.2559999999999997E-12</c:v>
                </c:pt>
                <c:pt idx="4">
                  <c:v>2.5299999999999999E-12</c:v>
                </c:pt>
                <c:pt idx="5">
                  <c:v>3.049E-12</c:v>
                </c:pt>
                <c:pt idx="6">
                  <c:v>3.554E-12</c:v>
                </c:pt>
                <c:pt idx="7">
                  <c:v>3.9619999999999995E-12</c:v>
                </c:pt>
                <c:pt idx="8">
                  <c:v>5.0099999999999999E-12</c:v>
                </c:pt>
                <c:pt idx="9">
                  <c:v>7.9799999999999995E-12</c:v>
                </c:pt>
                <c:pt idx="10">
                  <c:v>8.2799999999999995E-12</c:v>
                </c:pt>
                <c:pt idx="11">
                  <c:v>8.2880000000000002E-12</c:v>
                </c:pt>
                <c:pt idx="12" formatCode="#,##0.0000000000000\ \ ">
                  <c:v>1.1595E-11</c:v>
                </c:pt>
                <c:pt idx="13" formatCode="#,##0.0000000000000\ \ ">
                  <c:v>1.3861000000000002E-11</c:v>
                </c:pt>
                <c:pt idx="14" formatCode="#,##0.0000000000000\ \ ">
                  <c:v>1.5718000000000001E-11</c:v>
                </c:pt>
                <c:pt idx="15" formatCode="#,##0.0000000000000\ \ ">
                  <c:v>2.4380000000000001E-11</c:v>
                </c:pt>
                <c:pt idx="16" formatCode="#,##0.0000000000000\ \ ">
                  <c:v>2.4199000000000002E-11</c:v>
                </c:pt>
                <c:pt idx="17" formatCode="#,##0.0000000000000\ \ ">
                  <c:v>3.3898999999999998E-11</c:v>
                </c:pt>
                <c:pt idx="18" formatCode="#,##0.0000000000000\ \ ">
                  <c:v>3.3498999999999999E-11</c:v>
                </c:pt>
                <c:pt idx="19" formatCode="#,##0.0000000000000\ \ ">
                  <c:v>3.5110000000000002E-11</c:v>
                </c:pt>
                <c:pt idx="20" formatCode="#,##0.0000000000000\ \ ">
                  <c:v>3.8603999999999997E-11</c:v>
                </c:pt>
                <c:pt idx="21" formatCode="#,##0.0000000000000\ \ ">
                  <c:v>6.1400000000000003E-11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E4-444C-B665-07E3E16C3E50}"/>
            </c:ext>
          </c:extLst>
        </c:ser>
        <c:ser>
          <c:idx val="1"/>
          <c:order val="1"/>
          <c:tx>
            <c:strRef>
              <c:f>'7.2'!$C$2:$C$5</c:f>
              <c:strCache>
                <c:ptCount val="4"/>
                <c:pt idx="0">
                  <c:v>Dólar de Exportación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'7.2'!$A$147:$A$168</c:f>
              <c:numCache>
                <c:formatCode>@</c:formatCode>
                <c:ptCount val="22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</c:numCache>
            </c:numRef>
          </c:cat>
          <c:val>
            <c:numRef>
              <c:f>'7.2'!$C$147:$C$168</c:f>
              <c:numCache>
                <c:formatCode>#,##0.000000000000000\ \ </c:formatCode>
                <c:ptCount val="22"/>
                <c:pt idx="0">
                  <c:v>3.9054999999999999E-13</c:v>
                </c:pt>
                <c:pt idx="1">
                  <c:v>4.9999999999999999E-13</c:v>
                </c:pt>
                <c:pt idx="2">
                  <c:v>4.9999999999999999E-13</c:v>
                </c:pt>
                <c:pt idx="3">
                  <c:v>4.9999999999999999E-13</c:v>
                </c:pt>
                <c:pt idx="4">
                  <c:v>4.9999999999999999E-13</c:v>
                </c:pt>
                <c:pt idx="5">
                  <c:v>6.8750000000000005E-13</c:v>
                </c:pt>
                <c:pt idx="6" formatCode="#,##0.00000000000000\ \ ">
                  <c:v>1.8E-12</c:v>
                </c:pt>
                <c:pt idx="7" formatCode="#,##0.00000000000000\ \ ">
                  <c:v>1.8E-12</c:v>
                </c:pt>
                <c:pt idx="8" formatCode="#,##0.00000000000000\ \ ">
                  <c:v>1.8E-12</c:v>
                </c:pt>
                <c:pt idx="9" formatCode="#,##0.00000000000000\ \ ">
                  <c:v>8.0629999999999991E-12</c:v>
                </c:pt>
                <c:pt idx="10" formatCode="#,##0.00000000000000\ \ ">
                  <c:v>8.2799999999999995E-12</c:v>
                </c:pt>
                <c:pt idx="11" formatCode="#,##0.00000000000000\ \ ">
                  <c:v>8.3129999999999998E-12</c:v>
                </c:pt>
                <c:pt idx="12" formatCode="#,##0.0000000000000\ \ ">
                  <c:v>1.1598E-11</c:v>
                </c:pt>
                <c:pt idx="13" formatCode="#,##0.0000000000000\ \ ">
                  <c:v>1.3861000000000002E-11</c:v>
                </c:pt>
                <c:pt idx="14" formatCode="#,##0.0000000000000\ \ ">
                  <c:v>1.41E-11</c:v>
                </c:pt>
                <c:pt idx="15" formatCode="#,##0.0000000000000\ \ ">
                  <c:v>1.7162E-11</c:v>
                </c:pt>
                <c:pt idx="16" formatCode="#,##0.0000000000000\ \ ">
                  <c:v>2.0935E-11</c:v>
                </c:pt>
                <c:pt idx="17" formatCode="#,##0.0000000000000\ \ ">
                  <c:v>3.335E-11</c:v>
                </c:pt>
                <c:pt idx="18" formatCode="#,##0.0000000000000\ \ ">
                  <c:v>3.5000000000000002E-11</c:v>
                </c:pt>
                <c:pt idx="19" formatCode="#,##0.0000000000000\ \ ">
                  <c:v>3.5000000000000002E-11</c:v>
                </c:pt>
                <c:pt idx="20" formatCode="#,##0.0000000000000\ \ ">
                  <c:v>3.7917000000000003E-11</c:v>
                </c:pt>
                <c:pt idx="21" formatCode="#,##0.0000000000000\ \ ">
                  <c:v>4.5216669999999997E-11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E4-444C-B665-07E3E16C3E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0027320"/>
        <c:axId val="440027976"/>
      </c:lineChart>
      <c:catAx>
        <c:axId val="44002732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40027976"/>
        <c:crosses val="autoZero"/>
        <c:auto val="1"/>
        <c:lblAlgn val="ctr"/>
        <c:lblOffset val="100"/>
        <c:noMultiLvlLbl val="0"/>
      </c:catAx>
      <c:valAx>
        <c:axId val="440027976"/>
        <c:scaling>
          <c:orientation val="minMax"/>
        </c:scaling>
        <c:delete val="1"/>
        <c:axPos val="l"/>
        <c:numFmt formatCode="#,##0.00000000000000\ \ " sourceLinked="1"/>
        <c:majorTickMark val="none"/>
        <c:minorTickMark val="none"/>
        <c:tickLblPos val="nextTo"/>
        <c:crossAx val="440027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Hoja4!$J$2</c:f>
              <c:strCache>
                <c:ptCount val="1"/>
                <c:pt idx="0">
                  <c:v>Promedio externo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Hoja4!$A$3:$A$25</c:f>
              <c:numCache>
                <c:formatCode>General</c:formatCode>
                <c:ptCount val="23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</c:numCache>
            </c:numRef>
          </c:cat>
          <c:val>
            <c:numRef>
              <c:f>Hoja4!$J$3:$J$25</c:f>
              <c:numCache>
                <c:formatCode>_ * #,##0.00_ ;_ * \-#,##0.00_ ;_ * "-"??_ ;_ @_ </c:formatCode>
                <c:ptCount val="23"/>
                <c:pt idx="0">
                  <c:v>62.636255262187454</c:v>
                </c:pt>
                <c:pt idx="1">
                  <c:v>91.317073105847641</c:v>
                </c:pt>
                <c:pt idx="2">
                  <c:v>101.45572351298915</c:v>
                </c:pt>
                <c:pt idx="3">
                  <c:v>85.28256356442165</c:v>
                </c:pt>
                <c:pt idx="4">
                  <c:v>63.542974674992003</c:v>
                </c:pt>
                <c:pt idx="5">
                  <c:v>50.962983605933303</c:v>
                </c:pt>
                <c:pt idx="6">
                  <c:v>56.945887538263918</c:v>
                </c:pt>
                <c:pt idx="7">
                  <c:v>62.283367172379634</c:v>
                </c:pt>
                <c:pt idx="8">
                  <c:v>81.108564786951504</c:v>
                </c:pt>
                <c:pt idx="9">
                  <c:v>48.958985738477885</c:v>
                </c:pt>
                <c:pt idx="10">
                  <c:v>54.333333333333336</c:v>
                </c:pt>
                <c:pt idx="11">
                  <c:v>55.230000000000004</c:v>
                </c:pt>
                <c:pt idx="12">
                  <c:v>54.291666666666664</c:v>
                </c:pt>
                <c:pt idx="13">
                  <c:v>56.958333333333336</c:v>
                </c:pt>
                <c:pt idx="14">
                  <c:v>57.4375</c:v>
                </c:pt>
                <c:pt idx="15">
                  <c:v>53.458333333333336</c:v>
                </c:pt>
                <c:pt idx="16">
                  <c:v>50.958333333333329</c:v>
                </c:pt>
                <c:pt idx="17">
                  <c:v>57.25</c:v>
                </c:pt>
                <c:pt idx="18">
                  <c:v>52.041666666666671</c:v>
                </c:pt>
                <c:pt idx="19">
                  <c:v>55.416666666666671</c:v>
                </c:pt>
                <c:pt idx="20">
                  <c:v>56.375</c:v>
                </c:pt>
                <c:pt idx="21">
                  <c:v>58.166666666666671</c:v>
                </c:pt>
                <c:pt idx="22">
                  <c:v>65.194166501363114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24-419A-8880-A4A6306E33F3}"/>
            </c:ext>
          </c:extLst>
        </c:ser>
        <c:ser>
          <c:idx val="1"/>
          <c:order val="1"/>
          <c:tx>
            <c:strRef>
              <c:f>Hoja4!$K$2</c:f>
              <c:strCache>
                <c:ptCount val="1"/>
                <c:pt idx="0">
                  <c:v>promedio interno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Hoja4!$A$3:$A$25</c:f>
              <c:numCache>
                <c:formatCode>General</c:formatCode>
                <c:ptCount val="23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</c:numCache>
            </c:numRef>
          </c:cat>
          <c:val>
            <c:numRef>
              <c:f>Hoja4!$K$3:$K$25</c:f>
              <c:numCache>
                <c:formatCode>_ * #,##0.00_ ;_ * \-#,##0.00_ ;_ * "-"??_ ;_ @_ </c:formatCode>
                <c:ptCount val="23"/>
                <c:pt idx="0">
                  <c:v>80.015362949686335</c:v>
                </c:pt>
                <c:pt idx="1">
                  <c:v>74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98.181818181818187</c:v>
                </c:pt>
                <c:pt idx="6">
                  <c:v>48.091666666666669</c:v>
                </c:pt>
                <c:pt idx="7">
                  <c:v>55.761111111111106</c:v>
                </c:pt>
                <c:pt idx="8">
                  <c:v>124.77777777777777</c:v>
                </c:pt>
                <c:pt idx="9">
                  <c:v>36.67803547066849</c:v>
                </c:pt>
                <c:pt idx="10">
                  <c:v>45.650362318840585</c:v>
                </c:pt>
                <c:pt idx="11">
                  <c:v>61.044749188018777</c:v>
                </c:pt>
                <c:pt idx="12">
                  <c:v>59.865925159510255</c:v>
                </c:pt>
                <c:pt idx="13">
                  <c:v>48.662794892143424</c:v>
                </c:pt>
                <c:pt idx="14">
                  <c:v>56.134751773049651</c:v>
                </c:pt>
                <c:pt idx="15">
                  <c:v>49.443052480285907</c:v>
                </c:pt>
                <c:pt idx="16">
                  <c:v>50.28859167263753</c:v>
                </c:pt>
                <c:pt idx="17">
                  <c:v>44.706396801599197</c:v>
                </c:pt>
                <c:pt idx="18">
                  <c:v>41.913095238095224</c:v>
                </c:pt>
                <c:pt idx="19">
                  <c:v>49.160714285714278</c:v>
                </c:pt>
                <c:pt idx="20">
                  <c:v>47.354528751395591</c:v>
                </c:pt>
                <c:pt idx="21">
                  <c:v>45.680055607810132</c:v>
                </c:pt>
                <c:pt idx="22">
                  <c:v>73.658333333333331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24-419A-8880-A4A6306E33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6552048"/>
        <c:axId val="556560904"/>
      </c:lineChart>
      <c:catAx>
        <c:axId val="556552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56560904"/>
        <c:crosses val="autoZero"/>
        <c:auto val="1"/>
        <c:lblAlgn val="ctr"/>
        <c:lblOffset val="100"/>
        <c:noMultiLvlLbl val="0"/>
      </c:catAx>
      <c:valAx>
        <c:axId val="556560904"/>
        <c:scaling>
          <c:orientation val="minMax"/>
        </c:scaling>
        <c:delete val="0"/>
        <c:axPos val="l"/>
        <c:numFmt formatCode="_ * #,##0.00_ ;_ * \-#,##0.0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5655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  <c:userShapes r:id="rId4"/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Hoja5!$F$1</c:f>
              <c:strCache>
                <c:ptCount val="1"/>
                <c:pt idx="0">
                  <c:v>gasto corr real</c:v>
                </c:pt>
              </c:strCache>
            </c:strRef>
          </c:tx>
          <c:spPr>
            <a:ln w="28575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Hoja5!$A$2:$A$13</c:f>
              <c:numCache>
                <c:formatCode>General</c:formatCode>
                <c:ptCount val="12"/>
                <c:pt idx="0">
                  <c:v>1961</c:v>
                </c:pt>
                <c:pt idx="1">
                  <c:v>1962</c:v>
                </c:pt>
                <c:pt idx="2">
                  <c:v>1963</c:v>
                </c:pt>
                <c:pt idx="3">
                  <c:v>1964</c:v>
                </c:pt>
                <c:pt idx="4">
                  <c:v>1965</c:v>
                </c:pt>
                <c:pt idx="5">
                  <c:v>1966</c:v>
                </c:pt>
                <c:pt idx="6">
                  <c:v>1967</c:v>
                </c:pt>
                <c:pt idx="7">
                  <c:v>1968</c:v>
                </c:pt>
                <c:pt idx="8">
                  <c:v>1969</c:v>
                </c:pt>
                <c:pt idx="9">
                  <c:v>1970</c:v>
                </c:pt>
                <c:pt idx="10">
                  <c:v>1971</c:v>
                </c:pt>
                <c:pt idx="11">
                  <c:v>1972</c:v>
                </c:pt>
              </c:numCache>
            </c:numRef>
          </c:cat>
          <c:val>
            <c:numRef>
              <c:f>Hoja5!$F$2:$F$13</c:f>
              <c:numCache>
                <c:formatCode>_-* #,##0.000000000_-;\-* #,##0.000000000_-;_-* "-"??_-;_-@_-</c:formatCode>
                <c:ptCount val="12"/>
                <c:pt idx="0">
                  <c:v>1.4174E-5</c:v>
                </c:pt>
                <c:pt idx="1">
                  <c:v>1.3193081057497944E-5</c:v>
                </c:pt>
                <c:pt idx="2">
                  <c:v>1.7400904565355064E-5</c:v>
                </c:pt>
                <c:pt idx="3">
                  <c:v>2.6190087608847855E-5</c:v>
                </c:pt>
                <c:pt idx="4">
                  <c:v>3.453514252645681E-5</c:v>
                </c:pt>
                <c:pt idx="5">
                  <c:v>4.3238575436159065E-5</c:v>
                </c:pt>
                <c:pt idx="6">
                  <c:v>5.9121984120921438E-5</c:v>
                </c:pt>
                <c:pt idx="7">
                  <c:v>7.4011872029967272E-5</c:v>
                </c:pt>
                <c:pt idx="8">
                  <c:v>8.864522281363743E-5</c:v>
                </c:pt>
                <c:pt idx="9">
                  <c:v>9.7469915038471519E-5</c:v>
                </c:pt>
                <c:pt idx="10">
                  <c:v>1.1449022931231035E-4</c:v>
                </c:pt>
                <c:pt idx="11">
                  <c:v>1.4755420913633419E-4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83-4B0C-9155-F04ADF480FC1}"/>
            </c:ext>
          </c:extLst>
        </c:ser>
        <c:ser>
          <c:idx val="1"/>
          <c:order val="1"/>
          <c:tx>
            <c:strRef>
              <c:f>Hoja5!$G$1</c:f>
              <c:strCache>
                <c:ptCount val="1"/>
                <c:pt idx="0">
                  <c:v>inver real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Hoja5!$A$2:$A$13</c:f>
              <c:numCache>
                <c:formatCode>General</c:formatCode>
                <c:ptCount val="12"/>
                <c:pt idx="0">
                  <c:v>1961</c:v>
                </c:pt>
                <c:pt idx="1">
                  <c:v>1962</c:v>
                </c:pt>
                <c:pt idx="2">
                  <c:v>1963</c:v>
                </c:pt>
                <c:pt idx="3">
                  <c:v>1964</c:v>
                </c:pt>
                <c:pt idx="4">
                  <c:v>1965</c:v>
                </c:pt>
                <c:pt idx="5">
                  <c:v>1966</c:v>
                </c:pt>
                <c:pt idx="6">
                  <c:v>1967</c:v>
                </c:pt>
                <c:pt idx="7">
                  <c:v>1968</c:v>
                </c:pt>
                <c:pt idx="8">
                  <c:v>1969</c:v>
                </c:pt>
                <c:pt idx="9">
                  <c:v>1970</c:v>
                </c:pt>
                <c:pt idx="10">
                  <c:v>1971</c:v>
                </c:pt>
                <c:pt idx="11">
                  <c:v>1972</c:v>
                </c:pt>
              </c:numCache>
            </c:numRef>
          </c:cat>
          <c:val>
            <c:numRef>
              <c:f>Hoja5!$G$2:$G$13</c:f>
              <c:numCache>
                <c:formatCode>_-* #,##0.000000000_-;\-* #,##0.000000000_-;_-* "-"??_-;_-@_-</c:formatCode>
                <c:ptCount val="12"/>
                <c:pt idx="0">
                  <c:v>2.8219999999999998E-6</c:v>
                </c:pt>
                <c:pt idx="1">
                  <c:v>1.9436270347506583E-6</c:v>
                </c:pt>
                <c:pt idx="2">
                  <c:v>1.9504487748105255E-6</c:v>
                </c:pt>
                <c:pt idx="3">
                  <c:v>2.6085287958543603E-6</c:v>
                </c:pt>
                <c:pt idx="4">
                  <c:v>3.145002282905654E-6</c:v>
                </c:pt>
                <c:pt idx="5">
                  <c:v>4.6950806020391252E-6</c:v>
                </c:pt>
                <c:pt idx="6">
                  <c:v>9.4423692130140104E-6</c:v>
                </c:pt>
                <c:pt idx="7">
                  <c:v>1.3276571078263988E-5</c:v>
                </c:pt>
                <c:pt idx="8">
                  <c:v>1.7524914125032838E-5</c:v>
                </c:pt>
                <c:pt idx="9">
                  <c:v>1.8189324457831545E-5</c:v>
                </c:pt>
                <c:pt idx="10">
                  <c:v>2.0597641841063059E-5</c:v>
                </c:pt>
                <c:pt idx="11">
                  <c:v>3.4701969135995106E-5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83-4B0C-9155-F04ADF480F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3954896"/>
        <c:axId val="613956536"/>
      </c:lineChart>
      <c:catAx>
        <c:axId val="61395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13956536"/>
        <c:crosses val="autoZero"/>
        <c:auto val="1"/>
        <c:lblAlgn val="ctr"/>
        <c:lblOffset val="100"/>
        <c:noMultiLvlLbl val="0"/>
      </c:catAx>
      <c:valAx>
        <c:axId val="613956536"/>
        <c:scaling>
          <c:orientation val="minMax"/>
        </c:scaling>
        <c:delete val="1"/>
        <c:axPos val="l"/>
        <c:numFmt formatCode="_-* #,##0.000000000_-;\-* #,##0.000000000_-;_-* &quot;-&quot;??_-;_-@_-" sourceLinked="1"/>
        <c:majorTickMark val="none"/>
        <c:minorTickMark val="none"/>
        <c:tickLblPos val="nextTo"/>
        <c:crossAx val="61395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'6.2.5'!$A$157:$A$169</c:f>
              <c:numCache>
                <c:formatCode>@</c:formatCode>
                <c:ptCount val="13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</c:numCache>
            </c:numRef>
          </c:cat>
          <c:val>
            <c:numRef>
              <c:f>'6.2.5'!$D$157:$D$169</c:f>
              <c:numCache>
                <c:formatCode>_ * #,##0_ ;_ * \-#,##0_ ;_ * "-"_ ;_ @_ </c:formatCode>
                <c:ptCount val="13"/>
                <c:pt idx="0">
                  <c:v>-206895.10130434769</c:v>
                </c:pt>
                <c:pt idx="1">
                  <c:v>369208.49420849426</c:v>
                </c:pt>
                <c:pt idx="2">
                  <c:v>10952.996981457927</c:v>
                </c:pt>
                <c:pt idx="3">
                  <c:v>-6493.0380203448358</c:v>
                </c:pt>
                <c:pt idx="4">
                  <c:v>-98358.569792594615</c:v>
                </c:pt>
                <c:pt idx="5">
                  <c:v>-64848.236259228899</c:v>
                </c:pt>
                <c:pt idx="6">
                  <c:v>-109219.38923096011</c:v>
                </c:pt>
                <c:pt idx="7">
                  <c:v>208737.72087672172</c:v>
                </c:pt>
                <c:pt idx="8">
                  <c:v>127317.23335024904</c:v>
                </c:pt>
                <c:pt idx="9">
                  <c:v>224380.5183708345</c:v>
                </c:pt>
                <c:pt idx="10">
                  <c:v>371515.90508755523</c:v>
                </c:pt>
                <c:pt idx="11">
                  <c:v>165553.74592833914</c:v>
                </c:pt>
                <c:pt idx="12">
                  <c:v>67196.625849395437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9F-4B2B-9953-2F0334716E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5775328"/>
        <c:axId val="555775000"/>
      </c:barChart>
      <c:catAx>
        <c:axId val="555775328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55775000"/>
        <c:crosses val="autoZero"/>
        <c:auto val="1"/>
        <c:lblAlgn val="ctr"/>
        <c:lblOffset val="100"/>
        <c:noMultiLvlLbl val="0"/>
      </c:catAx>
      <c:valAx>
        <c:axId val="555775000"/>
        <c:scaling>
          <c:orientation val="minMax"/>
        </c:scaling>
        <c:delete val="0"/>
        <c:axPos val="l"/>
        <c:numFmt formatCode="_ * #,##0_ ;_ * \-#,##0_ ;_ * &quot;-&quot;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55775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  <c:userShapes r:id="rId4"/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4F81BD"/>
            </a:solidFill>
            <a:ln w="25400">
              <a:noFill/>
            </a:ln>
          </c:spPr>
          <c:invertIfNegative val="0"/>
          <c:cat>
            <c:numRef>
              <c:f>'6.2.5'!$A$157:$A$171</c:f>
              <c:numCache>
                <c:formatCode>@</c:formatCode>
                <c:ptCount val="15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  <c:pt idx="13">
                  <c:v>1973</c:v>
                </c:pt>
                <c:pt idx="14">
                  <c:v>1974</c:v>
                </c:pt>
              </c:numCache>
            </c:numRef>
          </c:cat>
          <c:val>
            <c:numRef>
              <c:f>'6.2.5'!$B$157:$B$171</c:f>
              <c:numCache>
                <c:formatCode>_ * #.##0_ ;_ * \-#.##0_ ;_ * "-"_ ;_ @_ </c:formatCode>
                <c:ptCount val="15"/>
                <c:pt idx="0">
                  <c:v>1308548.309178744</c:v>
                </c:pt>
                <c:pt idx="1">
                  <c:v>2343388.0308880308</c:v>
                </c:pt>
                <c:pt idx="2">
                  <c:v>1600776.1966364814</c:v>
                </c:pt>
                <c:pt idx="3">
                  <c:v>1631989.033980232</c:v>
                </c:pt>
                <c:pt idx="4">
                  <c:v>1983331.2126224707</c:v>
                </c:pt>
                <c:pt idx="5">
                  <c:v>1836095.1599671862</c:v>
                </c:pt>
                <c:pt idx="6">
                  <c:v>2400884.3340633907</c:v>
                </c:pt>
                <c:pt idx="7">
                  <c:v>2745774.2116286615</c:v>
                </c:pt>
                <c:pt idx="8">
                  <c:v>3063673.5424938058</c:v>
                </c:pt>
                <c:pt idx="9">
                  <c:v>3401310.1680432926</c:v>
                </c:pt>
                <c:pt idx="10">
                  <c:v>3688866.4387110146</c:v>
                </c:pt>
                <c:pt idx="11">
                  <c:v>3038371.3355048862</c:v>
                </c:pt>
                <c:pt idx="12">
                  <c:v>2478048.060818023</c:v>
                </c:pt>
                <c:pt idx="13">
                  <c:v>4335110.717449069</c:v>
                </c:pt>
                <c:pt idx="14">
                  <c:v>4797452.307692308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50-4C85-A8FE-E91692B92F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9738479"/>
        <c:axId val="1"/>
      </c:barChart>
      <c:catAx>
        <c:axId val="519738479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/>
            </a:pPr>
            <a:endParaRPr lang="es-AR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1"/>
        <c:axPos val="l"/>
        <c:numFmt formatCode="_ * #.##0_ ;_ * \-#.##0_ ;_ * &quot;-&quot;_ ;_ @_ " sourceLinked="1"/>
        <c:majorTickMark val="none"/>
        <c:minorTickMark val="none"/>
        <c:tickLblPos val="nextTo"/>
        <c:crossAx val="519738479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4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s-AR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Hoja2!$A$3:$A$26</c:f>
              <c:numCache>
                <c:formatCode>General</c:formatCode>
                <c:ptCount val="24"/>
                <c:pt idx="0">
                  <c:v>1951</c:v>
                </c:pt>
                <c:pt idx="1">
                  <c:v>1952</c:v>
                </c:pt>
                <c:pt idx="2">
                  <c:v>1953</c:v>
                </c:pt>
                <c:pt idx="3">
                  <c:v>1954</c:v>
                </c:pt>
                <c:pt idx="4">
                  <c:v>1955</c:v>
                </c:pt>
                <c:pt idx="5">
                  <c:v>1956</c:v>
                </c:pt>
                <c:pt idx="6">
                  <c:v>1957</c:v>
                </c:pt>
                <c:pt idx="7">
                  <c:v>1958</c:v>
                </c:pt>
                <c:pt idx="8">
                  <c:v>1959</c:v>
                </c:pt>
                <c:pt idx="9">
                  <c:v>1960</c:v>
                </c:pt>
                <c:pt idx="10">
                  <c:v>1961</c:v>
                </c:pt>
                <c:pt idx="11">
                  <c:v>1962</c:v>
                </c:pt>
                <c:pt idx="12">
                  <c:v>1963</c:v>
                </c:pt>
                <c:pt idx="13">
                  <c:v>1964</c:v>
                </c:pt>
                <c:pt idx="14">
                  <c:v>1965</c:v>
                </c:pt>
                <c:pt idx="15">
                  <c:v>1966</c:v>
                </c:pt>
                <c:pt idx="16">
                  <c:v>1967</c:v>
                </c:pt>
                <c:pt idx="17">
                  <c:v>1968</c:v>
                </c:pt>
                <c:pt idx="18">
                  <c:v>1969</c:v>
                </c:pt>
                <c:pt idx="19">
                  <c:v>1970</c:v>
                </c:pt>
                <c:pt idx="20">
                  <c:v>1971</c:v>
                </c:pt>
                <c:pt idx="21">
                  <c:v>1972</c:v>
                </c:pt>
                <c:pt idx="22">
                  <c:v>1973</c:v>
                </c:pt>
                <c:pt idx="23">
                  <c:v>1974</c:v>
                </c:pt>
              </c:numCache>
            </c:numRef>
          </c:cat>
          <c:val>
            <c:numRef>
              <c:f>Hoja2!$C$3:$C$26</c:f>
              <c:numCache>
                <c:formatCode>0%</c:formatCode>
                <c:ptCount val="24"/>
                <c:pt idx="0">
                  <c:v>0.21297854295264607</c:v>
                </c:pt>
                <c:pt idx="1">
                  <c:v>0.1372650927663901</c:v>
                </c:pt>
                <c:pt idx="2">
                  <c:v>0.24054353508221094</c:v>
                </c:pt>
                <c:pt idx="3">
                  <c:v>0.16292006784692048</c:v>
                </c:pt>
                <c:pt idx="4">
                  <c:v>0.17623799832722953</c:v>
                </c:pt>
                <c:pt idx="5">
                  <c:v>0.16711843061273934</c:v>
                </c:pt>
                <c:pt idx="6">
                  <c:v>4.6565368314628319E-3</c:v>
                </c:pt>
                <c:pt idx="7">
                  <c:v>0.40833333333333321</c:v>
                </c:pt>
                <c:pt idx="8">
                  <c:v>0.40828402366863936</c:v>
                </c:pt>
                <c:pt idx="9">
                  <c:v>0.20756302521008396</c:v>
                </c:pt>
                <c:pt idx="10">
                  <c:v>-1.6005567153792644E-2</c:v>
                </c:pt>
                <c:pt idx="11">
                  <c:v>4.2079207920792117E-2</c:v>
                </c:pt>
                <c:pt idx="12">
                  <c:v>0.42585680352901267</c:v>
                </c:pt>
                <c:pt idx="13">
                  <c:v>0.40742503569728683</c:v>
                </c:pt>
                <c:pt idx="14">
                  <c:v>0.39228948258369978</c:v>
                </c:pt>
                <c:pt idx="15">
                  <c:v>0.27204274957493335</c:v>
                </c:pt>
                <c:pt idx="16">
                  <c:v>0.41359556998281444</c:v>
                </c:pt>
                <c:pt idx="17">
                  <c:v>0.13008239902742136</c:v>
                </c:pt>
                <c:pt idx="18">
                  <c:v>8.964857757590261E-3</c:v>
                </c:pt>
                <c:pt idx="19">
                  <c:v>0.19713304110887342</c:v>
                </c:pt>
                <c:pt idx="20">
                  <c:v>0.28441365660564055</c:v>
                </c:pt>
                <c:pt idx="21">
                  <c:v>0.4304645966561369</c:v>
                </c:pt>
                <c:pt idx="22">
                  <c:v>1.4307335990520307</c:v>
                </c:pt>
                <c:pt idx="23">
                  <c:v>0.59099470407055321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D-4EE0-928B-DE3535ED9D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4584976"/>
        <c:axId val="573113232"/>
      </c:barChart>
      <c:catAx>
        <c:axId val="464584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73113232"/>
        <c:crosses val="autoZero"/>
        <c:auto val="1"/>
        <c:lblAlgn val="ctr"/>
        <c:lblOffset val="100"/>
        <c:noMultiLvlLbl val="0"/>
      </c:catAx>
      <c:valAx>
        <c:axId val="573113232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64584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accent1">
              <a:lumMod val="50000"/>
            </a:schemeClr>
          </a:solidFill>
        </a:defRPr>
      </a:pPr>
      <a:endParaRPr lang="es-AR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'7.1.4'!$A$104:$A$116</c:f>
              <c:numCache>
                <c:formatCode>@</c:formatCode>
                <c:ptCount val="13"/>
                <c:pt idx="0">
                  <c:v>1960</c:v>
                </c:pt>
                <c:pt idx="1">
                  <c:v>1961</c:v>
                </c:pt>
                <c:pt idx="2">
                  <c:v>1962</c:v>
                </c:pt>
                <c:pt idx="3">
                  <c:v>1963</c:v>
                </c:pt>
                <c:pt idx="4">
                  <c:v>1964</c:v>
                </c:pt>
                <c:pt idx="5">
                  <c:v>1965</c:v>
                </c:pt>
                <c:pt idx="6">
                  <c:v>1966</c:v>
                </c:pt>
                <c:pt idx="7">
                  <c:v>1967</c:v>
                </c:pt>
                <c:pt idx="8">
                  <c:v>1968</c:v>
                </c:pt>
                <c:pt idx="9">
                  <c:v>1969</c:v>
                </c:pt>
                <c:pt idx="10">
                  <c:v>1970</c:v>
                </c:pt>
                <c:pt idx="11">
                  <c:v>1971</c:v>
                </c:pt>
                <c:pt idx="12">
                  <c:v>1972</c:v>
                </c:pt>
              </c:numCache>
            </c:numRef>
          </c:cat>
          <c:val>
            <c:numRef>
              <c:f>'7.1.4'!$F$104:$F$116</c:f>
              <c:numCache>
                <c:formatCode>#,##0\ \ </c:formatCode>
                <c:ptCount val="13"/>
                <c:pt idx="0">
                  <c:v>2157487922.7053137</c:v>
                </c:pt>
                <c:pt idx="1">
                  <c:v>2478824806.9498067</c:v>
                </c:pt>
                <c:pt idx="2">
                  <c:v>1894463130.6597674</c:v>
                </c:pt>
                <c:pt idx="3">
                  <c:v>2040769064.2810762</c:v>
                </c:pt>
                <c:pt idx="4">
                  <c:v>2517171395.8518896</c:v>
                </c:pt>
                <c:pt idx="5">
                  <c:v>2040533223.9540606</c:v>
                </c:pt>
                <c:pt idx="6">
                  <c:v>2775734534.4848962</c:v>
                </c:pt>
                <c:pt idx="7">
                  <c:v>2571167291.0705333</c:v>
                </c:pt>
                <c:pt idx="8">
                  <c:v>3298605928.5351801</c:v>
                </c:pt>
                <c:pt idx="9">
                  <c:v>3483622899.4588437</c:v>
                </c:pt>
                <c:pt idx="10">
                  <c:v>3802196663.5581813</c:v>
                </c:pt>
                <c:pt idx="11">
                  <c:v>3273615635.179153</c:v>
                </c:pt>
                <c:pt idx="12">
                  <c:v>2505185326.6104884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0B-477A-9A3F-8BCD31F27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69637360"/>
        <c:axId val="569637688"/>
      </c:lineChart>
      <c:catAx>
        <c:axId val="569637360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69637688"/>
        <c:crosses val="autoZero"/>
        <c:auto val="1"/>
        <c:lblAlgn val="ctr"/>
        <c:lblOffset val="100"/>
        <c:noMultiLvlLbl val="0"/>
      </c:catAx>
      <c:valAx>
        <c:axId val="569637688"/>
        <c:scaling>
          <c:orientation val="minMax"/>
        </c:scaling>
        <c:delete val="0"/>
        <c:axPos val="l"/>
        <c:numFmt formatCode="#,##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69637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Hoja6!$B$3</c:f>
              <c:strCache>
                <c:ptCount val="1"/>
                <c:pt idx="0">
                  <c:v>Tasa activas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Hoja6!$A$4:$A$26</c:f>
              <c:numCache>
                <c:formatCode>General</c:formatCode>
                <c:ptCount val="23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</c:numCache>
            </c:numRef>
          </c:cat>
          <c:val>
            <c:numRef>
              <c:f>Hoja6!$B$4:$B$26</c:f>
              <c:numCache>
                <c:formatCode>#,##0.00\ \ </c:formatCode>
                <c:ptCount val="23"/>
                <c:pt idx="0">
                  <c:v>7.94</c:v>
                </c:pt>
                <c:pt idx="1">
                  <c:v>7.94</c:v>
                </c:pt>
                <c:pt idx="2">
                  <c:v>7.94</c:v>
                </c:pt>
                <c:pt idx="3">
                  <c:v>7.8</c:v>
                </c:pt>
                <c:pt idx="4">
                  <c:v>7.39</c:v>
                </c:pt>
                <c:pt idx="5">
                  <c:v>7.39</c:v>
                </c:pt>
                <c:pt idx="6">
                  <c:v>9.65</c:v>
                </c:pt>
                <c:pt idx="7">
                  <c:v>9.75</c:v>
                </c:pt>
                <c:pt idx="8">
                  <c:v>10.8</c:v>
                </c:pt>
                <c:pt idx="9">
                  <c:v>10.8</c:v>
                </c:pt>
                <c:pt idx="10">
                  <c:v>10.8</c:v>
                </c:pt>
                <c:pt idx="11">
                  <c:v>10.8</c:v>
                </c:pt>
                <c:pt idx="12">
                  <c:v>13.67</c:v>
                </c:pt>
                <c:pt idx="13">
                  <c:v>16.87</c:v>
                </c:pt>
                <c:pt idx="14">
                  <c:v>16.87</c:v>
                </c:pt>
                <c:pt idx="15">
                  <c:v>16.87</c:v>
                </c:pt>
                <c:pt idx="16">
                  <c:v>16.87</c:v>
                </c:pt>
                <c:pt idx="17">
                  <c:v>16.87</c:v>
                </c:pt>
                <c:pt idx="18">
                  <c:v>23.5</c:v>
                </c:pt>
                <c:pt idx="19">
                  <c:v>22.2</c:v>
                </c:pt>
                <c:pt idx="20">
                  <c:v>24.6</c:v>
                </c:pt>
                <c:pt idx="21">
                  <c:v>25.7</c:v>
                </c:pt>
                <c:pt idx="22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7D-4F16-9976-5BFA19214ACD}"/>
            </c:ext>
          </c:extLst>
        </c:ser>
        <c:ser>
          <c:idx val="1"/>
          <c:order val="1"/>
          <c:tx>
            <c:strRef>
              <c:f>Hoja6!$C$3</c:f>
              <c:strCache>
                <c:ptCount val="1"/>
                <c:pt idx="0">
                  <c:v>Tasa activa real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Hoja6!$A$4:$A$26</c:f>
              <c:numCache>
                <c:formatCode>General</c:formatCode>
                <c:ptCount val="23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</c:numCache>
            </c:numRef>
          </c:cat>
          <c:val>
            <c:numRef>
              <c:f>Hoja6!$C$4:$C$26</c:f>
              <c:numCache>
                <c:formatCode>#,##0.00\ \ </c:formatCode>
                <c:ptCount val="23"/>
                <c:pt idx="0">
                  <c:v>-14.017674745099152</c:v>
                </c:pt>
                <c:pt idx="1">
                  <c:v>-21.055330223122947</c:v>
                </c:pt>
                <c:pt idx="2">
                  <c:v>-22.126478575984986</c:v>
                </c:pt>
                <c:pt idx="3">
                  <c:v>3.6501149777590891</c:v>
                </c:pt>
                <c:pt idx="4">
                  <c:v>3.4091569819577394</c:v>
                </c:pt>
                <c:pt idx="5">
                  <c:v>-4.3874633148861975</c:v>
                </c:pt>
                <c:pt idx="6">
                  <c:v>-3.2909065801866255</c:v>
                </c:pt>
                <c:pt idx="7">
                  <c:v>-11.974680101720391</c:v>
                </c:pt>
                <c:pt idx="8">
                  <c:v>-15.819834306405378</c:v>
                </c:pt>
                <c:pt idx="9">
                  <c:v>-48.151625529635254</c:v>
                </c:pt>
                <c:pt idx="10">
                  <c:v>-12.950688631411234</c:v>
                </c:pt>
                <c:pt idx="11">
                  <c:v>-2.3908893585306457</c:v>
                </c:pt>
                <c:pt idx="12">
                  <c:v>-11.236607054999048</c:v>
                </c:pt>
                <c:pt idx="13">
                  <c:v>-5.8062197057412561</c:v>
                </c:pt>
                <c:pt idx="14">
                  <c:v>-4.3130067886066996</c:v>
                </c:pt>
                <c:pt idx="15">
                  <c:v>-9.11067833749164</c:v>
                </c:pt>
                <c:pt idx="16">
                  <c:v>-11.369072854092611</c:v>
                </c:pt>
                <c:pt idx="17">
                  <c:v>-9.5615726991519772</c:v>
                </c:pt>
                <c:pt idx="18">
                  <c:v>6.257308545499507</c:v>
                </c:pt>
                <c:pt idx="19">
                  <c:v>13.59170986469065</c:v>
                </c:pt>
                <c:pt idx="20">
                  <c:v>9.7047208212309499</c:v>
                </c:pt>
                <c:pt idx="21">
                  <c:v>-6.698249390211652</c:v>
                </c:pt>
                <c:pt idx="22">
                  <c:v>-17.326677999975271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7D-4F16-9976-5BFA19214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7499288"/>
        <c:axId val="617503880"/>
      </c:lineChart>
      <c:catAx>
        <c:axId val="617499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17503880"/>
        <c:crosses val="autoZero"/>
        <c:auto val="1"/>
        <c:lblAlgn val="ctr"/>
        <c:lblOffset val="100"/>
        <c:noMultiLvlLbl val="0"/>
      </c:catAx>
      <c:valAx>
        <c:axId val="617503880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17499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s-AR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'5.3.1'!$A$75:$A$97</c:f>
              <c:numCache>
                <c:formatCode>@</c:formatCode>
                <c:ptCount val="23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</c:numCache>
            </c:numRef>
          </c:cat>
          <c:val>
            <c:numRef>
              <c:f>'5.3.1'!$B$75:$B$97</c:f>
              <c:numCache>
                <c:formatCode>_ * #,##0.0000000000000_ ;_ * \-#,##0.0000000000000_ ;_ * "-"??_ ;_ @_ </c:formatCode>
                <c:ptCount val="23"/>
                <c:pt idx="0" formatCode="_ * #,##0.00000000000000_ ;_ * \-#,##0.00000000000000_ ;_ * &quot;-&quot;??_ ;_ @_ ">
                  <c:v>8.8411789941506383E-12</c:v>
                </c:pt>
                <c:pt idx="1">
                  <c:v>1.1036892580450791E-11</c:v>
                </c:pt>
                <c:pt idx="2">
                  <c:v>1.3993341439830108E-11</c:v>
                </c:pt>
                <c:pt idx="3">
                  <c:v>1.5222634072052739E-11</c:v>
                </c:pt>
                <c:pt idx="4">
                  <c:v>1.743624465847376E-11</c:v>
                </c:pt>
                <c:pt idx="5">
                  <c:v>1.9007278662416361E-11</c:v>
                </c:pt>
                <c:pt idx="6">
                  <c:v>2.3348497992542826E-11</c:v>
                </c:pt>
                <c:pt idx="7">
                  <c:v>2.8265937681596182E-11</c:v>
                </c:pt>
                <c:pt idx="8">
                  <c:v>3.9804392496876941E-11</c:v>
                </c:pt>
                <c:pt idx="9">
                  <c:v>6.3306845264780611E-11</c:v>
                </c:pt>
                <c:pt idx="10">
                  <c:v>8.2314998205485727E-11</c:v>
                </c:pt>
                <c:pt idx="11" formatCode="_ * #,##0.000000000000_ ;_ * \-#,##0.000000000000_ ;_ * &quot;-&quot;??_ ;_ @_ ">
                  <c:v>1.0397730846746402E-10</c:v>
                </c:pt>
                <c:pt idx="12" formatCode="_ * #,##0.000000000000_ ;_ * \-#,##0.000000000000_ ;_ * &quot;-&quot;??_ ;_ @_ ">
                  <c:v>1.3015005719068551E-10</c:v>
                </c:pt>
                <c:pt idx="13" formatCode="_ * #,##0.000000000000_ ;_ * \-#,##0.000000000000_ ;_ * &quot;-&quot;??_ ;_ @_ ">
                  <c:v>1.6510534513141871E-10</c:v>
                </c:pt>
                <c:pt idx="14" formatCode="_ * #,##0.000000000000_ ;_ * \-#,##0.000000000000_ ;_ * &quot;-&quot;??_ ;_ @_ ">
                  <c:v>2.2312057213517139E-10</c:v>
                </c:pt>
                <c:pt idx="15" formatCode="_ * #,##0.000000000000_ ;_ * \-#,##0.000000000000_ ;_ * &quot;-&quot;??_ ;_ @_ ">
                  <c:v>3.1034717199438108E-10</c:v>
                </c:pt>
                <c:pt idx="16" formatCode="_ * #,##0.000000000000_ ;_ * \-#,##0.000000000000_ ;_ * &quot;-&quot;??_ ;_ @_ ">
                  <c:v>4.1372082953448397E-10</c:v>
                </c:pt>
                <c:pt idx="17" formatCode="_ * #,##0.000000000000_ ;_ * \-#,##0.000000000000_ ;_ * &quot;-&quot;??_ ;_ @_ ">
                  <c:v>5.3438176570694171E-10</c:v>
                </c:pt>
                <c:pt idx="18" formatCode="_ * #,##0.000000000000_ ;_ * \-#,##0.000000000000_ ;_ * &quot;-&quot;??_ ;_ @_ ">
                  <c:v>5.7490561198625144E-10</c:v>
                </c:pt>
                <c:pt idx="19" formatCode="_ * #,##0.000000000000_ ;_ * \-#,##0.000000000000_ ;_ * &quot;-&quot;??_ ;_ @_ ">
                  <c:v>6.3449893673862957E-10</c:v>
                </c:pt>
                <c:pt idx="20" formatCode="_ * #,##0.000000000000_ ;_ * \-#,##0.000000000000_ ;_ * &quot;-&quot;??_ ;_ @_ ">
                  <c:v>7.4525219897984587E-10</c:v>
                </c:pt>
                <c:pt idx="21" formatCode="_ * #,##0.00000000000_ ;_ * \-#,##0.00000000000_ ;_ * &quot;-&quot;??_ ;_ @_ ">
                  <c:v>1.0452670033946145E-9</c:v>
                </c:pt>
                <c:pt idx="22" formatCode="_ * #,##0.00000000000_ ;_ * \-#,##0.00000000000_ ;_ * &quot;-&quot;??_ ;_ @_ ">
                  <c:v>1.5393685122640843E-9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DF-4AE5-AF67-D82C73DB2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8523456"/>
        <c:axId val="558550024"/>
      </c:lineChart>
      <c:catAx>
        <c:axId val="558523456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58550024"/>
        <c:crosses val="autoZero"/>
        <c:auto val="1"/>
        <c:lblAlgn val="ctr"/>
        <c:lblOffset val="100"/>
        <c:noMultiLvlLbl val="0"/>
      </c:catAx>
      <c:valAx>
        <c:axId val="558550024"/>
        <c:scaling>
          <c:orientation val="minMax"/>
        </c:scaling>
        <c:delete val="1"/>
        <c:axPos val="l"/>
        <c:numFmt formatCode="_ * #,##0.00000000000000_ ;_ * \-#,##0.00000000000000_ ;_ * &quot;-&quot;??_ ;_ @_ " sourceLinked="1"/>
        <c:majorTickMark val="none"/>
        <c:minorTickMark val="none"/>
        <c:tickLblPos val="nextTo"/>
        <c:crossAx val="55852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'5.3.1'!$A$75:$A$97</c:f>
              <c:numCache>
                <c:formatCode>@</c:formatCode>
                <c:ptCount val="23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</c:numCache>
            </c:numRef>
          </c:cat>
          <c:val>
            <c:numRef>
              <c:f>'5.3.1'!$D$75:$D$97</c:f>
              <c:numCache>
                <c:formatCode>_ * #,##0.00_ ;_ * \-#,##0.00_ ;_ * "-"_ ;_ @_ </c:formatCode>
                <c:ptCount val="23"/>
                <c:pt idx="0">
                  <c:v>1732.1011461231415</c:v>
                </c:pt>
                <c:pt idx="1">
                  <c:v>1581.4311182876684</c:v>
                </c:pt>
                <c:pt idx="2">
                  <c:v>1446.5461569397339</c:v>
                </c:pt>
                <c:pt idx="3">
                  <c:v>1513.0444951505767</c:v>
                </c:pt>
                <c:pt idx="4">
                  <c:v>1668.821943021574</c:v>
                </c:pt>
                <c:pt idx="5">
                  <c:v>1619.6754049411993</c:v>
                </c:pt>
                <c:pt idx="6">
                  <c:v>1754.7920947972589</c:v>
                </c:pt>
                <c:pt idx="7">
                  <c:v>1703.8572316228849</c:v>
                </c:pt>
                <c:pt idx="8">
                  <c:v>1822.9334772215091</c:v>
                </c:pt>
                <c:pt idx="9">
                  <c:v>1356.7064115741539</c:v>
                </c:pt>
                <c:pt idx="10">
                  <c:v>1385.9250924038392</c:v>
                </c:pt>
                <c:pt idx="11">
                  <c:v>1542.2328564801867</c:v>
                </c:pt>
                <c:pt idx="12">
                  <c:v>1507.4529916754527</c:v>
                </c:pt>
                <c:pt idx="13">
                  <c:v>1541.2735692532178</c:v>
                </c:pt>
                <c:pt idx="14">
                  <c:v>1705.3286024837207</c:v>
                </c:pt>
                <c:pt idx="15">
                  <c:v>1844.7013762769916</c:v>
                </c:pt>
                <c:pt idx="16">
                  <c:v>1864.9531001146051</c:v>
                </c:pt>
                <c:pt idx="17">
                  <c:v>1864.0695658354014</c:v>
                </c:pt>
                <c:pt idx="18">
                  <c:v>1725.436126782108</c:v>
                </c:pt>
                <c:pt idx="19">
                  <c:v>1770.1442901859541</c:v>
                </c:pt>
                <c:pt idx="20">
                  <c:v>1830.5783018542836</c:v>
                </c:pt>
                <c:pt idx="21">
                  <c:v>1905.7538238777558</c:v>
                </c:pt>
                <c:pt idx="22">
                  <c:v>1771.2352675346501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22-436B-ADB0-E5998CCD2E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10872224"/>
        <c:axId val="610872880"/>
      </c:lineChart>
      <c:catAx>
        <c:axId val="610872224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610872880"/>
        <c:crosses val="autoZero"/>
        <c:auto val="1"/>
        <c:lblAlgn val="ctr"/>
        <c:lblOffset val="100"/>
        <c:noMultiLvlLbl val="0"/>
      </c:catAx>
      <c:valAx>
        <c:axId val="610872880"/>
        <c:scaling>
          <c:orientation val="minMax"/>
        </c:scaling>
        <c:delete val="1"/>
        <c:axPos val="l"/>
        <c:numFmt formatCode="_ * #,##0.00_ ;_ * \-#,##0.00_ ;_ * &quot;-&quot;_ ;_ @_ " sourceLinked="1"/>
        <c:majorTickMark val="none"/>
        <c:minorTickMark val="none"/>
        <c:tickLblPos val="nextTo"/>
        <c:crossAx val="610872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s-A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multiLvlStrRef>
              <c:f>Hoja1!$A$8:$B$307</c:f>
              <c:multiLvlStrCache>
                <c:ptCount val="300"/>
                <c:lvl>
                  <c:pt idx="0">
                    <c:v>Ene.</c:v>
                  </c:pt>
                  <c:pt idx="1">
                    <c:v>Feb.</c:v>
                  </c:pt>
                  <c:pt idx="2">
                    <c:v>Mar.</c:v>
                  </c:pt>
                  <c:pt idx="3">
                    <c:v>Abr.</c:v>
                  </c:pt>
                  <c:pt idx="4">
                    <c:v>May.</c:v>
                  </c:pt>
                  <c:pt idx="5">
                    <c:v>Jun.</c:v>
                  </c:pt>
                  <c:pt idx="6">
                    <c:v>Jul.</c:v>
                  </c:pt>
                  <c:pt idx="7">
                    <c:v>Ago.</c:v>
                  </c:pt>
                  <c:pt idx="8">
                    <c:v>Set.</c:v>
                  </c:pt>
                  <c:pt idx="9">
                    <c:v>Oct.</c:v>
                  </c:pt>
                  <c:pt idx="10">
                    <c:v>Nov.</c:v>
                  </c:pt>
                  <c:pt idx="11">
                    <c:v>Dic.</c:v>
                  </c:pt>
                  <c:pt idx="12">
                    <c:v>Ene. </c:v>
                  </c:pt>
                  <c:pt idx="13">
                    <c:v>Feb.</c:v>
                  </c:pt>
                  <c:pt idx="14">
                    <c:v>Mar.</c:v>
                  </c:pt>
                  <c:pt idx="15">
                    <c:v>Abr.</c:v>
                  </c:pt>
                  <c:pt idx="16">
                    <c:v>May.</c:v>
                  </c:pt>
                  <c:pt idx="17">
                    <c:v>Jun.</c:v>
                  </c:pt>
                  <c:pt idx="18">
                    <c:v>Jul.</c:v>
                  </c:pt>
                  <c:pt idx="19">
                    <c:v>Ago.</c:v>
                  </c:pt>
                  <c:pt idx="20">
                    <c:v>Set.</c:v>
                  </c:pt>
                  <c:pt idx="21">
                    <c:v>Oct.</c:v>
                  </c:pt>
                  <c:pt idx="22">
                    <c:v>Nov.</c:v>
                  </c:pt>
                  <c:pt idx="23">
                    <c:v>Dic.</c:v>
                  </c:pt>
                  <c:pt idx="24">
                    <c:v>Ene. </c:v>
                  </c:pt>
                  <c:pt idx="25">
                    <c:v>Feb.</c:v>
                  </c:pt>
                  <c:pt idx="26">
                    <c:v>Mar.</c:v>
                  </c:pt>
                  <c:pt idx="27">
                    <c:v>Abr.</c:v>
                  </c:pt>
                  <c:pt idx="28">
                    <c:v>May.</c:v>
                  </c:pt>
                  <c:pt idx="29">
                    <c:v>Jun.</c:v>
                  </c:pt>
                  <c:pt idx="30">
                    <c:v>Jul.</c:v>
                  </c:pt>
                  <c:pt idx="31">
                    <c:v>Ago.</c:v>
                  </c:pt>
                  <c:pt idx="32">
                    <c:v>Set.</c:v>
                  </c:pt>
                  <c:pt idx="33">
                    <c:v>Oct.</c:v>
                  </c:pt>
                  <c:pt idx="34">
                    <c:v>Nov.</c:v>
                  </c:pt>
                  <c:pt idx="35">
                    <c:v>Dic.</c:v>
                  </c:pt>
                  <c:pt idx="36">
                    <c:v>Ene. </c:v>
                  </c:pt>
                  <c:pt idx="37">
                    <c:v>Feb.</c:v>
                  </c:pt>
                  <c:pt idx="38">
                    <c:v>Mar.</c:v>
                  </c:pt>
                  <c:pt idx="39">
                    <c:v>Abr.</c:v>
                  </c:pt>
                  <c:pt idx="40">
                    <c:v>May.</c:v>
                  </c:pt>
                  <c:pt idx="41">
                    <c:v>Jun.</c:v>
                  </c:pt>
                  <c:pt idx="42">
                    <c:v>Jul.</c:v>
                  </c:pt>
                  <c:pt idx="43">
                    <c:v>Ago.</c:v>
                  </c:pt>
                  <c:pt idx="44">
                    <c:v>Set.</c:v>
                  </c:pt>
                  <c:pt idx="45">
                    <c:v>Oct.</c:v>
                  </c:pt>
                  <c:pt idx="46">
                    <c:v>Nov.</c:v>
                  </c:pt>
                  <c:pt idx="47">
                    <c:v>Dic.</c:v>
                  </c:pt>
                  <c:pt idx="48">
                    <c:v>Ene.</c:v>
                  </c:pt>
                  <c:pt idx="49">
                    <c:v>Feb.</c:v>
                  </c:pt>
                  <c:pt idx="50">
                    <c:v>Mar.</c:v>
                  </c:pt>
                  <c:pt idx="51">
                    <c:v>Abr.</c:v>
                  </c:pt>
                  <c:pt idx="52">
                    <c:v>May.</c:v>
                  </c:pt>
                  <c:pt idx="53">
                    <c:v>Jun.</c:v>
                  </c:pt>
                  <c:pt idx="54">
                    <c:v>Jul.</c:v>
                  </c:pt>
                  <c:pt idx="55">
                    <c:v>Ago.</c:v>
                  </c:pt>
                  <c:pt idx="56">
                    <c:v>Set.</c:v>
                  </c:pt>
                  <c:pt idx="57">
                    <c:v>Oct.</c:v>
                  </c:pt>
                  <c:pt idx="58">
                    <c:v>Nov.</c:v>
                  </c:pt>
                  <c:pt idx="59">
                    <c:v>Dic.</c:v>
                  </c:pt>
                  <c:pt idx="60">
                    <c:v>Ene.</c:v>
                  </c:pt>
                  <c:pt idx="61">
                    <c:v>Feb.</c:v>
                  </c:pt>
                  <c:pt idx="62">
                    <c:v>Mar.</c:v>
                  </c:pt>
                  <c:pt idx="63">
                    <c:v>Abr.</c:v>
                  </c:pt>
                  <c:pt idx="64">
                    <c:v>May.</c:v>
                  </c:pt>
                  <c:pt idx="65">
                    <c:v>Jun.</c:v>
                  </c:pt>
                  <c:pt idx="66">
                    <c:v>Jul.</c:v>
                  </c:pt>
                  <c:pt idx="67">
                    <c:v>Ago.</c:v>
                  </c:pt>
                  <c:pt idx="68">
                    <c:v>Set.</c:v>
                  </c:pt>
                  <c:pt idx="69">
                    <c:v>Oct.</c:v>
                  </c:pt>
                  <c:pt idx="70">
                    <c:v>Nov.</c:v>
                  </c:pt>
                  <c:pt idx="71">
                    <c:v>Dic.</c:v>
                  </c:pt>
                  <c:pt idx="72">
                    <c:v>Ene.</c:v>
                  </c:pt>
                  <c:pt idx="73">
                    <c:v>Feb.</c:v>
                  </c:pt>
                  <c:pt idx="74">
                    <c:v>Mar.</c:v>
                  </c:pt>
                  <c:pt idx="75">
                    <c:v>Abr.</c:v>
                  </c:pt>
                  <c:pt idx="76">
                    <c:v>May.</c:v>
                  </c:pt>
                  <c:pt idx="77">
                    <c:v>Jun.</c:v>
                  </c:pt>
                  <c:pt idx="78">
                    <c:v>Jul.</c:v>
                  </c:pt>
                  <c:pt idx="79">
                    <c:v>Ago.</c:v>
                  </c:pt>
                  <c:pt idx="80">
                    <c:v>Set.</c:v>
                  </c:pt>
                  <c:pt idx="81">
                    <c:v>Oct.</c:v>
                  </c:pt>
                  <c:pt idx="82">
                    <c:v>Nov.</c:v>
                  </c:pt>
                  <c:pt idx="83">
                    <c:v>Dic.</c:v>
                  </c:pt>
                  <c:pt idx="84">
                    <c:v>Ene. </c:v>
                  </c:pt>
                  <c:pt idx="85">
                    <c:v>Feb.</c:v>
                  </c:pt>
                  <c:pt idx="86">
                    <c:v>Mar.</c:v>
                  </c:pt>
                  <c:pt idx="87">
                    <c:v>Abr.</c:v>
                  </c:pt>
                  <c:pt idx="88">
                    <c:v>May.</c:v>
                  </c:pt>
                  <c:pt idx="89">
                    <c:v>Jun.</c:v>
                  </c:pt>
                  <c:pt idx="90">
                    <c:v>Jul.</c:v>
                  </c:pt>
                  <c:pt idx="91">
                    <c:v>Ago.</c:v>
                  </c:pt>
                  <c:pt idx="92">
                    <c:v>Set.</c:v>
                  </c:pt>
                  <c:pt idx="93">
                    <c:v>Oct.</c:v>
                  </c:pt>
                  <c:pt idx="94">
                    <c:v>Nov.</c:v>
                  </c:pt>
                  <c:pt idx="95">
                    <c:v>Dic.</c:v>
                  </c:pt>
                  <c:pt idx="96">
                    <c:v>Ene. </c:v>
                  </c:pt>
                  <c:pt idx="97">
                    <c:v>Feb.</c:v>
                  </c:pt>
                  <c:pt idx="98">
                    <c:v>Mar.</c:v>
                  </c:pt>
                  <c:pt idx="99">
                    <c:v>Abr.</c:v>
                  </c:pt>
                  <c:pt idx="100">
                    <c:v>May.</c:v>
                  </c:pt>
                  <c:pt idx="101">
                    <c:v>Jun.</c:v>
                  </c:pt>
                  <c:pt idx="102">
                    <c:v>Jul.</c:v>
                  </c:pt>
                  <c:pt idx="103">
                    <c:v>Ago.</c:v>
                  </c:pt>
                  <c:pt idx="104">
                    <c:v>Set.</c:v>
                  </c:pt>
                  <c:pt idx="105">
                    <c:v>Oct.</c:v>
                  </c:pt>
                  <c:pt idx="106">
                    <c:v>Nov.</c:v>
                  </c:pt>
                  <c:pt idx="107">
                    <c:v>Dic.</c:v>
                  </c:pt>
                  <c:pt idx="108">
                    <c:v>Ene.</c:v>
                  </c:pt>
                  <c:pt idx="109">
                    <c:v>Feb.</c:v>
                  </c:pt>
                  <c:pt idx="110">
                    <c:v>Mar.</c:v>
                  </c:pt>
                  <c:pt idx="111">
                    <c:v>Abr.</c:v>
                  </c:pt>
                  <c:pt idx="112">
                    <c:v>May.</c:v>
                  </c:pt>
                  <c:pt idx="113">
                    <c:v>Jun.</c:v>
                  </c:pt>
                  <c:pt idx="114">
                    <c:v>Jul.</c:v>
                  </c:pt>
                  <c:pt idx="115">
                    <c:v>Ago.</c:v>
                  </c:pt>
                  <c:pt idx="116">
                    <c:v>Set.</c:v>
                  </c:pt>
                  <c:pt idx="117">
                    <c:v>Oct.</c:v>
                  </c:pt>
                  <c:pt idx="118">
                    <c:v>Nov.</c:v>
                  </c:pt>
                  <c:pt idx="119">
                    <c:v>Dic.</c:v>
                  </c:pt>
                  <c:pt idx="120">
                    <c:v>Ene.</c:v>
                  </c:pt>
                  <c:pt idx="121">
                    <c:v>Feb.</c:v>
                  </c:pt>
                  <c:pt idx="122">
                    <c:v>Mar.</c:v>
                  </c:pt>
                  <c:pt idx="123">
                    <c:v>Abr.</c:v>
                  </c:pt>
                  <c:pt idx="124">
                    <c:v>May.</c:v>
                  </c:pt>
                  <c:pt idx="125">
                    <c:v>Jun.</c:v>
                  </c:pt>
                  <c:pt idx="126">
                    <c:v>Jul.</c:v>
                  </c:pt>
                  <c:pt idx="127">
                    <c:v>Ago.</c:v>
                  </c:pt>
                  <c:pt idx="128">
                    <c:v>Set.</c:v>
                  </c:pt>
                  <c:pt idx="129">
                    <c:v>Oct.</c:v>
                  </c:pt>
                  <c:pt idx="130">
                    <c:v>Nov.</c:v>
                  </c:pt>
                  <c:pt idx="131">
                    <c:v>Dic.</c:v>
                  </c:pt>
                  <c:pt idx="132">
                    <c:v>Ene. </c:v>
                  </c:pt>
                  <c:pt idx="133">
                    <c:v>Feb.</c:v>
                  </c:pt>
                  <c:pt idx="134">
                    <c:v>Mar.</c:v>
                  </c:pt>
                  <c:pt idx="135">
                    <c:v>Abr.</c:v>
                  </c:pt>
                  <c:pt idx="136">
                    <c:v>May.</c:v>
                  </c:pt>
                  <c:pt idx="137">
                    <c:v>Jun.</c:v>
                  </c:pt>
                  <c:pt idx="138">
                    <c:v>Jul.</c:v>
                  </c:pt>
                  <c:pt idx="139">
                    <c:v>Ago.</c:v>
                  </c:pt>
                  <c:pt idx="140">
                    <c:v>Set.</c:v>
                  </c:pt>
                  <c:pt idx="141">
                    <c:v>Oct.</c:v>
                  </c:pt>
                  <c:pt idx="142">
                    <c:v>Nov.</c:v>
                  </c:pt>
                  <c:pt idx="143">
                    <c:v>Dic.</c:v>
                  </c:pt>
                  <c:pt idx="144">
                    <c:v>Ene. </c:v>
                  </c:pt>
                  <c:pt idx="145">
                    <c:v>Feb.</c:v>
                  </c:pt>
                  <c:pt idx="146">
                    <c:v>Mar.</c:v>
                  </c:pt>
                  <c:pt idx="147">
                    <c:v>Abr.</c:v>
                  </c:pt>
                  <c:pt idx="148">
                    <c:v>May.</c:v>
                  </c:pt>
                  <c:pt idx="149">
                    <c:v>Jun.</c:v>
                  </c:pt>
                  <c:pt idx="150">
                    <c:v>Jul.</c:v>
                  </c:pt>
                  <c:pt idx="151">
                    <c:v>Ago.</c:v>
                  </c:pt>
                  <c:pt idx="152">
                    <c:v>Set.</c:v>
                  </c:pt>
                  <c:pt idx="153">
                    <c:v>Oct.</c:v>
                  </c:pt>
                  <c:pt idx="154">
                    <c:v>Nov.</c:v>
                  </c:pt>
                  <c:pt idx="155">
                    <c:v>Dic.</c:v>
                  </c:pt>
                  <c:pt idx="156">
                    <c:v>Ene. </c:v>
                  </c:pt>
                  <c:pt idx="157">
                    <c:v>Feb.</c:v>
                  </c:pt>
                  <c:pt idx="158">
                    <c:v>Mar.</c:v>
                  </c:pt>
                  <c:pt idx="159">
                    <c:v>Abr.</c:v>
                  </c:pt>
                  <c:pt idx="160">
                    <c:v>May.</c:v>
                  </c:pt>
                  <c:pt idx="161">
                    <c:v>Jun.</c:v>
                  </c:pt>
                  <c:pt idx="162">
                    <c:v>Jul.</c:v>
                  </c:pt>
                  <c:pt idx="163">
                    <c:v>Ago.</c:v>
                  </c:pt>
                  <c:pt idx="164">
                    <c:v>Set.</c:v>
                  </c:pt>
                  <c:pt idx="165">
                    <c:v>Oct.</c:v>
                  </c:pt>
                  <c:pt idx="166">
                    <c:v>Nov.</c:v>
                  </c:pt>
                  <c:pt idx="167">
                    <c:v>Dic.</c:v>
                  </c:pt>
                  <c:pt idx="168">
                    <c:v>Ene.</c:v>
                  </c:pt>
                  <c:pt idx="169">
                    <c:v>Feb.</c:v>
                  </c:pt>
                  <c:pt idx="170">
                    <c:v>Mar.</c:v>
                  </c:pt>
                  <c:pt idx="171">
                    <c:v>Abr.</c:v>
                  </c:pt>
                  <c:pt idx="172">
                    <c:v>May.</c:v>
                  </c:pt>
                  <c:pt idx="173">
                    <c:v>Jun.</c:v>
                  </c:pt>
                  <c:pt idx="174">
                    <c:v>Jul.</c:v>
                  </c:pt>
                  <c:pt idx="175">
                    <c:v>Ago.</c:v>
                  </c:pt>
                  <c:pt idx="176">
                    <c:v>Set.</c:v>
                  </c:pt>
                  <c:pt idx="177">
                    <c:v>Oct.</c:v>
                  </c:pt>
                  <c:pt idx="178">
                    <c:v>Nov.</c:v>
                  </c:pt>
                  <c:pt idx="179">
                    <c:v>Dic.</c:v>
                  </c:pt>
                  <c:pt idx="180">
                    <c:v>Ene.</c:v>
                  </c:pt>
                  <c:pt idx="181">
                    <c:v>Feb.</c:v>
                  </c:pt>
                  <c:pt idx="182">
                    <c:v>Mar.</c:v>
                  </c:pt>
                  <c:pt idx="183">
                    <c:v>Abr.</c:v>
                  </c:pt>
                  <c:pt idx="184">
                    <c:v>May.</c:v>
                  </c:pt>
                  <c:pt idx="185">
                    <c:v>Jun.</c:v>
                  </c:pt>
                  <c:pt idx="186">
                    <c:v>Jul.</c:v>
                  </c:pt>
                  <c:pt idx="187">
                    <c:v>Ago.</c:v>
                  </c:pt>
                  <c:pt idx="188">
                    <c:v>Set.</c:v>
                  </c:pt>
                  <c:pt idx="189">
                    <c:v>Oct.</c:v>
                  </c:pt>
                  <c:pt idx="190">
                    <c:v>Nov.</c:v>
                  </c:pt>
                  <c:pt idx="191">
                    <c:v>Dic.</c:v>
                  </c:pt>
                  <c:pt idx="192">
                    <c:v>Ene.</c:v>
                  </c:pt>
                  <c:pt idx="193">
                    <c:v>Feb.</c:v>
                  </c:pt>
                  <c:pt idx="194">
                    <c:v>Mar.</c:v>
                  </c:pt>
                  <c:pt idx="195">
                    <c:v>Abr.</c:v>
                  </c:pt>
                  <c:pt idx="196">
                    <c:v>May.</c:v>
                  </c:pt>
                  <c:pt idx="197">
                    <c:v>Jun.</c:v>
                  </c:pt>
                  <c:pt idx="198">
                    <c:v>Jul.</c:v>
                  </c:pt>
                  <c:pt idx="199">
                    <c:v>Ago.</c:v>
                  </c:pt>
                  <c:pt idx="200">
                    <c:v>Set.</c:v>
                  </c:pt>
                  <c:pt idx="201">
                    <c:v>Oct.</c:v>
                  </c:pt>
                  <c:pt idx="202">
                    <c:v>Nov.</c:v>
                  </c:pt>
                  <c:pt idx="203">
                    <c:v>Dic.</c:v>
                  </c:pt>
                  <c:pt idx="204">
                    <c:v>Ene. </c:v>
                  </c:pt>
                  <c:pt idx="205">
                    <c:v>Feb.</c:v>
                  </c:pt>
                  <c:pt idx="206">
                    <c:v>Mar.</c:v>
                  </c:pt>
                  <c:pt idx="207">
                    <c:v>Abr.</c:v>
                  </c:pt>
                  <c:pt idx="208">
                    <c:v>May.</c:v>
                  </c:pt>
                  <c:pt idx="209">
                    <c:v>Jun.</c:v>
                  </c:pt>
                  <c:pt idx="210">
                    <c:v>Jul.</c:v>
                  </c:pt>
                  <c:pt idx="211">
                    <c:v>Ago.</c:v>
                  </c:pt>
                  <c:pt idx="212">
                    <c:v>Set.</c:v>
                  </c:pt>
                  <c:pt idx="213">
                    <c:v>Oct.</c:v>
                  </c:pt>
                  <c:pt idx="214">
                    <c:v>Nov.</c:v>
                  </c:pt>
                  <c:pt idx="215">
                    <c:v>Dic.</c:v>
                  </c:pt>
                  <c:pt idx="216">
                    <c:v>Ene. </c:v>
                  </c:pt>
                  <c:pt idx="217">
                    <c:v>Feb.</c:v>
                  </c:pt>
                  <c:pt idx="218">
                    <c:v>Mar.</c:v>
                  </c:pt>
                  <c:pt idx="219">
                    <c:v>Abr.</c:v>
                  </c:pt>
                  <c:pt idx="220">
                    <c:v>May.</c:v>
                  </c:pt>
                  <c:pt idx="221">
                    <c:v>Jun.</c:v>
                  </c:pt>
                  <c:pt idx="222">
                    <c:v>Jul.</c:v>
                  </c:pt>
                  <c:pt idx="223">
                    <c:v>Ago.</c:v>
                  </c:pt>
                  <c:pt idx="224">
                    <c:v>Set.</c:v>
                  </c:pt>
                  <c:pt idx="225">
                    <c:v>Oct.</c:v>
                  </c:pt>
                  <c:pt idx="226">
                    <c:v>Nov.</c:v>
                  </c:pt>
                  <c:pt idx="227">
                    <c:v>Dic.</c:v>
                  </c:pt>
                  <c:pt idx="228">
                    <c:v>Ene.</c:v>
                  </c:pt>
                  <c:pt idx="229">
                    <c:v>Feb.</c:v>
                  </c:pt>
                  <c:pt idx="230">
                    <c:v>Mar.</c:v>
                  </c:pt>
                  <c:pt idx="231">
                    <c:v>Abr.</c:v>
                  </c:pt>
                  <c:pt idx="232">
                    <c:v>May.</c:v>
                  </c:pt>
                  <c:pt idx="233">
                    <c:v>Jun.</c:v>
                  </c:pt>
                  <c:pt idx="234">
                    <c:v>Jul.</c:v>
                  </c:pt>
                  <c:pt idx="235">
                    <c:v>Ago.</c:v>
                  </c:pt>
                  <c:pt idx="236">
                    <c:v>Set.</c:v>
                  </c:pt>
                  <c:pt idx="237">
                    <c:v>Oct.</c:v>
                  </c:pt>
                  <c:pt idx="238">
                    <c:v>Nov.</c:v>
                  </c:pt>
                  <c:pt idx="239">
                    <c:v>Dic.</c:v>
                  </c:pt>
                  <c:pt idx="240">
                    <c:v>Ene.</c:v>
                  </c:pt>
                  <c:pt idx="241">
                    <c:v>Feb.</c:v>
                  </c:pt>
                  <c:pt idx="242">
                    <c:v>Mar.</c:v>
                  </c:pt>
                  <c:pt idx="243">
                    <c:v>Abr.</c:v>
                  </c:pt>
                  <c:pt idx="244">
                    <c:v>May.</c:v>
                  </c:pt>
                  <c:pt idx="245">
                    <c:v>Jun.</c:v>
                  </c:pt>
                  <c:pt idx="246">
                    <c:v>Jul.</c:v>
                  </c:pt>
                  <c:pt idx="247">
                    <c:v>Ago.</c:v>
                  </c:pt>
                  <c:pt idx="248">
                    <c:v>Set.</c:v>
                  </c:pt>
                  <c:pt idx="249">
                    <c:v>Oct.</c:v>
                  </c:pt>
                  <c:pt idx="250">
                    <c:v>Nov.</c:v>
                  </c:pt>
                  <c:pt idx="251">
                    <c:v>Dic.</c:v>
                  </c:pt>
                  <c:pt idx="252">
                    <c:v>Ene. </c:v>
                  </c:pt>
                  <c:pt idx="253">
                    <c:v>Feb.</c:v>
                  </c:pt>
                  <c:pt idx="254">
                    <c:v>Mar.</c:v>
                  </c:pt>
                  <c:pt idx="255">
                    <c:v>Abr.</c:v>
                  </c:pt>
                  <c:pt idx="256">
                    <c:v>May.</c:v>
                  </c:pt>
                  <c:pt idx="257">
                    <c:v>Jun.</c:v>
                  </c:pt>
                  <c:pt idx="258">
                    <c:v>Jul.</c:v>
                  </c:pt>
                  <c:pt idx="259">
                    <c:v>Ago.</c:v>
                  </c:pt>
                  <c:pt idx="260">
                    <c:v>Set.</c:v>
                  </c:pt>
                  <c:pt idx="261">
                    <c:v>Oct.</c:v>
                  </c:pt>
                  <c:pt idx="262">
                    <c:v>Nov.</c:v>
                  </c:pt>
                  <c:pt idx="263">
                    <c:v>Dic.</c:v>
                  </c:pt>
                  <c:pt idx="264">
                    <c:v>Ene. </c:v>
                  </c:pt>
                  <c:pt idx="265">
                    <c:v>Feb.</c:v>
                  </c:pt>
                  <c:pt idx="266">
                    <c:v>Mar.</c:v>
                  </c:pt>
                  <c:pt idx="267">
                    <c:v>Abr.</c:v>
                  </c:pt>
                  <c:pt idx="268">
                    <c:v>May.</c:v>
                  </c:pt>
                  <c:pt idx="269">
                    <c:v>Jun.</c:v>
                  </c:pt>
                  <c:pt idx="270">
                    <c:v>Jul.</c:v>
                  </c:pt>
                  <c:pt idx="271">
                    <c:v>Ago.</c:v>
                  </c:pt>
                  <c:pt idx="272">
                    <c:v>Set.</c:v>
                  </c:pt>
                  <c:pt idx="273">
                    <c:v>Oct.</c:v>
                  </c:pt>
                  <c:pt idx="274">
                    <c:v>Nov.</c:v>
                  </c:pt>
                  <c:pt idx="275">
                    <c:v>Dic.</c:v>
                  </c:pt>
                  <c:pt idx="276">
                    <c:v>Ene. </c:v>
                  </c:pt>
                  <c:pt idx="277">
                    <c:v>Feb.</c:v>
                  </c:pt>
                  <c:pt idx="278">
                    <c:v>Mar.</c:v>
                  </c:pt>
                  <c:pt idx="279">
                    <c:v>Abr.</c:v>
                  </c:pt>
                  <c:pt idx="280">
                    <c:v>May.</c:v>
                  </c:pt>
                  <c:pt idx="281">
                    <c:v>Jun.</c:v>
                  </c:pt>
                  <c:pt idx="282">
                    <c:v>Jul.</c:v>
                  </c:pt>
                  <c:pt idx="283">
                    <c:v>Ago.</c:v>
                  </c:pt>
                  <c:pt idx="284">
                    <c:v>Set.</c:v>
                  </c:pt>
                  <c:pt idx="285">
                    <c:v>Oct.</c:v>
                  </c:pt>
                  <c:pt idx="286">
                    <c:v>Nov.</c:v>
                  </c:pt>
                  <c:pt idx="287">
                    <c:v>Dic.</c:v>
                  </c:pt>
                  <c:pt idx="288">
                    <c:v>Ene.</c:v>
                  </c:pt>
                  <c:pt idx="289">
                    <c:v>Feb.</c:v>
                  </c:pt>
                  <c:pt idx="290">
                    <c:v>Mar.</c:v>
                  </c:pt>
                  <c:pt idx="291">
                    <c:v>Abr.</c:v>
                  </c:pt>
                  <c:pt idx="292">
                    <c:v>May.</c:v>
                  </c:pt>
                  <c:pt idx="293">
                    <c:v>Jun.</c:v>
                  </c:pt>
                  <c:pt idx="294">
                    <c:v>Jul.</c:v>
                  </c:pt>
                  <c:pt idx="295">
                    <c:v>Ago.</c:v>
                  </c:pt>
                  <c:pt idx="296">
                    <c:v>Set.</c:v>
                  </c:pt>
                  <c:pt idx="297">
                    <c:v>Oct.</c:v>
                  </c:pt>
                  <c:pt idx="298">
                    <c:v>Nov.</c:v>
                  </c:pt>
                  <c:pt idx="299">
                    <c:v>Dic.</c:v>
                  </c:pt>
                </c:lvl>
                <c:lvl>
                  <c:pt idx="0">
                    <c:v>1950 </c:v>
                  </c:pt>
                  <c:pt idx="12">
                    <c:v>1951 </c:v>
                  </c:pt>
                  <c:pt idx="24">
                    <c:v>1952 </c:v>
                  </c:pt>
                  <c:pt idx="36">
                    <c:v>1953 </c:v>
                  </c:pt>
                  <c:pt idx="48">
                    <c:v>1954 </c:v>
                  </c:pt>
                  <c:pt idx="60">
                    <c:v>1955 </c:v>
                  </c:pt>
                  <c:pt idx="72">
                    <c:v>1956 </c:v>
                  </c:pt>
                  <c:pt idx="84">
                    <c:v>1957 </c:v>
                  </c:pt>
                  <c:pt idx="96">
                    <c:v>1958 </c:v>
                  </c:pt>
                  <c:pt idx="108">
                    <c:v>1959 </c:v>
                  </c:pt>
                  <c:pt idx="120">
                    <c:v>1960 </c:v>
                  </c:pt>
                  <c:pt idx="132">
                    <c:v>1961 </c:v>
                  </c:pt>
                  <c:pt idx="144">
                    <c:v>1962 </c:v>
                  </c:pt>
                  <c:pt idx="156">
                    <c:v>1963 </c:v>
                  </c:pt>
                  <c:pt idx="168">
                    <c:v>1964 </c:v>
                  </c:pt>
                  <c:pt idx="180">
                    <c:v>1965 </c:v>
                  </c:pt>
                  <c:pt idx="192">
                    <c:v>1966 </c:v>
                  </c:pt>
                  <c:pt idx="204">
                    <c:v>1967 </c:v>
                  </c:pt>
                  <c:pt idx="216">
                    <c:v>1968 </c:v>
                  </c:pt>
                  <c:pt idx="228">
                    <c:v>1969 </c:v>
                  </c:pt>
                  <c:pt idx="240">
                    <c:v>1970 </c:v>
                  </c:pt>
                  <c:pt idx="252">
                    <c:v>1971 </c:v>
                  </c:pt>
                  <c:pt idx="264">
                    <c:v>1972 </c:v>
                  </c:pt>
                  <c:pt idx="276">
                    <c:v>1973 </c:v>
                  </c:pt>
                  <c:pt idx="288">
                    <c:v>1974 </c:v>
                  </c:pt>
                </c:lvl>
              </c:multiLvlStrCache>
            </c:multiLvlStrRef>
          </c:cat>
          <c:val>
            <c:numRef>
              <c:f>Hoja1!$O$8:$O$307</c:f>
              <c:numCache>
                <c:formatCode>#,#00</c:formatCode>
                <c:ptCount val="300"/>
                <c:pt idx="0">
                  <c:v>30.6</c:v>
                </c:pt>
                <c:pt idx="1">
                  <c:v>34.299999999999997</c:v>
                </c:pt>
                <c:pt idx="2">
                  <c:v>25.8</c:v>
                </c:pt>
                <c:pt idx="3">
                  <c:v>22.6</c:v>
                </c:pt>
                <c:pt idx="4">
                  <c:v>24.8</c:v>
                </c:pt>
                <c:pt idx="5">
                  <c:v>26.8</c:v>
                </c:pt>
                <c:pt idx="6">
                  <c:v>24.6</c:v>
                </c:pt>
                <c:pt idx="7">
                  <c:v>22.7</c:v>
                </c:pt>
                <c:pt idx="8">
                  <c:v>25.6</c:v>
                </c:pt>
                <c:pt idx="9">
                  <c:v>26.9</c:v>
                </c:pt>
                <c:pt idx="10">
                  <c:v>22.7</c:v>
                </c:pt>
                <c:pt idx="11">
                  <c:v>22.1</c:v>
                </c:pt>
                <c:pt idx="12">
                  <c:v>23.1</c:v>
                </c:pt>
                <c:pt idx="13">
                  <c:v>23.5</c:v>
                </c:pt>
                <c:pt idx="14">
                  <c:v>23.8</c:v>
                </c:pt>
                <c:pt idx="15">
                  <c:v>32.200000000000003</c:v>
                </c:pt>
                <c:pt idx="16">
                  <c:v>35.6</c:v>
                </c:pt>
                <c:pt idx="17">
                  <c:v>36.200000000000003</c:v>
                </c:pt>
                <c:pt idx="18">
                  <c:v>37.200000000000003</c:v>
                </c:pt>
                <c:pt idx="19">
                  <c:v>49.6</c:v>
                </c:pt>
                <c:pt idx="20">
                  <c:v>41.2</c:v>
                </c:pt>
                <c:pt idx="21">
                  <c:v>40.1</c:v>
                </c:pt>
                <c:pt idx="22">
                  <c:v>40.9</c:v>
                </c:pt>
                <c:pt idx="23">
                  <c:v>50.2</c:v>
                </c:pt>
                <c:pt idx="24">
                  <c:v>57.6</c:v>
                </c:pt>
                <c:pt idx="25">
                  <c:v>54.2</c:v>
                </c:pt>
                <c:pt idx="26">
                  <c:v>58.3</c:v>
                </c:pt>
                <c:pt idx="27">
                  <c:v>54.2</c:v>
                </c:pt>
                <c:pt idx="28">
                  <c:v>45.8</c:v>
                </c:pt>
                <c:pt idx="29">
                  <c:v>44</c:v>
                </c:pt>
                <c:pt idx="30">
                  <c:v>37.1</c:v>
                </c:pt>
                <c:pt idx="31">
                  <c:v>24.9</c:v>
                </c:pt>
                <c:pt idx="32">
                  <c:v>31.6</c:v>
                </c:pt>
                <c:pt idx="33">
                  <c:v>29</c:v>
                </c:pt>
                <c:pt idx="34">
                  <c:v>28.9</c:v>
                </c:pt>
                <c:pt idx="35">
                  <c:v>19.100000000000001</c:v>
                </c:pt>
                <c:pt idx="36">
                  <c:v>13.1</c:v>
                </c:pt>
                <c:pt idx="37">
                  <c:v>18.8</c:v>
                </c:pt>
                <c:pt idx="38">
                  <c:v>14.9</c:v>
                </c:pt>
                <c:pt idx="39">
                  <c:v>3.6</c:v>
                </c:pt>
                <c:pt idx="40">
                  <c:v>0.3</c:v>
                </c:pt>
                <c:pt idx="41">
                  <c:v>-1.9</c:v>
                </c:pt>
                <c:pt idx="42">
                  <c:v>3.1</c:v>
                </c:pt>
                <c:pt idx="43">
                  <c:v>3.6</c:v>
                </c:pt>
                <c:pt idx="44">
                  <c:v>-0.4</c:v>
                </c:pt>
                <c:pt idx="45">
                  <c:v>-1.8</c:v>
                </c:pt>
                <c:pt idx="46">
                  <c:v>-1.4</c:v>
                </c:pt>
                <c:pt idx="47">
                  <c:v>-0.7</c:v>
                </c:pt>
                <c:pt idx="48">
                  <c:v>-1.4</c:v>
                </c:pt>
                <c:pt idx="49">
                  <c:v>-7</c:v>
                </c:pt>
                <c:pt idx="50">
                  <c:v>-6.4</c:v>
                </c:pt>
                <c:pt idx="51">
                  <c:v>-0.3</c:v>
                </c:pt>
                <c:pt idx="52">
                  <c:v>1.1000000000000001</c:v>
                </c:pt>
                <c:pt idx="53">
                  <c:v>2.9</c:v>
                </c:pt>
                <c:pt idx="54">
                  <c:v>4.4000000000000004</c:v>
                </c:pt>
                <c:pt idx="55">
                  <c:v>5</c:v>
                </c:pt>
                <c:pt idx="56">
                  <c:v>8.3000000000000007</c:v>
                </c:pt>
                <c:pt idx="57">
                  <c:v>11.9</c:v>
                </c:pt>
                <c:pt idx="58">
                  <c:v>12.3</c:v>
                </c:pt>
                <c:pt idx="59">
                  <c:v>16</c:v>
                </c:pt>
                <c:pt idx="60">
                  <c:v>15.8</c:v>
                </c:pt>
                <c:pt idx="61">
                  <c:v>16.2</c:v>
                </c:pt>
                <c:pt idx="62">
                  <c:v>16.2</c:v>
                </c:pt>
                <c:pt idx="63">
                  <c:v>15.4</c:v>
                </c:pt>
                <c:pt idx="64">
                  <c:v>15.8</c:v>
                </c:pt>
                <c:pt idx="65">
                  <c:v>14.7</c:v>
                </c:pt>
                <c:pt idx="66">
                  <c:v>12.7</c:v>
                </c:pt>
                <c:pt idx="67">
                  <c:v>12.3</c:v>
                </c:pt>
                <c:pt idx="68">
                  <c:v>10.4</c:v>
                </c:pt>
                <c:pt idx="69">
                  <c:v>7.2</c:v>
                </c:pt>
                <c:pt idx="70">
                  <c:v>6.1</c:v>
                </c:pt>
                <c:pt idx="71">
                  <c:v>7.5</c:v>
                </c:pt>
                <c:pt idx="72">
                  <c:v>8.4</c:v>
                </c:pt>
                <c:pt idx="73">
                  <c:v>7.5</c:v>
                </c:pt>
                <c:pt idx="74">
                  <c:v>7.2</c:v>
                </c:pt>
                <c:pt idx="75">
                  <c:v>9.4</c:v>
                </c:pt>
                <c:pt idx="76">
                  <c:v>13.4</c:v>
                </c:pt>
                <c:pt idx="77">
                  <c:v>17.100000000000001</c:v>
                </c:pt>
                <c:pt idx="78">
                  <c:v>16</c:v>
                </c:pt>
                <c:pt idx="79">
                  <c:v>15</c:v>
                </c:pt>
                <c:pt idx="80">
                  <c:v>14.9</c:v>
                </c:pt>
                <c:pt idx="81">
                  <c:v>16.5</c:v>
                </c:pt>
                <c:pt idx="82">
                  <c:v>18.2</c:v>
                </c:pt>
                <c:pt idx="83">
                  <c:v>16.7</c:v>
                </c:pt>
                <c:pt idx="84">
                  <c:v>16.899999999999999</c:v>
                </c:pt>
                <c:pt idx="85">
                  <c:v>18.7</c:v>
                </c:pt>
                <c:pt idx="86">
                  <c:v>23.2</c:v>
                </c:pt>
                <c:pt idx="87">
                  <c:v>22.2</c:v>
                </c:pt>
                <c:pt idx="88">
                  <c:v>21</c:v>
                </c:pt>
                <c:pt idx="89">
                  <c:v>21</c:v>
                </c:pt>
                <c:pt idx="90">
                  <c:v>23.8</c:v>
                </c:pt>
                <c:pt idx="91">
                  <c:v>31.1</c:v>
                </c:pt>
                <c:pt idx="92">
                  <c:v>30.1</c:v>
                </c:pt>
                <c:pt idx="93">
                  <c:v>29.8</c:v>
                </c:pt>
                <c:pt idx="94">
                  <c:v>31</c:v>
                </c:pt>
                <c:pt idx="95">
                  <c:v>25.6</c:v>
                </c:pt>
                <c:pt idx="96">
                  <c:v>23.7</c:v>
                </c:pt>
                <c:pt idx="97">
                  <c:v>24.4</c:v>
                </c:pt>
                <c:pt idx="98">
                  <c:v>22</c:v>
                </c:pt>
                <c:pt idx="99">
                  <c:v>24</c:v>
                </c:pt>
                <c:pt idx="100">
                  <c:v>28.4</c:v>
                </c:pt>
                <c:pt idx="101">
                  <c:v>29.1</c:v>
                </c:pt>
                <c:pt idx="102">
                  <c:v>31.4</c:v>
                </c:pt>
                <c:pt idx="103">
                  <c:v>30.5</c:v>
                </c:pt>
                <c:pt idx="104">
                  <c:v>33.299999999999997</c:v>
                </c:pt>
                <c:pt idx="105">
                  <c:v>35.799999999999997</c:v>
                </c:pt>
                <c:pt idx="106">
                  <c:v>39.200000000000003</c:v>
                </c:pt>
                <c:pt idx="107">
                  <c:v>50.7</c:v>
                </c:pt>
                <c:pt idx="108">
                  <c:v>82.3</c:v>
                </c:pt>
                <c:pt idx="109">
                  <c:v>96.2</c:v>
                </c:pt>
                <c:pt idx="110">
                  <c:v>107.2</c:v>
                </c:pt>
                <c:pt idx="111">
                  <c:v>115</c:v>
                </c:pt>
                <c:pt idx="112">
                  <c:v>123</c:v>
                </c:pt>
                <c:pt idx="113">
                  <c:v>127.1</c:v>
                </c:pt>
                <c:pt idx="114">
                  <c:v>125.9</c:v>
                </c:pt>
                <c:pt idx="115">
                  <c:v>124</c:v>
                </c:pt>
                <c:pt idx="116">
                  <c:v>123.7</c:v>
                </c:pt>
                <c:pt idx="117">
                  <c:v>118.6</c:v>
                </c:pt>
                <c:pt idx="118">
                  <c:v>112.4</c:v>
                </c:pt>
                <c:pt idx="119">
                  <c:v>101.6</c:v>
                </c:pt>
                <c:pt idx="120">
                  <c:v>75.900000000000006</c:v>
                </c:pt>
                <c:pt idx="121">
                  <c:v>62.6</c:v>
                </c:pt>
                <c:pt idx="122">
                  <c:v>52.6</c:v>
                </c:pt>
                <c:pt idx="123">
                  <c:v>40.799999999999997</c:v>
                </c:pt>
                <c:pt idx="124">
                  <c:v>27.2</c:v>
                </c:pt>
                <c:pt idx="125">
                  <c:v>19</c:v>
                </c:pt>
                <c:pt idx="126">
                  <c:v>16.600000000000001</c:v>
                </c:pt>
                <c:pt idx="127">
                  <c:v>12.9</c:v>
                </c:pt>
                <c:pt idx="128">
                  <c:v>11</c:v>
                </c:pt>
                <c:pt idx="129">
                  <c:v>11.2</c:v>
                </c:pt>
                <c:pt idx="130">
                  <c:v>11.7</c:v>
                </c:pt>
                <c:pt idx="131">
                  <c:v>18.5</c:v>
                </c:pt>
                <c:pt idx="132">
                  <c:v>8.3000000000000007</c:v>
                </c:pt>
                <c:pt idx="133">
                  <c:v>8.8000000000000007</c:v>
                </c:pt>
                <c:pt idx="134">
                  <c:v>9.1999999999999993</c:v>
                </c:pt>
                <c:pt idx="135">
                  <c:v>11.8</c:v>
                </c:pt>
                <c:pt idx="136">
                  <c:v>12.8</c:v>
                </c:pt>
                <c:pt idx="137">
                  <c:v>14.9</c:v>
                </c:pt>
                <c:pt idx="138">
                  <c:v>15.6</c:v>
                </c:pt>
                <c:pt idx="139">
                  <c:v>15.9</c:v>
                </c:pt>
                <c:pt idx="140">
                  <c:v>17</c:v>
                </c:pt>
                <c:pt idx="141">
                  <c:v>16.2</c:v>
                </c:pt>
                <c:pt idx="142">
                  <c:v>17</c:v>
                </c:pt>
                <c:pt idx="143">
                  <c:v>16.399999999999999</c:v>
                </c:pt>
                <c:pt idx="144">
                  <c:v>19</c:v>
                </c:pt>
                <c:pt idx="145">
                  <c:v>19.2</c:v>
                </c:pt>
                <c:pt idx="146">
                  <c:v>19.8</c:v>
                </c:pt>
                <c:pt idx="147">
                  <c:v>21</c:v>
                </c:pt>
                <c:pt idx="148">
                  <c:v>24.3</c:v>
                </c:pt>
                <c:pt idx="149">
                  <c:v>24.4</c:v>
                </c:pt>
                <c:pt idx="150">
                  <c:v>28</c:v>
                </c:pt>
                <c:pt idx="151">
                  <c:v>28.7</c:v>
                </c:pt>
                <c:pt idx="152">
                  <c:v>32.1</c:v>
                </c:pt>
                <c:pt idx="153">
                  <c:v>34.200000000000003</c:v>
                </c:pt>
                <c:pt idx="154">
                  <c:v>29.4</c:v>
                </c:pt>
                <c:pt idx="155">
                  <c:v>30.7</c:v>
                </c:pt>
                <c:pt idx="156">
                  <c:v>30.5</c:v>
                </c:pt>
                <c:pt idx="157">
                  <c:v>29.8</c:v>
                </c:pt>
                <c:pt idx="158">
                  <c:v>33.9</c:v>
                </c:pt>
                <c:pt idx="159">
                  <c:v>31.7</c:v>
                </c:pt>
                <c:pt idx="160">
                  <c:v>27.3</c:v>
                </c:pt>
                <c:pt idx="161">
                  <c:v>26.9</c:v>
                </c:pt>
                <c:pt idx="162">
                  <c:v>23.3</c:v>
                </c:pt>
                <c:pt idx="163">
                  <c:v>22.2</c:v>
                </c:pt>
                <c:pt idx="164">
                  <c:v>19.7</c:v>
                </c:pt>
                <c:pt idx="165">
                  <c:v>21.3</c:v>
                </c:pt>
                <c:pt idx="166">
                  <c:v>25</c:v>
                </c:pt>
                <c:pt idx="167">
                  <c:v>23.8</c:v>
                </c:pt>
                <c:pt idx="168">
                  <c:v>28.5</c:v>
                </c:pt>
                <c:pt idx="169">
                  <c:v>26.4</c:v>
                </c:pt>
                <c:pt idx="170">
                  <c:v>20.3</c:v>
                </c:pt>
                <c:pt idx="171">
                  <c:v>23</c:v>
                </c:pt>
                <c:pt idx="172">
                  <c:v>23.2</c:v>
                </c:pt>
                <c:pt idx="173">
                  <c:v>23.5</c:v>
                </c:pt>
                <c:pt idx="174">
                  <c:v>22.1</c:v>
                </c:pt>
                <c:pt idx="175">
                  <c:v>21</c:v>
                </c:pt>
                <c:pt idx="176">
                  <c:v>20.399999999999999</c:v>
                </c:pt>
                <c:pt idx="177">
                  <c:v>21.4</c:v>
                </c:pt>
                <c:pt idx="178">
                  <c:v>19.7</c:v>
                </c:pt>
                <c:pt idx="179">
                  <c:v>18.100000000000001</c:v>
                </c:pt>
                <c:pt idx="180">
                  <c:v>14.3</c:v>
                </c:pt>
                <c:pt idx="181">
                  <c:v>20.7</c:v>
                </c:pt>
                <c:pt idx="182">
                  <c:v>24</c:v>
                </c:pt>
                <c:pt idx="183">
                  <c:v>20.7</c:v>
                </c:pt>
                <c:pt idx="184">
                  <c:v>23.1</c:v>
                </c:pt>
                <c:pt idx="185">
                  <c:v>26.3</c:v>
                </c:pt>
                <c:pt idx="186">
                  <c:v>31.3</c:v>
                </c:pt>
                <c:pt idx="187">
                  <c:v>34.9</c:v>
                </c:pt>
                <c:pt idx="188">
                  <c:v>35.4</c:v>
                </c:pt>
                <c:pt idx="189">
                  <c:v>33.700000000000003</c:v>
                </c:pt>
                <c:pt idx="190">
                  <c:v>36.9</c:v>
                </c:pt>
                <c:pt idx="191">
                  <c:v>38.200000000000003</c:v>
                </c:pt>
                <c:pt idx="192">
                  <c:v>40.299999999999997</c:v>
                </c:pt>
                <c:pt idx="193">
                  <c:v>36.700000000000003</c:v>
                </c:pt>
                <c:pt idx="194">
                  <c:v>36.4</c:v>
                </c:pt>
                <c:pt idx="195">
                  <c:v>37.799999999999997</c:v>
                </c:pt>
                <c:pt idx="196">
                  <c:v>36.299999999999997</c:v>
                </c:pt>
                <c:pt idx="197">
                  <c:v>32.1</c:v>
                </c:pt>
                <c:pt idx="198">
                  <c:v>28.6</c:v>
                </c:pt>
                <c:pt idx="199">
                  <c:v>27.3</c:v>
                </c:pt>
                <c:pt idx="200">
                  <c:v>27.3</c:v>
                </c:pt>
                <c:pt idx="201">
                  <c:v>28.1</c:v>
                </c:pt>
                <c:pt idx="202">
                  <c:v>26.5</c:v>
                </c:pt>
                <c:pt idx="203">
                  <c:v>29.9</c:v>
                </c:pt>
                <c:pt idx="204">
                  <c:v>26.7</c:v>
                </c:pt>
                <c:pt idx="205">
                  <c:v>26.6</c:v>
                </c:pt>
                <c:pt idx="206">
                  <c:v>26.7</c:v>
                </c:pt>
                <c:pt idx="207">
                  <c:v>25.6</c:v>
                </c:pt>
                <c:pt idx="208">
                  <c:v>25.5</c:v>
                </c:pt>
                <c:pt idx="209">
                  <c:v>29.8</c:v>
                </c:pt>
                <c:pt idx="210">
                  <c:v>34.200000000000003</c:v>
                </c:pt>
                <c:pt idx="211">
                  <c:v>33.1</c:v>
                </c:pt>
                <c:pt idx="212">
                  <c:v>31.7</c:v>
                </c:pt>
                <c:pt idx="213">
                  <c:v>31.3</c:v>
                </c:pt>
                <c:pt idx="214">
                  <c:v>31.3</c:v>
                </c:pt>
                <c:pt idx="215">
                  <c:v>27.4</c:v>
                </c:pt>
                <c:pt idx="216">
                  <c:v>29</c:v>
                </c:pt>
                <c:pt idx="217">
                  <c:v>27.6</c:v>
                </c:pt>
                <c:pt idx="218">
                  <c:v>24</c:v>
                </c:pt>
                <c:pt idx="219">
                  <c:v>22</c:v>
                </c:pt>
                <c:pt idx="220">
                  <c:v>21</c:v>
                </c:pt>
                <c:pt idx="221">
                  <c:v>16.3</c:v>
                </c:pt>
                <c:pt idx="222">
                  <c:v>10.8</c:v>
                </c:pt>
                <c:pt idx="223">
                  <c:v>10.6</c:v>
                </c:pt>
                <c:pt idx="224">
                  <c:v>11.6</c:v>
                </c:pt>
                <c:pt idx="225">
                  <c:v>10.6</c:v>
                </c:pt>
                <c:pt idx="226">
                  <c:v>8.5</c:v>
                </c:pt>
                <c:pt idx="227">
                  <c:v>9.6</c:v>
                </c:pt>
                <c:pt idx="228">
                  <c:v>8.1999999999999993</c:v>
                </c:pt>
                <c:pt idx="229">
                  <c:v>5.7</c:v>
                </c:pt>
                <c:pt idx="230">
                  <c:v>7.6</c:v>
                </c:pt>
                <c:pt idx="231">
                  <c:v>8.1999999999999993</c:v>
                </c:pt>
                <c:pt idx="232">
                  <c:v>6.6</c:v>
                </c:pt>
                <c:pt idx="233">
                  <c:v>7.3</c:v>
                </c:pt>
                <c:pt idx="234">
                  <c:v>8.6999999999999993</c:v>
                </c:pt>
                <c:pt idx="235">
                  <c:v>7.8</c:v>
                </c:pt>
                <c:pt idx="236">
                  <c:v>8.3000000000000007</c:v>
                </c:pt>
                <c:pt idx="237">
                  <c:v>7.8</c:v>
                </c:pt>
                <c:pt idx="238">
                  <c:v>8.1999999999999993</c:v>
                </c:pt>
                <c:pt idx="239">
                  <c:v>6.7</c:v>
                </c:pt>
                <c:pt idx="240">
                  <c:v>6.5</c:v>
                </c:pt>
                <c:pt idx="241">
                  <c:v>9.5</c:v>
                </c:pt>
                <c:pt idx="242">
                  <c:v>9.6</c:v>
                </c:pt>
                <c:pt idx="243">
                  <c:v>10.4</c:v>
                </c:pt>
                <c:pt idx="244">
                  <c:v>12.7</c:v>
                </c:pt>
                <c:pt idx="245">
                  <c:v>12.5</c:v>
                </c:pt>
                <c:pt idx="246">
                  <c:v>12.3</c:v>
                </c:pt>
                <c:pt idx="247">
                  <c:v>14.5</c:v>
                </c:pt>
                <c:pt idx="248">
                  <c:v>14.7</c:v>
                </c:pt>
                <c:pt idx="249">
                  <c:v>17.399999999999999</c:v>
                </c:pt>
                <c:pt idx="250">
                  <c:v>19.600000000000001</c:v>
                </c:pt>
                <c:pt idx="251">
                  <c:v>21.7</c:v>
                </c:pt>
                <c:pt idx="252">
                  <c:v>27.4</c:v>
                </c:pt>
                <c:pt idx="253">
                  <c:v>29.9</c:v>
                </c:pt>
                <c:pt idx="254">
                  <c:v>29.6</c:v>
                </c:pt>
                <c:pt idx="255">
                  <c:v>29.8</c:v>
                </c:pt>
                <c:pt idx="256">
                  <c:v>31.9</c:v>
                </c:pt>
                <c:pt idx="257">
                  <c:v>35.1</c:v>
                </c:pt>
                <c:pt idx="258">
                  <c:v>39.200000000000003</c:v>
                </c:pt>
                <c:pt idx="259">
                  <c:v>41.2</c:v>
                </c:pt>
                <c:pt idx="260">
                  <c:v>39.6</c:v>
                </c:pt>
                <c:pt idx="261">
                  <c:v>35.700000000000003</c:v>
                </c:pt>
                <c:pt idx="262">
                  <c:v>35.9</c:v>
                </c:pt>
                <c:pt idx="263">
                  <c:v>39.1</c:v>
                </c:pt>
                <c:pt idx="264">
                  <c:v>46.8</c:v>
                </c:pt>
                <c:pt idx="265">
                  <c:v>47.2</c:v>
                </c:pt>
                <c:pt idx="266">
                  <c:v>51.8</c:v>
                </c:pt>
                <c:pt idx="267">
                  <c:v>57.8</c:v>
                </c:pt>
                <c:pt idx="268">
                  <c:v>56.5</c:v>
                </c:pt>
                <c:pt idx="269">
                  <c:v>60.1</c:v>
                </c:pt>
                <c:pt idx="270">
                  <c:v>61.2</c:v>
                </c:pt>
                <c:pt idx="271">
                  <c:v>56.8</c:v>
                </c:pt>
                <c:pt idx="272">
                  <c:v>59.2</c:v>
                </c:pt>
                <c:pt idx="273">
                  <c:v>65.2</c:v>
                </c:pt>
                <c:pt idx="274">
                  <c:v>68.7</c:v>
                </c:pt>
                <c:pt idx="275">
                  <c:v>64.099999999999994</c:v>
                </c:pt>
                <c:pt idx="276">
                  <c:v>63.2</c:v>
                </c:pt>
                <c:pt idx="277">
                  <c:v>69.5</c:v>
                </c:pt>
                <c:pt idx="278">
                  <c:v>76.5</c:v>
                </c:pt>
                <c:pt idx="279">
                  <c:v>75.900000000000006</c:v>
                </c:pt>
                <c:pt idx="280">
                  <c:v>79.099999999999994</c:v>
                </c:pt>
                <c:pt idx="281">
                  <c:v>64.8</c:v>
                </c:pt>
                <c:pt idx="282">
                  <c:v>56.9</c:v>
                </c:pt>
                <c:pt idx="283">
                  <c:v>58.4</c:v>
                </c:pt>
                <c:pt idx="284">
                  <c:v>55.4</c:v>
                </c:pt>
                <c:pt idx="285">
                  <c:v>50.5</c:v>
                </c:pt>
                <c:pt idx="286">
                  <c:v>44.7</c:v>
                </c:pt>
                <c:pt idx="287">
                  <c:v>43.8</c:v>
                </c:pt>
                <c:pt idx="288">
                  <c:v>29.6</c:v>
                </c:pt>
                <c:pt idx="289">
                  <c:v>22.3</c:v>
                </c:pt>
                <c:pt idx="290">
                  <c:v>14</c:v>
                </c:pt>
                <c:pt idx="291">
                  <c:v>12.2</c:v>
                </c:pt>
                <c:pt idx="292">
                  <c:v>12.1</c:v>
                </c:pt>
                <c:pt idx="293">
                  <c:v>19.899999999999999</c:v>
                </c:pt>
                <c:pt idx="294">
                  <c:v>22.6</c:v>
                </c:pt>
                <c:pt idx="295">
                  <c:v>23.9</c:v>
                </c:pt>
                <c:pt idx="296">
                  <c:v>27.4</c:v>
                </c:pt>
                <c:pt idx="297">
                  <c:v>30.2</c:v>
                </c:pt>
                <c:pt idx="298">
                  <c:v>34.5</c:v>
                </c:pt>
                <c:pt idx="299">
                  <c:v>40.1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2E-46C8-B19F-20472C657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78458944"/>
        <c:axId val="404368144"/>
      </c:lineChart>
      <c:catAx>
        <c:axId val="57845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404368144"/>
        <c:crosses val="autoZero"/>
        <c:auto val="1"/>
        <c:lblAlgn val="ctr"/>
        <c:lblOffset val="100"/>
        <c:noMultiLvlLbl val="0"/>
      </c:catAx>
      <c:valAx>
        <c:axId val="404368144"/>
        <c:scaling>
          <c:orientation val="minMax"/>
        </c:scaling>
        <c:delete val="0"/>
        <c:axPos val="l"/>
        <c:numFmt formatCode="#,#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7845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D5AB62-EF9D-4EC0-BC5D-BB52E992F742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</dgm:pt>
    <dgm:pt modelId="{A4B08416-8145-4D7C-A430-5B6E6BDB519C}">
      <dgm:prSet phldrT="[Texto]"/>
      <dgm:spPr/>
      <dgm:t>
        <a:bodyPr/>
        <a:lstStyle/>
        <a:p>
          <a:r>
            <a:rPr lang="es-ES" dirty="0"/>
            <a:t>´40</a:t>
          </a:r>
        </a:p>
      </dgm:t>
    </dgm:pt>
    <dgm:pt modelId="{0CAAA4C6-733E-4C43-A02D-DCF166799FF7}" type="parTrans" cxnId="{F7D443D0-D546-482B-82EB-14C6F5CED66D}">
      <dgm:prSet/>
      <dgm:spPr/>
      <dgm:t>
        <a:bodyPr/>
        <a:lstStyle/>
        <a:p>
          <a:endParaRPr lang="es-ES"/>
        </a:p>
      </dgm:t>
    </dgm:pt>
    <dgm:pt modelId="{C402AB19-9876-4D66-9DA9-3557DAB95E65}" type="sibTrans" cxnId="{F7D443D0-D546-482B-82EB-14C6F5CED66D}">
      <dgm:prSet/>
      <dgm:spPr/>
      <dgm:t>
        <a:bodyPr/>
        <a:lstStyle/>
        <a:p>
          <a:endParaRPr lang="es-ES"/>
        </a:p>
      </dgm:t>
    </dgm:pt>
    <dgm:pt modelId="{6A99C1A5-367E-4B0F-845F-B67BF67C5269}">
      <dgm:prSet custT="1"/>
      <dgm:spPr/>
      <dgm:t>
        <a:bodyPr/>
        <a:lstStyle/>
        <a:p>
          <a:r>
            <a:rPr lang="es-ES" sz="2000" b="1" i="0" u="none" dirty="0">
              <a:effectLst/>
              <a:latin typeface="Calibri"/>
              <a:cs typeface="Calibri"/>
            </a:rPr>
            <a:t>∏</a:t>
          </a:r>
          <a:r>
            <a:rPr lang="es-ES" sz="2000" dirty="0">
              <a:latin typeface="Calibri"/>
              <a:cs typeface="Calibri"/>
            </a:rPr>
            <a:t>   </a:t>
          </a:r>
          <a:r>
            <a:rPr lang="es-ES" sz="2000" dirty="0"/>
            <a:t>Inflación</a:t>
          </a:r>
        </a:p>
      </dgm:t>
    </dgm:pt>
    <dgm:pt modelId="{94B82319-BA20-4302-919C-F21548C977F9}" type="parTrans" cxnId="{C72359D7-59E0-4A17-8DE0-1DA1D7235038}">
      <dgm:prSet/>
      <dgm:spPr/>
      <dgm:t>
        <a:bodyPr/>
        <a:lstStyle/>
        <a:p>
          <a:endParaRPr lang="es-ES"/>
        </a:p>
      </dgm:t>
    </dgm:pt>
    <dgm:pt modelId="{B7234080-B56F-4432-A09E-CB7712D0E9EC}" type="sibTrans" cxnId="{C72359D7-59E0-4A17-8DE0-1DA1D7235038}">
      <dgm:prSet/>
      <dgm:spPr/>
      <dgm:t>
        <a:bodyPr/>
        <a:lstStyle/>
        <a:p>
          <a:endParaRPr lang="es-ES"/>
        </a:p>
      </dgm:t>
    </dgm:pt>
    <dgm:pt modelId="{2A9BD53E-3D38-40A6-ACC1-635A26907F29}" type="pres">
      <dgm:prSet presAssocID="{BCD5AB62-EF9D-4EC0-BC5D-BB52E992F742}" presName="theList" presStyleCnt="0">
        <dgm:presLayoutVars>
          <dgm:dir/>
          <dgm:animLvl val="lvl"/>
          <dgm:resizeHandles val="exact"/>
        </dgm:presLayoutVars>
      </dgm:prSet>
      <dgm:spPr/>
    </dgm:pt>
    <dgm:pt modelId="{E097881D-C358-4830-BB39-303CED9A7D7E}" type="pres">
      <dgm:prSet presAssocID="{A4B08416-8145-4D7C-A430-5B6E6BDB519C}" presName="compNode" presStyleCnt="0"/>
      <dgm:spPr/>
    </dgm:pt>
    <dgm:pt modelId="{BC3E5769-2D67-4865-8698-299D92E3D393}" type="pres">
      <dgm:prSet presAssocID="{A4B08416-8145-4D7C-A430-5B6E6BDB519C}" presName="noGeometry" presStyleCnt="0"/>
      <dgm:spPr/>
    </dgm:pt>
    <dgm:pt modelId="{CC3EF675-8178-4134-8A99-CD3807824902}" type="pres">
      <dgm:prSet presAssocID="{A4B08416-8145-4D7C-A430-5B6E6BDB519C}" presName="childTextVisible" presStyleLbl="bgAccFollowNode1" presStyleIdx="0" presStyleCnt="1" custScaleX="223031" custLinFactNeighborX="12074" custLinFactNeighborY="-7882">
        <dgm:presLayoutVars>
          <dgm:bulletEnabled val="1"/>
        </dgm:presLayoutVars>
      </dgm:prSet>
      <dgm:spPr/>
    </dgm:pt>
    <dgm:pt modelId="{79BB78C6-F650-457D-A694-AC13DD070CED}" type="pres">
      <dgm:prSet presAssocID="{A4B08416-8145-4D7C-A430-5B6E6BDB519C}" presName="childTextHidden" presStyleLbl="bgAccFollowNode1" presStyleIdx="0" presStyleCnt="1"/>
      <dgm:spPr/>
    </dgm:pt>
    <dgm:pt modelId="{A88FDB15-D6D6-4C47-9CEC-FAFA958A34D2}" type="pres">
      <dgm:prSet presAssocID="{A4B08416-8145-4D7C-A430-5B6E6BDB519C}" presName="parentText" presStyleLbl="node1" presStyleIdx="0" presStyleCnt="1" custScaleX="120863" custScaleY="116551" custLinFactNeighborX="-76365" custLinFactNeighborY="-5963">
        <dgm:presLayoutVars>
          <dgm:chMax val="1"/>
          <dgm:bulletEnabled val="1"/>
        </dgm:presLayoutVars>
      </dgm:prSet>
      <dgm:spPr/>
    </dgm:pt>
  </dgm:ptLst>
  <dgm:cxnLst>
    <dgm:cxn modelId="{18B2633B-CD38-4694-B6D9-5F883F2F3D82}" type="presOf" srcId="{BCD5AB62-EF9D-4EC0-BC5D-BB52E992F742}" destId="{2A9BD53E-3D38-40A6-ACC1-635A26907F29}" srcOrd="0" destOrd="0" presId="urn:microsoft.com/office/officeart/2005/8/layout/hProcess6"/>
    <dgm:cxn modelId="{225A7E67-8D97-490F-BDEF-6C12FF3BBCFE}" type="presOf" srcId="{A4B08416-8145-4D7C-A430-5B6E6BDB519C}" destId="{A88FDB15-D6D6-4C47-9CEC-FAFA958A34D2}" srcOrd="0" destOrd="0" presId="urn:microsoft.com/office/officeart/2005/8/layout/hProcess6"/>
    <dgm:cxn modelId="{D6659888-45E0-46F9-BA80-0250940C8BE5}" type="presOf" srcId="{6A99C1A5-367E-4B0F-845F-B67BF67C5269}" destId="{79BB78C6-F650-457D-A694-AC13DD070CED}" srcOrd="1" destOrd="0" presId="urn:microsoft.com/office/officeart/2005/8/layout/hProcess6"/>
    <dgm:cxn modelId="{A9E0ACA1-E02C-4036-A52C-C30BA1363899}" type="presOf" srcId="{6A99C1A5-367E-4B0F-845F-B67BF67C5269}" destId="{CC3EF675-8178-4134-8A99-CD3807824902}" srcOrd="0" destOrd="0" presId="urn:microsoft.com/office/officeart/2005/8/layout/hProcess6"/>
    <dgm:cxn modelId="{F7D443D0-D546-482B-82EB-14C6F5CED66D}" srcId="{BCD5AB62-EF9D-4EC0-BC5D-BB52E992F742}" destId="{A4B08416-8145-4D7C-A430-5B6E6BDB519C}" srcOrd="0" destOrd="0" parTransId="{0CAAA4C6-733E-4C43-A02D-DCF166799FF7}" sibTransId="{C402AB19-9876-4D66-9DA9-3557DAB95E65}"/>
    <dgm:cxn modelId="{C72359D7-59E0-4A17-8DE0-1DA1D7235038}" srcId="{A4B08416-8145-4D7C-A430-5B6E6BDB519C}" destId="{6A99C1A5-367E-4B0F-845F-B67BF67C5269}" srcOrd="0" destOrd="0" parTransId="{94B82319-BA20-4302-919C-F21548C977F9}" sibTransId="{B7234080-B56F-4432-A09E-CB7712D0E9EC}"/>
    <dgm:cxn modelId="{02F4FEBF-5F01-4CF3-B710-6A3E3D78976E}" type="presParOf" srcId="{2A9BD53E-3D38-40A6-ACC1-635A26907F29}" destId="{E097881D-C358-4830-BB39-303CED9A7D7E}" srcOrd="0" destOrd="0" presId="urn:microsoft.com/office/officeart/2005/8/layout/hProcess6"/>
    <dgm:cxn modelId="{3524794B-C758-4D41-BC22-D538B092EEDF}" type="presParOf" srcId="{E097881D-C358-4830-BB39-303CED9A7D7E}" destId="{BC3E5769-2D67-4865-8698-299D92E3D393}" srcOrd="0" destOrd="0" presId="urn:microsoft.com/office/officeart/2005/8/layout/hProcess6"/>
    <dgm:cxn modelId="{0CB4C638-13CC-43FD-BD09-79CC51C436D5}" type="presParOf" srcId="{E097881D-C358-4830-BB39-303CED9A7D7E}" destId="{CC3EF675-8178-4134-8A99-CD3807824902}" srcOrd="1" destOrd="0" presId="urn:microsoft.com/office/officeart/2005/8/layout/hProcess6"/>
    <dgm:cxn modelId="{001BD28F-1C0B-469C-A075-4745E2F7AF7B}" type="presParOf" srcId="{E097881D-C358-4830-BB39-303CED9A7D7E}" destId="{79BB78C6-F650-457D-A694-AC13DD070CED}" srcOrd="2" destOrd="0" presId="urn:microsoft.com/office/officeart/2005/8/layout/hProcess6"/>
    <dgm:cxn modelId="{BCA0D8B0-D2CE-4778-B634-9889F03951BE}" type="presParOf" srcId="{E097881D-C358-4830-BB39-303CED9A7D7E}" destId="{A88FDB15-D6D6-4C47-9CEC-FAFA958A34D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D5AB62-EF9D-4EC0-BC5D-BB52E992F742}" type="doc">
      <dgm:prSet loTypeId="urn:microsoft.com/office/officeart/2005/8/layout/hProcess6" loCatId="process" qsTypeId="urn:microsoft.com/office/officeart/2005/8/quickstyle/3d1" qsCatId="3D" csTypeId="urn:microsoft.com/office/officeart/2005/8/colors/accent6_4" csCatId="accent6" phldr="1"/>
      <dgm:spPr/>
    </dgm:pt>
    <dgm:pt modelId="{A4B08416-8145-4D7C-A430-5B6E6BDB519C}">
      <dgm:prSet phldrT="[Texto]"/>
      <dgm:spPr/>
      <dgm:t>
        <a:bodyPr/>
        <a:lstStyle/>
        <a:p>
          <a:r>
            <a:rPr lang="es-ES" dirty="0"/>
            <a:t>1</a:t>
          </a:r>
        </a:p>
      </dgm:t>
    </dgm:pt>
    <dgm:pt modelId="{0CAAA4C6-733E-4C43-A02D-DCF166799FF7}" type="parTrans" cxnId="{F7D443D0-D546-482B-82EB-14C6F5CED66D}">
      <dgm:prSet/>
      <dgm:spPr/>
      <dgm:t>
        <a:bodyPr/>
        <a:lstStyle/>
        <a:p>
          <a:endParaRPr lang="es-ES"/>
        </a:p>
      </dgm:t>
    </dgm:pt>
    <dgm:pt modelId="{C402AB19-9876-4D66-9DA9-3557DAB95E65}" type="sibTrans" cxnId="{F7D443D0-D546-482B-82EB-14C6F5CED66D}">
      <dgm:prSet/>
      <dgm:spPr/>
      <dgm:t>
        <a:bodyPr/>
        <a:lstStyle/>
        <a:p>
          <a:endParaRPr lang="es-ES"/>
        </a:p>
      </dgm:t>
    </dgm:pt>
    <dgm:pt modelId="{6A99C1A5-367E-4B0F-845F-B67BF67C5269}">
      <dgm:prSet custT="1"/>
      <dgm:spPr/>
      <dgm:t>
        <a:bodyPr/>
        <a:lstStyle/>
        <a:p>
          <a:r>
            <a:rPr lang="es-ES" sz="2700" dirty="0"/>
            <a:t>Sector Externo</a:t>
          </a:r>
        </a:p>
      </dgm:t>
    </dgm:pt>
    <dgm:pt modelId="{B7234080-B56F-4432-A09E-CB7712D0E9EC}" type="sibTrans" cxnId="{C72359D7-59E0-4A17-8DE0-1DA1D7235038}">
      <dgm:prSet/>
      <dgm:spPr/>
      <dgm:t>
        <a:bodyPr/>
        <a:lstStyle/>
        <a:p>
          <a:endParaRPr lang="es-ES"/>
        </a:p>
      </dgm:t>
    </dgm:pt>
    <dgm:pt modelId="{94B82319-BA20-4302-919C-F21548C977F9}" type="parTrans" cxnId="{C72359D7-59E0-4A17-8DE0-1DA1D7235038}">
      <dgm:prSet/>
      <dgm:spPr/>
      <dgm:t>
        <a:bodyPr/>
        <a:lstStyle/>
        <a:p>
          <a:endParaRPr lang="es-ES"/>
        </a:p>
      </dgm:t>
    </dgm:pt>
    <dgm:pt modelId="{2A9BD53E-3D38-40A6-ACC1-635A26907F29}" type="pres">
      <dgm:prSet presAssocID="{BCD5AB62-EF9D-4EC0-BC5D-BB52E992F742}" presName="theList" presStyleCnt="0">
        <dgm:presLayoutVars>
          <dgm:dir/>
          <dgm:animLvl val="lvl"/>
          <dgm:resizeHandles val="exact"/>
        </dgm:presLayoutVars>
      </dgm:prSet>
      <dgm:spPr/>
    </dgm:pt>
    <dgm:pt modelId="{E097881D-C358-4830-BB39-303CED9A7D7E}" type="pres">
      <dgm:prSet presAssocID="{A4B08416-8145-4D7C-A430-5B6E6BDB519C}" presName="compNode" presStyleCnt="0"/>
      <dgm:spPr/>
    </dgm:pt>
    <dgm:pt modelId="{BC3E5769-2D67-4865-8698-299D92E3D393}" type="pres">
      <dgm:prSet presAssocID="{A4B08416-8145-4D7C-A430-5B6E6BDB519C}" presName="noGeometry" presStyleCnt="0"/>
      <dgm:spPr/>
    </dgm:pt>
    <dgm:pt modelId="{CC3EF675-8178-4134-8A99-CD3807824902}" type="pres">
      <dgm:prSet presAssocID="{A4B08416-8145-4D7C-A430-5B6E6BDB519C}" presName="childTextVisible" presStyleLbl="bgAccFollowNode1" presStyleIdx="0" presStyleCnt="1" custScaleX="223031" custLinFactNeighborX="12074" custLinFactNeighborY="-7882">
        <dgm:presLayoutVars>
          <dgm:bulletEnabled val="1"/>
        </dgm:presLayoutVars>
      </dgm:prSet>
      <dgm:spPr/>
    </dgm:pt>
    <dgm:pt modelId="{79BB78C6-F650-457D-A694-AC13DD070CED}" type="pres">
      <dgm:prSet presAssocID="{A4B08416-8145-4D7C-A430-5B6E6BDB519C}" presName="childTextHidden" presStyleLbl="bgAccFollowNode1" presStyleIdx="0" presStyleCnt="1"/>
      <dgm:spPr/>
    </dgm:pt>
    <dgm:pt modelId="{A88FDB15-D6D6-4C47-9CEC-FAFA958A34D2}" type="pres">
      <dgm:prSet presAssocID="{A4B08416-8145-4D7C-A430-5B6E6BDB519C}" presName="parentText" presStyleLbl="node1" presStyleIdx="0" presStyleCnt="1" custScaleX="120863" custScaleY="116551" custLinFactNeighborX="-76365" custLinFactNeighborY="-5963">
        <dgm:presLayoutVars>
          <dgm:chMax val="1"/>
          <dgm:bulletEnabled val="1"/>
        </dgm:presLayoutVars>
      </dgm:prSet>
      <dgm:spPr/>
    </dgm:pt>
  </dgm:ptLst>
  <dgm:cxnLst>
    <dgm:cxn modelId="{2479CE33-B9C8-4D8F-BF68-9D83F66D4717}" type="presOf" srcId="{6A99C1A5-367E-4B0F-845F-B67BF67C5269}" destId="{CC3EF675-8178-4134-8A99-CD3807824902}" srcOrd="0" destOrd="0" presId="urn:microsoft.com/office/officeart/2005/8/layout/hProcess6"/>
    <dgm:cxn modelId="{206A2340-42C4-410C-85A3-FE548A901ABD}" type="presOf" srcId="{A4B08416-8145-4D7C-A430-5B6E6BDB519C}" destId="{A88FDB15-D6D6-4C47-9CEC-FAFA958A34D2}" srcOrd="0" destOrd="0" presId="urn:microsoft.com/office/officeart/2005/8/layout/hProcess6"/>
    <dgm:cxn modelId="{6881D150-F427-451F-A6F4-987A69606625}" type="presOf" srcId="{6A99C1A5-367E-4B0F-845F-B67BF67C5269}" destId="{79BB78C6-F650-457D-A694-AC13DD070CED}" srcOrd="1" destOrd="0" presId="urn:microsoft.com/office/officeart/2005/8/layout/hProcess6"/>
    <dgm:cxn modelId="{4997E7CF-E8B5-4522-A4F8-1D6972489421}" type="presOf" srcId="{BCD5AB62-EF9D-4EC0-BC5D-BB52E992F742}" destId="{2A9BD53E-3D38-40A6-ACC1-635A26907F29}" srcOrd="0" destOrd="0" presId="urn:microsoft.com/office/officeart/2005/8/layout/hProcess6"/>
    <dgm:cxn modelId="{F7D443D0-D546-482B-82EB-14C6F5CED66D}" srcId="{BCD5AB62-EF9D-4EC0-BC5D-BB52E992F742}" destId="{A4B08416-8145-4D7C-A430-5B6E6BDB519C}" srcOrd="0" destOrd="0" parTransId="{0CAAA4C6-733E-4C43-A02D-DCF166799FF7}" sibTransId="{C402AB19-9876-4D66-9DA9-3557DAB95E65}"/>
    <dgm:cxn modelId="{C72359D7-59E0-4A17-8DE0-1DA1D7235038}" srcId="{A4B08416-8145-4D7C-A430-5B6E6BDB519C}" destId="{6A99C1A5-367E-4B0F-845F-B67BF67C5269}" srcOrd="0" destOrd="0" parTransId="{94B82319-BA20-4302-919C-F21548C977F9}" sibTransId="{B7234080-B56F-4432-A09E-CB7712D0E9EC}"/>
    <dgm:cxn modelId="{24DA1995-8B28-4348-A65F-92A36EE7BBD4}" type="presParOf" srcId="{2A9BD53E-3D38-40A6-ACC1-635A26907F29}" destId="{E097881D-C358-4830-BB39-303CED9A7D7E}" srcOrd="0" destOrd="0" presId="urn:microsoft.com/office/officeart/2005/8/layout/hProcess6"/>
    <dgm:cxn modelId="{01434ED7-B920-4F0E-ACD1-50C419E4B7A3}" type="presParOf" srcId="{E097881D-C358-4830-BB39-303CED9A7D7E}" destId="{BC3E5769-2D67-4865-8698-299D92E3D393}" srcOrd="0" destOrd="0" presId="urn:microsoft.com/office/officeart/2005/8/layout/hProcess6"/>
    <dgm:cxn modelId="{64FCFFA4-C9FF-4FDC-9EA3-992419CB6B94}" type="presParOf" srcId="{E097881D-C358-4830-BB39-303CED9A7D7E}" destId="{CC3EF675-8178-4134-8A99-CD3807824902}" srcOrd="1" destOrd="0" presId="urn:microsoft.com/office/officeart/2005/8/layout/hProcess6"/>
    <dgm:cxn modelId="{FFCAC209-7167-4D37-AF13-570DA26AE6E2}" type="presParOf" srcId="{E097881D-C358-4830-BB39-303CED9A7D7E}" destId="{79BB78C6-F650-457D-A694-AC13DD070CED}" srcOrd="2" destOrd="0" presId="urn:microsoft.com/office/officeart/2005/8/layout/hProcess6"/>
    <dgm:cxn modelId="{2F7A8964-2334-4E8D-A536-5A5898162D74}" type="presParOf" srcId="{E097881D-C358-4830-BB39-303CED9A7D7E}" destId="{A88FDB15-D6D6-4C47-9CEC-FAFA958A34D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D5AB62-EF9D-4EC0-BC5D-BB52E992F742}" type="doc">
      <dgm:prSet loTypeId="urn:microsoft.com/office/officeart/2005/8/layout/hProcess6" loCatId="process" qsTypeId="urn:microsoft.com/office/officeart/2005/8/quickstyle/3d1" qsCatId="3D" csTypeId="urn:microsoft.com/office/officeart/2005/8/colors/accent6_4" csCatId="accent6" phldr="1"/>
      <dgm:spPr/>
    </dgm:pt>
    <dgm:pt modelId="{A4B08416-8145-4D7C-A430-5B6E6BDB519C}">
      <dgm:prSet phldrT="[Texto]"/>
      <dgm:spPr/>
      <dgm:t>
        <a:bodyPr/>
        <a:lstStyle/>
        <a:p>
          <a:r>
            <a:rPr lang="es-ES" dirty="0"/>
            <a:t>2</a:t>
          </a:r>
        </a:p>
      </dgm:t>
    </dgm:pt>
    <dgm:pt modelId="{0CAAA4C6-733E-4C43-A02D-DCF166799FF7}" type="parTrans" cxnId="{F7D443D0-D546-482B-82EB-14C6F5CED66D}">
      <dgm:prSet/>
      <dgm:spPr/>
      <dgm:t>
        <a:bodyPr/>
        <a:lstStyle/>
        <a:p>
          <a:endParaRPr lang="es-ES"/>
        </a:p>
      </dgm:t>
    </dgm:pt>
    <dgm:pt modelId="{C402AB19-9876-4D66-9DA9-3557DAB95E65}" type="sibTrans" cxnId="{F7D443D0-D546-482B-82EB-14C6F5CED66D}">
      <dgm:prSet/>
      <dgm:spPr/>
      <dgm:t>
        <a:bodyPr/>
        <a:lstStyle/>
        <a:p>
          <a:endParaRPr lang="es-ES"/>
        </a:p>
      </dgm:t>
    </dgm:pt>
    <dgm:pt modelId="{6A99C1A5-367E-4B0F-845F-B67BF67C5269}">
      <dgm:prSet custT="1"/>
      <dgm:spPr/>
      <dgm:t>
        <a:bodyPr/>
        <a:lstStyle/>
        <a:p>
          <a:r>
            <a:rPr lang="es-ES" sz="2700" dirty="0"/>
            <a:t>Política Presupuestaria</a:t>
          </a:r>
        </a:p>
      </dgm:t>
    </dgm:pt>
    <dgm:pt modelId="{B7234080-B56F-4432-A09E-CB7712D0E9EC}" type="sibTrans" cxnId="{C72359D7-59E0-4A17-8DE0-1DA1D7235038}">
      <dgm:prSet/>
      <dgm:spPr/>
      <dgm:t>
        <a:bodyPr/>
        <a:lstStyle/>
        <a:p>
          <a:endParaRPr lang="es-ES"/>
        </a:p>
      </dgm:t>
    </dgm:pt>
    <dgm:pt modelId="{94B82319-BA20-4302-919C-F21548C977F9}" type="parTrans" cxnId="{C72359D7-59E0-4A17-8DE0-1DA1D7235038}">
      <dgm:prSet/>
      <dgm:spPr/>
      <dgm:t>
        <a:bodyPr/>
        <a:lstStyle/>
        <a:p>
          <a:endParaRPr lang="es-ES"/>
        </a:p>
      </dgm:t>
    </dgm:pt>
    <dgm:pt modelId="{2A9BD53E-3D38-40A6-ACC1-635A26907F29}" type="pres">
      <dgm:prSet presAssocID="{BCD5AB62-EF9D-4EC0-BC5D-BB52E992F742}" presName="theList" presStyleCnt="0">
        <dgm:presLayoutVars>
          <dgm:dir/>
          <dgm:animLvl val="lvl"/>
          <dgm:resizeHandles val="exact"/>
        </dgm:presLayoutVars>
      </dgm:prSet>
      <dgm:spPr/>
    </dgm:pt>
    <dgm:pt modelId="{E097881D-C358-4830-BB39-303CED9A7D7E}" type="pres">
      <dgm:prSet presAssocID="{A4B08416-8145-4D7C-A430-5B6E6BDB519C}" presName="compNode" presStyleCnt="0"/>
      <dgm:spPr/>
    </dgm:pt>
    <dgm:pt modelId="{BC3E5769-2D67-4865-8698-299D92E3D393}" type="pres">
      <dgm:prSet presAssocID="{A4B08416-8145-4D7C-A430-5B6E6BDB519C}" presName="noGeometry" presStyleCnt="0"/>
      <dgm:spPr/>
    </dgm:pt>
    <dgm:pt modelId="{CC3EF675-8178-4134-8A99-CD3807824902}" type="pres">
      <dgm:prSet presAssocID="{A4B08416-8145-4D7C-A430-5B6E6BDB519C}" presName="childTextVisible" presStyleLbl="bgAccFollowNode1" presStyleIdx="0" presStyleCnt="1" custScaleX="259944" custLinFactNeighborX="12074">
        <dgm:presLayoutVars>
          <dgm:bulletEnabled val="1"/>
        </dgm:presLayoutVars>
      </dgm:prSet>
      <dgm:spPr/>
    </dgm:pt>
    <dgm:pt modelId="{79BB78C6-F650-457D-A694-AC13DD070CED}" type="pres">
      <dgm:prSet presAssocID="{A4B08416-8145-4D7C-A430-5B6E6BDB519C}" presName="childTextHidden" presStyleLbl="bgAccFollowNode1" presStyleIdx="0" presStyleCnt="1"/>
      <dgm:spPr/>
    </dgm:pt>
    <dgm:pt modelId="{A88FDB15-D6D6-4C47-9CEC-FAFA958A34D2}" type="pres">
      <dgm:prSet presAssocID="{A4B08416-8145-4D7C-A430-5B6E6BDB519C}" presName="parentText" presStyleLbl="node1" presStyleIdx="0" presStyleCnt="1" custScaleX="120863" custScaleY="116551" custLinFactX="-14030" custLinFactNeighborX="-100000" custLinFactNeighborY="-6115">
        <dgm:presLayoutVars>
          <dgm:chMax val="1"/>
          <dgm:bulletEnabled val="1"/>
        </dgm:presLayoutVars>
      </dgm:prSet>
      <dgm:spPr/>
    </dgm:pt>
  </dgm:ptLst>
  <dgm:cxnLst>
    <dgm:cxn modelId="{47A8F75C-5F63-48EF-B513-B45381A41A40}" type="presOf" srcId="{BCD5AB62-EF9D-4EC0-BC5D-BB52E992F742}" destId="{2A9BD53E-3D38-40A6-ACC1-635A26907F29}" srcOrd="0" destOrd="0" presId="urn:microsoft.com/office/officeart/2005/8/layout/hProcess6"/>
    <dgm:cxn modelId="{262D17A7-ED55-4EEF-B27D-EAD2FFD52C58}" type="presOf" srcId="{6A99C1A5-367E-4B0F-845F-B67BF67C5269}" destId="{CC3EF675-8178-4134-8A99-CD3807824902}" srcOrd="0" destOrd="0" presId="urn:microsoft.com/office/officeart/2005/8/layout/hProcess6"/>
    <dgm:cxn modelId="{0AF7D6CA-D3A7-4B8C-BA00-B926806349A9}" type="presOf" srcId="{A4B08416-8145-4D7C-A430-5B6E6BDB519C}" destId="{A88FDB15-D6D6-4C47-9CEC-FAFA958A34D2}" srcOrd="0" destOrd="0" presId="urn:microsoft.com/office/officeart/2005/8/layout/hProcess6"/>
    <dgm:cxn modelId="{F7D443D0-D546-482B-82EB-14C6F5CED66D}" srcId="{BCD5AB62-EF9D-4EC0-BC5D-BB52E992F742}" destId="{A4B08416-8145-4D7C-A430-5B6E6BDB519C}" srcOrd="0" destOrd="0" parTransId="{0CAAA4C6-733E-4C43-A02D-DCF166799FF7}" sibTransId="{C402AB19-9876-4D66-9DA9-3557DAB95E65}"/>
    <dgm:cxn modelId="{D535B9D4-3CB3-423C-8FAC-14912F085F65}" type="presOf" srcId="{6A99C1A5-367E-4B0F-845F-B67BF67C5269}" destId="{79BB78C6-F650-457D-A694-AC13DD070CED}" srcOrd="1" destOrd="0" presId="urn:microsoft.com/office/officeart/2005/8/layout/hProcess6"/>
    <dgm:cxn modelId="{C72359D7-59E0-4A17-8DE0-1DA1D7235038}" srcId="{A4B08416-8145-4D7C-A430-5B6E6BDB519C}" destId="{6A99C1A5-367E-4B0F-845F-B67BF67C5269}" srcOrd="0" destOrd="0" parTransId="{94B82319-BA20-4302-919C-F21548C977F9}" sibTransId="{B7234080-B56F-4432-A09E-CB7712D0E9EC}"/>
    <dgm:cxn modelId="{5D03636B-9A7C-46EA-95CE-1BB983B20CF7}" type="presParOf" srcId="{2A9BD53E-3D38-40A6-ACC1-635A26907F29}" destId="{E097881D-C358-4830-BB39-303CED9A7D7E}" srcOrd="0" destOrd="0" presId="urn:microsoft.com/office/officeart/2005/8/layout/hProcess6"/>
    <dgm:cxn modelId="{61708693-282B-4C04-9CB9-ED49792A31D0}" type="presParOf" srcId="{E097881D-C358-4830-BB39-303CED9A7D7E}" destId="{BC3E5769-2D67-4865-8698-299D92E3D393}" srcOrd="0" destOrd="0" presId="urn:microsoft.com/office/officeart/2005/8/layout/hProcess6"/>
    <dgm:cxn modelId="{78B0948C-BE20-4751-8EB0-BEDA61DE2882}" type="presParOf" srcId="{E097881D-C358-4830-BB39-303CED9A7D7E}" destId="{CC3EF675-8178-4134-8A99-CD3807824902}" srcOrd="1" destOrd="0" presId="urn:microsoft.com/office/officeart/2005/8/layout/hProcess6"/>
    <dgm:cxn modelId="{CD9012A1-AE81-44DE-AFA1-EFD8A6AD6109}" type="presParOf" srcId="{E097881D-C358-4830-BB39-303CED9A7D7E}" destId="{79BB78C6-F650-457D-A694-AC13DD070CED}" srcOrd="2" destOrd="0" presId="urn:microsoft.com/office/officeart/2005/8/layout/hProcess6"/>
    <dgm:cxn modelId="{3F818E89-A281-4CEC-BD50-3C4EA1D1DD13}" type="presParOf" srcId="{E097881D-C358-4830-BB39-303CED9A7D7E}" destId="{A88FDB15-D6D6-4C47-9CEC-FAFA958A34D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D5AB62-EF9D-4EC0-BC5D-BB52E992F742}" type="doc">
      <dgm:prSet loTypeId="urn:microsoft.com/office/officeart/2005/8/layout/hProcess6" loCatId="process" qsTypeId="urn:microsoft.com/office/officeart/2005/8/quickstyle/3d1" qsCatId="3D" csTypeId="urn:microsoft.com/office/officeart/2005/8/colors/accent6_4" csCatId="accent6" phldr="1"/>
      <dgm:spPr/>
    </dgm:pt>
    <dgm:pt modelId="{A4B08416-8145-4D7C-A430-5B6E6BDB519C}">
      <dgm:prSet phldrT="[Texto]"/>
      <dgm:spPr/>
      <dgm:t>
        <a:bodyPr/>
        <a:lstStyle/>
        <a:p>
          <a:r>
            <a:rPr lang="es-ES" dirty="0"/>
            <a:t>3</a:t>
          </a:r>
        </a:p>
      </dgm:t>
    </dgm:pt>
    <dgm:pt modelId="{0CAAA4C6-733E-4C43-A02D-DCF166799FF7}" type="parTrans" cxnId="{F7D443D0-D546-482B-82EB-14C6F5CED66D}">
      <dgm:prSet/>
      <dgm:spPr/>
      <dgm:t>
        <a:bodyPr/>
        <a:lstStyle/>
        <a:p>
          <a:endParaRPr lang="es-ES"/>
        </a:p>
      </dgm:t>
    </dgm:pt>
    <dgm:pt modelId="{C402AB19-9876-4D66-9DA9-3557DAB95E65}" type="sibTrans" cxnId="{F7D443D0-D546-482B-82EB-14C6F5CED66D}">
      <dgm:prSet/>
      <dgm:spPr/>
      <dgm:t>
        <a:bodyPr/>
        <a:lstStyle/>
        <a:p>
          <a:endParaRPr lang="es-ES"/>
        </a:p>
      </dgm:t>
    </dgm:pt>
    <dgm:pt modelId="{6A99C1A5-367E-4B0F-845F-B67BF67C5269}">
      <dgm:prSet custT="1"/>
      <dgm:spPr/>
      <dgm:t>
        <a:bodyPr/>
        <a:lstStyle/>
        <a:p>
          <a:r>
            <a:rPr lang="es-ES" sz="2700" dirty="0"/>
            <a:t>Política Monetaria y Crediticia</a:t>
          </a:r>
        </a:p>
      </dgm:t>
    </dgm:pt>
    <dgm:pt modelId="{B7234080-B56F-4432-A09E-CB7712D0E9EC}" type="sibTrans" cxnId="{C72359D7-59E0-4A17-8DE0-1DA1D7235038}">
      <dgm:prSet/>
      <dgm:spPr/>
      <dgm:t>
        <a:bodyPr/>
        <a:lstStyle/>
        <a:p>
          <a:endParaRPr lang="es-ES"/>
        </a:p>
      </dgm:t>
    </dgm:pt>
    <dgm:pt modelId="{94B82319-BA20-4302-919C-F21548C977F9}" type="parTrans" cxnId="{C72359D7-59E0-4A17-8DE0-1DA1D7235038}">
      <dgm:prSet/>
      <dgm:spPr/>
      <dgm:t>
        <a:bodyPr/>
        <a:lstStyle/>
        <a:p>
          <a:endParaRPr lang="es-ES"/>
        </a:p>
      </dgm:t>
    </dgm:pt>
    <dgm:pt modelId="{2A9BD53E-3D38-40A6-ACC1-635A26907F29}" type="pres">
      <dgm:prSet presAssocID="{BCD5AB62-EF9D-4EC0-BC5D-BB52E992F742}" presName="theList" presStyleCnt="0">
        <dgm:presLayoutVars>
          <dgm:dir/>
          <dgm:animLvl val="lvl"/>
          <dgm:resizeHandles val="exact"/>
        </dgm:presLayoutVars>
      </dgm:prSet>
      <dgm:spPr/>
    </dgm:pt>
    <dgm:pt modelId="{E097881D-C358-4830-BB39-303CED9A7D7E}" type="pres">
      <dgm:prSet presAssocID="{A4B08416-8145-4D7C-A430-5B6E6BDB519C}" presName="compNode" presStyleCnt="0"/>
      <dgm:spPr/>
    </dgm:pt>
    <dgm:pt modelId="{BC3E5769-2D67-4865-8698-299D92E3D393}" type="pres">
      <dgm:prSet presAssocID="{A4B08416-8145-4D7C-A430-5B6E6BDB519C}" presName="noGeometry" presStyleCnt="0"/>
      <dgm:spPr/>
    </dgm:pt>
    <dgm:pt modelId="{CC3EF675-8178-4134-8A99-CD3807824902}" type="pres">
      <dgm:prSet presAssocID="{A4B08416-8145-4D7C-A430-5B6E6BDB519C}" presName="childTextVisible" presStyleLbl="bgAccFollowNode1" presStyleIdx="0" presStyleCnt="1" custScaleX="346616" custLinFactNeighborX="30852" custLinFactNeighborY="-8576">
        <dgm:presLayoutVars>
          <dgm:bulletEnabled val="1"/>
        </dgm:presLayoutVars>
      </dgm:prSet>
      <dgm:spPr/>
    </dgm:pt>
    <dgm:pt modelId="{79BB78C6-F650-457D-A694-AC13DD070CED}" type="pres">
      <dgm:prSet presAssocID="{A4B08416-8145-4D7C-A430-5B6E6BDB519C}" presName="childTextHidden" presStyleLbl="bgAccFollowNode1" presStyleIdx="0" presStyleCnt="1"/>
      <dgm:spPr/>
    </dgm:pt>
    <dgm:pt modelId="{A88FDB15-D6D6-4C47-9CEC-FAFA958A34D2}" type="pres">
      <dgm:prSet presAssocID="{A4B08416-8145-4D7C-A430-5B6E6BDB519C}" presName="parentText" presStyleLbl="node1" presStyleIdx="0" presStyleCnt="1" custScaleX="120863" custScaleY="116551" custLinFactX="-88656" custLinFactNeighborX="-100000" custLinFactNeighborY="-32848">
        <dgm:presLayoutVars>
          <dgm:chMax val="1"/>
          <dgm:bulletEnabled val="1"/>
        </dgm:presLayoutVars>
      </dgm:prSet>
      <dgm:spPr/>
    </dgm:pt>
  </dgm:ptLst>
  <dgm:cxnLst>
    <dgm:cxn modelId="{A752FF3C-F8C4-4881-9F5C-7FAA4B236AA4}" type="presOf" srcId="{6A99C1A5-367E-4B0F-845F-B67BF67C5269}" destId="{79BB78C6-F650-457D-A694-AC13DD070CED}" srcOrd="1" destOrd="0" presId="urn:microsoft.com/office/officeart/2005/8/layout/hProcess6"/>
    <dgm:cxn modelId="{2D44394F-28EC-4AE4-AAC4-7D7BB387A08F}" type="presOf" srcId="{BCD5AB62-EF9D-4EC0-BC5D-BB52E992F742}" destId="{2A9BD53E-3D38-40A6-ACC1-635A26907F29}" srcOrd="0" destOrd="0" presId="urn:microsoft.com/office/officeart/2005/8/layout/hProcess6"/>
    <dgm:cxn modelId="{F7D443D0-D546-482B-82EB-14C6F5CED66D}" srcId="{BCD5AB62-EF9D-4EC0-BC5D-BB52E992F742}" destId="{A4B08416-8145-4D7C-A430-5B6E6BDB519C}" srcOrd="0" destOrd="0" parTransId="{0CAAA4C6-733E-4C43-A02D-DCF166799FF7}" sibTransId="{C402AB19-9876-4D66-9DA9-3557DAB95E65}"/>
    <dgm:cxn modelId="{B87D4AD2-6BCC-48F5-A963-123479C4E513}" type="presOf" srcId="{A4B08416-8145-4D7C-A430-5B6E6BDB519C}" destId="{A88FDB15-D6D6-4C47-9CEC-FAFA958A34D2}" srcOrd="0" destOrd="0" presId="urn:microsoft.com/office/officeart/2005/8/layout/hProcess6"/>
    <dgm:cxn modelId="{C72359D7-59E0-4A17-8DE0-1DA1D7235038}" srcId="{A4B08416-8145-4D7C-A430-5B6E6BDB519C}" destId="{6A99C1A5-367E-4B0F-845F-B67BF67C5269}" srcOrd="0" destOrd="0" parTransId="{94B82319-BA20-4302-919C-F21548C977F9}" sibTransId="{B7234080-B56F-4432-A09E-CB7712D0E9EC}"/>
    <dgm:cxn modelId="{9DB56BDA-FB37-410C-A312-C52578B96073}" type="presOf" srcId="{6A99C1A5-367E-4B0F-845F-B67BF67C5269}" destId="{CC3EF675-8178-4134-8A99-CD3807824902}" srcOrd="0" destOrd="0" presId="urn:microsoft.com/office/officeart/2005/8/layout/hProcess6"/>
    <dgm:cxn modelId="{D5BEA8AB-490B-4161-9393-040B828B4A26}" type="presParOf" srcId="{2A9BD53E-3D38-40A6-ACC1-635A26907F29}" destId="{E097881D-C358-4830-BB39-303CED9A7D7E}" srcOrd="0" destOrd="0" presId="urn:microsoft.com/office/officeart/2005/8/layout/hProcess6"/>
    <dgm:cxn modelId="{5E823895-E700-4885-A082-0FB6636C07AF}" type="presParOf" srcId="{E097881D-C358-4830-BB39-303CED9A7D7E}" destId="{BC3E5769-2D67-4865-8698-299D92E3D393}" srcOrd="0" destOrd="0" presId="urn:microsoft.com/office/officeart/2005/8/layout/hProcess6"/>
    <dgm:cxn modelId="{00F60925-F730-4FDE-8F81-7F0305A106A6}" type="presParOf" srcId="{E097881D-C358-4830-BB39-303CED9A7D7E}" destId="{CC3EF675-8178-4134-8A99-CD3807824902}" srcOrd="1" destOrd="0" presId="urn:microsoft.com/office/officeart/2005/8/layout/hProcess6"/>
    <dgm:cxn modelId="{DE64382C-EDF4-4BD8-853F-20D6C2D20E93}" type="presParOf" srcId="{E097881D-C358-4830-BB39-303CED9A7D7E}" destId="{79BB78C6-F650-457D-A694-AC13DD070CED}" srcOrd="2" destOrd="0" presId="urn:microsoft.com/office/officeart/2005/8/layout/hProcess6"/>
    <dgm:cxn modelId="{E1988486-3CB1-42F1-8EBD-49C651FA8479}" type="presParOf" srcId="{E097881D-C358-4830-BB39-303CED9A7D7E}" destId="{A88FDB15-D6D6-4C47-9CEC-FAFA958A34D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D5AB62-EF9D-4EC0-BC5D-BB52E992F742}" type="doc">
      <dgm:prSet loTypeId="urn:microsoft.com/office/officeart/2005/8/layout/hProcess6" loCatId="process" qsTypeId="urn:microsoft.com/office/officeart/2005/8/quickstyle/3d1" qsCatId="3D" csTypeId="urn:microsoft.com/office/officeart/2005/8/colors/accent6_4" csCatId="accent6" phldr="1"/>
      <dgm:spPr/>
    </dgm:pt>
    <dgm:pt modelId="{A4B08416-8145-4D7C-A430-5B6E6BDB519C}">
      <dgm:prSet phldrT="[Texto]"/>
      <dgm:spPr/>
      <dgm:t>
        <a:bodyPr/>
        <a:lstStyle/>
        <a:p>
          <a:r>
            <a:rPr lang="es-ES" dirty="0"/>
            <a:t>4</a:t>
          </a:r>
        </a:p>
      </dgm:t>
    </dgm:pt>
    <dgm:pt modelId="{0CAAA4C6-733E-4C43-A02D-DCF166799FF7}" type="parTrans" cxnId="{F7D443D0-D546-482B-82EB-14C6F5CED66D}">
      <dgm:prSet/>
      <dgm:spPr/>
      <dgm:t>
        <a:bodyPr/>
        <a:lstStyle/>
        <a:p>
          <a:endParaRPr lang="es-ES"/>
        </a:p>
      </dgm:t>
    </dgm:pt>
    <dgm:pt modelId="{C402AB19-9876-4D66-9DA9-3557DAB95E65}" type="sibTrans" cxnId="{F7D443D0-D546-482B-82EB-14C6F5CED66D}">
      <dgm:prSet/>
      <dgm:spPr/>
      <dgm:t>
        <a:bodyPr/>
        <a:lstStyle/>
        <a:p>
          <a:endParaRPr lang="es-ES"/>
        </a:p>
      </dgm:t>
    </dgm:pt>
    <dgm:pt modelId="{6A99C1A5-367E-4B0F-845F-B67BF67C5269}">
      <dgm:prSet custT="1"/>
      <dgm:spPr/>
      <dgm:t>
        <a:bodyPr/>
        <a:lstStyle/>
        <a:p>
          <a:r>
            <a:rPr lang="es-ES" sz="2700" dirty="0"/>
            <a:t>Política Salarial</a:t>
          </a:r>
        </a:p>
      </dgm:t>
    </dgm:pt>
    <dgm:pt modelId="{B7234080-B56F-4432-A09E-CB7712D0E9EC}" type="sibTrans" cxnId="{C72359D7-59E0-4A17-8DE0-1DA1D7235038}">
      <dgm:prSet/>
      <dgm:spPr/>
      <dgm:t>
        <a:bodyPr/>
        <a:lstStyle/>
        <a:p>
          <a:endParaRPr lang="es-ES"/>
        </a:p>
      </dgm:t>
    </dgm:pt>
    <dgm:pt modelId="{94B82319-BA20-4302-919C-F21548C977F9}" type="parTrans" cxnId="{C72359D7-59E0-4A17-8DE0-1DA1D7235038}">
      <dgm:prSet/>
      <dgm:spPr/>
      <dgm:t>
        <a:bodyPr/>
        <a:lstStyle/>
        <a:p>
          <a:endParaRPr lang="es-ES"/>
        </a:p>
      </dgm:t>
    </dgm:pt>
    <dgm:pt modelId="{2A9BD53E-3D38-40A6-ACC1-635A26907F29}" type="pres">
      <dgm:prSet presAssocID="{BCD5AB62-EF9D-4EC0-BC5D-BB52E992F742}" presName="theList" presStyleCnt="0">
        <dgm:presLayoutVars>
          <dgm:dir/>
          <dgm:animLvl val="lvl"/>
          <dgm:resizeHandles val="exact"/>
        </dgm:presLayoutVars>
      </dgm:prSet>
      <dgm:spPr/>
    </dgm:pt>
    <dgm:pt modelId="{E097881D-C358-4830-BB39-303CED9A7D7E}" type="pres">
      <dgm:prSet presAssocID="{A4B08416-8145-4D7C-A430-5B6E6BDB519C}" presName="compNode" presStyleCnt="0"/>
      <dgm:spPr/>
    </dgm:pt>
    <dgm:pt modelId="{BC3E5769-2D67-4865-8698-299D92E3D393}" type="pres">
      <dgm:prSet presAssocID="{A4B08416-8145-4D7C-A430-5B6E6BDB519C}" presName="noGeometry" presStyleCnt="0"/>
      <dgm:spPr/>
    </dgm:pt>
    <dgm:pt modelId="{CC3EF675-8178-4134-8A99-CD3807824902}" type="pres">
      <dgm:prSet presAssocID="{A4B08416-8145-4D7C-A430-5B6E6BDB519C}" presName="childTextVisible" presStyleLbl="bgAccFollowNode1" presStyleIdx="0" presStyleCnt="1" custScaleX="223031" custLinFactNeighborX="12074" custLinFactNeighborY="-7882">
        <dgm:presLayoutVars>
          <dgm:bulletEnabled val="1"/>
        </dgm:presLayoutVars>
      </dgm:prSet>
      <dgm:spPr/>
    </dgm:pt>
    <dgm:pt modelId="{79BB78C6-F650-457D-A694-AC13DD070CED}" type="pres">
      <dgm:prSet presAssocID="{A4B08416-8145-4D7C-A430-5B6E6BDB519C}" presName="childTextHidden" presStyleLbl="bgAccFollowNode1" presStyleIdx="0" presStyleCnt="1"/>
      <dgm:spPr/>
    </dgm:pt>
    <dgm:pt modelId="{A88FDB15-D6D6-4C47-9CEC-FAFA958A34D2}" type="pres">
      <dgm:prSet presAssocID="{A4B08416-8145-4D7C-A430-5B6E6BDB519C}" presName="parentText" presStyleLbl="node1" presStyleIdx="0" presStyleCnt="1" custScaleX="120863" custScaleY="116551" custLinFactNeighborX="-76365" custLinFactNeighborY="-5963">
        <dgm:presLayoutVars>
          <dgm:chMax val="1"/>
          <dgm:bulletEnabled val="1"/>
        </dgm:presLayoutVars>
      </dgm:prSet>
      <dgm:spPr/>
    </dgm:pt>
  </dgm:ptLst>
  <dgm:cxnLst>
    <dgm:cxn modelId="{1EF48C1B-05AA-425C-8447-165D9B82749D}" type="presOf" srcId="{A4B08416-8145-4D7C-A430-5B6E6BDB519C}" destId="{A88FDB15-D6D6-4C47-9CEC-FAFA958A34D2}" srcOrd="0" destOrd="0" presId="urn:microsoft.com/office/officeart/2005/8/layout/hProcess6"/>
    <dgm:cxn modelId="{94023222-EF75-4F52-8930-E176AB5A60FB}" type="presOf" srcId="{6A99C1A5-367E-4B0F-845F-B67BF67C5269}" destId="{79BB78C6-F650-457D-A694-AC13DD070CED}" srcOrd="1" destOrd="0" presId="urn:microsoft.com/office/officeart/2005/8/layout/hProcess6"/>
    <dgm:cxn modelId="{2A6DC24F-23C5-46B1-90D9-1B0ED035C845}" type="presOf" srcId="{6A99C1A5-367E-4B0F-845F-B67BF67C5269}" destId="{CC3EF675-8178-4134-8A99-CD3807824902}" srcOrd="0" destOrd="0" presId="urn:microsoft.com/office/officeart/2005/8/layout/hProcess6"/>
    <dgm:cxn modelId="{094C9454-5908-4D3E-AC61-D5D404CAC410}" type="presOf" srcId="{BCD5AB62-EF9D-4EC0-BC5D-BB52E992F742}" destId="{2A9BD53E-3D38-40A6-ACC1-635A26907F29}" srcOrd="0" destOrd="0" presId="urn:microsoft.com/office/officeart/2005/8/layout/hProcess6"/>
    <dgm:cxn modelId="{F7D443D0-D546-482B-82EB-14C6F5CED66D}" srcId="{BCD5AB62-EF9D-4EC0-BC5D-BB52E992F742}" destId="{A4B08416-8145-4D7C-A430-5B6E6BDB519C}" srcOrd="0" destOrd="0" parTransId="{0CAAA4C6-733E-4C43-A02D-DCF166799FF7}" sibTransId="{C402AB19-9876-4D66-9DA9-3557DAB95E65}"/>
    <dgm:cxn modelId="{C72359D7-59E0-4A17-8DE0-1DA1D7235038}" srcId="{A4B08416-8145-4D7C-A430-5B6E6BDB519C}" destId="{6A99C1A5-367E-4B0F-845F-B67BF67C5269}" srcOrd="0" destOrd="0" parTransId="{94B82319-BA20-4302-919C-F21548C977F9}" sibTransId="{B7234080-B56F-4432-A09E-CB7712D0E9EC}"/>
    <dgm:cxn modelId="{B8439CE9-F6FD-403C-B316-F76CCFE5D667}" type="presParOf" srcId="{2A9BD53E-3D38-40A6-ACC1-635A26907F29}" destId="{E097881D-C358-4830-BB39-303CED9A7D7E}" srcOrd="0" destOrd="0" presId="urn:microsoft.com/office/officeart/2005/8/layout/hProcess6"/>
    <dgm:cxn modelId="{6072F0D8-3EF8-4189-9B0A-3F54EFF937C9}" type="presParOf" srcId="{E097881D-C358-4830-BB39-303CED9A7D7E}" destId="{BC3E5769-2D67-4865-8698-299D92E3D393}" srcOrd="0" destOrd="0" presId="urn:microsoft.com/office/officeart/2005/8/layout/hProcess6"/>
    <dgm:cxn modelId="{8DBD6C6D-904C-4E84-879E-E63AB5011604}" type="presParOf" srcId="{E097881D-C358-4830-BB39-303CED9A7D7E}" destId="{CC3EF675-8178-4134-8A99-CD3807824902}" srcOrd="1" destOrd="0" presId="urn:microsoft.com/office/officeart/2005/8/layout/hProcess6"/>
    <dgm:cxn modelId="{50C7E851-C4DC-4E04-AAAB-7CDB2500D776}" type="presParOf" srcId="{E097881D-C358-4830-BB39-303CED9A7D7E}" destId="{79BB78C6-F650-457D-A694-AC13DD070CED}" srcOrd="2" destOrd="0" presId="urn:microsoft.com/office/officeart/2005/8/layout/hProcess6"/>
    <dgm:cxn modelId="{AB39C25F-6DC9-4991-AC6E-9A83E2BE1DBD}" type="presParOf" srcId="{E097881D-C358-4830-BB39-303CED9A7D7E}" destId="{A88FDB15-D6D6-4C47-9CEC-FAFA958A34D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D5AB62-EF9D-4EC0-BC5D-BB52E992F742}" type="doc">
      <dgm:prSet loTypeId="urn:microsoft.com/office/officeart/2005/8/layout/hProcess6" loCatId="process" qsTypeId="urn:microsoft.com/office/officeart/2005/8/quickstyle/3d1" qsCatId="3D" csTypeId="urn:microsoft.com/office/officeart/2005/8/colors/accent6_4" csCatId="accent6" phldr="1"/>
      <dgm:spPr/>
    </dgm:pt>
    <dgm:pt modelId="{A4B08416-8145-4D7C-A430-5B6E6BDB519C}">
      <dgm:prSet phldrT="[Texto]"/>
      <dgm:spPr/>
      <dgm:t>
        <a:bodyPr/>
        <a:lstStyle/>
        <a:p>
          <a:r>
            <a:rPr lang="es-ES" dirty="0"/>
            <a:t>5</a:t>
          </a:r>
        </a:p>
      </dgm:t>
    </dgm:pt>
    <dgm:pt modelId="{0CAAA4C6-733E-4C43-A02D-DCF166799FF7}" type="parTrans" cxnId="{F7D443D0-D546-482B-82EB-14C6F5CED66D}">
      <dgm:prSet/>
      <dgm:spPr/>
      <dgm:t>
        <a:bodyPr/>
        <a:lstStyle/>
        <a:p>
          <a:endParaRPr lang="es-ES"/>
        </a:p>
      </dgm:t>
    </dgm:pt>
    <dgm:pt modelId="{C402AB19-9876-4D66-9DA9-3557DAB95E65}" type="sibTrans" cxnId="{F7D443D0-D546-482B-82EB-14C6F5CED66D}">
      <dgm:prSet/>
      <dgm:spPr/>
      <dgm:t>
        <a:bodyPr/>
        <a:lstStyle/>
        <a:p>
          <a:endParaRPr lang="es-ES"/>
        </a:p>
      </dgm:t>
    </dgm:pt>
    <dgm:pt modelId="{6A99C1A5-367E-4B0F-845F-B67BF67C5269}">
      <dgm:prSet custT="1"/>
      <dgm:spPr/>
      <dgm:t>
        <a:bodyPr/>
        <a:lstStyle/>
        <a:p>
          <a:r>
            <a:rPr lang="es-ES" sz="2700" dirty="0"/>
            <a:t>Política de Precios</a:t>
          </a:r>
        </a:p>
      </dgm:t>
    </dgm:pt>
    <dgm:pt modelId="{B7234080-B56F-4432-A09E-CB7712D0E9EC}" type="sibTrans" cxnId="{C72359D7-59E0-4A17-8DE0-1DA1D7235038}">
      <dgm:prSet/>
      <dgm:spPr/>
      <dgm:t>
        <a:bodyPr/>
        <a:lstStyle/>
        <a:p>
          <a:endParaRPr lang="es-ES"/>
        </a:p>
      </dgm:t>
    </dgm:pt>
    <dgm:pt modelId="{94B82319-BA20-4302-919C-F21548C977F9}" type="parTrans" cxnId="{C72359D7-59E0-4A17-8DE0-1DA1D7235038}">
      <dgm:prSet/>
      <dgm:spPr/>
      <dgm:t>
        <a:bodyPr/>
        <a:lstStyle/>
        <a:p>
          <a:endParaRPr lang="es-ES"/>
        </a:p>
      </dgm:t>
    </dgm:pt>
    <dgm:pt modelId="{2A9BD53E-3D38-40A6-ACC1-635A26907F29}" type="pres">
      <dgm:prSet presAssocID="{BCD5AB62-EF9D-4EC0-BC5D-BB52E992F742}" presName="theList" presStyleCnt="0">
        <dgm:presLayoutVars>
          <dgm:dir/>
          <dgm:animLvl val="lvl"/>
          <dgm:resizeHandles val="exact"/>
        </dgm:presLayoutVars>
      </dgm:prSet>
      <dgm:spPr/>
    </dgm:pt>
    <dgm:pt modelId="{E097881D-C358-4830-BB39-303CED9A7D7E}" type="pres">
      <dgm:prSet presAssocID="{A4B08416-8145-4D7C-A430-5B6E6BDB519C}" presName="compNode" presStyleCnt="0"/>
      <dgm:spPr/>
    </dgm:pt>
    <dgm:pt modelId="{BC3E5769-2D67-4865-8698-299D92E3D393}" type="pres">
      <dgm:prSet presAssocID="{A4B08416-8145-4D7C-A430-5B6E6BDB519C}" presName="noGeometry" presStyleCnt="0"/>
      <dgm:spPr/>
    </dgm:pt>
    <dgm:pt modelId="{CC3EF675-8178-4134-8A99-CD3807824902}" type="pres">
      <dgm:prSet presAssocID="{A4B08416-8145-4D7C-A430-5B6E6BDB519C}" presName="childTextVisible" presStyleLbl="bgAccFollowNode1" presStyleIdx="0" presStyleCnt="1" custScaleX="223031" custLinFactNeighborX="12074" custLinFactNeighborY="-7882">
        <dgm:presLayoutVars>
          <dgm:bulletEnabled val="1"/>
        </dgm:presLayoutVars>
      </dgm:prSet>
      <dgm:spPr/>
    </dgm:pt>
    <dgm:pt modelId="{79BB78C6-F650-457D-A694-AC13DD070CED}" type="pres">
      <dgm:prSet presAssocID="{A4B08416-8145-4D7C-A430-5B6E6BDB519C}" presName="childTextHidden" presStyleLbl="bgAccFollowNode1" presStyleIdx="0" presStyleCnt="1"/>
      <dgm:spPr/>
    </dgm:pt>
    <dgm:pt modelId="{A88FDB15-D6D6-4C47-9CEC-FAFA958A34D2}" type="pres">
      <dgm:prSet presAssocID="{A4B08416-8145-4D7C-A430-5B6E6BDB519C}" presName="parentText" presStyleLbl="node1" presStyleIdx="0" presStyleCnt="1" custScaleX="120863" custScaleY="116551" custLinFactNeighborX="-76365" custLinFactNeighborY="-5963">
        <dgm:presLayoutVars>
          <dgm:chMax val="1"/>
          <dgm:bulletEnabled val="1"/>
        </dgm:presLayoutVars>
      </dgm:prSet>
      <dgm:spPr/>
    </dgm:pt>
  </dgm:ptLst>
  <dgm:cxnLst>
    <dgm:cxn modelId="{770A4223-14FE-4647-9D85-DF196498AEEA}" type="presOf" srcId="{BCD5AB62-EF9D-4EC0-BC5D-BB52E992F742}" destId="{2A9BD53E-3D38-40A6-ACC1-635A26907F29}" srcOrd="0" destOrd="0" presId="urn:microsoft.com/office/officeart/2005/8/layout/hProcess6"/>
    <dgm:cxn modelId="{164D2626-BD15-42FD-BA47-61A5B6707F30}" type="presOf" srcId="{6A99C1A5-367E-4B0F-845F-B67BF67C5269}" destId="{79BB78C6-F650-457D-A694-AC13DD070CED}" srcOrd="1" destOrd="0" presId="urn:microsoft.com/office/officeart/2005/8/layout/hProcess6"/>
    <dgm:cxn modelId="{F650F15E-626C-4EFD-B34E-2B33BB006018}" type="presOf" srcId="{6A99C1A5-367E-4B0F-845F-B67BF67C5269}" destId="{CC3EF675-8178-4134-8A99-CD3807824902}" srcOrd="0" destOrd="0" presId="urn:microsoft.com/office/officeart/2005/8/layout/hProcess6"/>
    <dgm:cxn modelId="{354DF191-5AE9-4692-B6B6-455287820F42}" type="presOf" srcId="{A4B08416-8145-4D7C-A430-5B6E6BDB519C}" destId="{A88FDB15-D6D6-4C47-9CEC-FAFA958A34D2}" srcOrd="0" destOrd="0" presId="urn:microsoft.com/office/officeart/2005/8/layout/hProcess6"/>
    <dgm:cxn modelId="{F7D443D0-D546-482B-82EB-14C6F5CED66D}" srcId="{BCD5AB62-EF9D-4EC0-BC5D-BB52E992F742}" destId="{A4B08416-8145-4D7C-A430-5B6E6BDB519C}" srcOrd="0" destOrd="0" parTransId="{0CAAA4C6-733E-4C43-A02D-DCF166799FF7}" sibTransId="{C402AB19-9876-4D66-9DA9-3557DAB95E65}"/>
    <dgm:cxn modelId="{C72359D7-59E0-4A17-8DE0-1DA1D7235038}" srcId="{A4B08416-8145-4D7C-A430-5B6E6BDB519C}" destId="{6A99C1A5-367E-4B0F-845F-B67BF67C5269}" srcOrd="0" destOrd="0" parTransId="{94B82319-BA20-4302-919C-F21548C977F9}" sibTransId="{B7234080-B56F-4432-A09E-CB7712D0E9EC}"/>
    <dgm:cxn modelId="{07A9E719-1874-4710-9BDF-89A7FF9C3646}" type="presParOf" srcId="{2A9BD53E-3D38-40A6-ACC1-635A26907F29}" destId="{E097881D-C358-4830-BB39-303CED9A7D7E}" srcOrd="0" destOrd="0" presId="urn:microsoft.com/office/officeart/2005/8/layout/hProcess6"/>
    <dgm:cxn modelId="{5888F936-6BE5-4D74-9E0F-53CD6BFC3B3F}" type="presParOf" srcId="{E097881D-C358-4830-BB39-303CED9A7D7E}" destId="{BC3E5769-2D67-4865-8698-299D92E3D393}" srcOrd="0" destOrd="0" presId="urn:microsoft.com/office/officeart/2005/8/layout/hProcess6"/>
    <dgm:cxn modelId="{0468E4E4-A56F-4F69-A23F-0F6D9EB00F77}" type="presParOf" srcId="{E097881D-C358-4830-BB39-303CED9A7D7E}" destId="{CC3EF675-8178-4134-8A99-CD3807824902}" srcOrd="1" destOrd="0" presId="urn:microsoft.com/office/officeart/2005/8/layout/hProcess6"/>
    <dgm:cxn modelId="{411741E3-1667-464F-990F-B365CAA1C671}" type="presParOf" srcId="{E097881D-C358-4830-BB39-303CED9A7D7E}" destId="{79BB78C6-F650-457D-A694-AC13DD070CED}" srcOrd="2" destOrd="0" presId="urn:microsoft.com/office/officeart/2005/8/layout/hProcess6"/>
    <dgm:cxn modelId="{9DEF255B-6959-446C-9D04-205EE0298763}" type="presParOf" srcId="{E097881D-C358-4830-BB39-303CED9A7D7E}" destId="{A88FDB15-D6D6-4C47-9CEC-FAFA958A34D2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BA5C8C-5487-4E04-96EB-8641F190FC6B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8624E088-1C4A-44D1-BE9F-DB4ED11518EE}">
      <dgm:prSet phldrT="[Texto]" custT="1"/>
      <dgm:spPr/>
      <dgm:t>
        <a:bodyPr/>
        <a:lstStyle/>
        <a:p>
          <a:r>
            <a:rPr lang="es-AR" sz="2200" dirty="0"/>
            <a:t>Causas Identificadas</a:t>
          </a:r>
        </a:p>
      </dgm:t>
    </dgm:pt>
    <dgm:pt modelId="{C12F495E-2057-42E6-B175-BB8091EDD8BB}" type="parTrans" cxnId="{D47A8DAB-365C-4DCE-983A-6F448776B83D}">
      <dgm:prSet/>
      <dgm:spPr/>
      <dgm:t>
        <a:bodyPr/>
        <a:lstStyle/>
        <a:p>
          <a:endParaRPr lang="es-AR"/>
        </a:p>
      </dgm:t>
    </dgm:pt>
    <dgm:pt modelId="{276920EA-98FD-46B8-96DC-2D8EEF1920E7}" type="sibTrans" cxnId="{D47A8DAB-365C-4DCE-983A-6F448776B83D}">
      <dgm:prSet/>
      <dgm:spPr/>
      <dgm:t>
        <a:bodyPr/>
        <a:lstStyle/>
        <a:p>
          <a:endParaRPr lang="es-AR"/>
        </a:p>
      </dgm:t>
    </dgm:pt>
    <dgm:pt modelId="{09A199D0-3123-418D-8C25-7D4287867CF4}">
      <dgm:prSet phldrT="[Texto]" custT="1"/>
      <dgm:spPr/>
      <dgm:t>
        <a:bodyPr/>
        <a:lstStyle/>
        <a:p>
          <a:r>
            <a:rPr lang="es-AR" sz="2200" dirty="0"/>
            <a:t>Presión de COSTOS</a:t>
          </a:r>
        </a:p>
      </dgm:t>
    </dgm:pt>
    <dgm:pt modelId="{9EAF9279-8E28-4B9D-BDF8-0ED893E1A4C1}" type="parTrans" cxnId="{0E4F3213-DC8A-448B-8D8B-2DEF6BA53744}">
      <dgm:prSet/>
      <dgm:spPr/>
      <dgm:t>
        <a:bodyPr/>
        <a:lstStyle/>
        <a:p>
          <a:endParaRPr lang="es-AR"/>
        </a:p>
      </dgm:t>
    </dgm:pt>
    <dgm:pt modelId="{98A93151-4B0E-4295-A659-30867B9079D1}" type="sibTrans" cxnId="{0E4F3213-DC8A-448B-8D8B-2DEF6BA53744}">
      <dgm:prSet/>
      <dgm:spPr/>
      <dgm:t>
        <a:bodyPr/>
        <a:lstStyle/>
        <a:p>
          <a:endParaRPr lang="es-AR"/>
        </a:p>
      </dgm:t>
    </dgm:pt>
    <dgm:pt modelId="{7BE74B74-49B9-4F99-A1D5-7702004FEA52}">
      <dgm:prSet phldrT="[Texto]" custT="1"/>
      <dgm:spPr/>
      <dgm:t>
        <a:bodyPr/>
        <a:lstStyle/>
        <a:p>
          <a:r>
            <a:rPr lang="es-AR" sz="2200" dirty="0"/>
            <a:t>EXPECTATIVAS</a:t>
          </a:r>
        </a:p>
      </dgm:t>
    </dgm:pt>
    <dgm:pt modelId="{F9E473B8-B805-4703-91DC-0778FA0AEDB9}" type="parTrans" cxnId="{976FEC67-8669-469D-B70A-F41D63643FDD}">
      <dgm:prSet/>
      <dgm:spPr/>
      <dgm:t>
        <a:bodyPr/>
        <a:lstStyle/>
        <a:p>
          <a:endParaRPr lang="es-AR"/>
        </a:p>
      </dgm:t>
    </dgm:pt>
    <dgm:pt modelId="{30598630-E925-4D5A-8CA4-FA37C91105F4}" type="sibTrans" cxnId="{976FEC67-8669-469D-B70A-F41D63643FDD}">
      <dgm:prSet/>
      <dgm:spPr/>
      <dgm:t>
        <a:bodyPr/>
        <a:lstStyle/>
        <a:p>
          <a:endParaRPr lang="es-AR"/>
        </a:p>
      </dgm:t>
    </dgm:pt>
    <dgm:pt modelId="{C34EDDFF-7B3B-4855-9D1A-0DE4A78AFDAB}" type="pres">
      <dgm:prSet presAssocID="{83BA5C8C-5487-4E04-96EB-8641F190FC6B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37F8CAB-4CBA-4C13-83E0-0D8FD5BBA856}" type="pres">
      <dgm:prSet presAssocID="{8624E088-1C4A-44D1-BE9F-DB4ED11518EE}" presName="hierRoot1" presStyleCnt="0">
        <dgm:presLayoutVars>
          <dgm:hierBranch val="init"/>
        </dgm:presLayoutVars>
      </dgm:prSet>
      <dgm:spPr/>
    </dgm:pt>
    <dgm:pt modelId="{32DDCF52-3C73-40C0-B978-45343264EB3A}" type="pres">
      <dgm:prSet presAssocID="{8624E088-1C4A-44D1-BE9F-DB4ED11518EE}" presName="rootComposite1" presStyleCnt="0"/>
      <dgm:spPr/>
    </dgm:pt>
    <dgm:pt modelId="{B043BFF1-F021-4AA9-9632-01A5739FE374}" type="pres">
      <dgm:prSet presAssocID="{8624E088-1C4A-44D1-BE9F-DB4ED11518EE}" presName="rootText1" presStyleLbl="alignAcc1" presStyleIdx="0" presStyleCnt="0">
        <dgm:presLayoutVars>
          <dgm:chPref val="3"/>
        </dgm:presLayoutVars>
      </dgm:prSet>
      <dgm:spPr/>
    </dgm:pt>
    <dgm:pt modelId="{B32E5351-E9F5-4A57-A68C-A66059F2ACE4}" type="pres">
      <dgm:prSet presAssocID="{8624E088-1C4A-44D1-BE9F-DB4ED11518EE}" presName="topArc1" presStyleLbl="parChTrans1D1" presStyleIdx="0" presStyleCnt="6"/>
      <dgm:spPr/>
    </dgm:pt>
    <dgm:pt modelId="{49CE7277-D12D-4899-A412-56734069BA83}" type="pres">
      <dgm:prSet presAssocID="{8624E088-1C4A-44D1-BE9F-DB4ED11518EE}" presName="bottomArc1" presStyleLbl="parChTrans1D1" presStyleIdx="1" presStyleCnt="6"/>
      <dgm:spPr/>
    </dgm:pt>
    <dgm:pt modelId="{4F2D39EA-38E2-43BE-B458-F168291C57ED}" type="pres">
      <dgm:prSet presAssocID="{8624E088-1C4A-44D1-BE9F-DB4ED11518EE}" presName="topConnNode1" presStyleLbl="node1" presStyleIdx="0" presStyleCnt="0"/>
      <dgm:spPr/>
    </dgm:pt>
    <dgm:pt modelId="{0373F8A7-47D9-424F-9D20-A23E35B4D988}" type="pres">
      <dgm:prSet presAssocID="{8624E088-1C4A-44D1-BE9F-DB4ED11518EE}" presName="hierChild2" presStyleCnt="0"/>
      <dgm:spPr/>
    </dgm:pt>
    <dgm:pt modelId="{21222D5D-B1CF-42BD-8BB0-7490395D457F}" type="pres">
      <dgm:prSet presAssocID="{9EAF9279-8E28-4B9D-BDF8-0ED893E1A4C1}" presName="Name28" presStyleLbl="parChTrans1D2" presStyleIdx="0" presStyleCnt="2"/>
      <dgm:spPr/>
    </dgm:pt>
    <dgm:pt modelId="{FB140F01-7A4A-4F48-809F-1DD5BD47FF06}" type="pres">
      <dgm:prSet presAssocID="{09A199D0-3123-418D-8C25-7D4287867CF4}" presName="hierRoot2" presStyleCnt="0">
        <dgm:presLayoutVars>
          <dgm:hierBranch val="init"/>
        </dgm:presLayoutVars>
      </dgm:prSet>
      <dgm:spPr/>
    </dgm:pt>
    <dgm:pt modelId="{E59D93D6-52A6-4895-BC9E-2B4B36EFD7DC}" type="pres">
      <dgm:prSet presAssocID="{09A199D0-3123-418D-8C25-7D4287867CF4}" presName="rootComposite2" presStyleCnt="0"/>
      <dgm:spPr/>
    </dgm:pt>
    <dgm:pt modelId="{C5AFDD49-3B2B-4367-840C-30AD939D1212}" type="pres">
      <dgm:prSet presAssocID="{09A199D0-3123-418D-8C25-7D4287867CF4}" presName="rootText2" presStyleLbl="alignAcc1" presStyleIdx="0" presStyleCnt="0">
        <dgm:presLayoutVars>
          <dgm:chPref val="3"/>
        </dgm:presLayoutVars>
      </dgm:prSet>
      <dgm:spPr/>
    </dgm:pt>
    <dgm:pt modelId="{20902D20-34B4-4E3B-9EDE-74DF863BFCDC}" type="pres">
      <dgm:prSet presAssocID="{09A199D0-3123-418D-8C25-7D4287867CF4}" presName="topArc2" presStyleLbl="parChTrans1D1" presStyleIdx="2" presStyleCnt="6"/>
      <dgm:spPr/>
    </dgm:pt>
    <dgm:pt modelId="{B23BDD13-F9D7-43E5-9BC2-B2078C9D2961}" type="pres">
      <dgm:prSet presAssocID="{09A199D0-3123-418D-8C25-7D4287867CF4}" presName="bottomArc2" presStyleLbl="parChTrans1D1" presStyleIdx="3" presStyleCnt="6"/>
      <dgm:spPr/>
    </dgm:pt>
    <dgm:pt modelId="{3F6CCD10-C734-4FF1-AE65-B255E5CF2425}" type="pres">
      <dgm:prSet presAssocID="{09A199D0-3123-418D-8C25-7D4287867CF4}" presName="topConnNode2" presStyleLbl="node2" presStyleIdx="0" presStyleCnt="0"/>
      <dgm:spPr/>
    </dgm:pt>
    <dgm:pt modelId="{C7BAF4DA-4440-47BB-B95D-23FE115EC371}" type="pres">
      <dgm:prSet presAssocID="{09A199D0-3123-418D-8C25-7D4287867CF4}" presName="hierChild4" presStyleCnt="0"/>
      <dgm:spPr/>
    </dgm:pt>
    <dgm:pt modelId="{BF151403-185D-467E-A91A-55496098F7FD}" type="pres">
      <dgm:prSet presAssocID="{09A199D0-3123-418D-8C25-7D4287867CF4}" presName="hierChild5" presStyleCnt="0"/>
      <dgm:spPr/>
    </dgm:pt>
    <dgm:pt modelId="{7A4B4E13-5C7E-47C4-9B52-901C3CC33FD0}" type="pres">
      <dgm:prSet presAssocID="{F9E473B8-B805-4703-91DC-0778FA0AEDB9}" presName="Name28" presStyleLbl="parChTrans1D2" presStyleIdx="1" presStyleCnt="2"/>
      <dgm:spPr/>
    </dgm:pt>
    <dgm:pt modelId="{CE22600D-8809-4D0D-971B-2B30550A231B}" type="pres">
      <dgm:prSet presAssocID="{7BE74B74-49B9-4F99-A1D5-7702004FEA52}" presName="hierRoot2" presStyleCnt="0">
        <dgm:presLayoutVars>
          <dgm:hierBranch val="init"/>
        </dgm:presLayoutVars>
      </dgm:prSet>
      <dgm:spPr/>
    </dgm:pt>
    <dgm:pt modelId="{385E3C6D-DA5A-4AA4-9A93-A57D803BC839}" type="pres">
      <dgm:prSet presAssocID="{7BE74B74-49B9-4F99-A1D5-7702004FEA52}" presName="rootComposite2" presStyleCnt="0"/>
      <dgm:spPr/>
    </dgm:pt>
    <dgm:pt modelId="{7971FEFB-C05F-4AA7-9704-DDF3640317B2}" type="pres">
      <dgm:prSet presAssocID="{7BE74B74-49B9-4F99-A1D5-7702004FEA52}" presName="rootText2" presStyleLbl="alignAcc1" presStyleIdx="0" presStyleCnt="0">
        <dgm:presLayoutVars>
          <dgm:chPref val="3"/>
        </dgm:presLayoutVars>
      </dgm:prSet>
      <dgm:spPr/>
    </dgm:pt>
    <dgm:pt modelId="{E14C7850-8AD6-4B7D-B8F3-E4013556DE3D}" type="pres">
      <dgm:prSet presAssocID="{7BE74B74-49B9-4F99-A1D5-7702004FEA52}" presName="topArc2" presStyleLbl="parChTrans1D1" presStyleIdx="4" presStyleCnt="6"/>
      <dgm:spPr/>
    </dgm:pt>
    <dgm:pt modelId="{248B5E46-DE60-4D7E-B943-0F02C04730A9}" type="pres">
      <dgm:prSet presAssocID="{7BE74B74-49B9-4F99-A1D5-7702004FEA52}" presName="bottomArc2" presStyleLbl="parChTrans1D1" presStyleIdx="5" presStyleCnt="6"/>
      <dgm:spPr/>
    </dgm:pt>
    <dgm:pt modelId="{F98B1300-4F4A-4AA2-B872-D5F97B303FDF}" type="pres">
      <dgm:prSet presAssocID="{7BE74B74-49B9-4F99-A1D5-7702004FEA52}" presName="topConnNode2" presStyleLbl="node2" presStyleIdx="0" presStyleCnt="0"/>
      <dgm:spPr/>
    </dgm:pt>
    <dgm:pt modelId="{51224D7F-B138-479B-B4B2-D5735DA90C40}" type="pres">
      <dgm:prSet presAssocID="{7BE74B74-49B9-4F99-A1D5-7702004FEA52}" presName="hierChild4" presStyleCnt="0"/>
      <dgm:spPr/>
    </dgm:pt>
    <dgm:pt modelId="{35BCB9AB-C703-475F-9B5F-BDD0948DBB5D}" type="pres">
      <dgm:prSet presAssocID="{7BE74B74-49B9-4F99-A1D5-7702004FEA52}" presName="hierChild5" presStyleCnt="0"/>
      <dgm:spPr/>
    </dgm:pt>
    <dgm:pt modelId="{C5E0E081-01C3-432F-ABDD-D3AD7DFF61C4}" type="pres">
      <dgm:prSet presAssocID="{8624E088-1C4A-44D1-BE9F-DB4ED11518EE}" presName="hierChild3" presStyleCnt="0"/>
      <dgm:spPr/>
    </dgm:pt>
  </dgm:ptLst>
  <dgm:cxnLst>
    <dgm:cxn modelId="{0E4F3213-DC8A-448B-8D8B-2DEF6BA53744}" srcId="{8624E088-1C4A-44D1-BE9F-DB4ED11518EE}" destId="{09A199D0-3123-418D-8C25-7D4287867CF4}" srcOrd="0" destOrd="0" parTransId="{9EAF9279-8E28-4B9D-BDF8-0ED893E1A4C1}" sibTransId="{98A93151-4B0E-4295-A659-30867B9079D1}"/>
    <dgm:cxn modelId="{A7E38C21-1EFC-4616-A2E4-0D508A9D88B2}" type="presOf" srcId="{09A199D0-3123-418D-8C25-7D4287867CF4}" destId="{C5AFDD49-3B2B-4367-840C-30AD939D1212}" srcOrd="0" destOrd="0" presId="urn:microsoft.com/office/officeart/2008/layout/HalfCircleOrganizationChart"/>
    <dgm:cxn modelId="{976FEC67-8669-469D-B70A-F41D63643FDD}" srcId="{8624E088-1C4A-44D1-BE9F-DB4ED11518EE}" destId="{7BE74B74-49B9-4F99-A1D5-7702004FEA52}" srcOrd="1" destOrd="0" parTransId="{F9E473B8-B805-4703-91DC-0778FA0AEDB9}" sibTransId="{30598630-E925-4D5A-8CA4-FA37C91105F4}"/>
    <dgm:cxn modelId="{01EC6270-0AE6-4B6A-948C-937CAE7ADDB8}" type="presOf" srcId="{7BE74B74-49B9-4F99-A1D5-7702004FEA52}" destId="{F98B1300-4F4A-4AA2-B872-D5F97B303FDF}" srcOrd="1" destOrd="0" presId="urn:microsoft.com/office/officeart/2008/layout/HalfCircleOrganizationChart"/>
    <dgm:cxn modelId="{E29EC359-3869-426D-B47B-2F4276CAB19F}" type="presOf" srcId="{09A199D0-3123-418D-8C25-7D4287867CF4}" destId="{3F6CCD10-C734-4FF1-AE65-B255E5CF2425}" srcOrd="1" destOrd="0" presId="urn:microsoft.com/office/officeart/2008/layout/HalfCircleOrganizationChart"/>
    <dgm:cxn modelId="{0FA1EF79-698B-408A-934F-77AFB1EA2EF9}" type="presOf" srcId="{7BE74B74-49B9-4F99-A1D5-7702004FEA52}" destId="{7971FEFB-C05F-4AA7-9704-DDF3640317B2}" srcOrd="0" destOrd="0" presId="urn:microsoft.com/office/officeart/2008/layout/HalfCircleOrganizationChart"/>
    <dgm:cxn modelId="{FBF41B87-F6DC-4BA2-BF3F-31822A629DFD}" type="presOf" srcId="{8624E088-1C4A-44D1-BE9F-DB4ED11518EE}" destId="{4F2D39EA-38E2-43BE-B458-F168291C57ED}" srcOrd="1" destOrd="0" presId="urn:microsoft.com/office/officeart/2008/layout/HalfCircleOrganizationChart"/>
    <dgm:cxn modelId="{0CE06B95-744C-4B50-90A0-46CA601729C4}" type="presOf" srcId="{8624E088-1C4A-44D1-BE9F-DB4ED11518EE}" destId="{B043BFF1-F021-4AA9-9632-01A5739FE374}" srcOrd="0" destOrd="0" presId="urn:microsoft.com/office/officeart/2008/layout/HalfCircleOrganizationChart"/>
    <dgm:cxn modelId="{D47A8DAB-365C-4DCE-983A-6F448776B83D}" srcId="{83BA5C8C-5487-4E04-96EB-8641F190FC6B}" destId="{8624E088-1C4A-44D1-BE9F-DB4ED11518EE}" srcOrd="0" destOrd="0" parTransId="{C12F495E-2057-42E6-B175-BB8091EDD8BB}" sibTransId="{276920EA-98FD-46B8-96DC-2D8EEF1920E7}"/>
    <dgm:cxn modelId="{1F1507AC-5D96-4FF8-B75E-4D7E372080AE}" type="presOf" srcId="{83BA5C8C-5487-4E04-96EB-8641F190FC6B}" destId="{C34EDDFF-7B3B-4855-9D1A-0DE4A78AFDAB}" srcOrd="0" destOrd="0" presId="urn:microsoft.com/office/officeart/2008/layout/HalfCircleOrganizationChart"/>
    <dgm:cxn modelId="{597376B2-D3A7-400D-86F6-9E3BC4C0AB6F}" type="presOf" srcId="{9EAF9279-8E28-4B9D-BDF8-0ED893E1A4C1}" destId="{21222D5D-B1CF-42BD-8BB0-7490395D457F}" srcOrd="0" destOrd="0" presId="urn:microsoft.com/office/officeart/2008/layout/HalfCircleOrganizationChart"/>
    <dgm:cxn modelId="{82C0C4C3-324E-4EF5-8727-9153334F1C59}" type="presOf" srcId="{F9E473B8-B805-4703-91DC-0778FA0AEDB9}" destId="{7A4B4E13-5C7E-47C4-9B52-901C3CC33FD0}" srcOrd="0" destOrd="0" presId="urn:microsoft.com/office/officeart/2008/layout/HalfCircleOrganizationChart"/>
    <dgm:cxn modelId="{DAC732A8-9736-4E37-A1A3-DFCFF0BEEF77}" type="presParOf" srcId="{C34EDDFF-7B3B-4855-9D1A-0DE4A78AFDAB}" destId="{937F8CAB-4CBA-4C13-83E0-0D8FD5BBA856}" srcOrd="0" destOrd="0" presId="urn:microsoft.com/office/officeart/2008/layout/HalfCircleOrganizationChart"/>
    <dgm:cxn modelId="{CB3E6200-0BAC-4D41-81D2-1308D6EA2DC4}" type="presParOf" srcId="{937F8CAB-4CBA-4C13-83E0-0D8FD5BBA856}" destId="{32DDCF52-3C73-40C0-B978-45343264EB3A}" srcOrd="0" destOrd="0" presId="urn:microsoft.com/office/officeart/2008/layout/HalfCircleOrganizationChart"/>
    <dgm:cxn modelId="{A003B0B4-6AD1-4326-A25E-1903DD43A6B7}" type="presParOf" srcId="{32DDCF52-3C73-40C0-B978-45343264EB3A}" destId="{B043BFF1-F021-4AA9-9632-01A5739FE374}" srcOrd="0" destOrd="0" presId="urn:microsoft.com/office/officeart/2008/layout/HalfCircleOrganizationChart"/>
    <dgm:cxn modelId="{E0C7E926-2291-4A74-9DDA-CDE0B2901680}" type="presParOf" srcId="{32DDCF52-3C73-40C0-B978-45343264EB3A}" destId="{B32E5351-E9F5-4A57-A68C-A66059F2ACE4}" srcOrd="1" destOrd="0" presId="urn:microsoft.com/office/officeart/2008/layout/HalfCircleOrganizationChart"/>
    <dgm:cxn modelId="{5B144022-E772-4BD2-AA1B-A68613E0E92A}" type="presParOf" srcId="{32DDCF52-3C73-40C0-B978-45343264EB3A}" destId="{49CE7277-D12D-4899-A412-56734069BA83}" srcOrd="2" destOrd="0" presId="urn:microsoft.com/office/officeart/2008/layout/HalfCircleOrganizationChart"/>
    <dgm:cxn modelId="{D869A74F-4682-4A89-8921-D1DFE2CA05CC}" type="presParOf" srcId="{32DDCF52-3C73-40C0-B978-45343264EB3A}" destId="{4F2D39EA-38E2-43BE-B458-F168291C57ED}" srcOrd="3" destOrd="0" presId="urn:microsoft.com/office/officeart/2008/layout/HalfCircleOrganizationChart"/>
    <dgm:cxn modelId="{9725949F-CEDD-4C7C-BB23-324454A829B0}" type="presParOf" srcId="{937F8CAB-4CBA-4C13-83E0-0D8FD5BBA856}" destId="{0373F8A7-47D9-424F-9D20-A23E35B4D988}" srcOrd="1" destOrd="0" presId="urn:microsoft.com/office/officeart/2008/layout/HalfCircleOrganizationChart"/>
    <dgm:cxn modelId="{5AB95382-1A3A-4096-B725-170E0BC4FA52}" type="presParOf" srcId="{0373F8A7-47D9-424F-9D20-A23E35B4D988}" destId="{21222D5D-B1CF-42BD-8BB0-7490395D457F}" srcOrd="0" destOrd="0" presId="urn:microsoft.com/office/officeart/2008/layout/HalfCircleOrganizationChart"/>
    <dgm:cxn modelId="{9117FAF1-E220-494B-B6B2-AF55D0C4A7C4}" type="presParOf" srcId="{0373F8A7-47D9-424F-9D20-A23E35B4D988}" destId="{FB140F01-7A4A-4F48-809F-1DD5BD47FF06}" srcOrd="1" destOrd="0" presId="urn:microsoft.com/office/officeart/2008/layout/HalfCircleOrganizationChart"/>
    <dgm:cxn modelId="{021F0888-1395-47CE-AB75-5A1C3B8597E7}" type="presParOf" srcId="{FB140F01-7A4A-4F48-809F-1DD5BD47FF06}" destId="{E59D93D6-52A6-4895-BC9E-2B4B36EFD7DC}" srcOrd="0" destOrd="0" presId="urn:microsoft.com/office/officeart/2008/layout/HalfCircleOrganizationChart"/>
    <dgm:cxn modelId="{9E06C279-D984-4F6D-980D-0DF8166AC91F}" type="presParOf" srcId="{E59D93D6-52A6-4895-BC9E-2B4B36EFD7DC}" destId="{C5AFDD49-3B2B-4367-840C-30AD939D1212}" srcOrd="0" destOrd="0" presId="urn:microsoft.com/office/officeart/2008/layout/HalfCircleOrganizationChart"/>
    <dgm:cxn modelId="{8CAC744E-1FD4-4C18-9745-36A1EA7B370E}" type="presParOf" srcId="{E59D93D6-52A6-4895-BC9E-2B4B36EFD7DC}" destId="{20902D20-34B4-4E3B-9EDE-74DF863BFCDC}" srcOrd="1" destOrd="0" presId="urn:microsoft.com/office/officeart/2008/layout/HalfCircleOrganizationChart"/>
    <dgm:cxn modelId="{CEB69DAD-FA57-428C-8857-45CDD81DE189}" type="presParOf" srcId="{E59D93D6-52A6-4895-BC9E-2B4B36EFD7DC}" destId="{B23BDD13-F9D7-43E5-9BC2-B2078C9D2961}" srcOrd="2" destOrd="0" presId="urn:microsoft.com/office/officeart/2008/layout/HalfCircleOrganizationChart"/>
    <dgm:cxn modelId="{0C74995D-9509-470E-B494-1BABD84C4F51}" type="presParOf" srcId="{E59D93D6-52A6-4895-BC9E-2B4B36EFD7DC}" destId="{3F6CCD10-C734-4FF1-AE65-B255E5CF2425}" srcOrd="3" destOrd="0" presId="urn:microsoft.com/office/officeart/2008/layout/HalfCircleOrganizationChart"/>
    <dgm:cxn modelId="{BA2687A6-1E77-4FEA-8137-9A10ED795BA6}" type="presParOf" srcId="{FB140F01-7A4A-4F48-809F-1DD5BD47FF06}" destId="{C7BAF4DA-4440-47BB-B95D-23FE115EC371}" srcOrd="1" destOrd="0" presId="urn:microsoft.com/office/officeart/2008/layout/HalfCircleOrganizationChart"/>
    <dgm:cxn modelId="{C0344080-17DF-42C2-83C2-A3A09340E3E7}" type="presParOf" srcId="{FB140F01-7A4A-4F48-809F-1DD5BD47FF06}" destId="{BF151403-185D-467E-A91A-55496098F7FD}" srcOrd="2" destOrd="0" presId="urn:microsoft.com/office/officeart/2008/layout/HalfCircleOrganizationChart"/>
    <dgm:cxn modelId="{F8FC1844-BFEA-49A6-8C9F-808697C5DBF7}" type="presParOf" srcId="{0373F8A7-47D9-424F-9D20-A23E35B4D988}" destId="{7A4B4E13-5C7E-47C4-9B52-901C3CC33FD0}" srcOrd="2" destOrd="0" presId="urn:microsoft.com/office/officeart/2008/layout/HalfCircleOrganizationChart"/>
    <dgm:cxn modelId="{A43EB264-1C72-49C4-806B-19DC902AE9D6}" type="presParOf" srcId="{0373F8A7-47D9-424F-9D20-A23E35B4D988}" destId="{CE22600D-8809-4D0D-971B-2B30550A231B}" srcOrd="3" destOrd="0" presId="urn:microsoft.com/office/officeart/2008/layout/HalfCircleOrganizationChart"/>
    <dgm:cxn modelId="{BBD19439-9214-44BA-B9F2-9C52F81E6B7F}" type="presParOf" srcId="{CE22600D-8809-4D0D-971B-2B30550A231B}" destId="{385E3C6D-DA5A-4AA4-9A93-A57D803BC839}" srcOrd="0" destOrd="0" presId="urn:microsoft.com/office/officeart/2008/layout/HalfCircleOrganizationChart"/>
    <dgm:cxn modelId="{373672A0-5986-46DD-B7E7-E0FE946CBEFC}" type="presParOf" srcId="{385E3C6D-DA5A-4AA4-9A93-A57D803BC839}" destId="{7971FEFB-C05F-4AA7-9704-DDF3640317B2}" srcOrd="0" destOrd="0" presId="urn:microsoft.com/office/officeart/2008/layout/HalfCircleOrganizationChart"/>
    <dgm:cxn modelId="{2C7619CC-7955-4CE0-9350-A9FDCC39A6CE}" type="presParOf" srcId="{385E3C6D-DA5A-4AA4-9A93-A57D803BC839}" destId="{E14C7850-8AD6-4B7D-B8F3-E4013556DE3D}" srcOrd="1" destOrd="0" presId="urn:microsoft.com/office/officeart/2008/layout/HalfCircleOrganizationChart"/>
    <dgm:cxn modelId="{DD7A79C4-EE84-4195-A753-7E52A8EE56D3}" type="presParOf" srcId="{385E3C6D-DA5A-4AA4-9A93-A57D803BC839}" destId="{248B5E46-DE60-4D7E-B943-0F02C04730A9}" srcOrd="2" destOrd="0" presId="urn:microsoft.com/office/officeart/2008/layout/HalfCircleOrganizationChart"/>
    <dgm:cxn modelId="{75071852-4499-443C-8A48-640D280CD150}" type="presParOf" srcId="{385E3C6D-DA5A-4AA4-9A93-A57D803BC839}" destId="{F98B1300-4F4A-4AA2-B872-D5F97B303FDF}" srcOrd="3" destOrd="0" presId="urn:microsoft.com/office/officeart/2008/layout/HalfCircleOrganizationChart"/>
    <dgm:cxn modelId="{A377783E-E68D-441E-A0EF-1EA1372FE29B}" type="presParOf" srcId="{CE22600D-8809-4D0D-971B-2B30550A231B}" destId="{51224D7F-B138-479B-B4B2-D5735DA90C40}" srcOrd="1" destOrd="0" presId="urn:microsoft.com/office/officeart/2008/layout/HalfCircleOrganizationChart"/>
    <dgm:cxn modelId="{473520CA-DE90-48B1-8F99-6917C3E214E7}" type="presParOf" srcId="{CE22600D-8809-4D0D-971B-2B30550A231B}" destId="{35BCB9AB-C703-475F-9B5F-BDD0948DBB5D}" srcOrd="2" destOrd="0" presId="urn:microsoft.com/office/officeart/2008/layout/HalfCircleOrganizationChart"/>
    <dgm:cxn modelId="{DA6DA643-E857-4177-9E9E-D6E883946B2B}" type="presParOf" srcId="{937F8CAB-4CBA-4C13-83E0-0D8FD5BBA856}" destId="{C5E0E081-01C3-432F-ABDD-D3AD7DFF61C4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00F7B4D-29D0-42D6-857E-7E0E0E4FD3FC}" type="doc">
      <dgm:prSet loTypeId="urn:microsoft.com/office/officeart/2011/layout/TabList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s-AR"/>
        </a:p>
      </dgm:t>
    </dgm:pt>
    <dgm:pt modelId="{076F770F-727D-4BA8-8B49-DF0A4B1A9896}">
      <dgm:prSet phldrT="[Texto]"/>
      <dgm:spPr>
        <a:solidFill>
          <a:schemeClr val="accent1">
            <a:lumMod val="75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s-AR" dirty="0"/>
            <a:t>Producción y Empleo</a:t>
          </a:r>
        </a:p>
      </dgm:t>
    </dgm:pt>
    <dgm:pt modelId="{069B6D9E-B543-4448-AE93-F3CCE3ED4EDF}" type="parTrans" cxnId="{C3F92B4B-5825-4B43-9B69-8DE5BEBC35DC}">
      <dgm:prSet/>
      <dgm:spPr/>
      <dgm:t>
        <a:bodyPr/>
        <a:lstStyle/>
        <a:p>
          <a:endParaRPr lang="es-AR"/>
        </a:p>
      </dgm:t>
    </dgm:pt>
    <dgm:pt modelId="{553A21DD-5958-451D-8773-89518731A8EC}" type="sibTrans" cxnId="{C3F92B4B-5825-4B43-9B69-8DE5BEBC35DC}">
      <dgm:prSet/>
      <dgm:spPr/>
      <dgm:t>
        <a:bodyPr/>
        <a:lstStyle/>
        <a:p>
          <a:endParaRPr lang="es-AR"/>
        </a:p>
      </dgm:t>
    </dgm:pt>
    <dgm:pt modelId="{531E7D13-04F1-477C-B4C4-5A9378B11C78}">
      <dgm:prSet phldrT="[Texto]"/>
      <dgm:spPr/>
      <dgm:t>
        <a:bodyPr/>
        <a:lstStyle/>
        <a:p>
          <a:r>
            <a:rPr lang="es-AR" dirty="0"/>
            <a:t>   Aumentos Continuos</a:t>
          </a:r>
        </a:p>
      </dgm:t>
    </dgm:pt>
    <dgm:pt modelId="{0D6E97E1-C53A-4AC4-8775-2DF6C348812C}" type="parTrans" cxnId="{AAA4F3C9-3923-4E2F-B122-BCB54FF40C38}">
      <dgm:prSet/>
      <dgm:spPr/>
      <dgm:t>
        <a:bodyPr/>
        <a:lstStyle/>
        <a:p>
          <a:endParaRPr lang="es-AR"/>
        </a:p>
      </dgm:t>
    </dgm:pt>
    <dgm:pt modelId="{29403818-9124-4EC8-B308-7049D0023EBF}" type="sibTrans" cxnId="{AAA4F3C9-3923-4E2F-B122-BCB54FF40C38}">
      <dgm:prSet/>
      <dgm:spPr/>
      <dgm:t>
        <a:bodyPr/>
        <a:lstStyle/>
        <a:p>
          <a:endParaRPr lang="es-AR"/>
        </a:p>
      </dgm:t>
    </dgm:pt>
    <dgm:pt modelId="{9CE9D281-2EFC-48EF-8768-1616EC4978BD}">
      <dgm:prSet phldrT="[Texto]"/>
      <dgm:spPr>
        <a:solidFill>
          <a:schemeClr val="accent1">
            <a:lumMod val="75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s-AR" dirty="0"/>
            <a:t>W real</a:t>
          </a:r>
        </a:p>
      </dgm:t>
    </dgm:pt>
    <dgm:pt modelId="{DB17C998-3F3E-46FC-A0F5-89B5BBB54613}" type="parTrans" cxnId="{8EE5972F-B8D6-436E-A3BE-BCD6CD5C4E35}">
      <dgm:prSet/>
      <dgm:spPr/>
      <dgm:t>
        <a:bodyPr/>
        <a:lstStyle/>
        <a:p>
          <a:endParaRPr lang="es-AR"/>
        </a:p>
      </dgm:t>
    </dgm:pt>
    <dgm:pt modelId="{4150C851-66BF-4E38-8476-73B4CB736B55}" type="sibTrans" cxnId="{8EE5972F-B8D6-436E-A3BE-BCD6CD5C4E35}">
      <dgm:prSet/>
      <dgm:spPr/>
      <dgm:t>
        <a:bodyPr/>
        <a:lstStyle/>
        <a:p>
          <a:endParaRPr lang="es-AR"/>
        </a:p>
      </dgm:t>
    </dgm:pt>
    <dgm:pt modelId="{41A90A42-70D2-4736-B460-8E290469B649}">
      <dgm:prSet phldrT="[Texto]"/>
      <dgm:spPr/>
      <dgm:t>
        <a:bodyPr/>
        <a:lstStyle/>
        <a:p>
          <a:r>
            <a:rPr lang="es-AR" dirty="0"/>
            <a:t>   Disminuyó</a:t>
          </a:r>
        </a:p>
      </dgm:t>
    </dgm:pt>
    <dgm:pt modelId="{643D65ED-2AF3-4FB9-A863-B80F0E778CD9}" type="parTrans" cxnId="{22F58DEE-8F0C-44C5-ABCB-CF19219773DB}">
      <dgm:prSet/>
      <dgm:spPr/>
      <dgm:t>
        <a:bodyPr/>
        <a:lstStyle/>
        <a:p>
          <a:endParaRPr lang="es-AR"/>
        </a:p>
      </dgm:t>
    </dgm:pt>
    <dgm:pt modelId="{161C8DEA-9A59-4A36-A096-1B0943D9BEBC}" type="sibTrans" cxnId="{22F58DEE-8F0C-44C5-ABCB-CF19219773DB}">
      <dgm:prSet/>
      <dgm:spPr/>
      <dgm:t>
        <a:bodyPr/>
        <a:lstStyle/>
        <a:p>
          <a:endParaRPr lang="es-AR"/>
        </a:p>
      </dgm:t>
    </dgm:pt>
    <dgm:pt modelId="{FB6FC349-6F55-4281-9C67-3211E4651939}">
      <dgm:prSet phldrT="[Texto]"/>
      <dgm:spPr>
        <a:solidFill>
          <a:schemeClr val="accent1">
            <a:lumMod val="75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s-AR" dirty="0"/>
            <a:t>Participación de Asalariados en el Y</a:t>
          </a:r>
        </a:p>
      </dgm:t>
    </dgm:pt>
    <dgm:pt modelId="{3078E944-28BC-4D11-A582-EA9BF7DD3C5F}" type="parTrans" cxnId="{EF61B91F-D45A-41E8-AFF6-3D54854F3529}">
      <dgm:prSet/>
      <dgm:spPr/>
      <dgm:t>
        <a:bodyPr/>
        <a:lstStyle/>
        <a:p>
          <a:endParaRPr lang="es-AR"/>
        </a:p>
      </dgm:t>
    </dgm:pt>
    <dgm:pt modelId="{9ED3CD16-69DF-451A-8DC6-90D5DF260866}" type="sibTrans" cxnId="{EF61B91F-D45A-41E8-AFF6-3D54854F3529}">
      <dgm:prSet/>
      <dgm:spPr/>
      <dgm:t>
        <a:bodyPr/>
        <a:lstStyle/>
        <a:p>
          <a:endParaRPr lang="es-AR"/>
        </a:p>
      </dgm:t>
    </dgm:pt>
    <dgm:pt modelId="{EF3F5319-7A94-4F63-84FD-BB2ED714BF94}">
      <dgm:prSet phldrT="[Texto]"/>
      <dgm:spPr>
        <a:solidFill>
          <a:schemeClr val="accent1">
            <a:lumMod val="75000"/>
          </a:schemeClr>
        </a:solidFill>
        <a:ln>
          <a:solidFill>
            <a:schemeClr val="accent1">
              <a:lumMod val="50000"/>
            </a:schemeClr>
          </a:solidFill>
        </a:ln>
      </dgm:spPr>
      <dgm:t>
        <a:bodyPr/>
        <a:lstStyle/>
        <a:p>
          <a:r>
            <a:rPr lang="es-AR" dirty="0"/>
            <a:t>Tx. Anual de Inflación</a:t>
          </a:r>
        </a:p>
      </dgm:t>
    </dgm:pt>
    <dgm:pt modelId="{2E9202E0-3D0B-4EE4-9C05-E9AD021D9A6D}" type="parTrans" cxnId="{140F8E67-2CF0-4BD5-AB05-F7E572FA9C52}">
      <dgm:prSet/>
      <dgm:spPr/>
      <dgm:t>
        <a:bodyPr/>
        <a:lstStyle/>
        <a:p>
          <a:endParaRPr lang="es-AR"/>
        </a:p>
      </dgm:t>
    </dgm:pt>
    <dgm:pt modelId="{0A71B927-897B-4461-9423-F93C70914320}" type="sibTrans" cxnId="{140F8E67-2CF0-4BD5-AB05-F7E572FA9C52}">
      <dgm:prSet/>
      <dgm:spPr/>
      <dgm:t>
        <a:bodyPr/>
        <a:lstStyle/>
        <a:p>
          <a:endParaRPr lang="es-AR"/>
        </a:p>
      </dgm:t>
    </dgm:pt>
    <dgm:pt modelId="{2811BF30-5ACC-420A-9038-CF0D6B3F6204}">
      <dgm:prSet phldrT="[Texto]"/>
      <dgm:spPr/>
      <dgm:t>
        <a:bodyPr/>
        <a:lstStyle/>
        <a:p>
          <a:r>
            <a:rPr lang="es-AR" dirty="0">
              <a:latin typeface="Calibri"/>
              <a:cs typeface="Calibri"/>
            </a:rPr>
            <a:t>   ↓ del ´66 al ´68</a:t>
          </a:r>
        </a:p>
        <a:p>
          <a:r>
            <a:rPr lang="es-AR" dirty="0">
              <a:latin typeface="Calibri"/>
              <a:cs typeface="Calibri"/>
            </a:rPr>
            <a:t>   ↑ a partir del ´70</a:t>
          </a:r>
          <a:endParaRPr lang="es-AR" dirty="0"/>
        </a:p>
      </dgm:t>
    </dgm:pt>
    <dgm:pt modelId="{4FC89C3D-05DC-400C-BFA5-8E5E54790DD9}" type="parTrans" cxnId="{F0B8A134-B160-4D89-84AD-8A347E8EF74E}">
      <dgm:prSet/>
      <dgm:spPr/>
      <dgm:t>
        <a:bodyPr/>
        <a:lstStyle/>
        <a:p>
          <a:endParaRPr lang="es-AR"/>
        </a:p>
      </dgm:t>
    </dgm:pt>
    <dgm:pt modelId="{EEF09E9E-C39D-4AA2-B81E-5E43CD10C1C4}" type="sibTrans" cxnId="{F0B8A134-B160-4D89-84AD-8A347E8EF74E}">
      <dgm:prSet/>
      <dgm:spPr/>
      <dgm:t>
        <a:bodyPr/>
        <a:lstStyle/>
        <a:p>
          <a:endParaRPr lang="es-AR"/>
        </a:p>
      </dgm:t>
    </dgm:pt>
    <dgm:pt modelId="{7EE45CBE-D361-4E24-B05C-9F73B2A50BB2}">
      <dgm:prSet phldrT="[Texto]"/>
      <dgm:spPr/>
      <dgm:t>
        <a:bodyPr/>
        <a:lstStyle/>
        <a:p>
          <a:r>
            <a:rPr lang="es-AR" dirty="0"/>
            <a:t>   Disminuyó</a:t>
          </a:r>
        </a:p>
      </dgm:t>
    </dgm:pt>
    <dgm:pt modelId="{61E1DCF3-9012-4810-B784-4FDD289B9AD0}" type="parTrans" cxnId="{A29056AB-13BB-44B4-8A47-B3169AEEFB8D}">
      <dgm:prSet/>
      <dgm:spPr/>
      <dgm:t>
        <a:bodyPr/>
        <a:lstStyle/>
        <a:p>
          <a:endParaRPr lang="es-AR"/>
        </a:p>
      </dgm:t>
    </dgm:pt>
    <dgm:pt modelId="{C0BE798D-1092-49F2-A99B-06409ADD7A08}" type="sibTrans" cxnId="{A29056AB-13BB-44B4-8A47-B3169AEEFB8D}">
      <dgm:prSet/>
      <dgm:spPr/>
      <dgm:t>
        <a:bodyPr/>
        <a:lstStyle/>
        <a:p>
          <a:endParaRPr lang="es-AR"/>
        </a:p>
      </dgm:t>
    </dgm:pt>
    <dgm:pt modelId="{0E9C890D-CB86-44FD-AA27-BA4A4058C4FE}" type="pres">
      <dgm:prSet presAssocID="{100F7B4D-29D0-42D6-857E-7E0E0E4FD3FC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AF4C5822-6EB9-4438-9AE5-621539BC0AC7}" type="pres">
      <dgm:prSet presAssocID="{076F770F-727D-4BA8-8B49-DF0A4B1A9896}" presName="composite" presStyleCnt="0"/>
      <dgm:spPr/>
    </dgm:pt>
    <dgm:pt modelId="{6F621A3A-55F4-4EC3-BA77-D0B683303BC2}" type="pres">
      <dgm:prSet presAssocID="{076F770F-727D-4BA8-8B49-DF0A4B1A9896}" presName="FirstChild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411CEBD7-8E33-40CA-9F1D-DE9E52C2E545}" type="pres">
      <dgm:prSet presAssocID="{076F770F-727D-4BA8-8B49-DF0A4B1A9896}" presName="Parent" presStyleLbl="alignNode1" presStyleIdx="0" presStyleCnt="4" custLinFactNeighborX="-17542" custLinFactNeighborY="-30846">
        <dgm:presLayoutVars>
          <dgm:chMax val="3"/>
          <dgm:chPref val="3"/>
          <dgm:bulletEnabled val="1"/>
        </dgm:presLayoutVars>
      </dgm:prSet>
      <dgm:spPr/>
    </dgm:pt>
    <dgm:pt modelId="{8E03FD84-B0C5-452E-AF05-6CCABF7C4F59}" type="pres">
      <dgm:prSet presAssocID="{076F770F-727D-4BA8-8B49-DF0A4B1A9896}" presName="Accent" presStyleLbl="parChTrans1D1" presStyleIdx="0" presStyleCnt="4"/>
      <dgm:spPr/>
    </dgm:pt>
    <dgm:pt modelId="{D273B4ED-E4F5-4D48-9248-82B1F28DA6F4}" type="pres">
      <dgm:prSet presAssocID="{553A21DD-5958-451D-8773-89518731A8EC}" presName="sibTrans" presStyleCnt="0"/>
      <dgm:spPr/>
    </dgm:pt>
    <dgm:pt modelId="{A437B4F8-2B0E-49C1-B616-D486F58A331D}" type="pres">
      <dgm:prSet presAssocID="{9CE9D281-2EFC-48EF-8768-1616EC4978BD}" presName="composite" presStyleCnt="0"/>
      <dgm:spPr/>
    </dgm:pt>
    <dgm:pt modelId="{601A5AED-E717-46B1-BAFC-7A5FA5554898}" type="pres">
      <dgm:prSet presAssocID="{9CE9D281-2EFC-48EF-8768-1616EC4978BD}" presName="First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B452F5C4-DF8D-4541-ADF8-52EBFE02B9F9}" type="pres">
      <dgm:prSet presAssocID="{9CE9D281-2EFC-48EF-8768-1616EC4978BD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75A4E8F9-9C0E-4EA0-A5DD-C3ED0BA6ED0E}" type="pres">
      <dgm:prSet presAssocID="{9CE9D281-2EFC-48EF-8768-1616EC4978BD}" presName="Accent" presStyleLbl="parChTrans1D1" presStyleIdx="1" presStyleCnt="4"/>
      <dgm:spPr/>
    </dgm:pt>
    <dgm:pt modelId="{8E412DC5-F8B8-4630-AE79-A89D9849FFDA}" type="pres">
      <dgm:prSet presAssocID="{4150C851-66BF-4E38-8476-73B4CB736B55}" presName="sibTrans" presStyleCnt="0"/>
      <dgm:spPr/>
    </dgm:pt>
    <dgm:pt modelId="{13778C29-D23F-46CF-B97F-6EAB3767377C}" type="pres">
      <dgm:prSet presAssocID="{FB6FC349-6F55-4281-9C67-3211E4651939}" presName="composite" presStyleCnt="0"/>
      <dgm:spPr/>
    </dgm:pt>
    <dgm:pt modelId="{83144A30-69B5-4388-B640-61B06C17BDE8}" type="pres">
      <dgm:prSet presAssocID="{FB6FC349-6F55-4281-9C67-3211E4651939}" presName="First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F3404BB7-1856-4D84-938C-68340B4B8A5F}" type="pres">
      <dgm:prSet presAssocID="{FB6FC349-6F55-4281-9C67-3211E4651939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9AFA7643-40F3-436E-86DD-0B34E4AC6B65}" type="pres">
      <dgm:prSet presAssocID="{FB6FC349-6F55-4281-9C67-3211E4651939}" presName="Accent" presStyleLbl="parChTrans1D1" presStyleIdx="2" presStyleCnt="4"/>
      <dgm:spPr/>
    </dgm:pt>
    <dgm:pt modelId="{1CDE93F2-1A6D-47F9-BA9D-CE5D22CC9D10}" type="pres">
      <dgm:prSet presAssocID="{9ED3CD16-69DF-451A-8DC6-90D5DF260866}" presName="sibTrans" presStyleCnt="0"/>
      <dgm:spPr/>
    </dgm:pt>
    <dgm:pt modelId="{4EB724C4-6C7A-4695-BBA1-68266BC0FABD}" type="pres">
      <dgm:prSet presAssocID="{EF3F5319-7A94-4F63-84FD-BB2ED714BF94}" presName="composite" presStyleCnt="0"/>
      <dgm:spPr/>
    </dgm:pt>
    <dgm:pt modelId="{808F47E9-0E65-4B5B-ADD1-76123F796CA6}" type="pres">
      <dgm:prSet presAssocID="{EF3F5319-7A94-4F63-84FD-BB2ED714BF94}" presName="FirstChild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DC48F888-D7E9-4A1A-8216-BF43C3BD84AE}" type="pres">
      <dgm:prSet presAssocID="{EF3F5319-7A94-4F63-84FD-BB2ED714BF94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DC77159F-868C-4ADF-91FE-49E6EFD580AB}" type="pres">
      <dgm:prSet presAssocID="{EF3F5319-7A94-4F63-84FD-BB2ED714BF94}" presName="Accent" presStyleLbl="parChTrans1D1" presStyleIdx="3" presStyleCnt="4"/>
      <dgm:spPr/>
    </dgm:pt>
  </dgm:ptLst>
  <dgm:cxnLst>
    <dgm:cxn modelId="{09991111-0AFC-4FE0-8768-0AF9BD04B3C0}" type="presOf" srcId="{7EE45CBE-D361-4E24-B05C-9F73B2A50BB2}" destId="{83144A30-69B5-4388-B640-61B06C17BDE8}" srcOrd="0" destOrd="0" presId="urn:microsoft.com/office/officeart/2011/layout/TabList"/>
    <dgm:cxn modelId="{716CFE15-6143-48FA-B92B-2ACA26F5E282}" type="presOf" srcId="{9CE9D281-2EFC-48EF-8768-1616EC4978BD}" destId="{B452F5C4-DF8D-4541-ADF8-52EBFE02B9F9}" srcOrd="0" destOrd="0" presId="urn:microsoft.com/office/officeart/2011/layout/TabList"/>
    <dgm:cxn modelId="{EF61B91F-D45A-41E8-AFF6-3D54854F3529}" srcId="{100F7B4D-29D0-42D6-857E-7E0E0E4FD3FC}" destId="{FB6FC349-6F55-4281-9C67-3211E4651939}" srcOrd="2" destOrd="0" parTransId="{3078E944-28BC-4D11-A582-EA9BF7DD3C5F}" sibTransId="{9ED3CD16-69DF-451A-8DC6-90D5DF260866}"/>
    <dgm:cxn modelId="{8EE5972F-B8D6-436E-A3BE-BCD6CD5C4E35}" srcId="{100F7B4D-29D0-42D6-857E-7E0E0E4FD3FC}" destId="{9CE9D281-2EFC-48EF-8768-1616EC4978BD}" srcOrd="1" destOrd="0" parTransId="{DB17C998-3F3E-46FC-A0F5-89B5BBB54613}" sibTransId="{4150C851-66BF-4E38-8476-73B4CB736B55}"/>
    <dgm:cxn modelId="{F0B8A134-B160-4D89-84AD-8A347E8EF74E}" srcId="{EF3F5319-7A94-4F63-84FD-BB2ED714BF94}" destId="{2811BF30-5ACC-420A-9038-CF0D6B3F6204}" srcOrd="0" destOrd="0" parTransId="{4FC89C3D-05DC-400C-BFA5-8E5E54790DD9}" sibTransId="{EEF09E9E-C39D-4AA2-B81E-5E43CD10C1C4}"/>
    <dgm:cxn modelId="{E6CE2E5D-B247-4FB1-A651-3618E2B097BC}" type="presOf" srcId="{531E7D13-04F1-477C-B4C4-5A9378B11C78}" destId="{6F621A3A-55F4-4EC3-BA77-D0B683303BC2}" srcOrd="0" destOrd="0" presId="urn:microsoft.com/office/officeart/2011/layout/TabList"/>
    <dgm:cxn modelId="{140F8E67-2CF0-4BD5-AB05-F7E572FA9C52}" srcId="{100F7B4D-29D0-42D6-857E-7E0E0E4FD3FC}" destId="{EF3F5319-7A94-4F63-84FD-BB2ED714BF94}" srcOrd="3" destOrd="0" parTransId="{2E9202E0-3D0B-4EE4-9C05-E9AD021D9A6D}" sibTransId="{0A71B927-897B-4461-9423-F93C70914320}"/>
    <dgm:cxn modelId="{C3F92B4B-5825-4B43-9B69-8DE5BEBC35DC}" srcId="{100F7B4D-29D0-42D6-857E-7E0E0E4FD3FC}" destId="{076F770F-727D-4BA8-8B49-DF0A4B1A9896}" srcOrd="0" destOrd="0" parTransId="{069B6D9E-B543-4448-AE93-F3CCE3ED4EDF}" sibTransId="{553A21DD-5958-451D-8773-89518731A8EC}"/>
    <dgm:cxn modelId="{4CA2B054-6879-416E-9FF7-6F1B19EA14C5}" type="presOf" srcId="{FB6FC349-6F55-4281-9C67-3211E4651939}" destId="{F3404BB7-1856-4D84-938C-68340B4B8A5F}" srcOrd="0" destOrd="0" presId="urn:microsoft.com/office/officeart/2011/layout/TabList"/>
    <dgm:cxn modelId="{40205C77-CB4E-41E8-8BB1-EF7A3B37E274}" type="presOf" srcId="{2811BF30-5ACC-420A-9038-CF0D6B3F6204}" destId="{808F47E9-0E65-4B5B-ADD1-76123F796CA6}" srcOrd="0" destOrd="0" presId="urn:microsoft.com/office/officeart/2011/layout/TabList"/>
    <dgm:cxn modelId="{1C03D957-A48B-41B9-B71D-89D6B80875EC}" type="presOf" srcId="{100F7B4D-29D0-42D6-857E-7E0E0E4FD3FC}" destId="{0E9C890D-CB86-44FD-AA27-BA4A4058C4FE}" srcOrd="0" destOrd="0" presId="urn:microsoft.com/office/officeart/2011/layout/TabList"/>
    <dgm:cxn modelId="{AAE757A0-FE95-471F-85E3-9C6BF776B343}" type="presOf" srcId="{076F770F-727D-4BA8-8B49-DF0A4B1A9896}" destId="{411CEBD7-8E33-40CA-9F1D-DE9E52C2E545}" srcOrd="0" destOrd="0" presId="urn:microsoft.com/office/officeart/2011/layout/TabList"/>
    <dgm:cxn modelId="{A29056AB-13BB-44B4-8A47-B3169AEEFB8D}" srcId="{FB6FC349-6F55-4281-9C67-3211E4651939}" destId="{7EE45CBE-D361-4E24-B05C-9F73B2A50BB2}" srcOrd="0" destOrd="0" parTransId="{61E1DCF3-9012-4810-B784-4FDD289B9AD0}" sibTransId="{C0BE798D-1092-49F2-A99B-06409ADD7A08}"/>
    <dgm:cxn modelId="{804B56B7-149D-44F9-A787-5001389A946B}" type="presOf" srcId="{EF3F5319-7A94-4F63-84FD-BB2ED714BF94}" destId="{DC48F888-D7E9-4A1A-8216-BF43C3BD84AE}" srcOrd="0" destOrd="0" presId="urn:microsoft.com/office/officeart/2011/layout/TabList"/>
    <dgm:cxn modelId="{AAA4F3C9-3923-4E2F-B122-BCB54FF40C38}" srcId="{076F770F-727D-4BA8-8B49-DF0A4B1A9896}" destId="{531E7D13-04F1-477C-B4C4-5A9378B11C78}" srcOrd="0" destOrd="0" parTransId="{0D6E97E1-C53A-4AC4-8775-2DF6C348812C}" sibTransId="{29403818-9124-4EC8-B308-7049D0023EBF}"/>
    <dgm:cxn modelId="{F45A9DE8-2128-4775-862E-2A926E773FAC}" type="presOf" srcId="{41A90A42-70D2-4736-B460-8E290469B649}" destId="{601A5AED-E717-46B1-BAFC-7A5FA5554898}" srcOrd="0" destOrd="0" presId="urn:microsoft.com/office/officeart/2011/layout/TabList"/>
    <dgm:cxn modelId="{22F58DEE-8F0C-44C5-ABCB-CF19219773DB}" srcId="{9CE9D281-2EFC-48EF-8768-1616EC4978BD}" destId="{41A90A42-70D2-4736-B460-8E290469B649}" srcOrd="0" destOrd="0" parTransId="{643D65ED-2AF3-4FB9-A863-B80F0E778CD9}" sibTransId="{161C8DEA-9A59-4A36-A096-1B0943D9BEBC}"/>
    <dgm:cxn modelId="{84F194CE-2D44-438E-8ECB-6EFC3FF1856C}" type="presParOf" srcId="{0E9C890D-CB86-44FD-AA27-BA4A4058C4FE}" destId="{AF4C5822-6EB9-4438-9AE5-621539BC0AC7}" srcOrd="0" destOrd="0" presId="urn:microsoft.com/office/officeart/2011/layout/TabList"/>
    <dgm:cxn modelId="{FD109809-BB8E-446F-989C-B903FB7DB874}" type="presParOf" srcId="{AF4C5822-6EB9-4438-9AE5-621539BC0AC7}" destId="{6F621A3A-55F4-4EC3-BA77-D0B683303BC2}" srcOrd="0" destOrd="0" presId="urn:microsoft.com/office/officeart/2011/layout/TabList"/>
    <dgm:cxn modelId="{C7B2B0ED-2A1E-4A1B-93C7-D7507D26BEC9}" type="presParOf" srcId="{AF4C5822-6EB9-4438-9AE5-621539BC0AC7}" destId="{411CEBD7-8E33-40CA-9F1D-DE9E52C2E545}" srcOrd="1" destOrd="0" presId="urn:microsoft.com/office/officeart/2011/layout/TabList"/>
    <dgm:cxn modelId="{6F0433EA-6E5C-4B00-A10F-F37266B47009}" type="presParOf" srcId="{AF4C5822-6EB9-4438-9AE5-621539BC0AC7}" destId="{8E03FD84-B0C5-452E-AF05-6CCABF7C4F59}" srcOrd="2" destOrd="0" presId="urn:microsoft.com/office/officeart/2011/layout/TabList"/>
    <dgm:cxn modelId="{C08ED9F5-D2E7-43C0-8BB2-C6DE21E7F413}" type="presParOf" srcId="{0E9C890D-CB86-44FD-AA27-BA4A4058C4FE}" destId="{D273B4ED-E4F5-4D48-9248-82B1F28DA6F4}" srcOrd="1" destOrd="0" presId="urn:microsoft.com/office/officeart/2011/layout/TabList"/>
    <dgm:cxn modelId="{887D0C1E-355A-41E3-A1B7-AE4D2C82F319}" type="presParOf" srcId="{0E9C890D-CB86-44FD-AA27-BA4A4058C4FE}" destId="{A437B4F8-2B0E-49C1-B616-D486F58A331D}" srcOrd="2" destOrd="0" presId="urn:microsoft.com/office/officeart/2011/layout/TabList"/>
    <dgm:cxn modelId="{D36855CA-F934-4E80-BB80-173E1E8EDB97}" type="presParOf" srcId="{A437B4F8-2B0E-49C1-B616-D486F58A331D}" destId="{601A5AED-E717-46B1-BAFC-7A5FA5554898}" srcOrd="0" destOrd="0" presId="urn:microsoft.com/office/officeart/2011/layout/TabList"/>
    <dgm:cxn modelId="{AA6F9ABE-BD61-404B-85A8-1207FA11A2D1}" type="presParOf" srcId="{A437B4F8-2B0E-49C1-B616-D486F58A331D}" destId="{B452F5C4-DF8D-4541-ADF8-52EBFE02B9F9}" srcOrd="1" destOrd="0" presId="urn:microsoft.com/office/officeart/2011/layout/TabList"/>
    <dgm:cxn modelId="{45466C91-A904-498E-AD15-DA7A99A23932}" type="presParOf" srcId="{A437B4F8-2B0E-49C1-B616-D486F58A331D}" destId="{75A4E8F9-9C0E-4EA0-A5DD-C3ED0BA6ED0E}" srcOrd="2" destOrd="0" presId="urn:microsoft.com/office/officeart/2011/layout/TabList"/>
    <dgm:cxn modelId="{46E43218-FCE7-49C3-9B37-3C5B58EE1D55}" type="presParOf" srcId="{0E9C890D-CB86-44FD-AA27-BA4A4058C4FE}" destId="{8E412DC5-F8B8-4630-AE79-A89D9849FFDA}" srcOrd="3" destOrd="0" presId="urn:microsoft.com/office/officeart/2011/layout/TabList"/>
    <dgm:cxn modelId="{794043B4-2D13-4A92-84AE-08D53B89C8FE}" type="presParOf" srcId="{0E9C890D-CB86-44FD-AA27-BA4A4058C4FE}" destId="{13778C29-D23F-46CF-B97F-6EAB3767377C}" srcOrd="4" destOrd="0" presId="urn:microsoft.com/office/officeart/2011/layout/TabList"/>
    <dgm:cxn modelId="{F65C8806-C1A2-4EB4-B3A1-BC85939CBB10}" type="presParOf" srcId="{13778C29-D23F-46CF-B97F-6EAB3767377C}" destId="{83144A30-69B5-4388-B640-61B06C17BDE8}" srcOrd="0" destOrd="0" presId="urn:microsoft.com/office/officeart/2011/layout/TabList"/>
    <dgm:cxn modelId="{954D0301-E762-4F00-9AB0-D947A4890B5D}" type="presParOf" srcId="{13778C29-D23F-46CF-B97F-6EAB3767377C}" destId="{F3404BB7-1856-4D84-938C-68340B4B8A5F}" srcOrd="1" destOrd="0" presId="urn:microsoft.com/office/officeart/2011/layout/TabList"/>
    <dgm:cxn modelId="{DBBBEB0B-3721-4528-AC41-D31D6C28C9EB}" type="presParOf" srcId="{13778C29-D23F-46CF-B97F-6EAB3767377C}" destId="{9AFA7643-40F3-436E-86DD-0B34E4AC6B65}" srcOrd="2" destOrd="0" presId="urn:microsoft.com/office/officeart/2011/layout/TabList"/>
    <dgm:cxn modelId="{DCA68EFE-61ED-4DDE-BF7C-B031B1594C77}" type="presParOf" srcId="{0E9C890D-CB86-44FD-AA27-BA4A4058C4FE}" destId="{1CDE93F2-1A6D-47F9-BA9D-CE5D22CC9D10}" srcOrd="5" destOrd="0" presId="urn:microsoft.com/office/officeart/2011/layout/TabList"/>
    <dgm:cxn modelId="{0DDA65EB-33A9-4E3D-8547-B495692D23A6}" type="presParOf" srcId="{0E9C890D-CB86-44FD-AA27-BA4A4058C4FE}" destId="{4EB724C4-6C7A-4695-BBA1-68266BC0FABD}" srcOrd="6" destOrd="0" presId="urn:microsoft.com/office/officeart/2011/layout/TabList"/>
    <dgm:cxn modelId="{0E266757-D797-4E65-9FFD-50820D266FD1}" type="presParOf" srcId="{4EB724C4-6C7A-4695-BBA1-68266BC0FABD}" destId="{808F47E9-0E65-4B5B-ADD1-76123F796CA6}" srcOrd="0" destOrd="0" presId="urn:microsoft.com/office/officeart/2011/layout/TabList"/>
    <dgm:cxn modelId="{29E6BB13-ECF8-46C1-926D-2A7DF9EC0B81}" type="presParOf" srcId="{4EB724C4-6C7A-4695-BBA1-68266BC0FABD}" destId="{DC48F888-D7E9-4A1A-8216-BF43C3BD84AE}" srcOrd="1" destOrd="0" presId="urn:microsoft.com/office/officeart/2011/layout/TabList"/>
    <dgm:cxn modelId="{49321AEA-467C-48C1-90A2-E804E66EF408}" type="presParOf" srcId="{4EB724C4-6C7A-4695-BBA1-68266BC0FABD}" destId="{DC77159F-868C-4ADF-91FE-49E6EFD580AB}" srcOrd="2" destOrd="0" presId="urn:microsoft.com/office/officeart/2011/layout/TabList"/>
  </dgm:cxnLst>
  <dgm:bg/>
  <dgm:whole>
    <a:ln>
      <a:solidFill>
        <a:schemeClr val="accent1">
          <a:lumMod val="50000"/>
        </a:schemeClr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EF675-8178-4134-8A99-CD3807824902}">
      <dsp:nvSpPr>
        <dsp:cNvPr id="0" name=""/>
        <dsp:cNvSpPr/>
      </dsp:nvSpPr>
      <dsp:spPr>
        <a:xfrm>
          <a:off x="541866" y="0"/>
          <a:ext cx="2541631" cy="996142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2700" rIns="254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i="0" u="none" kern="1200" dirty="0">
              <a:effectLst/>
              <a:latin typeface="Calibri"/>
              <a:cs typeface="Calibri"/>
            </a:rPr>
            <a:t>∏</a:t>
          </a:r>
          <a:r>
            <a:rPr lang="es-ES" sz="2000" kern="1200" dirty="0">
              <a:latin typeface="Calibri"/>
              <a:cs typeface="Calibri"/>
            </a:rPr>
            <a:t>   </a:t>
          </a:r>
          <a:r>
            <a:rPr lang="es-ES" sz="2000" kern="1200" dirty="0"/>
            <a:t>Inflación</a:t>
          </a:r>
        </a:p>
      </dsp:txBody>
      <dsp:txXfrm>
        <a:off x="1177273" y="149421"/>
        <a:ext cx="1557573" cy="697300"/>
      </dsp:txXfrm>
    </dsp:sp>
    <dsp:sp modelId="{A88FDB15-D6D6-4C47-9CEC-FAFA958A34D2}">
      <dsp:nvSpPr>
        <dsp:cNvPr id="0" name=""/>
        <dsp:cNvSpPr/>
      </dsp:nvSpPr>
      <dsp:spPr>
        <a:xfrm>
          <a:off x="325837" y="132044"/>
          <a:ext cx="688669" cy="66409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´40</a:t>
          </a:r>
        </a:p>
      </dsp:txBody>
      <dsp:txXfrm>
        <a:off x="426690" y="229299"/>
        <a:ext cx="486963" cy="4695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EF675-8178-4134-8A99-CD3807824902}">
      <dsp:nvSpPr>
        <dsp:cNvPr id="0" name=""/>
        <dsp:cNvSpPr/>
      </dsp:nvSpPr>
      <dsp:spPr>
        <a:xfrm>
          <a:off x="1285203" y="0"/>
          <a:ext cx="3335331" cy="1307217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17145" rIns="3429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Sector Externo</a:t>
          </a:r>
        </a:p>
      </dsp:txBody>
      <dsp:txXfrm>
        <a:off x="2119036" y="196083"/>
        <a:ext cx="2043972" cy="915051"/>
      </dsp:txXfrm>
    </dsp:sp>
    <dsp:sp modelId="{A88FDB15-D6D6-4C47-9CEC-FAFA958A34D2}">
      <dsp:nvSpPr>
        <dsp:cNvPr id="0" name=""/>
        <dsp:cNvSpPr/>
      </dsp:nvSpPr>
      <dsp:spPr>
        <a:xfrm>
          <a:off x="1001713" y="173279"/>
          <a:ext cx="903726" cy="871484"/>
        </a:xfrm>
        <a:prstGeom prst="ellipse">
          <a:avLst/>
        </a:prstGeom>
        <a:gradFill rotWithShape="0">
          <a:gsLst>
            <a:gs pos="0">
              <a:schemeClr val="accent6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1</a:t>
          </a:r>
        </a:p>
      </dsp:txBody>
      <dsp:txXfrm>
        <a:off x="1134061" y="300905"/>
        <a:ext cx="639030" cy="616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EF675-8178-4134-8A99-CD3807824902}">
      <dsp:nvSpPr>
        <dsp:cNvPr id="0" name=""/>
        <dsp:cNvSpPr/>
      </dsp:nvSpPr>
      <dsp:spPr>
        <a:xfrm>
          <a:off x="1009194" y="0"/>
          <a:ext cx="3887348" cy="1307217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17145" rIns="3429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Política Presupuestaria</a:t>
          </a:r>
        </a:p>
      </dsp:txBody>
      <dsp:txXfrm>
        <a:off x="1981032" y="196083"/>
        <a:ext cx="2457985" cy="915051"/>
      </dsp:txXfrm>
    </dsp:sp>
    <dsp:sp modelId="{A88FDB15-D6D6-4C47-9CEC-FAFA958A34D2}">
      <dsp:nvSpPr>
        <dsp:cNvPr id="0" name=""/>
        <dsp:cNvSpPr/>
      </dsp:nvSpPr>
      <dsp:spPr>
        <a:xfrm>
          <a:off x="720082" y="172142"/>
          <a:ext cx="903726" cy="871484"/>
        </a:xfrm>
        <a:prstGeom prst="ellipse">
          <a:avLst/>
        </a:prstGeom>
        <a:gradFill rotWithShape="0">
          <a:gsLst>
            <a:gs pos="0">
              <a:schemeClr val="accent6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2</a:t>
          </a:r>
        </a:p>
      </dsp:txBody>
      <dsp:txXfrm>
        <a:off x="852430" y="299768"/>
        <a:ext cx="639030" cy="6162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EF675-8178-4134-8A99-CD3807824902}">
      <dsp:nvSpPr>
        <dsp:cNvPr id="0" name=""/>
        <dsp:cNvSpPr/>
      </dsp:nvSpPr>
      <dsp:spPr>
        <a:xfrm>
          <a:off x="3414" y="2"/>
          <a:ext cx="4424569" cy="1115825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17145" rIns="3429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Política Monetaria y Crediticia</a:t>
          </a:r>
        </a:p>
      </dsp:txBody>
      <dsp:txXfrm>
        <a:off x="1109556" y="167376"/>
        <a:ext cx="2927888" cy="781077"/>
      </dsp:txXfrm>
    </dsp:sp>
    <dsp:sp modelId="{A88FDB15-D6D6-4C47-9CEC-FAFA958A34D2}">
      <dsp:nvSpPr>
        <dsp:cNvPr id="0" name=""/>
        <dsp:cNvSpPr/>
      </dsp:nvSpPr>
      <dsp:spPr>
        <a:xfrm>
          <a:off x="0" y="72010"/>
          <a:ext cx="771410" cy="743889"/>
        </a:xfrm>
        <a:prstGeom prst="ellipse">
          <a:avLst/>
        </a:prstGeom>
        <a:gradFill rotWithShape="0">
          <a:gsLst>
            <a:gs pos="0">
              <a:schemeClr val="accent6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 dirty="0"/>
            <a:t>3</a:t>
          </a:r>
        </a:p>
      </dsp:txBody>
      <dsp:txXfrm>
        <a:off x="112970" y="180950"/>
        <a:ext cx="545470" cy="5260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EF675-8178-4134-8A99-CD3807824902}">
      <dsp:nvSpPr>
        <dsp:cNvPr id="0" name=""/>
        <dsp:cNvSpPr/>
      </dsp:nvSpPr>
      <dsp:spPr>
        <a:xfrm>
          <a:off x="1285203" y="0"/>
          <a:ext cx="3335331" cy="1307217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17145" rIns="3429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Política Salarial</a:t>
          </a:r>
        </a:p>
      </dsp:txBody>
      <dsp:txXfrm>
        <a:off x="2119036" y="196083"/>
        <a:ext cx="2043972" cy="915051"/>
      </dsp:txXfrm>
    </dsp:sp>
    <dsp:sp modelId="{A88FDB15-D6D6-4C47-9CEC-FAFA958A34D2}">
      <dsp:nvSpPr>
        <dsp:cNvPr id="0" name=""/>
        <dsp:cNvSpPr/>
      </dsp:nvSpPr>
      <dsp:spPr>
        <a:xfrm>
          <a:off x="1001713" y="173279"/>
          <a:ext cx="903726" cy="871484"/>
        </a:xfrm>
        <a:prstGeom prst="ellipse">
          <a:avLst/>
        </a:prstGeom>
        <a:gradFill rotWithShape="0">
          <a:gsLst>
            <a:gs pos="0">
              <a:schemeClr val="accent6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4</a:t>
          </a:r>
        </a:p>
      </dsp:txBody>
      <dsp:txXfrm>
        <a:off x="1134061" y="300905"/>
        <a:ext cx="639030" cy="6162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EF675-8178-4134-8A99-CD3807824902}">
      <dsp:nvSpPr>
        <dsp:cNvPr id="0" name=""/>
        <dsp:cNvSpPr/>
      </dsp:nvSpPr>
      <dsp:spPr>
        <a:xfrm>
          <a:off x="1285203" y="0"/>
          <a:ext cx="3335331" cy="1307217"/>
        </a:xfrm>
        <a:prstGeom prst="rightArrow">
          <a:avLst>
            <a:gd name="adj1" fmla="val 70000"/>
            <a:gd name="adj2" fmla="val 50000"/>
          </a:avLst>
        </a:prstGeom>
        <a:solidFill>
          <a:schemeClr val="accent6">
            <a:alpha val="90000"/>
            <a:tint val="55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17145" rIns="34290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Política de Precios</a:t>
          </a:r>
        </a:p>
      </dsp:txBody>
      <dsp:txXfrm>
        <a:off x="2119036" y="196083"/>
        <a:ext cx="2043972" cy="915051"/>
      </dsp:txXfrm>
    </dsp:sp>
    <dsp:sp modelId="{A88FDB15-D6D6-4C47-9CEC-FAFA958A34D2}">
      <dsp:nvSpPr>
        <dsp:cNvPr id="0" name=""/>
        <dsp:cNvSpPr/>
      </dsp:nvSpPr>
      <dsp:spPr>
        <a:xfrm>
          <a:off x="1001713" y="173279"/>
          <a:ext cx="903726" cy="871484"/>
        </a:xfrm>
        <a:prstGeom prst="ellipse">
          <a:avLst/>
        </a:prstGeom>
        <a:gradFill rotWithShape="0">
          <a:gsLst>
            <a:gs pos="0">
              <a:schemeClr val="accent6">
                <a:shade val="5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shade val="5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shade val="5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5</a:t>
          </a:r>
        </a:p>
      </dsp:txBody>
      <dsp:txXfrm>
        <a:off x="1134061" y="300905"/>
        <a:ext cx="639030" cy="6162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B4E13-5C7E-47C4-9B52-901C3CC33FD0}">
      <dsp:nvSpPr>
        <dsp:cNvPr id="0" name=""/>
        <dsp:cNvSpPr/>
      </dsp:nvSpPr>
      <dsp:spPr>
        <a:xfrm>
          <a:off x="2880320" y="2278293"/>
          <a:ext cx="1576247" cy="5471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563"/>
              </a:lnTo>
              <a:lnTo>
                <a:pt x="1576247" y="273563"/>
              </a:lnTo>
              <a:lnTo>
                <a:pt x="1576247" y="5471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222D5D-B1CF-42BD-8BB0-7490395D457F}">
      <dsp:nvSpPr>
        <dsp:cNvPr id="0" name=""/>
        <dsp:cNvSpPr/>
      </dsp:nvSpPr>
      <dsp:spPr>
        <a:xfrm>
          <a:off x="1304072" y="2278293"/>
          <a:ext cx="1576247" cy="547127"/>
        </a:xfrm>
        <a:custGeom>
          <a:avLst/>
          <a:gdLst/>
          <a:ahLst/>
          <a:cxnLst/>
          <a:rect l="0" t="0" r="0" b="0"/>
          <a:pathLst>
            <a:path>
              <a:moveTo>
                <a:pt x="1576247" y="0"/>
              </a:moveTo>
              <a:lnTo>
                <a:pt x="1576247" y="273563"/>
              </a:lnTo>
              <a:lnTo>
                <a:pt x="0" y="273563"/>
              </a:lnTo>
              <a:lnTo>
                <a:pt x="0" y="54712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E5351-E9F5-4A57-A68C-A66059F2ACE4}">
      <dsp:nvSpPr>
        <dsp:cNvPr id="0" name=""/>
        <dsp:cNvSpPr/>
      </dsp:nvSpPr>
      <dsp:spPr>
        <a:xfrm>
          <a:off x="2228978" y="975610"/>
          <a:ext cx="1302683" cy="130268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E7277-D12D-4899-A412-56734069BA83}">
      <dsp:nvSpPr>
        <dsp:cNvPr id="0" name=""/>
        <dsp:cNvSpPr/>
      </dsp:nvSpPr>
      <dsp:spPr>
        <a:xfrm>
          <a:off x="2228978" y="975610"/>
          <a:ext cx="1302683" cy="130268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43BFF1-F021-4AA9-9632-01A5739FE374}">
      <dsp:nvSpPr>
        <dsp:cNvPr id="0" name=""/>
        <dsp:cNvSpPr/>
      </dsp:nvSpPr>
      <dsp:spPr>
        <a:xfrm>
          <a:off x="1577636" y="1210093"/>
          <a:ext cx="2605367" cy="83371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kern="1200" dirty="0"/>
            <a:t>Causas Identificadas</a:t>
          </a:r>
        </a:p>
      </dsp:txBody>
      <dsp:txXfrm>
        <a:off x="1577636" y="1210093"/>
        <a:ext cx="2605367" cy="833717"/>
      </dsp:txXfrm>
    </dsp:sp>
    <dsp:sp modelId="{20902D20-34B4-4E3B-9EDE-74DF863BFCDC}">
      <dsp:nvSpPr>
        <dsp:cNvPr id="0" name=""/>
        <dsp:cNvSpPr/>
      </dsp:nvSpPr>
      <dsp:spPr>
        <a:xfrm>
          <a:off x="652730" y="2825421"/>
          <a:ext cx="1302683" cy="130268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3BDD13-F9D7-43E5-9BC2-B2078C9D2961}">
      <dsp:nvSpPr>
        <dsp:cNvPr id="0" name=""/>
        <dsp:cNvSpPr/>
      </dsp:nvSpPr>
      <dsp:spPr>
        <a:xfrm>
          <a:off x="652730" y="2825421"/>
          <a:ext cx="1302683" cy="130268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AFDD49-3B2B-4367-840C-30AD939D1212}">
      <dsp:nvSpPr>
        <dsp:cNvPr id="0" name=""/>
        <dsp:cNvSpPr/>
      </dsp:nvSpPr>
      <dsp:spPr>
        <a:xfrm>
          <a:off x="1388" y="3059904"/>
          <a:ext cx="2605367" cy="83371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kern="1200" dirty="0"/>
            <a:t>Presión de COSTOS</a:t>
          </a:r>
        </a:p>
      </dsp:txBody>
      <dsp:txXfrm>
        <a:off x="1388" y="3059904"/>
        <a:ext cx="2605367" cy="833717"/>
      </dsp:txXfrm>
    </dsp:sp>
    <dsp:sp modelId="{E14C7850-8AD6-4B7D-B8F3-E4013556DE3D}">
      <dsp:nvSpPr>
        <dsp:cNvPr id="0" name=""/>
        <dsp:cNvSpPr/>
      </dsp:nvSpPr>
      <dsp:spPr>
        <a:xfrm>
          <a:off x="3805225" y="2825421"/>
          <a:ext cx="1302683" cy="1302683"/>
        </a:xfrm>
        <a:prstGeom prst="arc">
          <a:avLst>
            <a:gd name="adj1" fmla="val 13200000"/>
            <a:gd name="adj2" fmla="val 192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8B5E46-DE60-4D7E-B943-0F02C04730A9}">
      <dsp:nvSpPr>
        <dsp:cNvPr id="0" name=""/>
        <dsp:cNvSpPr/>
      </dsp:nvSpPr>
      <dsp:spPr>
        <a:xfrm>
          <a:off x="3805225" y="2825421"/>
          <a:ext cx="1302683" cy="1302683"/>
        </a:xfrm>
        <a:prstGeom prst="arc">
          <a:avLst>
            <a:gd name="adj1" fmla="val 2400000"/>
            <a:gd name="adj2" fmla="val 840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71FEFB-C05F-4AA7-9704-DDF3640317B2}">
      <dsp:nvSpPr>
        <dsp:cNvPr id="0" name=""/>
        <dsp:cNvSpPr/>
      </dsp:nvSpPr>
      <dsp:spPr>
        <a:xfrm>
          <a:off x="3153883" y="3059904"/>
          <a:ext cx="2605367" cy="833717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200" kern="1200" dirty="0"/>
            <a:t>EXPECTATIVAS</a:t>
          </a:r>
        </a:p>
      </dsp:txBody>
      <dsp:txXfrm>
        <a:off x="3153883" y="3059904"/>
        <a:ext cx="2605367" cy="8337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77159F-868C-4ADF-91FE-49E6EFD580AB}">
      <dsp:nvSpPr>
        <dsp:cNvPr id="0" name=""/>
        <dsp:cNvSpPr/>
      </dsp:nvSpPr>
      <dsp:spPr>
        <a:xfrm>
          <a:off x="0" y="4356760"/>
          <a:ext cx="7850832" cy="0"/>
        </a:xfrm>
        <a:prstGeom prst="line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FA7643-40F3-436E-86DD-0B34E4AC6B65}">
      <dsp:nvSpPr>
        <dsp:cNvPr id="0" name=""/>
        <dsp:cNvSpPr/>
      </dsp:nvSpPr>
      <dsp:spPr>
        <a:xfrm>
          <a:off x="0" y="3254682"/>
          <a:ext cx="7850832" cy="0"/>
        </a:xfrm>
        <a:prstGeom prst="line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A4E8F9-9C0E-4EA0-A5DD-C3ED0BA6ED0E}">
      <dsp:nvSpPr>
        <dsp:cNvPr id="0" name=""/>
        <dsp:cNvSpPr/>
      </dsp:nvSpPr>
      <dsp:spPr>
        <a:xfrm>
          <a:off x="0" y="2152604"/>
          <a:ext cx="7850832" cy="0"/>
        </a:xfrm>
        <a:prstGeom prst="line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03FD84-B0C5-452E-AF05-6CCABF7C4F59}">
      <dsp:nvSpPr>
        <dsp:cNvPr id="0" name=""/>
        <dsp:cNvSpPr/>
      </dsp:nvSpPr>
      <dsp:spPr>
        <a:xfrm>
          <a:off x="0" y="1050525"/>
          <a:ext cx="7850832" cy="0"/>
        </a:xfrm>
        <a:prstGeom prst="line">
          <a:avLst/>
        </a:prstGeom>
        <a:noFill/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621A3A-55F4-4EC3-BA77-D0B683303BC2}">
      <dsp:nvSpPr>
        <dsp:cNvPr id="0" name=""/>
        <dsp:cNvSpPr/>
      </dsp:nvSpPr>
      <dsp:spPr>
        <a:xfrm>
          <a:off x="2041216" y="927"/>
          <a:ext cx="5809615" cy="1049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   Aumentos Continuos</a:t>
          </a:r>
        </a:p>
      </dsp:txBody>
      <dsp:txXfrm>
        <a:off x="2041216" y="927"/>
        <a:ext cx="5809615" cy="1049598"/>
      </dsp:txXfrm>
    </dsp:sp>
    <dsp:sp modelId="{411CEBD7-8E33-40CA-9F1D-DE9E52C2E545}">
      <dsp:nvSpPr>
        <dsp:cNvPr id="0" name=""/>
        <dsp:cNvSpPr/>
      </dsp:nvSpPr>
      <dsp:spPr>
        <a:xfrm>
          <a:off x="0" y="0"/>
          <a:ext cx="2041216" cy="104959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Producción y Empleo</a:t>
          </a:r>
        </a:p>
      </dsp:txBody>
      <dsp:txXfrm>
        <a:off x="51246" y="51246"/>
        <a:ext cx="1938724" cy="998352"/>
      </dsp:txXfrm>
    </dsp:sp>
    <dsp:sp modelId="{601A5AED-E717-46B1-BAFC-7A5FA5554898}">
      <dsp:nvSpPr>
        <dsp:cNvPr id="0" name=""/>
        <dsp:cNvSpPr/>
      </dsp:nvSpPr>
      <dsp:spPr>
        <a:xfrm>
          <a:off x="2041216" y="1103005"/>
          <a:ext cx="5809615" cy="1049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   Disminuyó</a:t>
          </a:r>
        </a:p>
      </dsp:txBody>
      <dsp:txXfrm>
        <a:off x="2041216" y="1103005"/>
        <a:ext cx="5809615" cy="1049598"/>
      </dsp:txXfrm>
    </dsp:sp>
    <dsp:sp modelId="{B452F5C4-DF8D-4541-ADF8-52EBFE02B9F9}">
      <dsp:nvSpPr>
        <dsp:cNvPr id="0" name=""/>
        <dsp:cNvSpPr/>
      </dsp:nvSpPr>
      <dsp:spPr>
        <a:xfrm>
          <a:off x="0" y="1103005"/>
          <a:ext cx="2041216" cy="104959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W real</a:t>
          </a:r>
        </a:p>
      </dsp:txBody>
      <dsp:txXfrm>
        <a:off x="51246" y="1154251"/>
        <a:ext cx="1938724" cy="998352"/>
      </dsp:txXfrm>
    </dsp:sp>
    <dsp:sp modelId="{83144A30-69B5-4388-B640-61B06C17BDE8}">
      <dsp:nvSpPr>
        <dsp:cNvPr id="0" name=""/>
        <dsp:cNvSpPr/>
      </dsp:nvSpPr>
      <dsp:spPr>
        <a:xfrm>
          <a:off x="2041216" y="2205083"/>
          <a:ext cx="5809615" cy="1049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   Disminuyó</a:t>
          </a:r>
        </a:p>
      </dsp:txBody>
      <dsp:txXfrm>
        <a:off x="2041216" y="2205083"/>
        <a:ext cx="5809615" cy="1049598"/>
      </dsp:txXfrm>
    </dsp:sp>
    <dsp:sp modelId="{F3404BB7-1856-4D84-938C-68340B4B8A5F}">
      <dsp:nvSpPr>
        <dsp:cNvPr id="0" name=""/>
        <dsp:cNvSpPr/>
      </dsp:nvSpPr>
      <dsp:spPr>
        <a:xfrm>
          <a:off x="0" y="2205083"/>
          <a:ext cx="2041216" cy="104959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Participación de Asalariados en el Y</a:t>
          </a:r>
        </a:p>
      </dsp:txBody>
      <dsp:txXfrm>
        <a:off x="51246" y="2256329"/>
        <a:ext cx="1938724" cy="998352"/>
      </dsp:txXfrm>
    </dsp:sp>
    <dsp:sp modelId="{808F47E9-0E65-4B5B-ADD1-76123F796CA6}">
      <dsp:nvSpPr>
        <dsp:cNvPr id="0" name=""/>
        <dsp:cNvSpPr/>
      </dsp:nvSpPr>
      <dsp:spPr>
        <a:xfrm>
          <a:off x="2041216" y="3307162"/>
          <a:ext cx="5809615" cy="1049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40005" rIns="40005" bIns="40005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latin typeface="Calibri"/>
              <a:cs typeface="Calibri"/>
            </a:rPr>
            <a:t>   ↓ del ´66 al ´68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>
              <a:latin typeface="Calibri"/>
              <a:cs typeface="Calibri"/>
            </a:rPr>
            <a:t>   ↑ a partir del ´70</a:t>
          </a:r>
          <a:endParaRPr lang="es-AR" sz="2100" kern="1200" dirty="0"/>
        </a:p>
      </dsp:txBody>
      <dsp:txXfrm>
        <a:off x="2041216" y="3307162"/>
        <a:ext cx="5809615" cy="1049598"/>
      </dsp:txXfrm>
    </dsp:sp>
    <dsp:sp modelId="{DC48F888-D7E9-4A1A-8216-BF43C3BD84AE}">
      <dsp:nvSpPr>
        <dsp:cNvPr id="0" name=""/>
        <dsp:cNvSpPr/>
      </dsp:nvSpPr>
      <dsp:spPr>
        <a:xfrm>
          <a:off x="0" y="3307162"/>
          <a:ext cx="2041216" cy="1049598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accent1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100" kern="1200" dirty="0"/>
            <a:t>Tx. Anual de Inflación</a:t>
          </a:r>
        </a:p>
      </dsp:txBody>
      <dsp:txXfrm>
        <a:off x="51246" y="3358408"/>
        <a:ext cx="1938724" cy="9983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TabList">
  <dgm:title val="Lista de fichas"/>
  <dgm:desc val="Se usa para mostrar bloques de información no secuencial o agrupados. Funciona bien con listas con una cantidad pequeña de texto de Nivel 1. El primer elemento de Nivel 2 se muestra junto al texto de Nivel 1. El resto de texto de Nivel 2 aparece debajo del texto de Nivel 1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0.5122</cdr:x>
      <cdr:y>0.02817</cdr:y>
    </cdr:from>
    <cdr:to>
      <cdr:x>0.82927</cdr:x>
      <cdr:y>0.85915</cdr:y>
    </cdr:to>
    <cdr:sp macro="" textlink="">
      <cdr:nvSpPr>
        <cdr:cNvPr id="2" name="Rectángulo 1">
          <a:extLst xmlns:a="http://schemas.openxmlformats.org/drawingml/2006/main">
            <a:ext uri="{FF2B5EF4-FFF2-40B4-BE49-F238E27FC236}">
              <a16:creationId xmlns:a16="http://schemas.microsoft.com/office/drawing/2014/main" id="{85602F8E-21C4-4994-A8D3-37D0E15C21C7}"/>
            </a:ext>
          </a:extLst>
        </cdr:cNvPr>
        <cdr:cNvSpPr/>
      </cdr:nvSpPr>
      <cdr:spPr>
        <a:xfrm xmlns:a="http://schemas.openxmlformats.org/drawingml/2006/main">
          <a:off x="4536504" y="144016"/>
          <a:ext cx="2808312" cy="4248472"/>
        </a:xfrm>
        <a:prstGeom xmlns:a="http://schemas.openxmlformats.org/drawingml/2006/main" prst="rect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AR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0.79726</cdr:x>
      <cdr:y>0.5145</cdr:y>
    </cdr:from>
    <cdr:to>
      <cdr:x>1</cdr:x>
      <cdr:y>1</cdr:y>
    </cdr:to>
    <cdr:sp macro="" textlink="">
      <cdr:nvSpPr>
        <cdr:cNvPr id="3" name="Elipse 2">
          <a:extLst xmlns:a="http://schemas.openxmlformats.org/drawingml/2006/main">
            <a:ext uri="{FF2B5EF4-FFF2-40B4-BE49-F238E27FC236}">
              <a16:creationId xmlns:a16="http://schemas.microsoft.com/office/drawing/2014/main" id="{CAE3D3D2-9B6F-4E74-A107-09A203A4BB82}"/>
            </a:ext>
          </a:extLst>
        </cdr:cNvPr>
        <cdr:cNvSpPr/>
      </cdr:nvSpPr>
      <cdr:spPr>
        <a:xfrm xmlns:a="http://schemas.openxmlformats.org/drawingml/2006/main">
          <a:off x="7003870" y="2704512"/>
          <a:ext cx="1781106" cy="2552072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0.31157</cdr:x>
      <cdr:y>0.16</cdr:y>
    </cdr:from>
    <cdr:to>
      <cdr:x>0.56289</cdr:x>
      <cdr:y>0.51566</cdr:y>
    </cdr:to>
    <cdr:sp macro="" textlink="">
      <cdr:nvSpPr>
        <cdr:cNvPr id="2" name="Elipse 1">
          <a:extLst xmlns:a="http://schemas.openxmlformats.org/drawingml/2006/main">
            <a:ext uri="{FF2B5EF4-FFF2-40B4-BE49-F238E27FC236}">
              <a16:creationId xmlns:a16="http://schemas.microsoft.com/office/drawing/2014/main" id="{267784BA-A720-4C4E-8037-2B447ED290A7}"/>
            </a:ext>
          </a:extLst>
        </cdr:cNvPr>
        <cdr:cNvSpPr/>
      </cdr:nvSpPr>
      <cdr:spPr>
        <a:xfrm xmlns:a="http://schemas.openxmlformats.org/drawingml/2006/main">
          <a:off x="2607170" y="864096"/>
          <a:ext cx="2102998" cy="1920777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0.80046</cdr:x>
      <cdr:y>0.04054</cdr:y>
    </cdr:from>
    <cdr:to>
      <cdr:x>0.92253</cdr:x>
      <cdr:y>0.23786</cdr:y>
    </cdr:to>
    <cdr:cxnSp macro="">
      <cdr:nvCxnSpPr>
        <cdr:cNvPr id="3" name="Conector recto de flecha 2">
          <a:extLst xmlns:a="http://schemas.openxmlformats.org/drawingml/2006/main">
            <a:ext uri="{FF2B5EF4-FFF2-40B4-BE49-F238E27FC236}">
              <a16:creationId xmlns:a16="http://schemas.microsoft.com/office/drawing/2014/main" id="{14FE498B-18C7-44EC-A9B6-BFC3E0113622}"/>
            </a:ext>
          </a:extLst>
        </cdr:cNvPr>
        <cdr:cNvCxnSpPr/>
      </cdr:nvCxnSpPr>
      <cdr:spPr>
        <a:xfrm xmlns:a="http://schemas.openxmlformats.org/drawingml/2006/main" flipV="1">
          <a:off x="7175710" y="216024"/>
          <a:ext cx="1094295" cy="1051438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0.68349</cdr:x>
      <cdr:y>0.03894</cdr:y>
    </cdr:from>
    <cdr:to>
      <cdr:x>0.84548</cdr:x>
      <cdr:y>0.22376</cdr:y>
    </cdr:to>
    <cdr:sp macro="" textlink="">
      <cdr:nvSpPr>
        <cdr:cNvPr id="2" name="Flecha: a la derecha 1">
          <a:extLst xmlns:a="http://schemas.openxmlformats.org/drawingml/2006/main">
            <a:ext uri="{FF2B5EF4-FFF2-40B4-BE49-F238E27FC236}">
              <a16:creationId xmlns:a16="http://schemas.microsoft.com/office/drawing/2014/main" id="{FF5BBA93-31F0-4444-B0BA-3A476803F171}"/>
            </a:ext>
          </a:extLst>
        </cdr:cNvPr>
        <cdr:cNvSpPr/>
      </cdr:nvSpPr>
      <cdr:spPr>
        <a:xfrm xmlns:a="http://schemas.openxmlformats.org/drawingml/2006/main">
          <a:off x="7268817" y="195471"/>
          <a:ext cx="1722783" cy="927652"/>
        </a:xfrm>
        <a:prstGeom xmlns:a="http://schemas.openxmlformats.org/drawingml/2006/main" prst="rightArrow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0.86667</cdr:x>
      <cdr:y>0.27848</cdr:y>
    </cdr:from>
    <cdr:to>
      <cdr:x>0.97249</cdr:x>
      <cdr:y>0.43922</cdr:y>
    </cdr:to>
    <cdr:sp macro="" textlink="">
      <cdr:nvSpPr>
        <cdr:cNvPr id="3" name="Rectángulo 2">
          <a:extLst xmlns:a="http://schemas.openxmlformats.org/drawingml/2006/main">
            <a:ext uri="{FF2B5EF4-FFF2-40B4-BE49-F238E27FC236}">
              <a16:creationId xmlns:a16="http://schemas.microsoft.com/office/drawing/2014/main" id="{CCB4342A-AE9C-4BEF-B060-11A3C3DBC67A}"/>
            </a:ext>
          </a:extLst>
        </cdr:cNvPr>
        <cdr:cNvSpPr/>
      </cdr:nvSpPr>
      <cdr:spPr>
        <a:xfrm xmlns:a="http://schemas.openxmlformats.org/drawingml/2006/main">
          <a:off x="7488832" y="1584176"/>
          <a:ext cx="914400" cy="914400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s-AR" dirty="0"/>
            <a:t>Sin FMI, refinanciación con países acreedores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0.55963</cdr:x>
      <cdr:y>0.62857</cdr:y>
    </cdr:from>
    <cdr:to>
      <cdr:x>0.7156</cdr:x>
      <cdr:y>0.88571</cdr:y>
    </cdr:to>
    <cdr:sp macro="" textlink="">
      <cdr:nvSpPr>
        <cdr:cNvPr id="2" name="Elipse 1">
          <a:extLst xmlns:a="http://schemas.openxmlformats.org/drawingml/2006/main">
            <a:ext uri="{FF2B5EF4-FFF2-40B4-BE49-F238E27FC236}">
              <a16:creationId xmlns:a16="http://schemas.microsoft.com/office/drawing/2014/main" id="{D3B549B0-099B-4CF8-9A1A-8838C9F98AEB}"/>
            </a:ext>
          </a:extLst>
        </cdr:cNvPr>
        <cdr:cNvSpPr/>
      </cdr:nvSpPr>
      <cdr:spPr>
        <a:xfrm xmlns:a="http://schemas.openxmlformats.org/drawingml/2006/main">
          <a:off x="4392488" y="3168352"/>
          <a:ext cx="1224136" cy="1296144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AR"/>
        </a:p>
      </cdr:txBody>
    </cdr:sp>
  </cdr:relSizeAnchor>
  <cdr:relSizeAnchor xmlns:cdr="http://schemas.openxmlformats.org/drawingml/2006/chartDrawing">
    <cdr:from>
      <cdr:x>0.57798</cdr:x>
      <cdr:y>0.21429</cdr:y>
    </cdr:from>
    <cdr:to>
      <cdr:x>0.73394</cdr:x>
      <cdr:y>0.47143</cdr:y>
    </cdr:to>
    <cdr:sp macro="" textlink="">
      <cdr:nvSpPr>
        <cdr:cNvPr id="3" name="Elipse 2">
          <a:extLst xmlns:a="http://schemas.openxmlformats.org/drawingml/2006/main">
            <a:ext uri="{FF2B5EF4-FFF2-40B4-BE49-F238E27FC236}">
              <a16:creationId xmlns:a16="http://schemas.microsoft.com/office/drawing/2014/main" id="{D8297B71-9671-4A83-8018-BDAA288D80DC}"/>
            </a:ext>
          </a:extLst>
        </cdr:cNvPr>
        <cdr:cNvSpPr/>
      </cdr:nvSpPr>
      <cdr:spPr>
        <a:xfrm xmlns:a="http://schemas.openxmlformats.org/drawingml/2006/main">
          <a:off x="4536504" y="1080120"/>
          <a:ext cx="1224136" cy="1296144"/>
        </a:xfrm>
        <a:prstGeom xmlns:a="http://schemas.openxmlformats.org/drawingml/2006/main" prst="ellipse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AR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0.7164</cdr:x>
      <cdr:y>0.08626</cdr:y>
    </cdr:from>
    <cdr:to>
      <cdr:x>0.91543</cdr:x>
      <cdr:y>0.49471</cdr:y>
    </cdr:to>
    <cdr:sp macro="" textlink="">
      <cdr:nvSpPr>
        <cdr:cNvPr id="2" name="Rectángulo: esquinas redondeadas 1">
          <a:extLst xmlns:a="http://schemas.openxmlformats.org/drawingml/2006/main">
            <a:ext uri="{FF2B5EF4-FFF2-40B4-BE49-F238E27FC236}">
              <a16:creationId xmlns:a16="http://schemas.microsoft.com/office/drawing/2014/main" id="{AE9F3DD4-C0D5-48E6-AA6D-4931E4AD874D}"/>
            </a:ext>
          </a:extLst>
        </cdr:cNvPr>
        <cdr:cNvSpPr/>
      </cdr:nvSpPr>
      <cdr:spPr>
        <a:xfrm xmlns:a="http://schemas.openxmlformats.org/drawingml/2006/main">
          <a:off x="5507597" y="304158"/>
          <a:ext cx="1530153" cy="1440160"/>
        </a:xfrm>
        <a:prstGeom xmlns:a="http://schemas.openxmlformats.org/drawingml/2006/main" prst="roundRect">
          <a:avLst>
            <a:gd name="adj" fmla="val 8872"/>
          </a:avLst>
        </a:prstGeom>
        <a:noFill xmlns:a="http://schemas.openxmlformats.org/drawingml/2006/main"/>
        <a:ln xmlns:a="http://schemas.openxmlformats.org/drawingml/2006/main">
          <a:solidFill>
            <a:schemeClr val="accent1">
              <a:lumMod val="5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0.29491</cdr:x>
      <cdr:y>0.24964</cdr:y>
    </cdr:from>
    <cdr:to>
      <cdr:x>0.52708</cdr:x>
      <cdr:y>0.44719</cdr:y>
    </cdr:to>
    <cdr:sp macro="" textlink="">
      <cdr:nvSpPr>
        <cdr:cNvPr id="3" name="Rectángulo: esquinas redondeadas 2">
          <a:extLst xmlns:a="http://schemas.openxmlformats.org/drawingml/2006/main">
            <a:ext uri="{FF2B5EF4-FFF2-40B4-BE49-F238E27FC236}">
              <a16:creationId xmlns:a16="http://schemas.microsoft.com/office/drawing/2014/main" id="{C7E239C8-4E95-4FBD-BC69-34AE05929641}"/>
            </a:ext>
          </a:extLst>
        </cdr:cNvPr>
        <cdr:cNvSpPr/>
      </cdr:nvSpPr>
      <cdr:spPr>
        <a:xfrm xmlns:a="http://schemas.openxmlformats.org/drawingml/2006/main">
          <a:off x="2267238" y="880221"/>
          <a:ext cx="1784904" cy="696516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solidFill>
            <a:schemeClr val="accent1">
              <a:lumMod val="5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0.53844</cdr:x>
      <cdr:y>0.25283</cdr:y>
    </cdr:from>
    <cdr:to>
      <cdr:x>0.70703</cdr:x>
      <cdr:y>0.45037</cdr:y>
    </cdr:to>
    <cdr:sp macro="" textlink="">
      <cdr:nvSpPr>
        <cdr:cNvPr id="4" name="Rectángulo: esquinas redondeadas 3">
          <a:extLst xmlns:a="http://schemas.openxmlformats.org/drawingml/2006/main">
            <a:ext uri="{FF2B5EF4-FFF2-40B4-BE49-F238E27FC236}">
              <a16:creationId xmlns:a16="http://schemas.microsoft.com/office/drawing/2014/main" id="{E45B2DB1-5361-4192-99FA-7D149F9AA485}"/>
            </a:ext>
          </a:extLst>
        </cdr:cNvPr>
        <cdr:cNvSpPr/>
      </cdr:nvSpPr>
      <cdr:spPr>
        <a:xfrm xmlns:a="http://schemas.openxmlformats.org/drawingml/2006/main">
          <a:off x="4139446" y="891444"/>
          <a:ext cx="1296144" cy="696516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solidFill>
            <a:schemeClr val="accent1">
              <a:lumMod val="5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0.53113</cdr:x>
      <cdr:y>0.59916</cdr:y>
    </cdr:from>
    <cdr:to>
      <cdr:x>0.5976</cdr:x>
      <cdr:y>0.73064</cdr:y>
    </cdr:to>
    <cdr:sp macro="" textlink="">
      <cdr:nvSpPr>
        <cdr:cNvPr id="2" name="Flecha: hacia abajo 1">
          <a:extLst xmlns:a="http://schemas.openxmlformats.org/drawingml/2006/main">
            <a:ext uri="{FF2B5EF4-FFF2-40B4-BE49-F238E27FC236}">
              <a16:creationId xmlns:a16="http://schemas.microsoft.com/office/drawing/2014/main" id="{405D40EC-F238-4E66-A503-7DBAE4BAAF84}"/>
            </a:ext>
          </a:extLst>
        </cdr:cNvPr>
        <cdr:cNvSpPr/>
      </cdr:nvSpPr>
      <cdr:spPr>
        <a:xfrm xmlns:a="http://schemas.openxmlformats.org/drawingml/2006/main">
          <a:off x="2951690" y="2583205"/>
          <a:ext cx="369400" cy="566862"/>
        </a:xfrm>
        <a:prstGeom xmlns:a="http://schemas.openxmlformats.org/drawingml/2006/main" prst="downArrow">
          <a:avLst/>
        </a:prstGeom>
        <a:solidFill xmlns:a="http://schemas.openxmlformats.org/drawingml/2006/main">
          <a:schemeClr val="accent1">
            <a:lumMod val="5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0.33689</cdr:x>
      <cdr:y>0.43524</cdr:y>
    </cdr:from>
    <cdr:to>
      <cdr:x>0.56748</cdr:x>
      <cdr:y>0.56476</cdr:y>
    </cdr:to>
    <cdr:sp macro="" textlink="">
      <cdr:nvSpPr>
        <cdr:cNvPr id="3" name="Rectángulo 2">
          <a:extLst xmlns:a="http://schemas.openxmlformats.org/drawingml/2006/main">
            <a:ext uri="{FF2B5EF4-FFF2-40B4-BE49-F238E27FC236}">
              <a16:creationId xmlns:a16="http://schemas.microsoft.com/office/drawing/2014/main" id="{B34B52D1-4396-4AF5-B15C-F7F129B1FBC7}"/>
            </a:ext>
          </a:extLst>
        </cdr:cNvPr>
        <cdr:cNvSpPr/>
      </cdr:nvSpPr>
      <cdr:spPr>
        <a:xfrm xmlns:a="http://schemas.openxmlformats.org/drawingml/2006/main">
          <a:off x="1872207" y="1876486"/>
          <a:ext cx="1281494" cy="558424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es-AR" sz="1400" dirty="0"/>
            <a:t>1962: Parecía controlada</a:t>
          </a:r>
          <a:endParaRPr lang="es-ES" sz="1400" dirty="0"/>
        </a:p>
      </cdr:txBody>
    </cdr:sp>
  </cdr:relSizeAnchor>
  <cdr:relSizeAnchor xmlns:cdr="http://schemas.openxmlformats.org/drawingml/2006/chartDrawing">
    <cdr:from>
      <cdr:x>0.37576</cdr:x>
      <cdr:y>0.20346</cdr:y>
    </cdr:from>
    <cdr:to>
      <cdr:x>0.67746</cdr:x>
      <cdr:y>0.32679</cdr:y>
    </cdr:to>
    <cdr:sp macro="" textlink="">
      <cdr:nvSpPr>
        <cdr:cNvPr id="4" name="Rectángulo 3">
          <a:extLst xmlns:a="http://schemas.openxmlformats.org/drawingml/2006/main">
            <a:ext uri="{FF2B5EF4-FFF2-40B4-BE49-F238E27FC236}">
              <a16:creationId xmlns:a16="http://schemas.microsoft.com/office/drawing/2014/main" id="{BCD1C516-6FCA-4789-9E90-DE68FF31CA83}"/>
            </a:ext>
          </a:extLst>
        </cdr:cNvPr>
        <cdr:cNvSpPr/>
      </cdr:nvSpPr>
      <cdr:spPr>
        <a:xfrm xmlns:a="http://schemas.openxmlformats.org/drawingml/2006/main">
          <a:off x="2088231" y="877178"/>
          <a:ext cx="1676656" cy="531734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AR" sz="1400" dirty="0"/>
            <a:t>1963-1966: Volvió </a:t>
          </a:r>
        </a:p>
        <a:p xmlns:a="http://schemas.openxmlformats.org/drawingml/2006/main">
          <a:pPr algn="ctr"/>
          <a:r>
            <a:rPr lang="es-AR" sz="1400" dirty="0"/>
            <a:t>(</a:t>
          </a:r>
          <a:r>
            <a:rPr lang="es-AR" sz="1400" dirty="0" err="1"/>
            <a:t>prom</a:t>
          </a:r>
          <a:r>
            <a:rPr lang="es-AR" sz="1400" dirty="0"/>
            <a:t>: 27%)</a:t>
          </a:r>
          <a:endParaRPr lang="es-ES" sz="1400" dirty="0"/>
        </a:p>
      </cdr:txBody>
    </cdr:sp>
  </cdr:relSizeAnchor>
  <cdr:relSizeAnchor xmlns:cdr="http://schemas.openxmlformats.org/drawingml/2006/chartDrawing">
    <cdr:from>
      <cdr:x>0.62194</cdr:x>
      <cdr:y>0.39874</cdr:y>
    </cdr:from>
    <cdr:to>
      <cdr:x>0.68841</cdr:x>
      <cdr:y>0.72635</cdr:y>
    </cdr:to>
    <cdr:sp macro="" textlink="">
      <cdr:nvSpPr>
        <cdr:cNvPr id="5" name="Flecha: hacia abajo 4">
          <a:extLst xmlns:a="http://schemas.openxmlformats.org/drawingml/2006/main">
            <a:ext uri="{FF2B5EF4-FFF2-40B4-BE49-F238E27FC236}">
              <a16:creationId xmlns:a16="http://schemas.microsoft.com/office/drawing/2014/main" id="{71B338B9-FFBC-4CD3-8BE5-93C9F87C0113}"/>
            </a:ext>
          </a:extLst>
        </cdr:cNvPr>
        <cdr:cNvSpPr/>
      </cdr:nvSpPr>
      <cdr:spPr>
        <a:xfrm xmlns:a="http://schemas.openxmlformats.org/drawingml/2006/main">
          <a:off x="3456383" y="1719109"/>
          <a:ext cx="369400" cy="1412457"/>
        </a:xfrm>
        <a:prstGeom xmlns:a="http://schemas.openxmlformats.org/drawingml/2006/main" prst="downArrow">
          <a:avLst/>
        </a:prstGeom>
        <a:solidFill xmlns:a="http://schemas.openxmlformats.org/drawingml/2006/main">
          <a:schemeClr val="accent1">
            <a:lumMod val="5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0.74373</cdr:x>
      <cdr:y>0.44108</cdr:y>
    </cdr:from>
    <cdr:to>
      <cdr:x>0.8102</cdr:x>
      <cdr:y>0.76869</cdr:y>
    </cdr:to>
    <cdr:sp macro="" textlink="">
      <cdr:nvSpPr>
        <cdr:cNvPr id="6" name="Flecha: hacia abajo 5">
          <a:extLst xmlns:a="http://schemas.openxmlformats.org/drawingml/2006/main">
            <a:ext uri="{FF2B5EF4-FFF2-40B4-BE49-F238E27FC236}">
              <a16:creationId xmlns:a16="http://schemas.microsoft.com/office/drawing/2014/main" id="{41B71376-056A-4D4A-9348-3469E1802A45}"/>
            </a:ext>
          </a:extLst>
        </cdr:cNvPr>
        <cdr:cNvSpPr/>
      </cdr:nvSpPr>
      <cdr:spPr>
        <a:xfrm xmlns:a="http://schemas.openxmlformats.org/drawingml/2006/main">
          <a:off x="5041347" y="2000555"/>
          <a:ext cx="450574" cy="1485931"/>
        </a:xfrm>
        <a:prstGeom xmlns:a="http://schemas.openxmlformats.org/drawingml/2006/main" prst="downArrow">
          <a:avLst/>
        </a:prstGeom>
        <a:solidFill xmlns:a="http://schemas.openxmlformats.org/drawingml/2006/main">
          <a:schemeClr val="accent1">
            <a:lumMod val="5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s-ES"/>
        </a:p>
      </cdr:txBody>
    </cdr:sp>
  </cdr:relSizeAnchor>
  <cdr:relSizeAnchor xmlns:cdr="http://schemas.openxmlformats.org/drawingml/2006/chartDrawing">
    <cdr:from>
      <cdr:x>0.71905</cdr:x>
      <cdr:y>0.29853</cdr:y>
    </cdr:from>
    <cdr:to>
      <cdr:x>1</cdr:x>
      <cdr:y>0.42004</cdr:y>
    </cdr:to>
    <cdr:sp macro="" textlink="">
      <cdr:nvSpPr>
        <cdr:cNvPr id="7" name="Rectángulo 6">
          <a:extLst xmlns:a="http://schemas.openxmlformats.org/drawingml/2006/main">
            <a:ext uri="{FF2B5EF4-FFF2-40B4-BE49-F238E27FC236}">
              <a16:creationId xmlns:a16="http://schemas.microsoft.com/office/drawing/2014/main" id="{37578EE2-8300-44A1-B311-367F3A03A8C4}"/>
            </a:ext>
          </a:extLst>
        </cdr:cNvPr>
        <cdr:cNvSpPr/>
      </cdr:nvSpPr>
      <cdr:spPr>
        <a:xfrm xmlns:a="http://schemas.openxmlformats.org/drawingml/2006/main">
          <a:off x="3996044" y="1287061"/>
          <a:ext cx="1561350" cy="523903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s-AR" sz="1400" dirty="0"/>
            <a:t>1967-1970: Plan KV</a:t>
          </a:r>
          <a:endParaRPr lang="es-ES" sz="1400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0.4</cdr:x>
      <cdr:y>0.01445</cdr:y>
    </cdr:from>
    <cdr:to>
      <cdr:x>0.6087</cdr:x>
      <cdr:y>0.20791</cdr:y>
    </cdr:to>
    <cdr:sp macro="" textlink="">
      <cdr:nvSpPr>
        <cdr:cNvPr id="2" name="CuadroTexto 1">
          <a:extLst xmlns:a="http://schemas.openxmlformats.org/drawingml/2006/main">
            <a:ext uri="{FF2B5EF4-FFF2-40B4-BE49-F238E27FC236}">
              <a16:creationId xmlns:a16="http://schemas.microsoft.com/office/drawing/2014/main" id="{7A50892A-474E-45B4-81CD-FFA3C5FBC1E0}"/>
            </a:ext>
          </a:extLst>
        </cdr:cNvPr>
        <cdr:cNvSpPr txBox="1"/>
      </cdr:nvSpPr>
      <cdr:spPr>
        <a:xfrm xmlns:a="http://schemas.openxmlformats.org/drawingml/2006/main">
          <a:off x="3312368" y="68273"/>
          <a:ext cx="1728192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s-AR" sz="3600" dirty="0"/>
            <a:t>Superávit comercial</a:t>
          </a:r>
          <a:endParaRPr lang="es-ES" sz="3600" dirty="0"/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0.16814</cdr:x>
      <cdr:y>0.0197</cdr:y>
    </cdr:from>
    <cdr:to>
      <cdr:x>0.59292</cdr:x>
      <cdr:y>0.08744</cdr:y>
    </cdr:to>
    <cdr:sp macro="" textlink="">
      <cdr:nvSpPr>
        <cdr:cNvPr id="2" name="CuadroTexto 1">
          <a:extLst xmlns:a="http://schemas.openxmlformats.org/drawingml/2006/main">
            <a:ext uri="{FF2B5EF4-FFF2-40B4-BE49-F238E27FC236}">
              <a16:creationId xmlns:a16="http://schemas.microsoft.com/office/drawing/2014/main" id="{7972E584-F5DA-4E32-A86B-579AB283073A}"/>
            </a:ext>
          </a:extLst>
        </cdr:cNvPr>
        <cdr:cNvSpPr txBox="1"/>
      </cdr:nvSpPr>
      <cdr:spPr>
        <a:xfrm xmlns:a="http://schemas.openxmlformats.org/drawingml/2006/main">
          <a:off x="1368152" y="83775"/>
          <a:ext cx="3456401" cy="28802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s-AR" sz="1600" dirty="0"/>
            <a:t>Precios promedios de trigo y de maíz</a:t>
          </a:r>
          <a:endParaRPr lang="es-ES" sz="1600" dirty="0"/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0.6037</cdr:x>
      <cdr:y>0.03248</cdr:y>
    </cdr:from>
    <cdr:to>
      <cdr:x>0.8649</cdr:x>
      <cdr:y>0.79381</cdr:y>
    </cdr:to>
    <cdr:sp macro="" textlink="">
      <cdr:nvSpPr>
        <cdr:cNvPr id="2" name="Rectángulo 1">
          <a:extLst xmlns:a="http://schemas.openxmlformats.org/drawingml/2006/main">
            <a:ext uri="{FF2B5EF4-FFF2-40B4-BE49-F238E27FC236}">
              <a16:creationId xmlns:a16="http://schemas.microsoft.com/office/drawing/2014/main" id="{97D5C615-E740-4A6F-B7D0-B0196FC8AFDD}"/>
            </a:ext>
          </a:extLst>
        </cdr:cNvPr>
        <cdr:cNvSpPr/>
      </cdr:nvSpPr>
      <cdr:spPr>
        <a:xfrm xmlns:a="http://schemas.openxmlformats.org/drawingml/2006/main">
          <a:off x="4826497" y="147458"/>
          <a:ext cx="2088248" cy="3456401"/>
        </a:xfrm>
        <a:prstGeom xmlns:a="http://schemas.openxmlformats.org/drawingml/2006/main" prst="rect">
          <a:avLst/>
        </a:prstGeom>
        <a:noFill xmlns:a="http://schemas.openxmlformats.org/drawingml/2006/main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s-E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B4FC2-502F-438A-9BEC-268AB1945BDB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63F5B-7E74-4735-AAB1-9D0BDAD88CDB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6145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44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72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1359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1920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49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0263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50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3105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6407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54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0027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9704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171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3853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59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7649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60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9637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9611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64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602275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803402"/>
            <a:ext cx="3886200" cy="4358165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803399"/>
            <a:ext cx="3886200" cy="4358167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s-ES" dirty="0"/>
              <a:t>30/6/2006</a:t>
            </a:r>
            <a:endParaRPr kumimoji="0" lang="es-E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es-ES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es-E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kumimoji="0" lang="es-ES" dirty="0"/>
              <a:t>La Crisis de </a:t>
            </a:r>
            <a:r>
              <a:rPr kumimoji="0" lang="es-ES" dirty="0" err="1"/>
              <a:t>Baring</a:t>
            </a:r>
            <a:r>
              <a:rPr kumimoji="0" lang="es-ES" dirty="0"/>
              <a:t> - Cátedra HEA - FCE - UNC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00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8918B-A752-478E-98C3-4EE43565EF57}" type="datetimeFigureOut">
              <a:rPr lang="es-AR" smtClean="0"/>
              <a:pPr/>
              <a:t>24/10/2019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C0393-C132-4D80-A2BD-6279E0AD8FF9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4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1619672" y="155679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2805861" y="3258850"/>
            <a:ext cx="34079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INFLACIÓN</a:t>
            </a:r>
          </a:p>
          <a:p>
            <a:r>
              <a:rPr lang="es-AR" sz="3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(PARTE 2)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2761389" y="2056472"/>
            <a:ext cx="0" cy="2931148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56 Rectángulo redondeado"/>
          <p:cNvSpPr/>
          <p:nvPr/>
        </p:nvSpPr>
        <p:spPr>
          <a:xfrm>
            <a:off x="0" y="1352"/>
            <a:ext cx="9187424" cy="642942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DEL STOP AND GO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DEL STOP AND GO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40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6227157" y="2081162"/>
            <a:ext cx="2699945" cy="3026465"/>
          </a:xfrm>
          <a:prstGeom prst="roundRect">
            <a:avLst>
              <a:gd name="adj" fmla="val 7096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50" b="1" dirty="0">
                <a:solidFill>
                  <a:schemeClr val="bg1"/>
                </a:solidFill>
              </a:rPr>
              <a:t>Stop de 1961-1962</a:t>
            </a:r>
            <a:endParaRPr lang="es-AR" sz="4050" b="1" dirty="0">
              <a:solidFill>
                <a:schemeClr val="bg1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1322198" y="2081162"/>
            <a:ext cx="2752847" cy="49555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Salario real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4" name="17 Rectángulo redondeado">
            <a:extLst>
              <a:ext uri="{FF2B5EF4-FFF2-40B4-BE49-F238E27FC236}">
                <a16:creationId xmlns:a16="http://schemas.microsoft.com/office/drawing/2014/main" id="{EE56F42C-C9DB-46B3-B95B-BA3AFE95620D}"/>
              </a:ext>
            </a:extLst>
          </p:cNvPr>
          <p:cNvSpPr/>
          <p:nvPr/>
        </p:nvSpPr>
        <p:spPr>
          <a:xfrm>
            <a:off x="1322198" y="2722236"/>
            <a:ext cx="2752847" cy="49555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Desempleo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472FA8F4-05FC-44D9-8204-F0369156B9D6}"/>
              </a:ext>
            </a:extLst>
          </p:cNvPr>
          <p:cNvSpPr/>
          <p:nvPr/>
        </p:nvSpPr>
        <p:spPr>
          <a:xfrm>
            <a:off x="1649897" y="2179154"/>
            <a:ext cx="268357" cy="318053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10C69CB1-B9B9-427D-878F-C8D6B39E43D2}"/>
              </a:ext>
            </a:extLst>
          </p:cNvPr>
          <p:cNvSpPr/>
          <p:nvPr/>
        </p:nvSpPr>
        <p:spPr>
          <a:xfrm rot="10800000">
            <a:off x="1649896" y="2826596"/>
            <a:ext cx="268357" cy="318053"/>
          </a:xfrm>
          <a:prstGeom prst="down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7" name="17 Rectángulo redondeado">
            <a:extLst>
              <a:ext uri="{FF2B5EF4-FFF2-40B4-BE49-F238E27FC236}">
                <a16:creationId xmlns:a16="http://schemas.microsoft.com/office/drawing/2014/main" id="{2992E613-5C70-4B4E-B0DA-0433A51875D6}"/>
              </a:ext>
            </a:extLst>
          </p:cNvPr>
          <p:cNvSpPr/>
          <p:nvPr/>
        </p:nvSpPr>
        <p:spPr>
          <a:xfrm>
            <a:off x="4289029" y="2081161"/>
            <a:ext cx="1724146" cy="113663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Cae demanda agregada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8" name="17 Rectángulo redondeado">
            <a:extLst>
              <a:ext uri="{FF2B5EF4-FFF2-40B4-BE49-F238E27FC236}">
                <a16:creationId xmlns:a16="http://schemas.microsoft.com/office/drawing/2014/main" id="{C937EA50-53EB-43B2-99E8-B6A139EFB275}"/>
              </a:ext>
            </a:extLst>
          </p:cNvPr>
          <p:cNvSpPr/>
          <p:nvPr/>
        </p:nvSpPr>
        <p:spPr>
          <a:xfrm>
            <a:off x="4289028" y="3909962"/>
            <a:ext cx="1724146" cy="1197665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Iliquidez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9" name="17 Rectángulo redondeado">
            <a:extLst>
              <a:ext uri="{FF2B5EF4-FFF2-40B4-BE49-F238E27FC236}">
                <a16:creationId xmlns:a16="http://schemas.microsoft.com/office/drawing/2014/main" id="{D3F2CDB5-7E3F-4BDC-85BA-77E8560736A4}"/>
              </a:ext>
            </a:extLst>
          </p:cNvPr>
          <p:cNvSpPr/>
          <p:nvPr/>
        </p:nvSpPr>
        <p:spPr>
          <a:xfrm>
            <a:off x="1322198" y="3909963"/>
            <a:ext cx="2752847" cy="50549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Plan del 58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10" name="17 Rectángulo redondeado">
            <a:extLst>
              <a:ext uri="{FF2B5EF4-FFF2-40B4-BE49-F238E27FC236}">
                <a16:creationId xmlns:a16="http://schemas.microsoft.com/office/drawing/2014/main" id="{EC8C6B5B-A747-4180-BD87-AFA05597C406}"/>
              </a:ext>
            </a:extLst>
          </p:cNvPr>
          <p:cNvSpPr/>
          <p:nvPr/>
        </p:nvSpPr>
        <p:spPr>
          <a:xfrm>
            <a:off x="1322198" y="4602131"/>
            <a:ext cx="2752847" cy="50549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Salida de capitales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3" name="Flecha: a la derecha 2">
            <a:extLst>
              <a:ext uri="{FF2B5EF4-FFF2-40B4-BE49-F238E27FC236}">
                <a16:creationId xmlns:a16="http://schemas.microsoft.com/office/drawing/2014/main" id="{A83BBD0F-9B20-48AF-8B38-C2E76CF00CF0}"/>
              </a:ext>
            </a:extLst>
          </p:cNvPr>
          <p:cNvSpPr/>
          <p:nvPr/>
        </p:nvSpPr>
        <p:spPr>
          <a:xfrm>
            <a:off x="129209" y="3679963"/>
            <a:ext cx="1789044" cy="922168"/>
          </a:xfrm>
          <a:prstGeom prst="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dirty="0"/>
              <a:t>Se le adjudicó la mayor culpabilidad</a:t>
            </a:r>
            <a:endParaRPr lang="es-ES" sz="1350" dirty="0"/>
          </a:p>
        </p:txBody>
      </p:sp>
    </p:spTree>
    <p:extLst>
      <p:ext uri="{BB962C8B-B14F-4D97-AF65-F5344CB8AC3E}">
        <p14:creationId xmlns:p14="http://schemas.microsoft.com/office/powerpoint/2010/main" val="35853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398830" y="1226397"/>
            <a:ext cx="3982093" cy="745435"/>
          </a:xfrm>
          <a:prstGeom prst="roundRect">
            <a:avLst>
              <a:gd name="adj" fmla="val 20429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50" b="1" dirty="0">
                <a:solidFill>
                  <a:schemeClr val="bg1"/>
                </a:solidFill>
              </a:rPr>
              <a:t>¿El problema?</a:t>
            </a:r>
            <a:endParaRPr lang="es-AR" sz="4050" b="1" dirty="0">
              <a:solidFill>
                <a:schemeClr val="bg1"/>
              </a:solidFill>
            </a:endParaRPr>
          </a:p>
        </p:txBody>
      </p:sp>
      <p:sp>
        <p:nvSpPr>
          <p:cNvPr id="8" name="17 Rectángulo redondeado">
            <a:extLst>
              <a:ext uri="{FF2B5EF4-FFF2-40B4-BE49-F238E27FC236}">
                <a16:creationId xmlns:a16="http://schemas.microsoft.com/office/drawing/2014/main" id="{C937EA50-53EB-43B2-99E8-B6A139EFB275}"/>
              </a:ext>
            </a:extLst>
          </p:cNvPr>
          <p:cNvSpPr/>
          <p:nvPr/>
        </p:nvSpPr>
        <p:spPr>
          <a:xfrm>
            <a:off x="1192988" y="4749120"/>
            <a:ext cx="2752847" cy="50122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i="1" dirty="0">
                <a:solidFill>
                  <a:schemeClr val="bg1"/>
                </a:solidFill>
              </a:rPr>
              <a:t>Se termina con la crisis</a:t>
            </a:r>
            <a:endParaRPr lang="es-ES" b="1" i="1" u="sng" dirty="0">
              <a:solidFill>
                <a:schemeClr val="bg1"/>
              </a:solidFill>
            </a:endParaRPr>
          </a:p>
        </p:txBody>
      </p:sp>
      <p:sp>
        <p:nvSpPr>
          <p:cNvPr id="9" name="17 Rectángulo redondeado">
            <a:extLst>
              <a:ext uri="{FF2B5EF4-FFF2-40B4-BE49-F238E27FC236}">
                <a16:creationId xmlns:a16="http://schemas.microsoft.com/office/drawing/2014/main" id="{D3F2CDB5-7E3F-4BDC-85BA-77E8560736A4}"/>
              </a:ext>
            </a:extLst>
          </p:cNvPr>
          <p:cNvSpPr/>
          <p:nvPr/>
        </p:nvSpPr>
        <p:spPr>
          <a:xfrm>
            <a:off x="1192988" y="3300805"/>
            <a:ext cx="2752847" cy="50549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>
                <a:solidFill>
                  <a:schemeClr val="bg1"/>
                </a:solidFill>
              </a:rPr>
              <a:t>Frondizi</a:t>
            </a:r>
          </a:p>
        </p:txBody>
      </p:sp>
      <p:sp>
        <p:nvSpPr>
          <p:cNvPr id="10" name="17 Rectángulo redondeado">
            <a:extLst>
              <a:ext uri="{FF2B5EF4-FFF2-40B4-BE49-F238E27FC236}">
                <a16:creationId xmlns:a16="http://schemas.microsoft.com/office/drawing/2014/main" id="{EC8C6B5B-A747-4180-BD87-AFA05597C406}"/>
              </a:ext>
            </a:extLst>
          </p:cNvPr>
          <p:cNvSpPr/>
          <p:nvPr/>
        </p:nvSpPr>
        <p:spPr>
          <a:xfrm>
            <a:off x="1192988" y="4154171"/>
            <a:ext cx="2752847" cy="50549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Financiamiento externo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11" name="16 Rectángulo redondeado">
            <a:extLst>
              <a:ext uri="{FF2B5EF4-FFF2-40B4-BE49-F238E27FC236}">
                <a16:creationId xmlns:a16="http://schemas.microsoft.com/office/drawing/2014/main" id="{59A58EB2-799C-4801-9BC7-BC7599CA0971}"/>
              </a:ext>
            </a:extLst>
          </p:cNvPr>
          <p:cNvSpPr/>
          <p:nvPr/>
        </p:nvSpPr>
        <p:spPr>
          <a:xfrm>
            <a:off x="1043609" y="2274975"/>
            <a:ext cx="6917635" cy="745435"/>
          </a:xfrm>
          <a:prstGeom prst="roundRect">
            <a:avLst>
              <a:gd name="adj" fmla="val 20429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50" b="1" dirty="0">
                <a:solidFill>
                  <a:schemeClr val="bg1"/>
                </a:solidFill>
              </a:rPr>
              <a:t>El mismo: falta de divisas</a:t>
            </a:r>
            <a:endParaRPr lang="es-AR" sz="4050" b="1" dirty="0">
              <a:solidFill>
                <a:schemeClr val="bg1"/>
              </a:solidFill>
            </a:endParaRPr>
          </a:p>
        </p:txBody>
      </p:sp>
      <p:sp>
        <p:nvSpPr>
          <p:cNvPr id="12" name="17 Rectángulo redondeado">
            <a:extLst>
              <a:ext uri="{FF2B5EF4-FFF2-40B4-BE49-F238E27FC236}">
                <a16:creationId xmlns:a16="http://schemas.microsoft.com/office/drawing/2014/main" id="{D36FFD47-7F4B-413D-B36B-5C6D154CB0AC}"/>
              </a:ext>
            </a:extLst>
          </p:cNvPr>
          <p:cNvSpPr/>
          <p:nvPr/>
        </p:nvSpPr>
        <p:spPr>
          <a:xfrm>
            <a:off x="4925131" y="3300805"/>
            <a:ext cx="2752847" cy="50549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u="sng" dirty="0">
                <a:solidFill>
                  <a:schemeClr val="bg1"/>
                </a:solidFill>
              </a:rPr>
              <a:t>Illia</a:t>
            </a:r>
          </a:p>
        </p:txBody>
      </p:sp>
      <p:sp>
        <p:nvSpPr>
          <p:cNvPr id="13" name="17 Rectángulo redondeado">
            <a:extLst>
              <a:ext uri="{FF2B5EF4-FFF2-40B4-BE49-F238E27FC236}">
                <a16:creationId xmlns:a16="http://schemas.microsoft.com/office/drawing/2014/main" id="{4D4B590C-8CA7-4677-9500-7442A95A87B0}"/>
              </a:ext>
            </a:extLst>
          </p:cNvPr>
          <p:cNvSpPr/>
          <p:nvPr/>
        </p:nvSpPr>
        <p:spPr>
          <a:xfrm>
            <a:off x="4925131" y="4154171"/>
            <a:ext cx="2752847" cy="50549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Aumento de exportaciones</a:t>
            </a:r>
            <a:endParaRPr lang="es-ES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110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428860" y="1714488"/>
            <a:ext cx="4245954" cy="128588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950" b="1" dirty="0">
                <a:solidFill>
                  <a:schemeClr val="bg1"/>
                </a:solidFill>
              </a:rPr>
              <a:t>El Fin del Stop and </a:t>
            </a:r>
            <a:r>
              <a:rPr lang="es-ES" sz="4950" b="1" dirty="0" err="1">
                <a:solidFill>
                  <a:schemeClr val="bg1"/>
                </a:solidFill>
              </a:rPr>
              <a:t>Go</a:t>
            </a:r>
            <a:endParaRPr lang="es-AR" sz="4950" b="1" dirty="0">
              <a:solidFill>
                <a:schemeClr val="bg1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2107389" y="3482578"/>
            <a:ext cx="4888469" cy="910835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bg1"/>
                </a:solidFill>
              </a:rPr>
              <a:t>El gobierno de </a:t>
            </a:r>
            <a:r>
              <a:rPr lang="es-ES" sz="1500" b="1" dirty="0" err="1">
                <a:solidFill>
                  <a:schemeClr val="bg1"/>
                </a:solidFill>
              </a:rPr>
              <a:t>Illia</a:t>
            </a:r>
            <a:endParaRPr lang="es-ES" sz="15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29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Elipse"/>
          <p:cNvSpPr/>
          <p:nvPr/>
        </p:nvSpPr>
        <p:spPr>
          <a:xfrm>
            <a:off x="3357554" y="2071678"/>
            <a:ext cx="2214578" cy="221457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</a:t>
            </a:r>
          </a:p>
          <a:p>
            <a:pPr algn="ctr"/>
            <a:r>
              <a:rPr lang="es-AR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</a:p>
          <a:p>
            <a:pPr algn="ctr"/>
            <a:r>
              <a:rPr lang="es-AR" sz="3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endParaRPr lang="es-AR" sz="3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3245552" y="116632"/>
            <a:ext cx="2581458" cy="81545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Estrangulamiento </a:t>
            </a:r>
          </a:p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divisas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6444208" y="799379"/>
            <a:ext cx="1714512" cy="57492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Devaluación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5878455" y="4552446"/>
            <a:ext cx="1357322" cy="3640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Expo</a:t>
            </a:r>
          </a:p>
        </p:txBody>
      </p:sp>
      <p:sp>
        <p:nvSpPr>
          <p:cNvPr id="35" name="34 Rectángulo redondeado"/>
          <p:cNvSpPr/>
          <p:nvPr/>
        </p:nvSpPr>
        <p:spPr>
          <a:xfrm>
            <a:off x="706525" y="5330477"/>
            <a:ext cx="1957854" cy="9758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Reacción de salarios nominales</a:t>
            </a:r>
            <a:endParaRPr lang="es-AR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5664047" y="5930607"/>
            <a:ext cx="1214447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44 Rectángulo redondeado"/>
          <p:cNvSpPr/>
          <p:nvPr/>
        </p:nvSpPr>
        <p:spPr>
          <a:xfrm>
            <a:off x="6443076" y="1741102"/>
            <a:ext cx="1715644" cy="56247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Salario real</a:t>
            </a:r>
          </a:p>
        </p:txBody>
      </p:sp>
      <p:sp>
        <p:nvSpPr>
          <p:cNvPr id="47" name="46 Rectángulo redondeado"/>
          <p:cNvSpPr/>
          <p:nvPr/>
        </p:nvSpPr>
        <p:spPr>
          <a:xfrm>
            <a:off x="6443076" y="2670380"/>
            <a:ext cx="1714512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Consumo interno</a:t>
            </a:r>
          </a:p>
        </p:txBody>
      </p:sp>
      <p:sp>
        <p:nvSpPr>
          <p:cNvPr id="49" name="48 Rectángulo redondeado"/>
          <p:cNvSpPr/>
          <p:nvPr/>
        </p:nvSpPr>
        <p:spPr>
          <a:xfrm>
            <a:off x="5878974" y="3764070"/>
            <a:ext cx="1357322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Transables</a:t>
            </a:r>
          </a:p>
        </p:txBody>
      </p:sp>
      <p:sp>
        <p:nvSpPr>
          <p:cNvPr id="50" name="49 Rectángulo redondeado"/>
          <p:cNvSpPr/>
          <p:nvPr/>
        </p:nvSpPr>
        <p:spPr>
          <a:xfrm>
            <a:off x="7380312" y="3764070"/>
            <a:ext cx="1327500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Transables</a:t>
            </a:r>
          </a:p>
        </p:txBody>
      </p:sp>
      <p:sp>
        <p:nvSpPr>
          <p:cNvPr id="51" name="50 Rectángulo redondeado"/>
          <p:cNvSpPr/>
          <p:nvPr/>
        </p:nvSpPr>
        <p:spPr>
          <a:xfrm>
            <a:off x="7858148" y="95575"/>
            <a:ext cx="1209597" cy="904533"/>
          </a:xfrm>
          <a:prstGeom prst="roundRect">
            <a:avLst>
              <a:gd name="adj" fmla="val 10448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incentivaba </a:t>
            </a:r>
            <a:r>
              <a:rPr lang="es-ES" sz="1400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prod. Agrop</a:t>
            </a:r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51 Rectángulo redondeado"/>
          <p:cNvSpPr/>
          <p:nvPr/>
        </p:nvSpPr>
        <p:spPr>
          <a:xfrm>
            <a:off x="7380312" y="4559238"/>
            <a:ext cx="1327500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-∆ Industria</a:t>
            </a:r>
          </a:p>
        </p:txBody>
      </p:sp>
      <p:sp>
        <p:nvSpPr>
          <p:cNvPr id="53" name="52 Rectángulo redondeado"/>
          <p:cNvSpPr/>
          <p:nvPr/>
        </p:nvSpPr>
        <p:spPr>
          <a:xfrm>
            <a:off x="7293963" y="5679297"/>
            <a:ext cx="1500198" cy="83344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Recesión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(“Stop”)</a:t>
            </a:r>
          </a:p>
        </p:txBody>
      </p:sp>
      <p:cxnSp>
        <p:nvCxnSpPr>
          <p:cNvPr id="54" name="53 Conector recto de flecha"/>
          <p:cNvCxnSpPr>
            <a:cxnSpLocks/>
            <a:stCxn id="50" idx="2"/>
            <a:endCxn id="52" idx="0"/>
          </p:cNvCxnSpPr>
          <p:nvPr/>
        </p:nvCxnSpPr>
        <p:spPr>
          <a:xfrm>
            <a:off x="8044062" y="4264136"/>
            <a:ext cx="0" cy="295102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 de flecha"/>
          <p:cNvCxnSpPr>
            <a:cxnSpLocks/>
            <a:stCxn id="49" idx="2"/>
            <a:endCxn id="33" idx="0"/>
          </p:cNvCxnSpPr>
          <p:nvPr/>
        </p:nvCxnSpPr>
        <p:spPr>
          <a:xfrm flipH="1">
            <a:off x="6557116" y="4264136"/>
            <a:ext cx="519" cy="28831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63 Conector recto de flecha"/>
          <p:cNvCxnSpPr>
            <a:cxnSpLocks/>
            <a:stCxn id="52" idx="2"/>
            <a:endCxn id="53" idx="0"/>
          </p:cNvCxnSpPr>
          <p:nvPr/>
        </p:nvCxnSpPr>
        <p:spPr>
          <a:xfrm>
            <a:off x="8044062" y="4916428"/>
            <a:ext cx="0" cy="76286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>
            <a:cxnSpLocks/>
            <a:stCxn id="53" idx="1"/>
            <a:endCxn id="44" idx="3"/>
          </p:cNvCxnSpPr>
          <p:nvPr/>
        </p:nvCxnSpPr>
        <p:spPr>
          <a:xfrm flipH="1">
            <a:off x="6878494" y="6096017"/>
            <a:ext cx="415469" cy="13185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Forma"/>
          <p:cNvCxnSpPr>
            <a:cxnSpLocks/>
            <a:stCxn id="47" idx="2"/>
            <a:endCxn id="49" idx="0"/>
          </p:cNvCxnSpPr>
          <p:nvPr/>
        </p:nvCxnSpPr>
        <p:spPr>
          <a:xfrm rot="5400000">
            <a:off x="6632172" y="3095910"/>
            <a:ext cx="593624" cy="742697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Forma"/>
          <p:cNvCxnSpPr>
            <a:cxnSpLocks/>
            <a:stCxn id="47" idx="2"/>
            <a:endCxn id="50" idx="0"/>
          </p:cNvCxnSpPr>
          <p:nvPr/>
        </p:nvCxnSpPr>
        <p:spPr>
          <a:xfrm rot="16200000" flipH="1">
            <a:off x="7375385" y="3095393"/>
            <a:ext cx="593624" cy="74373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 de flecha"/>
          <p:cNvCxnSpPr>
            <a:cxnSpLocks/>
            <a:stCxn id="45" idx="2"/>
            <a:endCxn id="47" idx="0"/>
          </p:cNvCxnSpPr>
          <p:nvPr/>
        </p:nvCxnSpPr>
        <p:spPr>
          <a:xfrm flipH="1">
            <a:off x="7300332" y="2303581"/>
            <a:ext cx="566" cy="36679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80 Conector recto de flecha"/>
          <p:cNvCxnSpPr>
            <a:cxnSpLocks/>
            <a:stCxn id="31" idx="2"/>
            <a:endCxn id="45" idx="0"/>
          </p:cNvCxnSpPr>
          <p:nvPr/>
        </p:nvCxnSpPr>
        <p:spPr>
          <a:xfrm flipH="1">
            <a:off x="7300898" y="1374303"/>
            <a:ext cx="566" cy="366799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Forma"/>
          <p:cNvCxnSpPr>
            <a:cxnSpLocks/>
            <a:stCxn id="28" idx="3"/>
            <a:endCxn id="31" idx="1"/>
          </p:cNvCxnSpPr>
          <p:nvPr/>
        </p:nvCxnSpPr>
        <p:spPr>
          <a:xfrm>
            <a:off x="5827010" y="524361"/>
            <a:ext cx="617198" cy="56248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96 Forma libre"/>
          <p:cNvSpPr/>
          <p:nvPr/>
        </p:nvSpPr>
        <p:spPr>
          <a:xfrm>
            <a:off x="2677129" y="2250274"/>
            <a:ext cx="3799987" cy="3615988"/>
          </a:xfrm>
          <a:custGeom>
            <a:avLst/>
            <a:gdLst>
              <a:gd name="connsiteX0" fmla="*/ 2859314 w 2859314"/>
              <a:gd name="connsiteY0" fmla="*/ 0 h 2656114"/>
              <a:gd name="connsiteX1" fmla="*/ 2525486 w 2859314"/>
              <a:gd name="connsiteY1" fmla="*/ 638629 h 2656114"/>
              <a:gd name="connsiteX2" fmla="*/ 2191657 w 2859314"/>
              <a:gd name="connsiteY2" fmla="*/ 1117600 h 2656114"/>
              <a:gd name="connsiteX3" fmla="*/ 1872343 w 2859314"/>
              <a:gd name="connsiteY3" fmla="*/ 1422400 h 2656114"/>
              <a:gd name="connsiteX4" fmla="*/ 1030514 w 2859314"/>
              <a:gd name="connsiteY4" fmla="*/ 2046514 h 2656114"/>
              <a:gd name="connsiteX5" fmla="*/ 0 w 2859314"/>
              <a:gd name="connsiteY5" fmla="*/ 2656114 h 265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9314" h="2656114">
                <a:moveTo>
                  <a:pt x="2859314" y="0"/>
                </a:moveTo>
                <a:cubicBezTo>
                  <a:pt x="2748038" y="226181"/>
                  <a:pt x="2636762" y="452362"/>
                  <a:pt x="2525486" y="638629"/>
                </a:cubicBezTo>
                <a:cubicBezTo>
                  <a:pt x="2414210" y="824896"/>
                  <a:pt x="2300514" y="986972"/>
                  <a:pt x="2191657" y="1117600"/>
                </a:cubicBezTo>
                <a:cubicBezTo>
                  <a:pt x="2082800" y="1248228"/>
                  <a:pt x="2065867" y="1267581"/>
                  <a:pt x="1872343" y="1422400"/>
                </a:cubicBezTo>
                <a:cubicBezTo>
                  <a:pt x="1678819" y="1577219"/>
                  <a:pt x="1342571" y="1840895"/>
                  <a:pt x="1030514" y="2046514"/>
                </a:cubicBezTo>
                <a:cubicBezTo>
                  <a:pt x="718457" y="2252133"/>
                  <a:pt x="0" y="2656114"/>
                  <a:pt x="0" y="2656114"/>
                </a:cubicBezTo>
              </a:path>
            </a:pathLst>
          </a:custGeom>
          <a:ln w="38100">
            <a:solidFill>
              <a:schemeClr val="accent1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99" name="98 Rectángulo redondeado"/>
          <p:cNvSpPr/>
          <p:nvPr/>
        </p:nvSpPr>
        <p:spPr>
          <a:xfrm>
            <a:off x="706525" y="4572008"/>
            <a:ext cx="1957853" cy="50006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Consumo interno</a:t>
            </a:r>
          </a:p>
        </p:txBody>
      </p:sp>
      <p:sp>
        <p:nvSpPr>
          <p:cNvPr id="100" name="99 Rectángulo redondeado"/>
          <p:cNvSpPr/>
          <p:nvPr/>
        </p:nvSpPr>
        <p:spPr>
          <a:xfrm>
            <a:off x="706525" y="3857627"/>
            <a:ext cx="1957853" cy="45597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Producción</a:t>
            </a:r>
          </a:p>
        </p:txBody>
      </p:sp>
      <p:sp>
        <p:nvSpPr>
          <p:cNvPr id="102" name="101 Rectángulo redondeado"/>
          <p:cNvSpPr/>
          <p:nvPr/>
        </p:nvSpPr>
        <p:spPr>
          <a:xfrm>
            <a:off x="706525" y="2658003"/>
            <a:ext cx="1957853" cy="8458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Reactivación</a:t>
            </a:r>
          </a:p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(“</a:t>
            </a:r>
            <a:r>
              <a:rPr lang="es-AR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”)</a:t>
            </a:r>
          </a:p>
        </p:txBody>
      </p:sp>
      <p:sp>
        <p:nvSpPr>
          <p:cNvPr id="103" name="102 Rectángulo redondeado"/>
          <p:cNvSpPr/>
          <p:nvPr/>
        </p:nvSpPr>
        <p:spPr>
          <a:xfrm>
            <a:off x="1139427" y="1893084"/>
            <a:ext cx="1092047" cy="3571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∆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4" name="103 Conector recto de flecha"/>
          <p:cNvCxnSpPr>
            <a:cxnSpLocks/>
            <a:stCxn id="35" idx="0"/>
            <a:endCxn id="99" idx="2"/>
          </p:cNvCxnSpPr>
          <p:nvPr/>
        </p:nvCxnSpPr>
        <p:spPr>
          <a:xfrm flipV="1">
            <a:off x="1685452" y="5072074"/>
            <a:ext cx="0" cy="2584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106 Conector recto de flecha"/>
          <p:cNvCxnSpPr>
            <a:cxnSpLocks/>
            <a:stCxn id="99" idx="0"/>
            <a:endCxn id="100" idx="2"/>
          </p:cNvCxnSpPr>
          <p:nvPr/>
        </p:nvCxnSpPr>
        <p:spPr>
          <a:xfrm flipV="1">
            <a:off x="1685452" y="4313605"/>
            <a:ext cx="0" cy="25840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09 Conector recto de flecha"/>
          <p:cNvCxnSpPr>
            <a:cxnSpLocks/>
            <a:stCxn id="100" idx="0"/>
            <a:endCxn id="102" idx="2"/>
          </p:cNvCxnSpPr>
          <p:nvPr/>
        </p:nvCxnSpPr>
        <p:spPr>
          <a:xfrm flipV="1">
            <a:off x="1685452" y="3503859"/>
            <a:ext cx="0" cy="35376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116 Conector recto de flecha"/>
          <p:cNvCxnSpPr>
            <a:cxnSpLocks/>
            <a:stCxn id="102" idx="0"/>
            <a:endCxn id="103" idx="2"/>
          </p:cNvCxnSpPr>
          <p:nvPr/>
        </p:nvCxnSpPr>
        <p:spPr>
          <a:xfrm flipH="1" flipV="1">
            <a:off x="1685451" y="2250274"/>
            <a:ext cx="1" cy="40772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119 Rectángulo redondeado"/>
          <p:cNvSpPr/>
          <p:nvPr/>
        </p:nvSpPr>
        <p:spPr>
          <a:xfrm>
            <a:off x="4471687" y="5102663"/>
            <a:ext cx="1214446" cy="64636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 de B.C.</a:t>
            </a:r>
          </a:p>
        </p:txBody>
      </p:sp>
      <p:cxnSp>
        <p:nvCxnSpPr>
          <p:cNvPr id="121" name="120 Forma"/>
          <p:cNvCxnSpPr>
            <a:cxnSpLocks/>
            <a:stCxn id="33" idx="1"/>
            <a:endCxn id="120" idx="0"/>
          </p:cNvCxnSpPr>
          <p:nvPr/>
        </p:nvCxnSpPr>
        <p:spPr>
          <a:xfrm rot="10800000" flipV="1">
            <a:off x="5078911" y="4734461"/>
            <a:ext cx="799545" cy="368202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Forma"/>
          <p:cNvCxnSpPr>
            <a:cxnSpLocks/>
            <a:stCxn id="44" idx="1"/>
            <a:endCxn id="120" idx="2"/>
          </p:cNvCxnSpPr>
          <p:nvPr/>
        </p:nvCxnSpPr>
        <p:spPr>
          <a:xfrm rot="10800000">
            <a:off x="5078911" y="5749026"/>
            <a:ext cx="585137" cy="360177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128 Rectángulo redondeado"/>
          <p:cNvSpPr/>
          <p:nvPr/>
        </p:nvSpPr>
        <p:spPr>
          <a:xfrm>
            <a:off x="2478258" y="6031080"/>
            <a:ext cx="1386206" cy="53361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relaciona con espiral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129 Rectángulo redondeado"/>
          <p:cNvSpPr/>
          <p:nvPr/>
        </p:nvSpPr>
        <p:spPr>
          <a:xfrm>
            <a:off x="195650" y="551710"/>
            <a:ext cx="2035824" cy="1081842"/>
          </a:xfrm>
          <a:prstGeom prst="roundRect">
            <a:avLst>
              <a:gd name="adj" fmla="val 931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producción de </a:t>
            </a:r>
            <a:r>
              <a:rPr lang="es-AR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exportables</a:t>
            </a:r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reaccionaba</a:t>
            </a:r>
          </a:p>
        </p:txBody>
      </p:sp>
      <p:cxnSp>
        <p:nvCxnSpPr>
          <p:cNvPr id="131" name="130 Forma"/>
          <p:cNvCxnSpPr>
            <a:cxnSpLocks/>
            <a:stCxn id="103" idx="3"/>
            <a:endCxn id="28" idx="1"/>
          </p:cNvCxnSpPr>
          <p:nvPr/>
        </p:nvCxnSpPr>
        <p:spPr>
          <a:xfrm flipV="1">
            <a:off x="2231474" y="524361"/>
            <a:ext cx="1014078" cy="1547318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130 Forma"/>
          <p:cNvCxnSpPr>
            <a:cxnSpLocks/>
            <a:stCxn id="130" idx="3"/>
            <a:endCxn id="28" idx="1"/>
          </p:cNvCxnSpPr>
          <p:nvPr/>
        </p:nvCxnSpPr>
        <p:spPr>
          <a:xfrm flipV="1">
            <a:off x="2231474" y="524361"/>
            <a:ext cx="1014078" cy="56827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Rectángulo redondeado"/>
          <p:cNvSpPr/>
          <p:nvPr/>
        </p:nvSpPr>
        <p:spPr>
          <a:xfrm>
            <a:off x="5947873" y="4882412"/>
            <a:ext cx="1243474" cy="6005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Aun </a:t>
            </a:r>
            <a:r>
              <a:rPr lang="es-ES" sz="1400" i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prod. Agrop</a:t>
            </a:r>
            <a:r>
              <a:rPr lang="es-ES" sz="1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estancada</a:t>
            </a:r>
            <a:endParaRPr lang="es-AR" sz="140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96 Forma libre">
            <a:extLst>
              <a:ext uri="{FF2B5EF4-FFF2-40B4-BE49-F238E27FC236}">
                <a16:creationId xmlns:a16="http://schemas.microsoft.com/office/drawing/2014/main" id="{2E1E7B3B-A013-4430-B392-041BD498B31C}"/>
              </a:ext>
            </a:extLst>
          </p:cNvPr>
          <p:cNvSpPr/>
          <p:nvPr/>
        </p:nvSpPr>
        <p:spPr>
          <a:xfrm rot="14602025" flipH="1" flipV="1">
            <a:off x="2557521" y="4259111"/>
            <a:ext cx="2042333" cy="992954"/>
          </a:xfrm>
          <a:custGeom>
            <a:avLst/>
            <a:gdLst>
              <a:gd name="connsiteX0" fmla="*/ 2859314 w 2859314"/>
              <a:gd name="connsiteY0" fmla="*/ 0 h 2656114"/>
              <a:gd name="connsiteX1" fmla="*/ 2525486 w 2859314"/>
              <a:gd name="connsiteY1" fmla="*/ 638629 h 2656114"/>
              <a:gd name="connsiteX2" fmla="*/ 2191657 w 2859314"/>
              <a:gd name="connsiteY2" fmla="*/ 1117600 h 2656114"/>
              <a:gd name="connsiteX3" fmla="*/ 1872343 w 2859314"/>
              <a:gd name="connsiteY3" fmla="*/ 1422400 h 2656114"/>
              <a:gd name="connsiteX4" fmla="*/ 1030514 w 2859314"/>
              <a:gd name="connsiteY4" fmla="*/ 2046514 h 2656114"/>
              <a:gd name="connsiteX5" fmla="*/ 0 w 2859314"/>
              <a:gd name="connsiteY5" fmla="*/ 2656114 h 265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9314" h="2656114">
                <a:moveTo>
                  <a:pt x="2859314" y="0"/>
                </a:moveTo>
                <a:cubicBezTo>
                  <a:pt x="2748038" y="226181"/>
                  <a:pt x="2636762" y="452362"/>
                  <a:pt x="2525486" y="638629"/>
                </a:cubicBezTo>
                <a:cubicBezTo>
                  <a:pt x="2414210" y="824896"/>
                  <a:pt x="2300514" y="986972"/>
                  <a:pt x="2191657" y="1117600"/>
                </a:cubicBezTo>
                <a:cubicBezTo>
                  <a:pt x="2082800" y="1248228"/>
                  <a:pt x="2065867" y="1267581"/>
                  <a:pt x="1872343" y="1422400"/>
                </a:cubicBezTo>
                <a:cubicBezTo>
                  <a:pt x="1678819" y="1577219"/>
                  <a:pt x="1342571" y="1840895"/>
                  <a:pt x="1030514" y="2046514"/>
                </a:cubicBezTo>
                <a:cubicBezTo>
                  <a:pt x="718457" y="2252133"/>
                  <a:pt x="0" y="2656114"/>
                  <a:pt x="0" y="2656114"/>
                </a:cubicBezTo>
              </a:path>
            </a:pathLst>
          </a:custGeom>
          <a:ln w="38100">
            <a:solidFill>
              <a:schemeClr val="accent1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1"/>
              </a:solidFill>
            </a:endParaRPr>
          </a:p>
        </p:txBody>
      </p: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70967BF9-33DD-455D-A1DD-40A351A1493D}"/>
              </a:ext>
            </a:extLst>
          </p:cNvPr>
          <p:cNvSpPr txBox="1"/>
          <p:nvPr/>
        </p:nvSpPr>
        <p:spPr>
          <a:xfrm>
            <a:off x="7956665" y="6593148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600" b="1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Gerchunof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 redondeado"/>
          <p:cNvSpPr/>
          <p:nvPr/>
        </p:nvSpPr>
        <p:spPr>
          <a:xfrm>
            <a:off x="3473624" y="1519672"/>
            <a:ext cx="2196751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1949:</a:t>
            </a:r>
          </a:p>
          <a:p>
            <a:pPr algn="ctr"/>
            <a:r>
              <a:rPr lang="es-E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 de B.C.</a:t>
            </a:r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6300192" y="2348880"/>
            <a:ext cx="2016224" cy="8640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de precios relativos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26 Rectángulo redondeado"/>
          <p:cNvSpPr/>
          <p:nvPr/>
        </p:nvSpPr>
        <p:spPr>
          <a:xfrm>
            <a:off x="6300192" y="3429000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</a:t>
            </a:r>
          </a:p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 de precios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30 Rectángulo redondeado"/>
          <p:cNvSpPr/>
          <p:nvPr/>
        </p:nvSpPr>
        <p:spPr>
          <a:xfrm>
            <a:off x="6300192" y="4509120"/>
            <a:ext cx="20162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distribución del ingreso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32 Rectángulo redondeado"/>
          <p:cNvSpPr/>
          <p:nvPr/>
        </p:nvSpPr>
        <p:spPr>
          <a:xfrm>
            <a:off x="5220072" y="5733256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Demandas sectoriales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34 Rectángulo redondeado"/>
          <p:cNvSpPr/>
          <p:nvPr/>
        </p:nvSpPr>
        <p:spPr>
          <a:xfrm>
            <a:off x="2123728" y="5733256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satisfechas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36 Rectángulo redondeado"/>
          <p:cNvSpPr/>
          <p:nvPr/>
        </p:nvSpPr>
        <p:spPr>
          <a:xfrm>
            <a:off x="827584" y="4509120"/>
            <a:ext cx="2016224" cy="9361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Variación de precios relativos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37 Rectángulo redondeado"/>
          <p:cNvSpPr/>
          <p:nvPr/>
        </p:nvSpPr>
        <p:spPr>
          <a:xfrm>
            <a:off x="827584" y="3356992"/>
            <a:ext cx="2016224" cy="8640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Nuevo aumento del nivel de precios</a:t>
            </a:r>
            <a:endParaRPr lang="es-AR" sz="16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39 Rectángulo redondeado"/>
          <p:cNvSpPr/>
          <p:nvPr/>
        </p:nvSpPr>
        <p:spPr>
          <a:xfrm>
            <a:off x="827584" y="2348880"/>
            <a:ext cx="2016224" cy="7200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Espiral inflacionario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40 Conector recto de flecha"/>
          <p:cNvCxnSpPr>
            <a:cxnSpLocks/>
            <a:stCxn id="23" idx="3"/>
            <a:endCxn id="25" idx="0"/>
          </p:cNvCxnSpPr>
          <p:nvPr/>
        </p:nvCxnSpPr>
        <p:spPr>
          <a:xfrm>
            <a:off x="5670375" y="1879712"/>
            <a:ext cx="1637929" cy="469168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>
            <a:stCxn id="25" idx="2"/>
            <a:endCxn id="27" idx="0"/>
          </p:cNvCxnSpPr>
          <p:nvPr/>
        </p:nvCxnSpPr>
        <p:spPr>
          <a:xfrm>
            <a:off x="7308304" y="3212976"/>
            <a:ext cx="0" cy="216024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>
            <a:stCxn id="27" idx="2"/>
            <a:endCxn id="31" idx="0"/>
          </p:cNvCxnSpPr>
          <p:nvPr/>
        </p:nvCxnSpPr>
        <p:spPr>
          <a:xfrm>
            <a:off x="7308304" y="4149080"/>
            <a:ext cx="0" cy="36004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>
            <a:stCxn id="37" idx="0"/>
            <a:endCxn id="38" idx="2"/>
          </p:cNvCxnSpPr>
          <p:nvPr/>
        </p:nvCxnSpPr>
        <p:spPr>
          <a:xfrm flipV="1">
            <a:off x="1835696" y="4221088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 de flecha"/>
          <p:cNvCxnSpPr>
            <a:stCxn id="38" idx="0"/>
            <a:endCxn id="40" idx="2"/>
          </p:cNvCxnSpPr>
          <p:nvPr/>
        </p:nvCxnSpPr>
        <p:spPr>
          <a:xfrm flipV="1">
            <a:off x="1835696" y="3068960"/>
            <a:ext cx="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>
            <a:stCxn id="31" idx="2"/>
            <a:endCxn id="33" idx="0"/>
          </p:cNvCxnSpPr>
          <p:nvPr/>
        </p:nvCxnSpPr>
        <p:spPr>
          <a:xfrm flipH="1">
            <a:off x="6228184" y="5445224"/>
            <a:ext cx="1080120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58 Conector recto de flecha"/>
          <p:cNvCxnSpPr>
            <a:stCxn id="33" idx="1"/>
            <a:endCxn id="35" idx="3"/>
          </p:cNvCxnSpPr>
          <p:nvPr/>
        </p:nvCxnSpPr>
        <p:spPr>
          <a:xfrm flipH="1">
            <a:off x="4139952" y="6093296"/>
            <a:ext cx="1080120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>
            <a:stCxn id="35" idx="0"/>
            <a:endCxn id="37" idx="2"/>
          </p:cNvCxnSpPr>
          <p:nvPr/>
        </p:nvCxnSpPr>
        <p:spPr>
          <a:xfrm flipH="1" flipV="1">
            <a:off x="1835696" y="5445224"/>
            <a:ext cx="1296144" cy="2880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Rectángulo redondeado"/>
          <p:cNvSpPr/>
          <p:nvPr/>
        </p:nvSpPr>
        <p:spPr>
          <a:xfrm>
            <a:off x="6100535" y="1692534"/>
            <a:ext cx="1225152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Requieren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27 Rectángulo redondeado"/>
          <p:cNvSpPr/>
          <p:nvPr/>
        </p:nvSpPr>
        <p:spPr>
          <a:xfrm>
            <a:off x="3672135" y="2203513"/>
            <a:ext cx="1857388" cy="57741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acceso al capital</a:t>
            </a:r>
            <a:endParaRPr lang="es-AR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áfico 2" descr="Flecha: curva con sentido contrario a las agujas del reloj">
            <a:extLst>
              <a:ext uri="{FF2B5EF4-FFF2-40B4-BE49-F238E27FC236}">
                <a16:creationId xmlns:a16="http://schemas.microsoft.com/office/drawing/2014/main" id="{94B896D0-A63B-4B90-A5A4-C32619ABB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17389">
            <a:off x="7834477" y="1974446"/>
            <a:ext cx="914400" cy="914400"/>
          </a:xfrm>
          <a:prstGeom prst="rect">
            <a:avLst/>
          </a:prstGeom>
        </p:spPr>
      </p:pic>
      <p:sp>
        <p:nvSpPr>
          <p:cNvPr id="30" name="8 CuadroTexto">
            <a:extLst>
              <a:ext uri="{FF2B5EF4-FFF2-40B4-BE49-F238E27FC236}">
                <a16:creationId xmlns:a16="http://schemas.microsoft.com/office/drawing/2014/main" id="{8694290A-9B72-4BFA-AE66-AD54EEBD8C48}"/>
              </a:ext>
            </a:extLst>
          </p:cNvPr>
          <p:cNvSpPr txBox="1"/>
          <p:nvPr/>
        </p:nvSpPr>
        <p:spPr>
          <a:xfrm>
            <a:off x="7755848" y="1484784"/>
            <a:ext cx="1238882" cy="600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del TC</a:t>
            </a:r>
            <a:endParaRPr lang="es-AR" sz="16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16 Rectángulo redondeado">
            <a:extLst>
              <a:ext uri="{FF2B5EF4-FFF2-40B4-BE49-F238E27FC236}">
                <a16:creationId xmlns:a16="http://schemas.microsoft.com/office/drawing/2014/main" id="{4A9DF78E-FCF3-4E3B-B433-F85A3170B2DB}"/>
              </a:ext>
            </a:extLst>
          </p:cNvPr>
          <p:cNvSpPr/>
          <p:nvPr/>
        </p:nvSpPr>
        <p:spPr>
          <a:xfrm>
            <a:off x="467544" y="614130"/>
            <a:ext cx="8461449" cy="6463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Ahora, a las </a:t>
            </a:r>
            <a:r>
              <a:rPr lang="es-ES" sz="20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presiones inflacionarias </a:t>
            </a:r>
            <a:r>
              <a:rPr lang="es-E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le sumaban los </a:t>
            </a:r>
            <a:r>
              <a:rPr lang="es-ES" sz="2000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mecanismos de propagación</a:t>
            </a:r>
            <a:endParaRPr lang="es-AR" sz="2000" b="1" u="sng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4 Rectángulo redondeado">
            <a:extLst>
              <a:ext uri="{FF2B5EF4-FFF2-40B4-BE49-F238E27FC236}">
                <a16:creationId xmlns:a16="http://schemas.microsoft.com/office/drawing/2014/main" id="{A3D49931-EB61-4007-981D-D1FA1487F949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INFLACIÓN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259632" y="447206"/>
            <a:ext cx="6408712" cy="41404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Final del Stop and </a:t>
            </a:r>
            <a:r>
              <a:rPr lang="es-ES" b="1" dirty="0" err="1"/>
              <a:t>Go</a:t>
            </a:r>
            <a:endParaRPr lang="es-AR" b="1" dirty="0"/>
          </a:p>
        </p:txBody>
      </p:sp>
      <p:sp>
        <p:nvSpPr>
          <p:cNvPr id="5" name="4 Rectángulo redondeado"/>
          <p:cNvSpPr/>
          <p:nvPr/>
        </p:nvSpPr>
        <p:spPr>
          <a:xfrm>
            <a:off x="1357291" y="1192380"/>
            <a:ext cx="2030280" cy="186157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100" b="1" u="sng" dirty="0"/>
              <a:t>Problemática urgente</a:t>
            </a:r>
            <a:r>
              <a:rPr lang="es-ES" sz="2100" b="1" dirty="0"/>
              <a:t>: </a:t>
            </a:r>
          </a:p>
          <a:p>
            <a:pPr algn="ctr"/>
            <a:r>
              <a:rPr lang="es-ES" sz="1500" b="1" dirty="0"/>
              <a:t>Sacar a la economía de la recesión</a:t>
            </a:r>
          </a:p>
          <a:p>
            <a:pPr algn="ctr"/>
            <a:r>
              <a:rPr lang="es-ES" sz="1500" b="1" dirty="0"/>
              <a:t>Lejos del pleno empleo</a:t>
            </a:r>
            <a:endParaRPr lang="es-AR" sz="1500" b="1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357290" y="3121474"/>
            <a:ext cx="1015140" cy="682576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Peligro</a:t>
            </a:r>
            <a:endParaRPr lang="es-ES" sz="1500" b="1" dirty="0">
              <a:sym typeface="Wingdings" pitchFamily="2" charset="2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2428860" y="3172318"/>
            <a:ext cx="5342842" cy="31026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Que de la recuperación se cayera en el EXTRANGULAMIENTO</a:t>
            </a:r>
            <a:endParaRPr lang="es-ES" sz="1500" b="1" dirty="0">
              <a:sym typeface="Wingdings" pitchFamily="2" charset="2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3554008" y="1192380"/>
            <a:ext cx="4218147" cy="1861571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u="sng" dirty="0"/>
              <a:t>Instrumentos macro</a:t>
            </a:r>
            <a:r>
              <a:rPr lang="es-ES" sz="1500" b="1" dirty="0"/>
              <a:t>: </a:t>
            </a:r>
          </a:p>
          <a:p>
            <a:pPr algn="ctr">
              <a:buFontTx/>
              <a:buChar char="-"/>
            </a:pPr>
            <a:r>
              <a:rPr lang="es-ES" sz="1500" b="1" dirty="0"/>
              <a:t>Expansión fiscal</a:t>
            </a:r>
          </a:p>
          <a:p>
            <a:pPr algn="ctr">
              <a:buFontTx/>
              <a:buChar char="-"/>
            </a:pPr>
            <a:r>
              <a:rPr lang="es-ES" sz="1500" b="1" dirty="0"/>
              <a:t>Emisión </a:t>
            </a:r>
            <a:r>
              <a:rPr lang="es-ES" sz="1500" b="1" dirty="0">
                <a:sym typeface="Wingdings" pitchFamily="2" charset="2"/>
              </a:rPr>
              <a:t> estímulo al crédito</a:t>
            </a:r>
          </a:p>
          <a:p>
            <a:pPr algn="ctr">
              <a:buFontTx/>
              <a:buChar char="-"/>
            </a:pPr>
            <a:r>
              <a:rPr lang="es-ES" sz="1500" b="1" dirty="0">
                <a:sym typeface="Wingdings" pitchFamily="2" charset="2"/>
              </a:rPr>
              <a:t>Más estímulo a industrias MO intensivas</a:t>
            </a:r>
          </a:p>
          <a:p>
            <a:pPr algn="ctr">
              <a:buFontTx/>
              <a:buChar char="-"/>
            </a:pPr>
            <a:r>
              <a:rPr lang="es-ES" sz="1500" b="1" dirty="0">
                <a:sym typeface="Wingdings" pitchFamily="2" charset="2"/>
              </a:rPr>
              <a:t>Orientar algunos precios (</a:t>
            </a:r>
            <a:r>
              <a:rPr lang="es-ES" sz="1500" b="1" dirty="0" err="1">
                <a:sym typeface="Wingdings" pitchFamily="2" charset="2"/>
              </a:rPr>
              <a:t>ej</a:t>
            </a:r>
            <a:r>
              <a:rPr lang="es-ES" sz="1500" b="1" dirty="0">
                <a:sym typeface="Wingdings" pitchFamily="2" charset="2"/>
              </a:rPr>
              <a:t>, congelar tarifas)</a:t>
            </a:r>
          </a:p>
          <a:p>
            <a:pPr algn="ctr">
              <a:buFontTx/>
              <a:buChar char="-"/>
            </a:pPr>
            <a:r>
              <a:rPr lang="es-ES" sz="1500" b="1" dirty="0">
                <a:sym typeface="Wingdings" pitchFamily="2" charset="2"/>
              </a:rPr>
              <a:t>Beneficios a trabajadores</a:t>
            </a:r>
          </a:p>
        </p:txBody>
      </p:sp>
      <p:sp>
        <p:nvSpPr>
          <p:cNvPr id="24" name="23 Rectángulo redondeado"/>
          <p:cNvSpPr/>
          <p:nvPr/>
        </p:nvSpPr>
        <p:spPr>
          <a:xfrm>
            <a:off x="2428860" y="3493789"/>
            <a:ext cx="5342842" cy="31026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 err="1">
                <a:sym typeface="Wingdings" pitchFamily="2" charset="2"/>
              </a:rPr>
              <a:t>Illia</a:t>
            </a:r>
            <a:r>
              <a:rPr lang="es-ES" sz="1500" b="1" dirty="0">
                <a:sym typeface="Wingdings" pitchFamily="2" charset="2"/>
              </a:rPr>
              <a:t> había heredado una gran deuda externa</a:t>
            </a:r>
          </a:p>
        </p:txBody>
      </p:sp>
      <p:sp>
        <p:nvSpPr>
          <p:cNvPr id="25" name="24 Rectángulo redondeado"/>
          <p:cNvSpPr/>
          <p:nvPr/>
        </p:nvSpPr>
        <p:spPr>
          <a:xfrm>
            <a:off x="1357291" y="3925151"/>
            <a:ext cx="1976852" cy="682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Principal arma contra déficit externo</a:t>
            </a:r>
            <a:endParaRPr lang="es-ES" sz="1500" b="1" dirty="0">
              <a:sym typeface="Wingdings" pitchFamily="2" charset="2"/>
            </a:endParaRPr>
          </a:p>
        </p:txBody>
      </p:sp>
      <p:sp>
        <p:nvSpPr>
          <p:cNvPr id="26" name="25 Rectángulo redondeado"/>
          <p:cNvSpPr/>
          <p:nvPr/>
        </p:nvSpPr>
        <p:spPr>
          <a:xfrm>
            <a:off x="3929058" y="3975995"/>
            <a:ext cx="3846846" cy="3102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POLÍTICA CAMBIARIA</a:t>
            </a:r>
            <a:endParaRPr lang="es-ES" sz="1500" b="1" dirty="0">
              <a:sym typeface="Wingdings" pitchFamily="2" charset="2"/>
            </a:endParaRPr>
          </a:p>
        </p:txBody>
      </p:sp>
      <p:cxnSp>
        <p:nvCxnSpPr>
          <p:cNvPr id="27" name="26 Conector angular"/>
          <p:cNvCxnSpPr>
            <a:stCxn id="25" idx="3"/>
            <a:endCxn id="26" idx="1"/>
          </p:cNvCxnSpPr>
          <p:nvPr/>
        </p:nvCxnSpPr>
        <p:spPr>
          <a:xfrm flipV="1">
            <a:off x="3334143" y="4131126"/>
            <a:ext cx="594915" cy="135313"/>
          </a:xfrm>
          <a:prstGeom prst="bentConnector3">
            <a:avLst>
              <a:gd name="adj1" fmla="val 5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Rectángulo redondeado"/>
          <p:cNvSpPr/>
          <p:nvPr/>
        </p:nvSpPr>
        <p:spPr>
          <a:xfrm>
            <a:off x="3929058" y="4325622"/>
            <a:ext cx="3846846" cy="49641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CRAWLING PEG</a:t>
            </a:r>
          </a:p>
        </p:txBody>
      </p:sp>
      <p:cxnSp>
        <p:nvCxnSpPr>
          <p:cNvPr id="32" name="31 Conector angular"/>
          <p:cNvCxnSpPr>
            <a:stCxn id="26" idx="3"/>
            <a:endCxn id="31" idx="3"/>
          </p:cNvCxnSpPr>
          <p:nvPr/>
        </p:nvCxnSpPr>
        <p:spPr>
          <a:xfrm>
            <a:off x="7775904" y="4131126"/>
            <a:ext cx="12700" cy="442706"/>
          </a:xfrm>
          <a:prstGeom prst="bentConnector3">
            <a:avLst>
              <a:gd name="adj1" fmla="val 1800000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3446851" y="4833251"/>
            <a:ext cx="4327703" cy="31026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Estabilidad al poder de compra de los exportadores</a:t>
            </a:r>
            <a:endParaRPr lang="es-ES" sz="1200" dirty="0">
              <a:sym typeface="Wingdings" pitchFamily="2" charset="2"/>
            </a:endParaRPr>
          </a:p>
        </p:txBody>
      </p:sp>
      <p:cxnSp>
        <p:nvCxnSpPr>
          <p:cNvPr id="36" name="35 Conector angular"/>
          <p:cNvCxnSpPr>
            <a:stCxn id="31" idx="1"/>
            <a:endCxn id="35" idx="1"/>
          </p:cNvCxnSpPr>
          <p:nvPr/>
        </p:nvCxnSpPr>
        <p:spPr>
          <a:xfrm rot="10800000" flipV="1">
            <a:off x="3446852" y="4573832"/>
            <a:ext cx="482207" cy="414550"/>
          </a:xfrm>
          <a:prstGeom prst="bentConnector3">
            <a:avLst>
              <a:gd name="adj1" fmla="val 147407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49 Rectángulo redondeado"/>
          <p:cNvSpPr/>
          <p:nvPr/>
        </p:nvSpPr>
        <p:spPr>
          <a:xfrm>
            <a:off x="1357290" y="5211035"/>
            <a:ext cx="6411410" cy="68257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Crecimiento de la producción de exportables</a:t>
            </a:r>
            <a:endParaRPr lang="es-ES" sz="1500" b="1" dirty="0">
              <a:sym typeface="Wingdings" pitchFamily="2" charset="2"/>
            </a:endParaRPr>
          </a:p>
        </p:txBody>
      </p:sp>
      <p:sp>
        <p:nvSpPr>
          <p:cNvPr id="58" name="57 Más"/>
          <p:cNvSpPr/>
          <p:nvPr/>
        </p:nvSpPr>
        <p:spPr>
          <a:xfrm>
            <a:off x="2053811" y="4638620"/>
            <a:ext cx="480856" cy="558472"/>
          </a:xfrm>
          <a:prstGeom prst="mathPlus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350"/>
          </a:p>
        </p:txBody>
      </p:sp>
    </p:spTree>
    <p:extLst>
      <p:ext uri="{BB962C8B-B14F-4D97-AF65-F5344CB8AC3E}">
        <p14:creationId xmlns:p14="http://schemas.microsoft.com/office/powerpoint/2010/main" val="125907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297920"/>
            <a:ext cx="6426714" cy="46678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TIPO DE CAMBIO E INFLACIÓN</a:t>
            </a:r>
            <a:endParaRPr lang="es-AR" b="1" dirty="0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760AA5A-866D-4F39-8BEF-D7BA7288A2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225186"/>
              </p:ext>
            </p:extLst>
          </p:nvPr>
        </p:nvGraphicFramePr>
        <p:xfrm>
          <a:off x="0" y="1507331"/>
          <a:ext cx="8964488" cy="4873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D3986EED-D93E-440D-8981-077EEEF3E2BE}"/>
              </a:ext>
            </a:extLst>
          </p:cNvPr>
          <p:cNvSpPr/>
          <p:nvPr/>
        </p:nvSpPr>
        <p:spPr>
          <a:xfrm>
            <a:off x="4788024" y="1507330"/>
            <a:ext cx="1296144" cy="4873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737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259632" y="219201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TIPO DE CAMBIO “REAL”</a:t>
            </a:r>
            <a:endParaRPr lang="es-AR" b="1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BA52AFB-E8A6-475F-9041-72BB1CB281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6723320"/>
              </p:ext>
            </p:extLst>
          </p:nvPr>
        </p:nvGraphicFramePr>
        <p:xfrm>
          <a:off x="179512" y="1556792"/>
          <a:ext cx="8856984" cy="5112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737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68582" y="320839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PIB – PIB per </a:t>
            </a:r>
            <a:r>
              <a:rPr lang="es-ES" b="1" dirty="0" err="1"/>
              <a:t>capita</a:t>
            </a:r>
            <a:endParaRPr lang="es-AR" b="1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638AE2C-7E69-4531-A53F-8D9DFF125E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841469"/>
              </p:ext>
            </p:extLst>
          </p:nvPr>
        </p:nvGraphicFramePr>
        <p:xfrm>
          <a:off x="4788024" y="2710488"/>
          <a:ext cx="4134677" cy="3896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CA6AF506-AB3E-4F00-B479-F8C2ECD81769}"/>
              </a:ext>
            </a:extLst>
          </p:cNvPr>
          <p:cNvSpPr/>
          <p:nvPr/>
        </p:nvSpPr>
        <p:spPr>
          <a:xfrm>
            <a:off x="7267533" y="3578050"/>
            <a:ext cx="278296" cy="3975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F04A50ED-6B25-4F43-A5CC-98D9364A2392}"/>
              </a:ext>
            </a:extLst>
          </p:cNvPr>
          <p:cNvSpPr/>
          <p:nvPr/>
        </p:nvSpPr>
        <p:spPr>
          <a:xfrm>
            <a:off x="6798363" y="3577631"/>
            <a:ext cx="278296" cy="3975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30EAA4E2-2D79-46EA-8377-C52E5C02CBCE}"/>
              </a:ext>
            </a:extLst>
          </p:cNvPr>
          <p:cNvSpPr/>
          <p:nvPr/>
        </p:nvSpPr>
        <p:spPr>
          <a:xfrm>
            <a:off x="5861449" y="3792092"/>
            <a:ext cx="278296" cy="3975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BF4148A4-9449-4C56-8068-1E444CEC4B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3728828"/>
              </p:ext>
            </p:extLst>
          </p:nvPr>
        </p:nvGraphicFramePr>
        <p:xfrm>
          <a:off x="0" y="875366"/>
          <a:ext cx="4467639" cy="3896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8F0C50D9-C9EA-44E3-9335-FDCBD12A9C52}"/>
              </a:ext>
            </a:extLst>
          </p:cNvPr>
          <p:cNvSpPr/>
          <p:nvPr/>
        </p:nvSpPr>
        <p:spPr>
          <a:xfrm>
            <a:off x="2797865" y="785085"/>
            <a:ext cx="1669774" cy="22263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FF898B-D7F3-4BC8-A147-2574DFA337CD}"/>
              </a:ext>
            </a:extLst>
          </p:cNvPr>
          <p:cNvSpPr/>
          <p:nvPr/>
        </p:nvSpPr>
        <p:spPr>
          <a:xfrm>
            <a:off x="1227293" y="3185389"/>
            <a:ext cx="3175741" cy="99257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1963: </a:t>
            </a:r>
          </a:p>
          <a:p>
            <a:pPr algn="ctr"/>
            <a:r>
              <a:rPr lang="es-E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Economía + política</a:t>
            </a:r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FA7ACEEC-15E7-414D-B2CF-3C079E1CBFA1}"/>
              </a:ext>
            </a:extLst>
          </p:cNvPr>
          <p:cNvSpPr/>
          <p:nvPr/>
        </p:nvSpPr>
        <p:spPr>
          <a:xfrm>
            <a:off x="7406681" y="3081167"/>
            <a:ext cx="278296" cy="397565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1321011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332656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Inflación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56CC7C10-5E11-40F8-9669-2660C5F090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4642856"/>
              </p:ext>
            </p:extLst>
          </p:nvPr>
        </p:nvGraphicFramePr>
        <p:xfrm>
          <a:off x="107504" y="1196752"/>
          <a:ext cx="8784976" cy="5256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1855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31311" y="332656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Salario real</a:t>
            </a:r>
            <a:endParaRPr lang="es-AR" b="1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F7203E8-F344-4AA3-88C9-EAD889F5FE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365486"/>
              </p:ext>
            </p:extLst>
          </p:nvPr>
        </p:nvGraphicFramePr>
        <p:xfrm>
          <a:off x="308646" y="1124744"/>
          <a:ext cx="8367809" cy="54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177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260648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Ocupación (población ocupada)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187D5F97-38B1-4200-B3D2-B86204BD1B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0637007"/>
              </p:ext>
            </p:extLst>
          </p:nvPr>
        </p:nvGraphicFramePr>
        <p:xfrm>
          <a:off x="179512" y="1124744"/>
          <a:ext cx="8496944" cy="5328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F59F19AD-296B-4783-AC69-02B841890D9A}"/>
              </a:ext>
            </a:extLst>
          </p:cNvPr>
          <p:cNvSpPr/>
          <p:nvPr/>
        </p:nvSpPr>
        <p:spPr>
          <a:xfrm>
            <a:off x="6804248" y="1412776"/>
            <a:ext cx="1872208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1203317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21701" y="3281079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MEDIDAS</a:t>
            </a:r>
            <a:endParaRPr lang="es-AR" sz="1500" b="1" dirty="0"/>
          </a:p>
        </p:txBody>
      </p:sp>
    </p:spTree>
    <p:extLst>
      <p:ext uri="{BB962C8B-B14F-4D97-AF65-F5344CB8AC3E}">
        <p14:creationId xmlns:p14="http://schemas.microsoft.com/office/powerpoint/2010/main" val="901738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475656" y="260648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Gasto público real (deflactado por IPC)</a:t>
            </a:r>
            <a:endParaRPr lang="es-AR" b="1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405743BF-BEB3-40F3-8EFC-3F0B748477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9112938"/>
              </p:ext>
            </p:extLst>
          </p:nvPr>
        </p:nvGraphicFramePr>
        <p:xfrm>
          <a:off x="179512" y="1268760"/>
          <a:ext cx="8964488" cy="5328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7248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288552" y="270931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Base monetaria y crédito (M1 real)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564ED009-D767-4F76-BDAA-2C4BF351A8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3195028"/>
              </p:ext>
            </p:extLst>
          </p:nvPr>
        </p:nvGraphicFramePr>
        <p:xfrm>
          <a:off x="89450" y="994490"/>
          <a:ext cx="9054550" cy="5863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C45B5063-B3E1-43F2-8328-D4C47CBA987E}"/>
              </a:ext>
            </a:extLst>
          </p:cNvPr>
          <p:cNvSpPr/>
          <p:nvPr/>
        </p:nvSpPr>
        <p:spPr>
          <a:xfrm>
            <a:off x="6660232" y="3183096"/>
            <a:ext cx="1709531" cy="12225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D447E7-87E2-40B4-84FA-D9AB7152C496}"/>
              </a:ext>
            </a:extLst>
          </p:cNvPr>
          <p:cNvSpPr txBox="1"/>
          <p:nvPr/>
        </p:nvSpPr>
        <p:spPr>
          <a:xfrm>
            <a:off x="7715266" y="2883014"/>
            <a:ext cx="152920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50" dirty="0"/>
              <a:t>Bastante constante</a:t>
            </a:r>
          </a:p>
        </p:txBody>
      </p:sp>
    </p:spTree>
    <p:extLst>
      <p:ext uri="{BB962C8B-B14F-4D97-AF65-F5344CB8AC3E}">
        <p14:creationId xmlns:p14="http://schemas.microsoft.com/office/powerpoint/2010/main" val="2607984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335192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Sector externo expo e </a:t>
            </a:r>
            <a:r>
              <a:rPr lang="es-ES" b="1" dirty="0" err="1"/>
              <a:t>impo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AD21EFC-EECA-44DF-814A-866ED310F3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7117217"/>
              </p:ext>
            </p:extLst>
          </p:nvPr>
        </p:nvGraphicFramePr>
        <p:xfrm>
          <a:off x="107504" y="995332"/>
          <a:ext cx="8496944" cy="5527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44F02D24-61DD-4B4D-9A13-E3A3CBA8BAFF}"/>
              </a:ext>
            </a:extLst>
          </p:cNvPr>
          <p:cNvSpPr/>
          <p:nvPr/>
        </p:nvSpPr>
        <p:spPr>
          <a:xfrm>
            <a:off x="6399246" y="1196752"/>
            <a:ext cx="2493233" cy="29404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1329983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188640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Precios de comercio exterior-términos de intercambio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C71EE608-B261-46A1-82B7-2D26F079BD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156023"/>
              </p:ext>
            </p:extLst>
          </p:nvPr>
        </p:nvGraphicFramePr>
        <p:xfrm>
          <a:off x="251520" y="836712"/>
          <a:ext cx="8784976" cy="5832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hacia abajo 1">
            <a:extLst>
              <a:ext uri="{FF2B5EF4-FFF2-40B4-BE49-F238E27FC236}">
                <a16:creationId xmlns:a16="http://schemas.microsoft.com/office/drawing/2014/main" id="{8EA0369C-DD90-43A3-98C0-06C7EB238D4B}"/>
              </a:ext>
            </a:extLst>
          </p:cNvPr>
          <p:cNvSpPr/>
          <p:nvPr/>
        </p:nvSpPr>
        <p:spPr>
          <a:xfrm>
            <a:off x="6797691" y="1772816"/>
            <a:ext cx="2216426" cy="10237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Leve aumento </a:t>
            </a:r>
            <a:r>
              <a:rPr lang="es-AR" dirty="0" err="1"/>
              <a:t>Px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7647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449609" y="188640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Cantidades de comercio exterior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70B9C3EB-D282-4613-9DB1-111C69BBFF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5053199"/>
              </p:ext>
            </p:extLst>
          </p:nvPr>
        </p:nvGraphicFramePr>
        <p:xfrm>
          <a:off x="125930" y="764704"/>
          <a:ext cx="8694542" cy="576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0FA9F739-A2A1-417F-8155-195397A71291}"/>
              </a:ext>
            </a:extLst>
          </p:cNvPr>
          <p:cNvSpPr/>
          <p:nvPr/>
        </p:nvSpPr>
        <p:spPr>
          <a:xfrm rot="1540335">
            <a:off x="5236526" y="685951"/>
            <a:ext cx="1898374" cy="1173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dirty="0"/>
              <a:t>Fue por cantidades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704251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260648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Deuda externa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47B5FC66-8856-4B04-A266-6C10C69AD3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2706452"/>
              </p:ext>
            </p:extLst>
          </p:nvPr>
        </p:nvGraphicFramePr>
        <p:xfrm>
          <a:off x="179512" y="908720"/>
          <a:ext cx="8640960" cy="5688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7267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297920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Tipo de cambio real</a:t>
            </a:r>
            <a:endParaRPr lang="es-AR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8B3481E7-7C1D-4E76-8252-87AF46422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229476"/>
              </p:ext>
            </p:extLst>
          </p:nvPr>
        </p:nvGraphicFramePr>
        <p:xfrm>
          <a:off x="323528" y="908720"/>
          <a:ext cx="8568951" cy="5472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D28CA23B-DD68-4033-BEF0-74BF6B70F05F}"/>
              </a:ext>
            </a:extLst>
          </p:cNvPr>
          <p:cNvSpPr/>
          <p:nvPr/>
        </p:nvSpPr>
        <p:spPr>
          <a:xfrm>
            <a:off x="7328157" y="3140968"/>
            <a:ext cx="1492315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Reinstauración de controles cambiarios para financiero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3C386DC-9491-4DDC-BF55-19DDCC2D536F}"/>
              </a:ext>
            </a:extLst>
          </p:cNvPr>
          <p:cNvSpPr/>
          <p:nvPr/>
        </p:nvSpPr>
        <p:spPr>
          <a:xfrm>
            <a:off x="7268227" y="4761148"/>
            <a:ext cx="1492315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Segmento comercial con libertad</a:t>
            </a:r>
          </a:p>
        </p:txBody>
      </p:sp>
    </p:spTree>
    <p:extLst>
      <p:ext uri="{BB962C8B-B14F-4D97-AF65-F5344CB8AC3E}">
        <p14:creationId xmlns:p14="http://schemas.microsoft.com/office/powerpoint/2010/main" val="21034204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028FEE23-0638-411F-97F2-ABADF649E547}"/>
              </a:ext>
            </a:extLst>
          </p:cNvPr>
          <p:cNvGraphicFramePr>
            <a:graphicFrameLocks/>
          </p:cNvGraphicFramePr>
          <p:nvPr/>
        </p:nvGraphicFramePr>
        <p:xfrm>
          <a:off x="1" y="1920738"/>
          <a:ext cx="4571999" cy="4080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ítulo 1">
            <a:extLst>
              <a:ext uri="{FF2B5EF4-FFF2-40B4-BE49-F238E27FC236}">
                <a16:creationId xmlns:a16="http://schemas.microsoft.com/office/drawing/2014/main" id="{750A4A5B-0D8B-4688-9DD5-6FF1DCED6646}"/>
              </a:ext>
            </a:extLst>
          </p:cNvPr>
          <p:cNvSpPr txBox="1">
            <a:spLocks/>
          </p:cNvSpPr>
          <p:nvPr/>
        </p:nvSpPr>
        <p:spPr>
          <a:xfrm>
            <a:off x="6440558" y="857250"/>
            <a:ext cx="2713383" cy="71867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500" b="1" dirty="0">
                <a:solidFill>
                  <a:schemeClr val="accent1">
                    <a:lumMod val="50000"/>
                  </a:schemeClr>
                </a:solidFill>
              </a:rPr>
              <a:t>1967-1969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47B791CC-7AD5-412C-9441-8F08E4D14312}"/>
              </a:ext>
            </a:extLst>
          </p:cNvPr>
          <p:cNvGraphicFramePr>
            <a:graphicFrameLocks/>
          </p:cNvGraphicFramePr>
          <p:nvPr/>
        </p:nvGraphicFramePr>
        <p:xfrm>
          <a:off x="4507398" y="1920737"/>
          <a:ext cx="4646543" cy="40974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CDE7315-67AF-4649-9BA7-DE19BA1EEE21}"/>
              </a:ext>
            </a:extLst>
          </p:cNvPr>
          <p:cNvSpPr/>
          <p:nvPr/>
        </p:nvSpPr>
        <p:spPr>
          <a:xfrm>
            <a:off x="615955" y="3069664"/>
            <a:ext cx="1656184" cy="718671"/>
          </a:xfrm>
          <a:prstGeom prst="roundRect">
            <a:avLst>
              <a:gd name="adj" fmla="val 12518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5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9 “devaluaciones”</a:t>
            </a:r>
          </a:p>
        </p:txBody>
      </p:sp>
    </p:spTree>
    <p:extLst>
      <p:ext uri="{BB962C8B-B14F-4D97-AF65-F5344CB8AC3E}">
        <p14:creationId xmlns:p14="http://schemas.microsoft.com/office/powerpoint/2010/main" val="3102816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31640" y="965262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Saldo comercial</a:t>
            </a:r>
            <a:endParaRPr lang="es-AR" sz="1500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C5B76ABC-2A76-4C4E-8AF4-CE3791E75B92}"/>
              </a:ext>
            </a:extLst>
          </p:cNvPr>
          <p:cNvGraphicFramePr>
            <a:graphicFrameLocks/>
          </p:cNvGraphicFramePr>
          <p:nvPr/>
        </p:nvGraphicFramePr>
        <p:xfrm>
          <a:off x="442291" y="1654865"/>
          <a:ext cx="8065604" cy="3863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F27B94EF-41A9-46B0-A789-79E86B6B80F5}"/>
              </a:ext>
            </a:extLst>
          </p:cNvPr>
          <p:cNvSpPr/>
          <p:nvPr/>
        </p:nvSpPr>
        <p:spPr>
          <a:xfrm>
            <a:off x="6444208" y="1844824"/>
            <a:ext cx="2376264" cy="187220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4663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548680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Importaciones</a:t>
            </a:r>
            <a:endParaRPr lang="es-AR" sz="1500" b="1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1EE1726-A099-4A9A-8341-ECEF5FA7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315892"/>
              </p:ext>
            </p:extLst>
          </p:nvPr>
        </p:nvGraphicFramePr>
        <p:xfrm>
          <a:off x="323528" y="1124744"/>
          <a:ext cx="8568952" cy="5616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F75390E9-BC90-485B-9A9F-D37AB25BF68E}"/>
              </a:ext>
            </a:extLst>
          </p:cNvPr>
          <p:cNvSpPr/>
          <p:nvPr/>
        </p:nvSpPr>
        <p:spPr>
          <a:xfrm>
            <a:off x="5004048" y="1340768"/>
            <a:ext cx="1512168" cy="50405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6437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548680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Exportaciones</a:t>
            </a:r>
            <a:endParaRPr lang="es-AR" sz="1500" b="1" dirty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92DBCE9D-BD9E-4755-B689-90FE720446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363879"/>
              </p:ext>
            </p:extLst>
          </p:nvPr>
        </p:nvGraphicFramePr>
        <p:xfrm>
          <a:off x="26842" y="10527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48A59A37-4512-49E1-8CC7-860A1E2F9F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2897255"/>
              </p:ext>
            </p:extLst>
          </p:nvPr>
        </p:nvGraphicFramePr>
        <p:xfrm>
          <a:off x="4716016" y="1556792"/>
          <a:ext cx="4139952" cy="4752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307954F0-BCEA-4B4C-9A88-E60E8AE8ABD7}"/>
              </a:ext>
            </a:extLst>
          </p:cNvPr>
          <p:cNvSpPr/>
          <p:nvPr/>
        </p:nvSpPr>
        <p:spPr>
          <a:xfrm>
            <a:off x="5580112" y="4725144"/>
            <a:ext cx="1944216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7126172-2C04-4A4C-AA41-8A24E877D0EF}"/>
              </a:ext>
            </a:extLst>
          </p:cNvPr>
          <p:cNvSpPr txBox="1"/>
          <p:nvPr/>
        </p:nvSpPr>
        <p:spPr>
          <a:xfrm>
            <a:off x="5195181" y="4640416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¿?</a:t>
            </a:r>
          </a:p>
        </p:txBody>
      </p:sp>
    </p:spTree>
    <p:extLst>
      <p:ext uri="{BB962C8B-B14F-4D97-AF65-F5344CB8AC3E}">
        <p14:creationId xmlns:p14="http://schemas.microsoft.com/office/powerpoint/2010/main" val="3296971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548680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Superficie sembrada</a:t>
            </a:r>
            <a:endParaRPr lang="es-AR" sz="1500" b="1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BB1ED77-9D76-4D2C-BF75-FD208C38EB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5513641"/>
              </p:ext>
            </p:extLst>
          </p:nvPr>
        </p:nvGraphicFramePr>
        <p:xfrm>
          <a:off x="179512" y="1268760"/>
          <a:ext cx="8964488" cy="54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955158B9-C30A-4233-8BF2-A8A2FFE18F41}"/>
              </a:ext>
            </a:extLst>
          </p:cNvPr>
          <p:cNvSpPr/>
          <p:nvPr/>
        </p:nvSpPr>
        <p:spPr>
          <a:xfrm>
            <a:off x="4572000" y="1844824"/>
            <a:ext cx="1656184" cy="158417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A0819AB-9F58-43CD-BBC4-C4F32387FFD1}"/>
              </a:ext>
            </a:extLst>
          </p:cNvPr>
          <p:cNvSpPr/>
          <p:nvPr/>
        </p:nvSpPr>
        <p:spPr>
          <a:xfrm>
            <a:off x="1727684" y="1988840"/>
            <a:ext cx="266429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Prom</a:t>
            </a:r>
            <a:r>
              <a:rPr lang="es-AR" dirty="0"/>
              <a:t> 10 M has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1D1577C-3524-4C39-8DC4-C00B278D62B7}"/>
              </a:ext>
            </a:extLst>
          </p:cNvPr>
          <p:cNvSpPr/>
          <p:nvPr/>
        </p:nvSpPr>
        <p:spPr>
          <a:xfrm>
            <a:off x="5954689" y="1497292"/>
            <a:ext cx="266429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Prom</a:t>
            </a:r>
            <a:r>
              <a:rPr lang="es-AR" dirty="0"/>
              <a:t> 13 M has</a:t>
            </a:r>
          </a:p>
        </p:txBody>
      </p:sp>
    </p:spTree>
    <p:extLst>
      <p:ext uri="{BB962C8B-B14F-4D97-AF65-F5344CB8AC3E}">
        <p14:creationId xmlns:p14="http://schemas.microsoft.com/office/powerpoint/2010/main" val="30471454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 redondeado"/>
          <p:cNvSpPr/>
          <p:nvPr/>
        </p:nvSpPr>
        <p:spPr>
          <a:xfrm>
            <a:off x="1358643" y="260648"/>
            <a:ext cx="6426714" cy="35750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Anulación de los contratos petroleros</a:t>
            </a:r>
            <a:endParaRPr lang="es-AR" sz="1500" b="1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91508CC-C2FB-4974-9FF4-03BB5D1042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580870"/>
              </p:ext>
            </p:extLst>
          </p:nvPr>
        </p:nvGraphicFramePr>
        <p:xfrm>
          <a:off x="611560" y="1196752"/>
          <a:ext cx="7848872" cy="50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02241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428860" y="1714488"/>
            <a:ext cx="4245954" cy="220401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950" b="1" dirty="0">
                <a:solidFill>
                  <a:schemeClr val="bg1"/>
                </a:solidFill>
              </a:rPr>
              <a:t>¿Y después de la salida del S&amp;G?</a:t>
            </a:r>
            <a:endParaRPr lang="es-AR" sz="4950" b="1" dirty="0">
              <a:solidFill>
                <a:schemeClr val="bg1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2107603" y="4357222"/>
            <a:ext cx="4888469" cy="910835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>
                <a:solidFill>
                  <a:schemeClr val="bg1"/>
                </a:solidFill>
              </a:rPr>
              <a:t>El final de Illia, el principio de Onganía</a:t>
            </a:r>
            <a:endParaRPr lang="es-ES" sz="15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734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2398830" y="1226397"/>
            <a:ext cx="3982093" cy="745435"/>
          </a:xfrm>
          <a:prstGeom prst="roundRect">
            <a:avLst>
              <a:gd name="adj" fmla="val 20429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50" b="1" dirty="0">
                <a:solidFill>
                  <a:schemeClr val="bg1"/>
                </a:solidFill>
              </a:rPr>
              <a:t>¿El problema?</a:t>
            </a:r>
            <a:endParaRPr lang="es-AR" sz="4050" b="1" dirty="0">
              <a:solidFill>
                <a:schemeClr val="bg1"/>
              </a:solidFill>
            </a:endParaRPr>
          </a:p>
        </p:txBody>
      </p:sp>
      <p:sp>
        <p:nvSpPr>
          <p:cNvPr id="10" name="17 Rectángulo redondeado">
            <a:extLst>
              <a:ext uri="{FF2B5EF4-FFF2-40B4-BE49-F238E27FC236}">
                <a16:creationId xmlns:a16="http://schemas.microsoft.com/office/drawing/2014/main" id="{EC8C6B5B-A747-4180-BD87-AFA05597C406}"/>
              </a:ext>
            </a:extLst>
          </p:cNvPr>
          <p:cNvSpPr/>
          <p:nvPr/>
        </p:nvSpPr>
        <p:spPr>
          <a:xfrm>
            <a:off x="1511040" y="3766545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“tiempo económico”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11" name="16 Rectángulo redondeado">
            <a:extLst>
              <a:ext uri="{FF2B5EF4-FFF2-40B4-BE49-F238E27FC236}">
                <a16:creationId xmlns:a16="http://schemas.microsoft.com/office/drawing/2014/main" id="{59A58EB2-799C-4801-9BC7-BC7599CA0971}"/>
              </a:ext>
            </a:extLst>
          </p:cNvPr>
          <p:cNvSpPr/>
          <p:nvPr/>
        </p:nvSpPr>
        <p:spPr>
          <a:xfrm>
            <a:off x="1043609" y="2274974"/>
            <a:ext cx="6917635" cy="1265841"/>
          </a:xfrm>
          <a:prstGeom prst="roundRect">
            <a:avLst>
              <a:gd name="adj" fmla="val 20429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50" b="1" dirty="0">
                <a:solidFill>
                  <a:schemeClr val="bg1"/>
                </a:solidFill>
              </a:rPr>
              <a:t>Otro: “nueva crisis” </a:t>
            </a:r>
          </a:p>
          <a:p>
            <a:pPr algn="ctr"/>
            <a:r>
              <a:rPr lang="es-ES" sz="4050" b="1" i="1" dirty="0">
                <a:solidFill>
                  <a:schemeClr val="bg1"/>
                </a:solidFill>
              </a:rPr>
              <a:t>(que nunca pasó)</a:t>
            </a:r>
            <a:endParaRPr lang="es-AR" sz="4050" b="1" i="1" dirty="0">
              <a:solidFill>
                <a:schemeClr val="bg1"/>
              </a:solidFill>
            </a:endParaRPr>
          </a:p>
        </p:txBody>
      </p:sp>
      <p:sp>
        <p:nvSpPr>
          <p:cNvPr id="14" name="17 Rectángulo redondeado">
            <a:extLst>
              <a:ext uri="{FF2B5EF4-FFF2-40B4-BE49-F238E27FC236}">
                <a16:creationId xmlns:a16="http://schemas.microsoft.com/office/drawing/2014/main" id="{A057BA05-ED8D-4C09-912E-CF0FEDEADB00}"/>
              </a:ext>
            </a:extLst>
          </p:cNvPr>
          <p:cNvSpPr/>
          <p:nvPr/>
        </p:nvSpPr>
        <p:spPr>
          <a:xfrm>
            <a:off x="1511040" y="4497770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“tiempo social”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15" name="17 Rectángulo redondeado">
            <a:extLst>
              <a:ext uri="{FF2B5EF4-FFF2-40B4-BE49-F238E27FC236}">
                <a16:creationId xmlns:a16="http://schemas.microsoft.com/office/drawing/2014/main" id="{5639C9BE-4012-4483-B87A-A85618E827C4}"/>
              </a:ext>
            </a:extLst>
          </p:cNvPr>
          <p:cNvSpPr/>
          <p:nvPr/>
        </p:nvSpPr>
        <p:spPr>
          <a:xfrm>
            <a:off x="1511040" y="5228995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“tiempo político”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16" name="17 Rectángulo redondeado">
            <a:extLst>
              <a:ext uri="{FF2B5EF4-FFF2-40B4-BE49-F238E27FC236}">
                <a16:creationId xmlns:a16="http://schemas.microsoft.com/office/drawing/2014/main" id="{83B27ED7-642F-4BA5-A1E3-094D15102769}"/>
              </a:ext>
            </a:extLst>
          </p:cNvPr>
          <p:cNvSpPr/>
          <p:nvPr/>
        </p:nvSpPr>
        <p:spPr>
          <a:xfrm>
            <a:off x="4646836" y="3766545"/>
            <a:ext cx="2837330" cy="1967947"/>
          </a:xfrm>
          <a:prstGeom prst="roundRect">
            <a:avLst>
              <a:gd name="adj" fmla="val 7071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S</a:t>
            </a:r>
            <a:r>
              <a:rPr lang="es-ES" b="1" dirty="0">
                <a:solidFill>
                  <a:schemeClr val="bg1"/>
                </a:solidFill>
              </a:rPr>
              <a:t>e consolida la crisis institucional, no así la económica</a:t>
            </a:r>
          </a:p>
        </p:txBody>
      </p:sp>
    </p:spTree>
    <p:extLst>
      <p:ext uri="{BB962C8B-B14F-4D97-AF65-F5344CB8AC3E}">
        <p14:creationId xmlns:p14="http://schemas.microsoft.com/office/powerpoint/2010/main" val="2602202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31640" y="965262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PIB mundial)</a:t>
            </a:r>
            <a:endParaRPr lang="es-AR" sz="15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315932B-7741-4F67-86CE-0ABB09BD7D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01" t="22209" r="35543" b="21532"/>
          <a:stretch/>
        </p:blipFill>
        <p:spPr>
          <a:xfrm>
            <a:off x="1493658" y="1219048"/>
            <a:ext cx="6264696" cy="5300804"/>
          </a:xfrm>
          <a:prstGeom prst="rect">
            <a:avLst/>
          </a:prstGeom>
          <a:noFill/>
        </p:spPr>
      </p:pic>
      <p:sp>
        <p:nvSpPr>
          <p:cNvPr id="12" name="17 Rectángulo redondeado">
            <a:extLst>
              <a:ext uri="{FF2B5EF4-FFF2-40B4-BE49-F238E27FC236}">
                <a16:creationId xmlns:a16="http://schemas.microsoft.com/office/drawing/2014/main" id="{F508E53D-088F-444E-8E64-D1ECE47A3480}"/>
              </a:ext>
            </a:extLst>
          </p:cNvPr>
          <p:cNvSpPr/>
          <p:nvPr/>
        </p:nvSpPr>
        <p:spPr>
          <a:xfrm>
            <a:off x="2987824" y="2576585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“fabuloso” Contexto internacional</a:t>
            </a:r>
            <a:endParaRPr lang="es-ES" b="1" u="sng" dirty="0">
              <a:solidFill>
                <a:schemeClr val="bg1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4AAE5798-5114-468F-83D3-708C8FFB29AD}"/>
              </a:ext>
            </a:extLst>
          </p:cNvPr>
          <p:cNvSpPr/>
          <p:nvPr/>
        </p:nvSpPr>
        <p:spPr>
          <a:xfrm>
            <a:off x="690566" y="1712016"/>
            <a:ext cx="1282148" cy="8647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500" b="1" dirty="0"/>
              <a:t>Años </a:t>
            </a:r>
          </a:p>
          <a:p>
            <a:pPr algn="ctr"/>
            <a:r>
              <a:rPr lang="es-AR" sz="1500" b="1" dirty="0"/>
              <a:t>60 y 70</a:t>
            </a:r>
            <a:endParaRPr lang="es-ES" sz="1500" b="1" dirty="0"/>
          </a:p>
        </p:txBody>
      </p:sp>
    </p:spTree>
    <p:extLst>
      <p:ext uri="{BB962C8B-B14F-4D97-AF65-F5344CB8AC3E}">
        <p14:creationId xmlns:p14="http://schemas.microsoft.com/office/powerpoint/2010/main" val="2129706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31640" y="965262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Causas</a:t>
            </a:r>
            <a:endParaRPr lang="es-AR" sz="1500" b="1" dirty="0"/>
          </a:p>
        </p:txBody>
      </p:sp>
      <p:sp>
        <p:nvSpPr>
          <p:cNvPr id="12" name="17 Rectángulo redondeado">
            <a:extLst>
              <a:ext uri="{FF2B5EF4-FFF2-40B4-BE49-F238E27FC236}">
                <a16:creationId xmlns:a16="http://schemas.microsoft.com/office/drawing/2014/main" id="{F508E53D-088F-444E-8E64-D1ECE47A3480}"/>
              </a:ext>
            </a:extLst>
          </p:cNvPr>
          <p:cNvSpPr/>
          <p:nvPr/>
        </p:nvSpPr>
        <p:spPr>
          <a:xfrm>
            <a:off x="1608130" y="1602298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+</a:t>
            </a:r>
            <a:r>
              <a:rPr lang="es-ES" b="1" dirty="0">
                <a:solidFill>
                  <a:schemeClr val="bg1"/>
                </a:solidFill>
              </a:rPr>
              <a:t> innovación</a:t>
            </a:r>
          </a:p>
        </p:txBody>
      </p:sp>
      <p:sp>
        <p:nvSpPr>
          <p:cNvPr id="6" name="17 Rectángulo redondeado">
            <a:extLst>
              <a:ext uri="{FF2B5EF4-FFF2-40B4-BE49-F238E27FC236}">
                <a16:creationId xmlns:a16="http://schemas.microsoft.com/office/drawing/2014/main" id="{42E51827-193E-41AD-976A-DAFCFC794E32}"/>
              </a:ext>
            </a:extLst>
          </p:cNvPr>
          <p:cNvSpPr/>
          <p:nvPr/>
        </p:nvSpPr>
        <p:spPr>
          <a:xfrm>
            <a:off x="1608130" y="2392459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+</a:t>
            </a:r>
            <a:r>
              <a:rPr lang="es-ES" b="1" dirty="0">
                <a:solidFill>
                  <a:schemeClr val="bg1"/>
                </a:solidFill>
              </a:rPr>
              <a:t> comercio mundial</a:t>
            </a:r>
          </a:p>
        </p:txBody>
      </p:sp>
      <p:sp>
        <p:nvSpPr>
          <p:cNvPr id="7" name="17 Rectángulo redondeado">
            <a:extLst>
              <a:ext uri="{FF2B5EF4-FFF2-40B4-BE49-F238E27FC236}">
                <a16:creationId xmlns:a16="http://schemas.microsoft.com/office/drawing/2014/main" id="{84191230-E991-4AFC-8C6E-6987BE25044E}"/>
              </a:ext>
            </a:extLst>
          </p:cNvPr>
          <p:cNvSpPr/>
          <p:nvPr/>
        </p:nvSpPr>
        <p:spPr>
          <a:xfrm>
            <a:off x="1608130" y="3182620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+</a:t>
            </a:r>
            <a:r>
              <a:rPr lang="es-ES" b="1" dirty="0">
                <a:solidFill>
                  <a:schemeClr val="bg1"/>
                </a:solidFill>
              </a:rPr>
              <a:t> </a:t>
            </a:r>
            <a:r>
              <a:rPr lang="es-ES" b="1" dirty="0" err="1">
                <a:solidFill>
                  <a:schemeClr val="bg1"/>
                </a:solidFill>
              </a:rPr>
              <a:t>mov</a:t>
            </a:r>
            <a:r>
              <a:rPr lang="es-ES" b="1" dirty="0">
                <a:solidFill>
                  <a:schemeClr val="bg1"/>
                </a:solidFill>
              </a:rPr>
              <a:t>. De capital</a:t>
            </a:r>
          </a:p>
        </p:txBody>
      </p:sp>
      <p:sp>
        <p:nvSpPr>
          <p:cNvPr id="9" name="17 Rectángulo redondeado">
            <a:extLst>
              <a:ext uri="{FF2B5EF4-FFF2-40B4-BE49-F238E27FC236}">
                <a16:creationId xmlns:a16="http://schemas.microsoft.com/office/drawing/2014/main" id="{027F7694-4831-4B60-97BF-EABD52C9FAF4}"/>
              </a:ext>
            </a:extLst>
          </p:cNvPr>
          <p:cNvSpPr/>
          <p:nvPr/>
        </p:nvSpPr>
        <p:spPr>
          <a:xfrm>
            <a:off x="1608130" y="3972781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+</a:t>
            </a:r>
            <a:r>
              <a:rPr lang="es-ES" b="1" dirty="0">
                <a:solidFill>
                  <a:schemeClr val="bg1"/>
                </a:solidFill>
              </a:rPr>
              <a:t> coordinación internacional</a:t>
            </a:r>
          </a:p>
        </p:txBody>
      </p:sp>
      <p:sp>
        <p:nvSpPr>
          <p:cNvPr id="10" name="17 Rectángulo redondeado">
            <a:extLst>
              <a:ext uri="{FF2B5EF4-FFF2-40B4-BE49-F238E27FC236}">
                <a16:creationId xmlns:a16="http://schemas.microsoft.com/office/drawing/2014/main" id="{FAA0FF79-589F-4DF0-A1FB-34BDF1C42247}"/>
              </a:ext>
            </a:extLst>
          </p:cNvPr>
          <p:cNvSpPr/>
          <p:nvPr/>
        </p:nvSpPr>
        <p:spPr>
          <a:xfrm>
            <a:off x="5787535" y="1602298"/>
            <a:ext cx="2292978" cy="4998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dirty="0">
                <a:solidFill>
                  <a:schemeClr val="bg1"/>
                </a:solidFill>
              </a:rPr>
              <a:t>Menos tensión entre EEUU y URSS</a:t>
            </a:r>
            <a:endParaRPr lang="es-ES" sz="1350" b="1" dirty="0">
              <a:solidFill>
                <a:schemeClr val="bg1"/>
              </a:solidFill>
            </a:endParaRPr>
          </a:p>
        </p:txBody>
      </p:sp>
      <p:sp>
        <p:nvSpPr>
          <p:cNvPr id="11" name="17 Rectángulo redondeado">
            <a:extLst>
              <a:ext uri="{FF2B5EF4-FFF2-40B4-BE49-F238E27FC236}">
                <a16:creationId xmlns:a16="http://schemas.microsoft.com/office/drawing/2014/main" id="{36116BF5-D8A2-467F-B1AF-6AFC19839750}"/>
              </a:ext>
            </a:extLst>
          </p:cNvPr>
          <p:cNvSpPr/>
          <p:nvPr/>
        </p:nvSpPr>
        <p:spPr>
          <a:xfrm>
            <a:off x="5787535" y="2271879"/>
            <a:ext cx="2292978" cy="4998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dirty="0">
                <a:solidFill>
                  <a:schemeClr val="bg1"/>
                </a:solidFill>
              </a:rPr>
              <a:t>Recuperación definitiva de Europa y Japón</a:t>
            </a:r>
            <a:endParaRPr lang="es-ES" sz="1350" b="1" dirty="0">
              <a:solidFill>
                <a:schemeClr val="bg1"/>
              </a:solidFill>
            </a:endParaRPr>
          </a:p>
        </p:txBody>
      </p:sp>
      <p:sp>
        <p:nvSpPr>
          <p:cNvPr id="13" name="17 Rectángulo redondeado">
            <a:extLst>
              <a:ext uri="{FF2B5EF4-FFF2-40B4-BE49-F238E27FC236}">
                <a16:creationId xmlns:a16="http://schemas.microsoft.com/office/drawing/2014/main" id="{351BE2D8-9E22-40CF-9494-14F8D45BD17B}"/>
              </a:ext>
            </a:extLst>
          </p:cNvPr>
          <p:cNvSpPr/>
          <p:nvPr/>
        </p:nvSpPr>
        <p:spPr>
          <a:xfrm>
            <a:off x="5787535" y="2897955"/>
            <a:ext cx="2292978" cy="4998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dirty="0">
                <a:solidFill>
                  <a:schemeClr val="bg1"/>
                </a:solidFill>
              </a:rPr>
              <a:t>Comienzan transformaciones en China</a:t>
            </a:r>
            <a:endParaRPr lang="es-ES" sz="1350" b="1" dirty="0">
              <a:solidFill>
                <a:schemeClr val="bg1"/>
              </a:solidFill>
            </a:endParaRPr>
          </a:p>
        </p:txBody>
      </p:sp>
      <p:sp>
        <p:nvSpPr>
          <p:cNvPr id="14" name="17 Rectángulo redondeado">
            <a:extLst>
              <a:ext uri="{FF2B5EF4-FFF2-40B4-BE49-F238E27FC236}">
                <a16:creationId xmlns:a16="http://schemas.microsoft.com/office/drawing/2014/main" id="{55C9D248-B55A-44C1-90ED-D8F9CD835053}"/>
              </a:ext>
            </a:extLst>
          </p:cNvPr>
          <p:cNvSpPr/>
          <p:nvPr/>
        </p:nvSpPr>
        <p:spPr>
          <a:xfrm>
            <a:off x="5787535" y="3515804"/>
            <a:ext cx="2292978" cy="4998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dirty="0">
                <a:solidFill>
                  <a:schemeClr val="bg1"/>
                </a:solidFill>
              </a:rPr>
              <a:t>Se consolida el rol del Estado</a:t>
            </a:r>
            <a:endParaRPr lang="es-ES" sz="1350" b="1" dirty="0">
              <a:solidFill>
                <a:schemeClr val="bg1"/>
              </a:solidFill>
            </a:endParaRPr>
          </a:p>
        </p:txBody>
      </p:sp>
      <p:sp>
        <p:nvSpPr>
          <p:cNvPr id="15" name="17 Rectángulo redondeado">
            <a:extLst>
              <a:ext uri="{FF2B5EF4-FFF2-40B4-BE49-F238E27FC236}">
                <a16:creationId xmlns:a16="http://schemas.microsoft.com/office/drawing/2014/main" id="{6CD4B623-0A63-41FB-8BD5-30BA7656D46A}"/>
              </a:ext>
            </a:extLst>
          </p:cNvPr>
          <p:cNvSpPr/>
          <p:nvPr/>
        </p:nvSpPr>
        <p:spPr>
          <a:xfrm>
            <a:off x="5787535" y="4133652"/>
            <a:ext cx="2292978" cy="49982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dirty="0">
                <a:solidFill>
                  <a:schemeClr val="bg1"/>
                </a:solidFill>
              </a:rPr>
              <a:t>Bretton Woods (1944) permitía coordinación</a:t>
            </a:r>
            <a:endParaRPr lang="es-ES" sz="1350" b="1" dirty="0">
              <a:solidFill>
                <a:schemeClr val="bg1"/>
              </a:solidFill>
            </a:endParaRP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0896D177-0621-4427-B6AA-D7105F7E0CC4}"/>
              </a:ext>
            </a:extLst>
          </p:cNvPr>
          <p:cNvSpPr/>
          <p:nvPr/>
        </p:nvSpPr>
        <p:spPr>
          <a:xfrm>
            <a:off x="1003852" y="4822963"/>
            <a:ext cx="2872409" cy="8647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i="1" dirty="0"/>
              <a:t>Central para Argentina</a:t>
            </a:r>
            <a:endParaRPr lang="es-ES" sz="1350" b="1" i="1" dirty="0"/>
          </a:p>
        </p:txBody>
      </p:sp>
      <p:sp>
        <p:nvSpPr>
          <p:cNvPr id="16" name="17 Rectángulo redondeado">
            <a:extLst>
              <a:ext uri="{FF2B5EF4-FFF2-40B4-BE49-F238E27FC236}">
                <a16:creationId xmlns:a16="http://schemas.microsoft.com/office/drawing/2014/main" id="{F7459E1F-E439-4EBB-BE26-AF28C992DF33}"/>
              </a:ext>
            </a:extLst>
          </p:cNvPr>
          <p:cNvSpPr/>
          <p:nvPr/>
        </p:nvSpPr>
        <p:spPr>
          <a:xfrm>
            <a:off x="4028309" y="5002567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Revolución verde</a:t>
            </a:r>
            <a:endParaRPr lang="es-ES" b="1" dirty="0">
              <a:solidFill>
                <a:schemeClr val="bg1"/>
              </a:solidFill>
            </a:endParaRPr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6D606017-73CC-447A-9359-2D237A13D14F}"/>
              </a:ext>
            </a:extLst>
          </p:cNvPr>
          <p:cNvCxnSpPr>
            <a:stCxn id="12" idx="3"/>
            <a:endCxn id="16" idx="0"/>
          </p:cNvCxnSpPr>
          <p:nvPr/>
        </p:nvCxnSpPr>
        <p:spPr>
          <a:xfrm>
            <a:off x="4360977" y="1855046"/>
            <a:ext cx="1043756" cy="314752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780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58642" y="260648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La Argentina de los ´60: crecimiento IA del PIB per cápita</a:t>
            </a:r>
            <a:endParaRPr lang="es-AR" sz="1500" b="1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A44CC31A-CE5F-458F-986C-5729DE457B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747164"/>
              </p:ext>
            </p:extLst>
          </p:nvPr>
        </p:nvGraphicFramePr>
        <p:xfrm>
          <a:off x="323528" y="2004682"/>
          <a:ext cx="8820472" cy="4853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9AFCA4CD-DB76-4106-B73F-B5487DC2EFA0}"/>
              </a:ext>
            </a:extLst>
          </p:cNvPr>
          <p:cNvSpPr/>
          <p:nvPr/>
        </p:nvSpPr>
        <p:spPr>
          <a:xfrm>
            <a:off x="5546035" y="2446635"/>
            <a:ext cx="3597965" cy="2058275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9" name="17 Rectángulo redondeado">
            <a:extLst>
              <a:ext uri="{FF2B5EF4-FFF2-40B4-BE49-F238E27FC236}">
                <a16:creationId xmlns:a16="http://schemas.microsoft.com/office/drawing/2014/main" id="{F9A7E7E6-0BBF-4B36-919B-A552FA9B0FE0}"/>
              </a:ext>
            </a:extLst>
          </p:cNvPr>
          <p:cNvSpPr/>
          <p:nvPr/>
        </p:nvSpPr>
        <p:spPr>
          <a:xfrm>
            <a:off x="3195575" y="974126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“Salto Adelante”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6" name="17 Rectángulo redondeado">
            <a:extLst>
              <a:ext uri="{FF2B5EF4-FFF2-40B4-BE49-F238E27FC236}">
                <a16:creationId xmlns:a16="http://schemas.microsoft.com/office/drawing/2014/main" id="{BA76E722-4F55-4152-8716-54726D300096}"/>
              </a:ext>
            </a:extLst>
          </p:cNvPr>
          <p:cNvSpPr/>
          <p:nvPr/>
        </p:nvSpPr>
        <p:spPr>
          <a:xfrm>
            <a:off x="1970707" y="2446635"/>
            <a:ext cx="2752847" cy="5054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1% </a:t>
            </a:r>
            <a:r>
              <a:rPr lang="es-AR" b="1" dirty="0" err="1">
                <a:solidFill>
                  <a:schemeClr val="bg1"/>
                </a:solidFill>
              </a:rPr>
              <a:t>prom</a:t>
            </a:r>
            <a:r>
              <a:rPr lang="es-AR" b="1" dirty="0">
                <a:solidFill>
                  <a:schemeClr val="bg1"/>
                </a:solidFill>
              </a:rPr>
              <a:t> anual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0" name="17 Rectángulo redondeado">
            <a:extLst>
              <a:ext uri="{FF2B5EF4-FFF2-40B4-BE49-F238E27FC236}">
                <a16:creationId xmlns:a16="http://schemas.microsoft.com/office/drawing/2014/main" id="{55BBEE4A-053E-497B-9F1F-FA5BEEB759F5}"/>
              </a:ext>
            </a:extLst>
          </p:cNvPr>
          <p:cNvSpPr/>
          <p:nvPr/>
        </p:nvSpPr>
        <p:spPr>
          <a:xfrm>
            <a:off x="5968593" y="1751934"/>
            <a:ext cx="2752847" cy="50549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4% </a:t>
            </a:r>
            <a:r>
              <a:rPr lang="es-AR" b="1" dirty="0" err="1">
                <a:solidFill>
                  <a:schemeClr val="bg1"/>
                </a:solidFill>
              </a:rPr>
              <a:t>prom</a:t>
            </a:r>
            <a:r>
              <a:rPr lang="es-AR" b="1" dirty="0">
                <a:solidFill>
                  <a:schemeClr val="bg1"/>
                </a:solidFill>
              </a:rPr>
              <a:t> anual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26C4FF6C-0368-41AD-80ED-BCBD2DBB0E89}"/>
              </a:ext>
            </a:extLst>
          </p:cNvPr>
          <p:cNvSpPr/>
          <p:nvPr/>
        </p:nvSpPr>
        <p:spPr>
          <a:xfrm>
            <a:off x="6228184" y="4005064"/>
            <a:ext cx="720080" cy="49984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4A8FBE7-8E01-4C08-B984-A984D47F6B35}"/>
              </a:ext>
            </a:extLst>
          </p:cNvPr>
          <p:cNvSpPr txBox="1"/>
          <p:nvPr/>
        </p:nvSpPr>
        <p:spPr>
          <a:xfrm>
            <a:off x="6244287" y="4541518"/>
            <a:ext cx="57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/>
              <a:t>OJO</a:t>
            </a:r>
          </a:p>
        </p:txBody>
      </p:sp>
    </p:spTree>
    <p:extLst>
      <p:ext uri="{BB962C8B-B14F-4D97-AF65-F5344CB8AC3E}">
        <p14:creationId xmlns:p14="http://schemas.microsoft.com/office/powerpoint/2010/main" val="19145543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58642" y="260648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¿Sensaciones con Illia?</a:t>
            </a:r>
            <a:endParaRPr lang="es-AR" sz="1500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7D01F65-29A1-4F2B-B783-70DC662EC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538" y="906210"/>
            <a:ext cx="5360921" cy="569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99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58643" y="401065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Central en la Argentina</a:t>
            </a:r>
            <a:endParaRPr lang="es-AR" sz="1500" b="1" dirty="0"/>
          </a:p>
        </p:txBody>
      </p:sp>
      <p:sp>
        <p:nvSpPr>
          <p:cNvPr id="12" name="17 Rectángulo redondeado">
            <a:extLst>
              <a:ext uri="{FF2B5EF4-FFF2-40B4-BE49-F238E27FC236}">
                <a16:creationId xmlns:a16="http://schemas.microsoft.com/office/drawing/2014/main" id="{F508E53D-088F-444E-8E64-D1ECE47A3480}"/>
              </a:ext>
            </a:extLst>
          </p:cNvPr>
          <p:cNvSpPr/>
          <p:nvPr/>
        </p:nvSpPr>
        <p:spPr>
          <a:xfrm>
            <a:off x="3168574" y="1761324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bg1"/>
                </a:solidFill>
              </a:rPr>
              <a:t>El AGRO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18" name="17 Rectángulo redondeado">
            <a:extLst>
              <a:ext uri="{FF2B5EF4-FFF2-40B4-BE49-F238E27FC236}">
                <a16:creationId xmlns:a16="http://schemas.microsoft.com/office/drawing/2014/main" id="{14F28167-6DD0-4BF8-ABD0-613C0A9E0A11}"/>
              </a:ext>
            </a:extLst>
          </p:cNvPr>
          <p:cNvSpPr/>
          <p:nvPr/>
        </p:nvSpPr>
        <p:spPr>
          <a:xfrm>
            <a:off x="3168574" y="2919769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Modernización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9" name="17 Rectángulo redondeado">
            <a:extLst>
              <a:ext uri="{FF2B5EF4-FFF2-40B4-BE49-F238E27FC236}">
                <a16:creationId xmlns:a16="http://schemas.microsoft.com/office/drawing/2014/main" id="{5AD49833-20C5-4C99-AA99-7DE01B2C6D45}"/>
              </a:ext>
            </a:extLst>
          </p:cNvPr>
          <p:cNvSpPr/>
          <p:nvPr/>
        </p:nvSpPr>
        <p:spPr>
          <a:xfrm>
            <a:off x="3168574" y="3611074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Rentabilidad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20" name="17 Rectángulo redondeado">
            <a:extLst>
              <a:ext uri="{FF2B5EF4-FFF2-40B4-BE49-F238E27FC236}">
                <a16:creationId xmlns:a16="http://schemas.microsoft.com/office/drawing/2014/main" id="{D55088CA-DDAD-4E36-8B6C-C1B850748EDC}"/>
              </a:ext>
            </a:extLst>
          </p:cNvPr>
          <p:cNvSpPr/>
          <p:nvPr/>
        </p:nvSpPr>
        <p:spPr>
          <a:xfrm>
            <a:off x="5005508" y="4629834"/>
            <a:ext cx="3353301" cy="89880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500" b="1" i="1" dirty="0">
                <a:solidFill>
                  <a:schemeClr val="bg1"/>
                </a:solidFill>
              </a:rPr>
              <a:t>Principalmente: recuperación del (relegado) sector pampeano</a:t>
            </a:r>
            <a:endParaRPr lang="es-ES" sz="15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241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31640" y="965262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Central en la Argentina</a:t>
            </a:r>
            <a:endParaRPr lang="es-AR" sz="1500" b="1" dirty="0"/>
          </a:p>
        </p:txBody>
      </p:sp>
      <p:sp>
        <p:nvSpPr>
          <p:cNvPr id="12" name="17 Rectángulo redondeado">
            <a:extLst>
              <a:ext uri="{FF2B5EF4-FFF2-40B4-BE49-F238E27FC236}">
                <a16:creationId xmlns:a16="http://schemas.microsoft.com/office/drawing/2014/main" id="{F508E53D-088F-444E-8E64-D1ECE47A3480}"/>
              </a:ext>
            </a:extLst>
          </p:cNvPr>
          <p:cNvSpPr/>
          <p:nvPr/>
        </p:nvSpPr>
        <p:spPr>
          <a:xfrm>
            <a:off x="3168574" y="1761324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bg1"/>
                </a:solidFill>
              </a:rPr>
              <a:t>El AGRO</a:t>
            </a:r>
            <a:endParaRPr lang="es-ES" sz="2800" b="1" dirty="0">
              <a:solidFill>
                <a:schemeClr val="bg1"/>
              </a:solidFill>
            </a:endParaRPr>
          </a:p>
        </p:txBody>
      </p:sp>
      <p:pic>
        <p:nvPicPr>
          <p:cNvPr id="3" name="Imagen 2" descr="Imagen que contiene texto&#10;&#10;Descripción generada con confianza muy alta">
            <a:extLst>
              <a:ext uri="{FF2B5EF4-FFF2-40B4-BE49-F238E27FC236}">
                <a16:creationId xmlns:a16="http://schemas.microsoft.com/office/drawing/2014/main" id="{5A3E0B82-392B-48F4-BD2B-FA8670D07B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4" t="9050" r="13261" b="7246"/>
          <a:stretch/>
        </p:blipFill>
        <p:spPr>
          <a:xfrm>
            <a:off x="1997766" y="2535340"/>
            <a:ext cx="5267739" cy="3255052"/>
          </a:xfrm>
          <a:prstGeom prst="rect">
            <a:avLst/>
          </a:prstGeom>
        </p:spPr>
      </p:pic>
      <p:sp>
        <p:nvSpPr>
          <p:cNvPr id="4" name="Flecha: hacia arriba 3">
            <a:extLst>
              <a:ext uri="{FF2B5EF4-FFF2-40B4-BE49-F238E27FC236}">
                <a16:creationId xmlns:a16="http://schemas.microsoft.com/office/drawing/2014/main" id="{53EDA61F-6BE9-4F97-AD50-A64A72DE8C90}"/>
              </a:ext>
            </a:extLst>
          </p:cNvPr>
          <p:cNvSpPr/>
          <p:nvPr/>
        </p:nvSpPr>
        <p:spPr>
          <a:xfrm>
            <a:off x="5218044" y="3799233"/>
            <a:ext cx="178904" cy="35780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0" name="Flecha: hacia arriba 9">
            <a:extLst>
              <a:ext uri="{FF2B5EF4-FFF2-40B4-BE49-F238E27FC236}">
                <a16:creationId xmlns:a16="http://schemas.microsoft.com/office/drawing/2014/main" id="{E36F89D4-8A45-427E-8545-12A26E05B20C}"/>
              </a:ext>
            </a:extLst>
          </p:cNvPr>
          <p:cNvSpPr/>
          <p:nvPr/>
        </p:nvSpPr>
        <p:spPr>
          <a:xfrm>
            <a:off x="6316318" y="3640208"/>
            <a:ext cx="173936" cy="51683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79724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58643" y="487322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Reacción de los productores</a:t>
            </a:r>
            <a:endParaRPr lang="es-AR" sz="1500" b="1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B8E0E882-7273-4FB1-96A9-FCD5B6FE84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9335212"/>
              </p:ext>
            </p:extLst>
          </p:nvPr>
        </p:nvGraphicFramePr>
        <p:xfrm>
          <a:off x="179512" y="1595230"/>
          <a:ext cx="5615001" cy="4714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4CEBA8B-BE20-477F-B9CA-10C7B2CA0036}"/>
              </a:ext>
            </a:extLst>
          </p:cNvPr>
          <p:cNvSpPr/>
          <p:nvPr/>
        </p:nvSpPr>
        <p:spPr>
          <a:xfrm>
            <a:off x="5874027" y="1930677"/>
            <a:ext cx="1411356" cy="110324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dirty="0"/>
              <a:t>Del 63 al 66:</a:t>
            </a:r>
          </a:p>
          <a:p>
            <a:pPr algn="ctr"/>
            <a:r>
              <a:rPr lang="es-AR" sz="1350" dirty="0" err="1"/>
              <a:t>Semb</a:t>
            </a:r>
            <a:r>
              <a:rPr lang="es-AR" sz="1350" dirty="0"/>
              <a:t>: + 12%</a:t>
            </a:r>
          </a:p>
          <a:p>
            <a:pPr algn="ctr"/>
            <a:r>
              <a:rPr lang="es-AR" sz="1350" dirty="0" err="1"/>
              <a:t>Cosech</a:t>
            </a:r>
            <a:r>
              <a:rPr lang="es-AR" sz="1350" dirty="0"/>
              <a:t>: + 15%</a:t>
            </a:r>
          </a:p>
          <a:p>
            <a:pPr algn="ctr"/>
            <a:r>
              <a:rPr lang="es-AR" sz="1350" dirty="0" err="1"/>
              <a:t>Prod</a:t>
            </a:r>
            <a:r>
              <a:rPr lang="es-AR" sz="1350" dirty="0"/>
              <a:t>: + 26%</a:t>
            </a:r>
            <a:endParaRPr lang="es-ES" sz="135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E604702-4D27-4279-B83D-3F6AB9BE0A6D}"/>
              </a:ext>
            </a:extLst>
          </p:cNvPr>
          <p:cNvSpPr/>
          <p:nvPr/>
        </p:nvSpPr>
        <p:spPr>
          <a:xfrm>
            <a:off x="5874027" y="3347003"/>
            <a:ext cx="3170582" cy="110324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350" b="1" dirty="0"/>
              <a:t>Después...</a:t>
            </a:r>
          </a:p>
          <a:p>
            <a:pPr algn="ctr"/>
            <a:r>
              <a:rPr lang="es-AR" sz="1350" dirty="0"/>
              <a:t>Se mantuvieron niveles de producción altos</a:t>
            </a:r>
            <a:endParaRPr lang="es-ES" sz="135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BC0C60D-BE60-4E97-80FD-8BD6459EFCA3}"/>
              </a:ext>
            </a:extLst>
          </p:cNvPr>
          <p:cNvSpPr/>
          <p:nvPr/>
        </p:nvSpPr>
        <p:spPr>
          <a:xfrm>
            <a:off x="5893297" y="5106686"/>
            <a:ext cx="3170582" cy="120263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/>
              <a:t>Básicamente, luego de Illia, se preocuparon por no golpear al agro más que por medidas innovadoras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8555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31640" y="965262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Superávits comerciales y cuenta capital </a:t>
            </a:r>
            <a:endParaRPr lang="es-AR" sz="1500" b="1" dirty="0"/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E6E936BB-D481-481A-90AF-E93FBA1027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0464120"/>
              </p:ext>
            </p:extLst>
          </p:nvPr>
        </p:nvGraphicFramePr>
        <p:xfrm>
          <a:off x="432352" y="1794013"/>
          <a:ext cx="4109831" cy="3585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F25CC8C5-D87F-4605-BF55-F3D0958869D8}"/>
              </a:ext>
            </a:extLst>
          </p:cNvPr>
          <p:cNvGraphicFramePr>
            <a:graphicFrameLocks/>
          </p:cNvGraphicFramePr>
          <p:nvPr/>
        </p:nvGraphicFramePr>
        <p:xfrm>
          <a:off x="4755874" y="1794013"/>
          <a:ext cx="4109831" cy="3585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Elipse 1">
            <a:extLst>
              <a:ext uri="{FF2B5EF4-FFF2-40B4-BE49-F238E27FC236}">
                <a16:creationId xmlns:a16="http://schemas.microsoft.com/office/drawing/2014/main" id="{5423EF8B-C05A-45D3-9FB3-FA400C6A9D02}"/>
              </a:ext>
            </a:extLst>
          </p:cNvPr>
          <p:cNvSpPr/>
          <p:nvPr/>
        </p:nvSpPr>
        <p:spPr>
          <a:xfrm>
            <a:off x="5652120" y="1916832"/>
            <a:ext cx="1152128" cy="9361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90AB789-266B-4E86-A291-86006F4637D0}"/>
              </a:ext>
            </a:extLst>
          </p:cNvPr>
          <p:cNvSpPr/>
          <p:nvPr/>
        </p:nvSpPr>
        <p:spPr>
          <a:xfrm>
            <a:off x="6606226" y="3909392"/>
            <a:ext cx="1152128" cy="9361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66C4545-970C-4CCA-A18C-5222CB933DCE}"/>
              </a:ext>
            </a:extLst>
          </p:cNvPr>
          <p:cNvSpPr/>
          <p:nvPr/>
        </p:nvSpPr>
        <p:spPr>
          <a:xfrm>
            <a:off x="7258912" y="2445060"/>
            <a:ext cx="1152128" cy="9361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1CF9F30-A79C-4545-9720-15664497CAF6}"/>
              </a:ext>
            </a:extLst>
          </p:cNvPr>
          <p:cNvCxnSpPr/>
          <p:nvPr/>
        </p:nvCxnSpPr>
        <p:spPr>
          <a:xfrm flipV="1">
            <a:off x="2339752" y="2636912"/>
            <a:ext cx="2232248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5EDA845-4EE1-4B6F-8E8E-91D0143EE398}"/>
              </a:ext>
            </a:extLst>
          </p:cNvPr>
          <p:cNvSpPr/>
          <p:nvPr/>
        </p:nvSpPr>
        <p:spPr>
          <a:xfrm>
            <a:off x="5596999" y="5539621"/>
            <a:ext cx="3170582" cy="110324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/>
              <a:t>Distintas realidades de la cuenta capital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82646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 Rectángulo redondeado">
            <a:extLst>
              <a:ext uri="{FF2B5EF4-FFF2-40B4-BE49-F238E27FC236}">
                <a16:creationId xmlns:a16="http://schemas.microsoft.com/office/drawing/2014/main" id="{928006A2-D1D9-4E18-96F0-768336A0C840}"/>
              </a:ext>
            </a:extLst>
          </p:cNvPr>
          <p:cNvSpPr/>
          <p:nvPr/>
        </p:nvSpPr>
        <p:spPr>
          <a:xfrm>
            <a:off x="1331640" y="965262"/>
            <a:ext cx="6426714" cy="3575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500" b="1" dirty="0"/>
              <a:t>Términos de intercambio</a:t>
            </a:r>
            <a:endParaRPr lang="es-AR" sz="1500" b="1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EEEA1009-FB8A-4945-BE66-59EB4FE0BB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8938326"/>
              </p:ext>
            </p:extLst>
          </p:nvPr>
        </p:nvGraphicFramePr>
        <p:xfrm>
          <a:off x="395536" y="1684682"/>
          <a:ext cx="8352928" cy="4552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17 Rectángulo redondeado">
            <a:extLst>
              <a:ext uri="{FF2B5EF4-FFF2-40B4-BE49-F238E27FC236}">
                <a16:creationId xmlns:a16="http://schemas.microsoft.com/office/drawing/2014/main" id="{60DEBE3D-C92C-4F74-ADA0-C72EF3CCC6E1}"/>
              </a:ext>
            </a:extLst>
          </p:cNvPr>
          <p:cNvSpPr/>
          <p:nvPr/>
        </p:nvSpPr>
        <p:spPr>
          <a:xfrm>
            <a:off x="3491880" y="4437112"/>
            <a:ext cx="275284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500" b="1" i="1" dirty="0">
                <a:solidFill>
                  <a:schemeClr val="bg1"/>
                </a:solidFill>
              </a:rPr>
              <a:t>En los 70 el sector externo fue positivo</a:t>
            </a:r>
            <a:endParaRPr lang="es-ES" sz="15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470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>
            <a:extLst>
              <a:ext uri="{FF2B5EF4-FFF2-40B4-BE49-F238E27FC236}">
                <a16:creationId xmlns:a16="http://schemas.microsoft.com/office/drawing/2014/main" id="{14F28167-6DD0-4BF8-ABD0-613C0A9E0A11}"/>
              </a:ext>
            </a:extLst>
          </p:cNvPr>
          <p:cNvSpPr/>
          <p:nvPr/>
        </p:nvSpPr>
        <p:spPr>
          <a:xfrm>
            <a:off x="415727" y="2285956"/>
            <a:ext cx="1852017" cy="50549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Seguía...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7" name="16 Rectángulo redondeado">
            <a:extLst>
              <a:ext uri="{FF2B5EF4-FFF2-40B4-BE49-F238E27FC236}">
                <a16:creationId xmlns:a16="http://schemas.microsoft.com/office/drawing/2014/main" id="{F7317DDA-E8A9-4768-9058-DFB6D880CDA9}"/>
              </a:ext>
            </a:extLst>
          </p:cNvPr>
          <p:cNvSpPr/>
          <p:nvPr/>
        </p:nvSpPr>
        <p:spPr>
          <a:xfrm>
            <a:off x="2398830" y="1226397"/>
            <a:ext cx="3982093" cy="745435"/>
          </a:xfrm>
          <a:prstGeom prst="roundRect">
            <a:avLst>
              <a:gd name="adj" fmla="val 20429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50" b="1" dirty="0">
                <a:solidFill>
                  <a:schemeClr val="bg1"/>
                </a:solidFill>
              </a:rPr>
              <a:t>¿Y la inflación?</a:t>
            </a:r>
            <a:endParaRPr lang="es-AR" sz="405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1E434EC-1F2A-4194-B119-35781986E2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329037"/>
              </p:ext>
            </p:extLst>
          </p:nvPr>
        </p:nvGraphicFramePr>
        <p:xfrm>
          <a:off x="3059833" y="2285955"/>
          <a:ext cx="5557394" cy="43113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539701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496B25D3-3418-40D4-8373-07D1446B9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873517"/>
              </p:ext>
            </p:extLst>
          </p:nvPr>
        </p:nvGraphicFramePr>
        <p:xfrm>
          <a:off x="0" y="1575921"/>
          <a:ext cx="9144000" cy="4949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793559E2-9A69-4F92-8B60-C16CE53A9A33}"/>
              </a:ext>
            </a:extLst>
          </p:cNvPr>
          <p:cNvSpPr/>
          <p:nvPr/>
        </p:nvSpPr>
        <p:spPr>
          <a:xfrm>
            <a:off x="683568" y="2520006"/>
            <a:ext cx="3744416" cy="30612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35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A5D50AF-A0C7-4151-B300-40E45E318E9B}"/>
              </a:ext>
            </a:extLst>
          </p:cNvPr>
          <p:cNvSpPr txBox="1">
            <a:spLocks/>
          </p:cNvSpPr>
          <p:nvPr/>
        </p:nvSpPr>
        <p:spPr>
          <a:xfrm>
            <a:off x="6402490" y="7572"/>
            <a:ext cx="2713383" cy="71867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500" b="1" dirty="0">
                <a:solidFill>
                  <a:schemeClr val="accent1">
                    <a:lumMod val="50000"/>
                  </a:schemeClr>
                </a:solidFill>
              </a:rPr>
              <a:t>1963-1970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CC604B-18B1-4D93-B4CF-8450EF58324A}"/>
              </a:ext>
            </a:extLst>
          </p:cNvPr>
          <p:cNvSpPr/>
          <p:nvPr/>
        </p:nvSpPr>
        <p:spPr>
          <a:xfrm>
            <a:off x="5106683" y="2520006"/>
            <a:ext cx="4009189" cy="306125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350"/>
          </a:p>
        </p:txBody>
      </p:sp>
    </p:spTree>
    <p:extLst>
      <p:ext uri="{BB962C8B-B14F-4D97-AF65-F5344CB8AC3E}">
        <p14:creationId xmlns:p14="http://schemas.microsoft.com/office/powerpoint/2010/main" val="303265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>
          <a:xfrm>
            <a:off x="791580" y="2564904"/>
            <a:ext cx="7560840" cy="1728192"/>
          </a:xfrm>
          <a:prstGeom prst="roundRect">
            <a:avLst>
              <a:gd name="adj" fmla="val 908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KRIEGER VASENA</a:t>
            </a:r>
          </a:p>
        </p:txBody>
      </p:sp>
      <p:sp>
        <p:nvSpPr>
          <p:cNvPr id="4" name="4 Rectángulo redondeado">
            <a:extLst>
              <a:ext uri="{FF2B5EF4-FFF2-40B4-BE49-F238E27FC236}">
                <a16:creationId xmlns:a16="http://schemas.microsoft.com/office/drawing/2014/main" id="{99A035AB-0185-4BE0-801D-0226503014CE}"/>
              </a:ext>
            </a:extLst>
          </p:cNvPr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2120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563888" y="2599744"/>
            <a:ext cx="5112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dirty="0"/>
              <a:t>Sostenida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s-ES" dirty="0"/>
              <a:t>≠ a la Inflación Mundial</a:t>
            </a:r>
            <a:endParaRPr dirty="0"/>
          </a:p>
          <a:p>
            <a:pPr lvl="0">
              <a:buFontTx/>
              <a:buChar char="-"/>
            </a:pPr>
            <a:endParaRPr dirty="0"/>
          </a:p>
          <a:p>
            <a:endParaRPr dirty="0"/>
          </a:p>
          <a:p>
            <a:endParaRPr lang="es-ES" dirty="0"/>
          </a:p>
        </p:txBody>
      </p:sp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Contexto Histórico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15" name="14 Marcador de contenido"/>
          <p:cNvGraphicFramePr>
            <a:graphicFrameLocks noGrp="1"/>
          </p:cNvGraphicFramePr>
          <p:nvPr>
            <p:ph sz="quarter" idx="13"/>
          </p:nvPr>
        </p:nvGraphicFramePr>
        <p:xfrm>
          <a:off x="285720" y="2432858"/>
          <a:ext cx="3350176" cy="996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2 CuadroTexto"/>
          <p:cNvSpPr txBox="1"/>
          <p:nvPr/>
        </p:nvSpPr>
        <p:spPr>
          <a:xfrm>
            <a:off x="1115616" y="3789040"/>
            <a:ext cx="5184576" cy="2677656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sz="2400" u="sng" dirty="0"/>
              <a:t>Planes:</a:t>
            </a:r>
          </a:p>
          <a:p>
            <a:endParaRPr lang="es-AR" sz="2400" u="sng" dirty="0"/>
          </a:p>
          <a:p>
            <a:pPr marL="285750" indent="-285750">
              <a:buFont typeface="Arial" pitchFamily="34" charset="0"/>
              <a:buChar char="•"/>
            </a:pPr>
            <a:r>
              <a:rPr lang="es-AR" sz="2400" dirty="0"/>
              <a:t>1952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AR" sz="2400" dirty="0"/>
              <a:t>1959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AR" sz="2400" dirty="0"/>
              <a:t>1962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AR" sz="2400" b="1" dirty="0"/>
              <a:t>1967 </a:t>
            </a:r>
            <a:r>
              <a:rPr lang="es-AR" sz="2400" b="1" dirty="0">
                <a:sym typeface="Wingdings" pitchFamily="2" charset="2"/>
              </a:rPr>
              <a:t> Plan de Krieger Vasena</a:t>
            </a:r>
            <a:endParaRPr lang="es-AR" sz="2400" b="1" dirty="0"/>
          </a:p>
          <a:p>
            <a:pPr marL="285750" indent="-285750">
              <a:buFont typeface="Arial" pitchFamily="34" charset="0"/>
              <a:buChar char="•"/>
            </a:pPr>
            <a:r>
              <a:rPr lang="es-AR" sz="2400" dirty="0"/>
              <a:t>1973</a:t>
            </a:r>
          </a:p>
        </p:txBody>
      </p:sp>
      <p:cxnSp>
        <p:nvCxnSpPr>
          <p:cNvPr id="5" name="4 Conector recto de flecha"/>
          <p:cNvCxnSpPr/>
          <p:nvPr/>
        </p:nvCxnSpPr>
        <p:spPr>
          <a:xfrm flipV="1">
            <a:off x="2195736" y="5127868"/>
            <a:ext cx="4464496" cy="533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6804248" y="4653136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i="1" dirty="0"/>
              <a:t>Revolución Argentina </a:t>
            </a:r>
            <a:r>
              <a:rPr lang="es-AR" dirty="0"/>
              <a:t>´66</a:t>
            </a:r>
          </a:p>
          <a:p>
            <a:r>
              <a:rPr lang="es-AR" dirty="0"/>
              <a:t>                Ongania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Inflación desde 1949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6CC7C10-5E11-40F8-9669-2660C5F090DF}"/>
              </a:ext>
            </a:extLst>
          </p:cNvPr>
          <p:cNvGraphicFramePr>
            <a:graphicFrameLocks/>
          </p:cNvGraphicFramePr>
          <p:nvPr/>
        </p:nvGraphicFramePr>
        <p:xfrm>
          <a:off x="114300" y="1988840"/>
          <a:ext cx="8850188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C37DEED5-B0B5-4F0D-A4F4-726895A29986}"/>
              </a:ext>
            </a:extLst>
          </p:cNvPr>
          <p:cNvSpPr/>
          <p:nvPr/>
        </p:nvSpPr>
        <p:spPr>
          <a:xfrm>
            <a:off x="7164288" y="3645024"/>
            <a:ext cx="1598712" cy="15121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114849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57200" y="2804892"/>
            <a:ext cx="8229600" cy="1143000"/>
          </a:xfrm>
        </p:spPr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Condiciones Iniciales</a:t>
            </a:r>
            <a:endParaRPr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565000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PIB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BF4148A4-9449-4C56-8068-1E444CEC4B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047994"/>
              </p:ext>
            </p:extLst>
          </p:nvPr>
        </p:nvGraphicFramePr>
        <p:xfrm>
          <a:off x="114300" y="1988840"/>
          <a:ext cx="8648700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207153AA-6693-4791-A7B5-DE297C0D8142}"/>
              </a:ext>
            </a:extLst>
          </p:cNvPr>
          <p:cNvCxnSpPr>
            <a:cxnSpLocks/>
          </p:cNvCxnSpPr>
          <p:nvPr/>
        </p:nvCxnSpPr>
        <p:spPr>
          <a:xfrm flipV="1">
            <a:off x="6444208" y="2636912"/>
            <a:ext cx="2242592" cy="10081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BDE050E6-83E9-46DC-90B7-FB32DE7DB76B}"/>
              </a:ext>
            </a:extLst>
          </p:cNvPr>
          <p:cNvSpPr/>
          <p:nvPr/>
        </p:nvSpPr>
        <p:spPr>
          <a:xfrm>
            <a:off x="2051720" y="3284984"/>
            <a:ext cx="648073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8CD093C6-C927-4BE4-A404-3A8F895B56D6}"/>
              </a:ext>
            </a:extLst>
          </p:cNvPr>
          <p:cNvSpPr/>
          <p:nvPr/>
        </p:nvSpPr>
        <p:spPr>
          <a:xfrm>
            <a:off x="4000499" y="3025248"/>
            <a:ext cx="648073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Distinto de 6">
            <a:extLst>
              <a:ext uri="{FF2B5EF4-FFF2-40B4-BE49-F238E27FC236}">
                <a16:creationId xmlns:a16="http://schemas.microsoft.com/office/drawing/2014/main" id="{AD062DC0-293C-4C77-9807-8CF6A0C67027}"/>
              </a:ext>
            </a:extLst>
          </p:cNvPr>
          <p:cNvSpPr/>
          <p:nvPr/>
        </p:nvSpPr>
        <p:spPr>
          <a:xfrm>
            <a:off x="4860032" y="4077072"/>
            <a:ext cx="1219944" cy="792089"/>
          </a:xfrm>
          <a:prstGeom prst="mathNotEqual">
            <a:avLst>
              <a:gd name="adj1" fmla="val 11507"/>
              <a:gd name="adj2" fmla="val 6237632"/>
              <a:gd name="adj3" fmla="val 131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7861F14-C394-4750-BFE0-D8011D430398}"/>
              </a:ext>
            </a:extLst>
          </p:cNvPr>
          <p:cNvSpPr txBox="1"/>
          <p:nvPr/>
        </p:nvSpPr>
        <p:spPr>
          <a:xfrm>
            <a:off x="5842992" y="811187"/>
            <a:ext cx="2843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Gran diferencia: ya no estábamos en Stop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Go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. </a:t>
            </a:r>
          </a:p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Crecimiento</a:t>
            </a:r>
          </a:p>
        </p:txBody>
      </p:sp>
    </p:spTree>
    <p:extLst>
      <p:ext uri="{BB962C8B-B14F-4D97-AF65-F5344CB8AC3E}">
        <p14:creationId xmlns:p14="http://schemas.microsoft.com/office/powerpoint/2010/main" val="2582761236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Reservas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7B06EC5-C193-4DCB-BA02-60D4A5432A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3887072"/>
              </p:ext>
            </p:extLst>
          </p:nvPr>
        </p:nvGraphicFramePr>
        <p:xfrm>
          <a:off x="251520" y="1813000"/>
          <a:ext cx="8352928" cy="4568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958DEFD1-2386-4887-846A-86879D9A0FFA}"/>
              </a:ext>
            </a:extLst>
          </p:cNvPr>
          <p:cNvSpPr/>
          <p:nvPr/>
        </p:nvSpPr>
        <p:spPr>
          <a:xfrm>
            <a:off x="6516216" y="1988840"/>
            <a:ext cx="2088232" cy="151216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49608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Exportaciones vs importaciones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4AD21EFC-EECA-44DF-814A-866ED310F3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2635100"/>
              </p:ext>
            </p:extLst>
          </p:nvPr>
        </p:nvGraphicFramePr>
        <p:xfrm>
          <a:off x="251520" y="1798934"/>
          <a:ext cx="8280920" cy="4726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79013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Las Medidas (1967 – 1970)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15" name="14 Marcador de contenido"/>
          <p:cNvGraphicFramePr>
            <a:graphicFrameLocks noGrp="1"/>
          </p:cNvGraphicFramePr>
          <p:nvPr>
            <p:ph sz="quarter" idx="13"/>
          </p:nvPr>
        </p:nvGraphicFramePr>
        <p:xfrm>
          <a:off x="-684584" y="1916832"/>
          <a:ext cx="5544616" cy="13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575556" y="4495964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AR" sz="2000" b="1" u="sng" dirty="0"/>
              <a:t>Liberalización del Mcdo de Cambios</a:t>
            </a:r>
            <a:endParaRPr lang="es-AR" dirty="0"/>
          </a:p>
        </p:txBody>
      </p:sp>
      <p:sp>
        <p:nvSpPr>
          <p:cNvPr id="13" name="12 CuadroTexto"/>
          <p:cNvSpPr txBox="1"/>
          <p:nvPr/>
        </p:nvSpPr>
        <p:spPr>
          <a:xfrm>
            <a:off x="506325" y="5231740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AR" sz="2000" b="1" u="sng" dirty="0"/>
              <a:t>Compensación parcial de la devaluación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491272788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Tipo de cambio (índice base 1993)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C1298852-792F-4BEF-975A-2EE8C3BBB0E4}"/>
              </a:ext>
            </a:extLst>
          </p:cNvPr>
          <p:cNvGraphicFramePr>
            <a:graphicFrameLocks/>
          </p:cNvGraphicFramePr>
          <p:nvPr/>
        </p:nvGraphicFramePr>
        <p:xfrm>
          <a:off x="576208" y="2204864"/>
          <a:ext cx="7812215" cy="4248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3F8D20CD-C9A8-4C46-B221-CEA2BBF48DB1}"/>
              </a:ext>
            </a:extLst>
          </p:cNvPr>
          <p:cNvSpPr/>
          <p:nvPr/>
        </p:nvSpPr>
        <p:spPr>
          <a:xfrm>
            <a:off x="7549864" y="2204864"/>
            <a:ext cx="864096" cy="230425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5092316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sz="4000" b="1" dirty="0">
                <a:solidFill>
                  <a:schemeClr val="tx1"/>
                </a:solidFill>
              </a:rPr>
              <a:t>Retenciones: precios internos vs externos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5023D09A-A7B6-48C5-9455-A3057B2310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7458931"/>
              </p:ext>
            </p:extLst>
          </p:nvPr>
        </p:nvGraphicFramePr>
        <p:xfrm>
          <a:off x="395536" y="2057400"/>
          <a:ext cx="8136904" cy="425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4BB7E75E-57C2-4C14-BA2C-78CC5238BEF4}"/>
              </a:ext>
            </a:extLst>
          </p:cNvPr>
          <p:cNvSpPr/>
          <p:nvPr/>
        </p:nvSpPr>
        <p:spPr>
          <a:xfrm>
            <a:off x="6476059" y="3501009"/>
            <a:ext cx="1533038" cy="14178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6917E8-5CD4-4EE2-9FB5-6F3BB21B2126}"/>
              </a:ext>
            </a:extLst>
          </p:cNvPr>
          <p:cNvSpPr/>
          <p:nvPr/>
        </p:nvSpPr>
        <p:spPr>
          <a:xfrm>
            <a:off x="5436096" y="2348880"/>
            <a:ext cx="2736304" cy="10081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Precios internos 16% menores en promedio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9462683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Las Medidas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15" name="14 Marcador de contenido"/>
          <p:cNvGraphicFramePr>
            <a:graphicFrameLocks noGrp="1"/>
          </p:cNvGraphicFramePr>
          <p:nvPr>
            <p:ph sz="quarter" idx="13"/>
          </p:nvPr>
        </p:nvGraphicFramePr>
        <p:xfrm>
          <a:off x="-684584" y="1916832"/>
          <a:ext cx="5544616" cy="13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693912" y="4044028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AR" sz="2000" b="1" u="sng" dirty="0"/>
              <a:t>NO FUE CENTRAL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292340756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Gasto e inversión públicos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91DCCC8E-D4AB-46A3-BF53-BBFE966C29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286645"/>
              </p:ext>
            </p:extLst>
          </p:nvPr>
        </p:nvGraphicFramePr>
        <p:xfrm>
          <a:off x="395536" y="2057400"/>
          <a:ext cx="8208912" cy="461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82322526"/>
      </p:ext>
    </p:ext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Resultado primario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31EF144-4022-4501-BC9E-C950390F2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7007943"/>
              </p:ext>
            </p:extLst>
          </p:nvPr>
        </p:nvGraphicFramePr>
        <p:xfrm>
          <a:off x="609600" y="2057400"/>
          <a:ext cx="7994848" cy="4539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1500800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Ingresos fiscales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36E6E14B-650C-48F9-87A9-0090026270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040150"/>
              </p:ext>
            </p:extLst>
          </p:nvPr>
        </p:nvGraphicFramePr>
        <p:xfrm>
          <a:off x="755576" y="1417638"/>
          <a:ext cx="7931224" cy="4963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78503641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Las Medidas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15" name="14 Marcador de contenido"/>
          <p:cNvGraphicFramePr>
            <a:graphicFrameLocks noGrp="1"/>
          </p:cNvGraphicFramePr>
          <p:nvPr>
            <p:ph sz="quarter" idx="13"/>
          </p:nvPr>
        </p:nvGraphicFramePr>
        <p:xfrm>
          <a:off x="288032" y="1916832"/>
          <a:ext cx="4427984" cy="13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658954" y="4077072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AR" sz="2400" dirty="0">
                <a:latin typeface="Calibri"/>
                <a:cs typeface="Calibri"/>
              </a:rPr>
              <a:t>↓</a:t>
            </a:r>
            <a:r>
              <a:rPr lang="es-AR" sz="2000" b="1" u="sng" dirty="0"/>
              <a:t> de Tx de Crecimiento de Cantidad de Dinero:</a:t>
            </a:r>
            <a:r>
              <a:rPr lang="es-AR" sz="2000" dirty="0"/>
              <a:t> </a:t>
            </a:r>
            <a:endParaRPr lang="es-AR" dirty="0"/>
          </a:p>
        </p:txBody>
      </p:sp>
      <p:sp>
        <p:nvSpPr>
          <p:cNvPr id="8" name="7 CuadroTexto"/>
          <p:cNvSpPr txBox="1"/>
          <p:nvPr/>
        </p:nvSpPr>
        <p:spPr>
          <a:xfrm>
            <a:off x="683568" y="5085184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AR" sz="2000" b="1" dirty="0">
                <a:latin typeface="Calibri"/>
                <a:cs typeface="Calibri"/>
              </a:rPr>
              <a:t>↑ </a:t>
            </a:r>
            <a:r>
              <a:rPr lang="es-AR" sz="2000" b="1" u="sng" dirty="0"/>
              <a:t>de Tx de Interés </a:t>
            </a:r>
            <a:r>
              <a:rPr lang="es-AR" sz="2000" b="1" i="1" u="sng" dirty="0"/>
              <a:t>real</a:t>
            </a:r>
            <a:r>
              <a:rPr lang="es-AR" sz="2000" b="1" u="sng" dirty="0"/>
              <a:t>:</a:t>
            </a:r>
            <a:r>
              <a:rPr lang="es-AR" sz="2000" dirty="0"/>
              <a:t>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57738416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CRECIMIENTO IA BASE MONETARIA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0B80ADCA-D258-4670-9B28-C1804359E7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4273940"/>
              </p:ext>
            </p:extLst>
          </p:nvPr>
        </p:nvGraphicFramePr>
        <p:xfrm>
          <a:off x="457200" y="1556792"/>
          <a:ext cx="8363272" cy="5026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92265782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Agregados monetarios (M1)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71B8C038-BB6E-4EED-B91C-25D1BBF602BF}"/>
              </a:ext>
            </a:extLst>
          </p:cNvPr>
          <p:cNvGraphicFramePr>
            <a:graphicFrameLocks/>
          </p:cNvGraphicFramePr>
          <p:nvPr/>
        </p:nvGraphicFramePr>
        <p:xfrm>
          <a:off x="323528" y="2057400"/>
          <a:ext cx="8439472" cy="4683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1069268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1. Tasa de interés nominal y real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11D6773-4D24-4B06-91E6-8534CA41CD6A}"/>
              </a:ext>
            </a:extLst>
          </p:cNvPr>
          <p:cNvGraphicFramePr>
            <a:graphicFrameLocks/>
          </p:cNvGraphicFramePr>
          <p:nvPr/>
        </p:nvGraphicFramePr>
        <p:xfrm>
          <a:off x="114300" y="2060848"/>
          <a:ext cx="8418140" cy="4464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EE67A5EB-C407-42DF-9227-E645362A151A}"/>
              </a:ext>
            </a:extLst>
          </p:cNvPr>
          <p:cNvSpPr/>
          <p:nvPr/>
        </p:nvSpPr>
        <p:spPr>
          <a:xfrm>
            <a:off x="6660232" y="2996952"/>
            <a:ext cx="1440160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6243444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2. Las Medidas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15" name="14 Marcador de contenido"/>
          <p:cNvGraphicFramePr>
            <a:graphicFrameLocks noGrp="1"/>
          </p:cNvGraphicFramePr>
          <p:nvPr>
            <p:ph sz="quarter" idx="13"/>
          </p:nvPr>
        </p:nvGraphicFramePr>
        <p:xfrm>
          <a:off x="-684584" y="1916832"/>
          <a:ext cx="5544616" cy="13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457200" y="4293096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AR" sz="2000" b="1" u="sng" dirty="0"/>
              <a:t>Aumentos masivos de salarios dispuestos por el Gobierno</a:t>
            </a:r>
            <a:r>
              <a:rPr lang="es-AR" sz="2000" dirty="0"/>
              <a:t>   </a:t>
            </a:r>
            <a:r>
              <a:rPr lang="es-A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0498094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1. Salarios nominales y reales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713EA353-33D6-426A-9370-41E82CE0EC37}"/>
              </a:ext>
            </a:extLst>
          </p:cNvPr>
          <p:cNvGraphicFramePr>
            <a:graphicFrameLocks/>
          </p:cNvGraphicFramePr>
          <p:nvPr/>
        </p:nvGraphicFramePr>
        <p:xfrm>
          <a:off x="114300" y="1988840"/>
          <a:ext cx="4457700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D40DA183-D6C5-4E6A-8DA2-03B3C2549546}"/>
              </a:ext>
            </a:extLst>
          </p:cNvPr>
          <p:cNvGraphicFramePr>
            <a:graphicFrameLocks/>
          </p:cNvGraphicFramePr>
          <p:nvPr/>
        </p:nvGraphicFramePr>
        <p:xfrm>
          <a:off x="4572000" y="2348880"/>
          <a:ext cx="4427984" cy="4248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Elipse 2">
            <a:extLst>
              <a:ext uri="{FF2B5EF4-FFF2-40B4-BE49-F238E27FC236}">
                <a16:creationId xmlns:a16="http://schemas.microsoft.com/office/drawing/2014/main" id="{550162F9-8865-4357-88F0-03EA78BE6400}"/>
              </a:ext>
            </a:extLst>
          </p:cNvPr>
          <p:cNvSpPr/>
          <p:nvPr/>
        </p:nvSpPr>
        <p:spPr>
          <a:xfrm>
            <a:off x="3275856" y="4221088"/>
            <a:ext cx="792088" cy="8640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44E2AE6-489F-4E58-B0E4-BC94CAFA3DF7}"/>
              </a:ext>
            </a:extLst>
          </p:cNvPr>
          <p:cNvSpPr/>
          <p:nvPr/>
        </p:nvSpPr>
        <p:spPr>
          <a:xfrm>
            <a:off x="7661548" y="3068960"/>
            <a:ext cx="798884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1316173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2. Las Medidas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15" name="14 Marcador de contenido"/>
          <p:cNvGraphicFramePr>
            <a:graphicFrameLocks noGrp="1"/>
          </p:cNvGraphicFramePr>
          <p:nvPr>
            <p:ph sz="quarter" idx="13"/>
          </p:nvPr>
        </p:nvGraphicFramePr>
        <p:xfrm>
          <a:off x="-684584" y="1916832"/>
          <a:ext cx="5544616" cy="13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693912" y="3867007"/>
            <a:ext cx="7992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AR" sz="2000" b="1" u="sng" dirty="0"/>
              <a:t>Acuerdo de Precios</a:t>
            </a:r>
            <a:endParaRPr lang="es-AR" sz="2000" dirty="0"/>
          </a:p>
        </p:txBody>
      </p:sp>
      <p:sp>
        <p:nvSpPr>
          <p:cNvPr id="3" name="2 CuadroTexto"/>
          <p:cNvSpPr txBox="1"/>
          <p:nvPr/>
        </p:nvSpPr>
        <p:spPr>
          <a:xfrm>
            <a:off x="2339752" y="5661248"/>
            <a:ext cx="4608512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AR" dirty="0">
                <a:latin typeface="Calibri"/>
                <a:cs typeface="Calibri"/>
              </a:rPr>
              <a:t>→ </a:t>
            </a:r>
            <a:r>
              <a:rPr lang="es-AR" dirty="0"/>
              <a:t>El OBEJTIVO era actuar directamente sobre las </a:t>
            </a:r>
            <a:r>
              <a:rPr lang="es-AR" b="1" dirty="0"/>
              <a:t>expectativas</a:t>
            </a:r>
            <a:r>
              <a:rPr lang="es-AR" dirty="0"/>
              <a:t> del sector  privado.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3349046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/>
              <a:t>INFLACIÓN INTERANUAL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762D9185-E0F6-4744-AF10-6105C988DE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498995"/>
              </p:ext>
            </p:extLst>
          </p:nvPr>
        </p:nvGraphicFramePr>
        <p:xfrm>
          <a:off x="179512" y="1196752"/>
          <a:ext cx="8928992" cy="5472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47604733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3. La Estrategia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56839519"/>
              </p:ext>
            </p:extLst>
          </p:nvPr>
        </p:nvGraphicFramePr>
        <p:xfrm>
          <a:off x="1691680" y="1268760"/>
          <a:ext cx="5760640" cy="5103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7A4B1A9A-F81A-47B1-AD20-C8386ECBF9F5}"/>
              </a:ext>
            </a:extLst>
          </p:cNvPr>
          <p:cNvSpPr/>
          <p:nvPr/>
        </p:nvSpPr>
        <p:spPr>
          <a:xfrm>
            <a:off x="7020272" y="5301208"/>
            <a:ext cx="1666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TIPO DE CAMBIO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006905F-DAA5-4229-87EB-B860457EF0EE}"/>
              </a:ext>
            </a:extLst>
          </p:cNvPr>
          <p:cNvSpPr/>
          <p:nvPr/>
        </p:nvSpPr>
        <p:spPr>
          <a:xfrm>
            <a:off x="858416" y="5292757"/>
            <a:ext cx="1666528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SALARIO/</a:t>
            </a:r>
          </a:p>
          <a:p>
            <a:pPr algn="ctr"/>
            <a:r>
              <a:rPr lang="es-AR" dirty="0"/>
              <a:t>PRECIOS</a:t>
            </a:r>
          </a:p>
        </p:txBody>
      </p:sp>
    </p:spTree>
    <p:extLst>
      <p:ext uri="{BB962C8B-B14F-4D97-AF65-F5344CB8AC3E}">
        <p14:creationId xmlns:p14="http://schemas.microsoft.com/office/powerpoint/2010/main" val="1836176581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b="1" dirty="0">
                <a:solidFill>
                  <a:schemeClr val="tx1"/>
                </a:solidFill>
              </a:rPr>
              <a:t>4. Los Resultados</a:t>
            </a:r>
            <a:endParaRPr sz="4000" dirty="0">
              <a:solidFill>
                <a:schemeClr val="tx1"/>
              </a:solidFill>
            </a:endParaRP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6067671"/>
              </p:ext>
            </p:extLst>
          </p:nvPr>
        </p:nvGraphicFramePr>
        <p:xfrm>
          <a:off x="609600" y="2023640"/>
          <a:ext cx="7850832" cy="4357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43873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2436</TotalTime>
  <Words>1000</Words>
  <Application>Microsoft Office PowerPoint</Application>
  <PresentationFormat>Presentación en pantalla (4:3)</PresentationFormat>
  <Paragraphs>278</Paragraphs>
  <Slides>66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69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Contexto Histórico</vt:lpstr>
      <vt:lpstr>Inflación desde 1949</vt:lpstr>
      <vt:lpstr>Condiciones Iniciales</vt:lpstr>
      <vt:lpstr>PIB</vt:lpstr>
      <vt:lpstr>Reservas</vt:lpstr>
      <vt:lpstr>Exportaciones vs importaciones</vt:lpstr>
      <vt:lpstr>Las Medidas (1967 – 1970)</vt:lpstr>
      <vt:lpstr>Tipo de cambio (índice base 1993)</vt:lpstr>
      <vt:lpstr>Retenciones: precios internos vs externos</vt:lpstr>
      <vt:lpstr>Las Medidas</vt:lpstr>
      <vt:lpstr>Gasto e inversión públicos</vt:lpstr>
      <vt:lpstr>Resultado primario</vt:lpstr>
      <vt:lpstr>Ingresos fiscales</vt:lpstr>
      <vt:lpstr>Las Medidas</vt:lpstr>
      <vt:lpstr>CRECIMIENTO IA BASE MONETARIA</vt:lpstr>
      <vt:lpstr>Agregados monetarios (M1)</vt:lpstr>
      <vt:lpstr>1. Tasa de interés nominal y real</vt:lpstr>
      <vt:lpstr>2. Las Medidas</vt:lpstr>
      <vt:lpstr>1. Salarios nominales y reales</vt:lpstr>
      <vt:lpstr>2. Las Medidas</vt:lpstr>
      <vt:lpstr>INFLACIÓN INTERANUAL</vt:lpstr>
      <vt:lpstr>3. La Estrategia</vt:lpstr>
      <vt:lpstr>4. Los Resultados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lucas</dc:creator>
  <cp:lastModifiedBy>Lucas Tossolini</cp:lastModifiedBy>
  <cp:revision>277</cp:revision>
  <dcterms:created xsi:type="dcterms:W3CDTF">2011-05-04T13:38:20Z</dcterms:created>
  <dcterms:modified xsi:type="dcterms:W3CDTF">2019-10-24T20:05:38Z</dcterms:modified>
</cp:coreProperties>
</file>